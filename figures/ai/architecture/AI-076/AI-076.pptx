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42bc73ec1a4776" /><Relationship Type="http://schemas.openxmlformats.org/officeDocument/2006/relationships/extended-properties" Target="/docProps/app.xml" Id="Rc4ffab0782b547c0" /><Relationship Type="http://schemas.openxmlformats.org/officeDocument/2006/relationships/officeDocument" Target="/ppt/presentation.xml" Id="Rd33e83ef3aec4ec7" /></Relationships>
</file>

<file path=ppt/presentation.xml><?xml version="1.0" encoding="utf-8"?>
<p:presentation xmlns:p="http://schemas.openxmlformats.org/presentationml/2006/main">
  <p:sldMasterIdLst>
    <p:sldMasterId xmlns:r="http://schemas.openxmlformats.org/officeDocument/2006/relationships" id="2147483648" r:id="Rfa19455e374747d9"/>
  </p:sldMasterIdLst>
  <p:notesMasterIdLst>
    <p:notesMasterId xmlns:r="http://schemas.openxmlformats.org/officeDocument/2006/relationships" r:id="R087ae459fe1c4cd0"/>
  </p:notesMasterIdLst>
  <p:sldIdLst>
    <p:sldId xmlns:r="http://schemas.openxmlformats.org/officeDocument/2006/relationships" id="256" r:id="Rd59bc0ce7ca3435d"/>
  </p:sldIdLst>
  <p:sldSz cx="10201275" cy="642937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9f5d19ea104983" /><Relationship Type="http://schemas.openxmlformats.org/officeDocument/2006/relationships/slideMaster" Target="/ppt/slideMasters/slideMaster1.xml" Id="Rfa19455e374747d9" /><Relationship Type="http://schemas.openxmlformats.org/officeDocument/2006/relationships/notesMaster" Target="/ppt/notesMasters/notesMaster1.xml" Id="R087ae459fe1c4cd0" /><Relationship Type="http://schemas.openxmlformats.org/officeDocument/2006/relationships/presProps" Target="/ppt/presProps.xml" Id="R2c54531f16084d74" /><Relationship Type="http://schemas.openxmlformats.org/officeDocument/2006/relationships/tableStyles" Target="/ppt/tableStyles.xml" Id="R29df30af8e6949bf" /><Relationship Type="http://schemas.openxmlformats.org/officeDocument/2006/relationships/slide" Target="/ppt/slides/slide1.xml" Id="Rd59bc0ce7ca343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f3e2722ff7345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5a22310f0bc477b" /><Relationship Type="http://schemas.openxmlformats.org/officeDocument/2006/relationships/notesMaster" Target="/ppt/notesMasters/notesMaster1.xml" Id="Rc38af86650d74387" /></Relationships>
</file>

<file path=ppt/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素材ID：AI-076</ns1:t>
            </ns1:r>
          </ns1:p>
          <ns1:p>
            <ns1:r>
              <ns1:t>论文：High-Pass Matters: Theoretical Insights and Sheaflet-Based Design for Hypergraph Neural Networks</ns1:t>
            </ns1:r>
          </ns1:p>
          <ns1:p>
            <ns1:r>
              <ns1:t>会议：AAAI 2026</ns1:t>
            </ns1:r>
          </ns1:p>
          <ns1:p>
            <ns1:r>
              <ns1:t>奖项：Outstanding Paper</ns1:t>
            </ns1:r>
          </ns1:p>
          <ns1:p>
            <ns1:r>
              <ns1:t>图号：Figure 1，PDF第5页</ns1:t>
            </ns1:r>
          </ns1:p>
          <ns1:p>
            <ns1:r>
              <ns1:t>类型：系统架构</ns1:t>
            </ns1:r>
          </ns1:p>
          <ns1:p>
            <ns1:r>
              <ns1:t>借鉴点：把超边、层拉普拉斯、频域分解、滤波重建及最终标签接成上下反向阅读的完整架构。</ns1:t>
            </ns1:r>
          </ns1:p>
          <ns1:p>
            <ns1:r>
              <ns1:t>论文URL：https://ojs.aaai.org/index.php/AAAI/article/view/39469</ns1:t>
            </ns1:r>
          </ns1:p>
          <ns1:p>
            <ns1:r>
              <ns1:t>官方获奖URL：https://aaai.org/about-aaai/aaai-awards/aaai-conference-paper-awards-and-recognition/</ns1:t>
            </ns1:r>
          </ns1:p>
          <ns1:p>
            <ns1:r>
              <ns1:t>原始论文与绘图来源：见本页论文链接及仓库 catalog/papers.md。</ns1:t>
            </ns1:r>
          </ns1:p>
          <ns1:p>
            <ns1:r>
              <ns1:t>编辑与保真说明：["The328original native source paths are preserved in their original order.", "The central incidence diagram is manually reconstructed with editable shapes and text; coloured edge glows use layered native strokes and the original routing is retained.", "Source matrix colours are sampled into native cells. Low/high-pass curves are centreline traces of the published schematic, not recovered experimental data.", "The two dense mathematical equations are native glyph contour paths recovered from high-resolution source formula snippets, preserving the original mathematical symbols.", "Background radii and shadows, tiny graph icon shapes and gradient surfaces are approximated with native shapes. Source Comic Sans font is retained; matrix annotations use Cambria Math."]</ns1:t>
            </ns1:r>
          </ns1:p>
          <ns1:p>
            <ns1:r>
              <ns1:t>复刻方式：ArtifactTool native replacements spliced into original editable slide at each original image layer; zero bitmap media remain.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af6f0302c64e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86657804b1401d" /><Relationship Type="http://schemas.openxmlformats.org/officeDocument/2006/relationships/slideLayout" Target="/ppt/slideLayouts/slideLayout1.xml" Id="R458ea4975c8e4a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8ea4975c8e4a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2c2c3c09183249af"/><Relationship Type="http://schemas.openxmlformats.org/officeDocument/2006/relationships/notesSlide" Target="/ppt/notesSlides/notesSlide1.xml" Id="Reed56e259ae845c8"/></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Vector element">
            <a:extLst xmlns:a="http://schemas.openxmlformats.org/drawingml/2006/main">
              <a:ext uri="{FF2B5EF4-FFF2-40B4-BE49-F238E27FC236}">
                <a16:creationId xmlns:a16="http://schemas.microsoft.com/office/drawing/2014/main" id="{D75CB418-5E77-4989-9FD6-1BF961FEFC84}"/>
              </a:ext>
            </a:extLst>
          </p:cNvPr>
          <p:cNvSpPr>
            <a:spLocks xmlns:a="http://schemas.openxmlformats.org/drawingml/2006/main" noGrp="1"/>
          </p:cNvSpPr>
          <p:nvPr/>
        </p:nvSpPr>
        <p:spPr>
          <a:xfrm xmlns:a="http://schemas.openxmlformats.org/drawingml/2006/main">
            <a:off x="45748" y="34"/>
            <a:ext cx="10081022" cy="6329116"/>
          </a:xfrm>
          <a:custGeom xmlns:a="http://schemas.openxmlformats.org/drawingml/2006/main">
            <a:pathLst>
              <a:path w="10081022" h="6329116">
                <a:moveTo>
                  <a:pt x="0" y="6329116"/>
                </a:moveTo>
                <a:lnTo>
                  <a:pt x="0" y="0"/>
                </a:lnTo>
                <a:lnTo>
                  <a:pt x="10081022" y="0"/>
                </a:lnTo>
                <a:lnTo>
                  <a:pt x="10081022" y="6329116"/>
                </a:lnTo>
                <a:lnTo>
                  <a:pt x="0" y="6329116"/>
                </a:lnTo>
                <a:close/>
              </a:path>
            </a:pathLst>
          </a:custGeom>
          <a:solidFill xmlns:a="http://schemas.openxmlformats.org/drawingml/2006/main">
            <a:srgbClr val="FFFFFF"/>
          </a:solidFill>
          <a:ln xmlns:a="http://schemas.openxmlformats.org/drawingml/2006/main" w="0" cap="flat">
            <a:noFill/>
            <a:miter/>
          </a:ln>
        </p:spPr>
      </p:sp>
      <p:sp>
        <p:nvSpPr>
          <p:cNvPr id="3" name="R1|1">
            <a:extLst xmlns:a="http://schemas.openxmlformats.org/drawingml/2006/main">
              <a:ext uri="{FF2B5EF4-FFF2-40B4-BE49-F238E27FC236}">
                <a16:creationId xmlns:a16="http://schemas.microsoft.com/office/drawing/2014/main" id="{CB513939-77EB-4EAF-9D3C-0A016AAB14A4}"/>
              </a:ext>
            </a:extLst>
          </p:cNvPr>
          <p:cNvSpPr>
            <a:spLocks xmlns:a="http://schemas.openxmlformats.org/drawingml/2006/main" noGrp="1"/>
          </p:cNvSpPr>
          <p:nvPr/>
        </p:nvSpPr>
        <p:spPr>
          <a:xfrm xmlns:a="http://schemas.openxmlformats.org/drawingml/2006/main">
            <a:off x="110992" y="46792"/>
            <a:ext cx="9861999" cy="32710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 name="R1|Text Linear Sheaf Laplacian">
            <a:extLst xmlns:a="http://schemas.openxmlformats.org/drawingml/2006/main">
              <a:ext uri="{FF2B5EF4-FFF2-40B4-BE49-F238E27FC236}">
                <a16:creationId xmlns:a16="http://schemas.microsoft.com/office/drawing/2014/main" id="{F26F8BB6-E05E-47F0-83D7-9EFDB862B157}"/>
              </a:ext>
            </a:extLst>
          </p:cNvPr>
          <p:cNvSpPr>
            <a:spLocks xmlns:a="http://schemas.openxmlformats.org/drawingml/2006/main" noGrp="1"/>
          </p:cNvSpPr>
          <p:nvPr/>
        </p:nvSpPr>
        <p:spPr>
          <a:xfrm xmlns:a="http://schemas.openxmlformats.org/drawingml/2006/main">
            <a:off x="3693671" y="27522"/>
            <a:ext cx="2576254" cy="298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49" b="1">
                <a:solidFill>
                  <a:srgbClr val="305F83"/>
                </a:solidFill>
                <a:latin typeface="Comic Sans MS"/>
                <a:ea typeface="Comic Sans MS"/>
                <a:cs typeface="Comic Sans MS"/>
              </a:defRPr>
            </a:pPr>
            <a:r>
              <a:rPr sz="1649" b="1">
                <a:solidFill>
                  <a:srgbClr val="305F83"/>
                </a:solidFill>
                <a:latin typeface="Comic Sans MS"/>
                <a:ea typeface="Comic Sans MS"/>
                <a:cs typeface="Comic Sans MS"/>
              </a:rPr>
              <a:t>Linear Sheaf Laplacian</a:t>
            </a:r>
          </a:p>
        </p:txBody>
      </p:sp>
      <p:sp>
        <p:nvSpPr>
          <p:cNvPr id="5" name="R1|2">
            <a:extLst xmlns:a="http://schemas.openxmlformats.org/drawingml/2006/main">
              <a:ext uri="{FF2B5EF4-FFF2-40B4-BE49-F238E27FC236}">
                <a16:creationId xmlns:a16="http://schemas.microsoft.com/office/drawing/2014/main" id="{4DF32589-132C-46C7-B833-993F6C1365A0}"/>
              </a:ext>
            </a:extLst>
          </p:cNvPr>
          <p:cNvSpPr>
            <a:spLocks xmlns:a="http://schemas.openxmlformats.org/drawingml/2006/main" noGrp="1"/>
          </p:cNvSpPr>
          <p:nvPr/>
        </p:nvSpPr>
        <p:spPr>
          <a:xfrm xmlns:a="http://schemas.openxmlformats.org/drawingml/2006/main">
            <a:off x="2504260" y="499629"/>
            <a:ext cx="871593" cy="852683"/>
          </a:xfrm>
          <a:prstGeom xmlns:a="http://schemas.openxmlformats.org/drawingml/2006/main" prst="roundRect">
            <a:avLst>
              <a:gd name="adj" fmla="val 15813"/>
            </a:avLst>
          </a:prstGeom>
          <a:solidFill xmlns:a="http://schemas.openxmlformats.org/drawingml/2006/main">
            <a:srgbClr val="FFFFFF"/>
          </a:solidFill>
          <a:ln xmlns:a="http://schemas.openxmlformats.org/drawingml/2006/main" w="9631">
            <a:solidFill>
              <a:srgbClr val="C5C6C0"/>
            </a:solidFill>
          </a:ln>
        </p:spPr>
      </p:sp>
      <p:sp>
        <p:nvSpPr>
          <p:cNvPr id="6" name="R1|3">
            <a:extLst xmlns:a="http://schemas.openxmlformats.org/drawingml/2006/main">
              <a:ext uri="{FF2B5EF4-FFF2-40B4-BE49-F238E27FC236}">
                <a16:creationId xmlns:a16="http://schemas.microsoft.com/office/drawing/2014/main" id="{DCFA49F4-5A9F-4231-A3D3-7C3C10829D3C}"/>
              </a:ext>
            </a:extLst>
          </p:cNvPr>
          <p:cNvSpPr>
            <a:spLocks xmlns:a="http://schemas.openxmlformats.org/drawingml/2006/main" noGrp="1"/>
          </p:cNvSpPr>
          <p:nvPr/>
        </p:nvSpPr>
        <p:spPr>
          <a:xfrm xmlns:a="http://schemas.openxmlformats.org/drawingml/2006/main">
            <a:off x="2696877" y="716413"/>
            <a:ext cx="433389" cy="276430"/>
          </a:xfrm>
          <a:custGeom xmlns:a="http://schemas.openxmlformats.org/drawingml/2006/main">
            <a:pathLst>
              <a:path w="433389" h="276430">
                <a:moveTo>
                  <a:pt x="0" y="0"/>
                </a:moveTo>
                <a:lnTo>
                  <a:pt x="799" y="26326"/>
                </a:lnTo>
                <a:lnTo>
                  <a:pt x="3142" y="51131"/>
                </a:lnTo>
                <a:lnTo>
                  <a:pt x="6948" y="74445"/>
                </a:lnTo>
                <a:lnTo>
                  <a:pt x="12135" y="96300"/>
                </a:lnTo>
                <a:lnTo>
                  <a:pt x="18622" y="116728"/>
                </a:lnTo>
                <a:lnTo>
                  <a:pt x="26328" y="135761"/>
                </a:lnTo>
                <a:lnTo>
                  <a:pt x="35172" y="153429"/>
                </a:lnTo>
                <a:lnTo>
                  <a:pt x="45072" y="169766"/>
                </a:lnTo>
                <a:lnTo>
                  <a:pt x="55948" y="184801"/>
                </a:lnTo>
                <a:lnTo>
                  <a:pt x="67717" y="198568"/>
                </a:lnTo>
                <a:lnTo>
                  <a:pt x="80299" y="211097"/>
                </a:lnTo>
                <a:lnTo>
                  <a:pt x="93612" y="222420"/>
                </a:lnTo>
                <a:lnTo>
                  <a:pt x="107575" y="232569"/>
                </a:lnTo>
                <a:lnTo>
                  <a:pt x="122107" y="241575"/>
                </a:lnTo>
                <a:lnTo>
                  <a:pt x="137127" y="249471"/>
                </a:lnTo>
                <a:lnTo>
                  <a:pt x="152553" y="256287"/>
                </a:lnTo>
                <a:lnTo>
                  <a:pt x="168304" y="262055"/>
                </a:lnTo>
                <a:lnTo>
                  <a:pt x="184299" y="266807"/>
                </a:lnTo>
                <a:lnTo>
                  <a:pt x="200456" y="270574"/>
                </a:lnTo>
                <a:lnTo>
                  <a:pt x="216694" y="273388"/>
                </a:lnTo>
                <a:lnTo>
                  <a:pt x="232933" y="275281"/>
                </a:lnTo>
                <a:lnTo>
                  <a:pt x="249090" y="276285"/>
                </a:lnTo>
                <a:lnTo>
                  <a:pt x="265085" y="276430"/>
                </a:lnTo>
                <a:lnTo>
                  <a:pt x="280836" y="275749"/>
                </a:lnTo>
                <a:lnTo>
                  <a:pt x="296262" y="274273"/>
                </a:lnTo>
                <a:lnTo>
                  <a:pt x="311281" y="272033"/>
                </a:lnTo>
                <a:lnTo>
                  <a:pt x="325813" y="269062"/>
                </a:lnTo>
                <a:lnTo>
                  <a:pt x="339777" y="265391"/>
                </a:lnTo>
                <a:lnTo>
                  <a:pt x="353090" y="261052"/>
                </a:lnTo>
                <a:lnTo>
                  <a:pt x="365672" y="256076"/>
                </a:lnTo>
                <a:lnTo>
                  <a:pt x="377441" y="250494"/>
                </a:lnTo>
                <a:lnTo>
                  <a:pt x="388316" y="244339"/>
                </a:lnTo>
                <a:lnTo>
                  <a:pt x="398216" y="237642"/>
                </a:lnTo>
                <a:lnTo>
                  <a:pt x="407060" y="230435"/>
                </a:lnTo>
                <a:lnTo>
                  <a:pt x="414766" y="222749"/>
                </a:lnTo>
                <a:lnTo>
                  <a:pt x="421254" y="214616"/>
                </a:lnTo>
                <a:lnTo>
                  <a:pt x="426441" y="206067"/>
                </a:lnTo>
                <a:lnTo>
                  <a:pt x="430247" y="197135"/>
                </a:lnTo>
                <a:lnTo>
                  <a:pt x="432590" y="187850"/>
                </a:lnTo>
                <a:lnTo>
                  <a:pt x="433389" y="178244"/>
                </a:lnTo>
              </a:path>
            </a:pathLst>
          </a:custGeom>
          <a:noFill xmlns:a="http://schemas.openxmlformats.org/drawingml/2006/main"/>
          <a:ln xmlns:a="http://schemas.openxmlformats.org/drawingml/2006/main" w="19262">
            <a:solidFill>
              <a:srgbClr val="D1AA25"/>
            </a:solidFill>
          </a:ln>
        </p:spPr>
      </p:sp>
      <p:sp>
        <p:nvSpPr>
          <p:cNvPr id="7" name="R1|4">
            <a:extLst xmlns:a="http://schemas.openxmlformats.org/drawingml/2006/main">
              <a:ext uri="{FF2B5EF4-FFF2-40B4-BE49-F238E27FC236}">
                <a16:creationId xmlns:a16="http://schemas.microsoft.com/office/drawing/2014/main" id="{9C76E43C-FA16-422E-AA98-0E456D8C0580}"/>
              </a:ext>
            </a:extLst>
          </p:cNvPr>
          <p:cNvSpPr>
            <a:spLocks xmlns:a="http://schemas.openxmlformats.org/drawingml/2006/main" noGrp="1"/>
          </p:cNvSpPr>
          <p:nvPr/>
        </p:nvSpPr>
        <p:spPr>
          <a:xfrm xmlns:a="http://schemas.openxmlformats.org/drawingml/2006/main">
            <a:off x="2600569" y="716413"/>
            <a:ext cx="96309" cy="438385"/>
          </a:xfrm>
          <a:custGeom xmlns:a="http://schemas.openxmlformats.org/drawingml/2006/main">
            <a:pathLst>
              <a:path w="96309" h="438385">
                <a:moveTo>
                  <a:pt x="96309" y="0"/>
                </a:moveTo>
                <a:lnTo>
                  <a:pt x="96131" y="26330"/>
                </a:lnTo>
                <a:lnTo>
                  <a:pt x="95610" y="51163"/>
                </a:lnTo>
                <a:lnTo>
                  <a:pt x="94765" y="74555"/>
                </a:lnTo>
                <a:lnTo>
                  <a:pt x="93612" y="96560"/>
                </a:lnTo>
                <a:lnTo>
                  <a:pt x="92170" y="117236"/>
                </a:lnTo>
                <a:lnTo>
                  <a:pt x="90458" y="136639"/>
                </a:lnTo>
                <a:lnTo>
                  <a:pt x="88493" y="154824"/>
                </a:lnTo>
                <a:lnTo>
                  <a:pt x="86292" y="171847"/>
                </a:lnTo>
                <a:lnTo>
                  <a:pt x="83876" y="187765"/>
                </a:lnTo>
                <a:lnTo>
                  <a:pt x="81260" y="202633"/>
                </a:lnTo>
                <a:lnTo>
                  <a:pt x="78464" y="216507"/>
                </a:lnTo>
                <a:lnTo>
                  <a:pt x="75506" y="229444"/>
                </a:lnTo>
                <a:lnTo>
                  <a:pt x="72403" y="241499"/>
                </a:lnTo>
                <a:lnTo>
                  <a:pt x="69174" y="252729"/>
                </a:lnTo>
                <a:lnTo>
                  <a:pt x="65836" y="263189"/>
                </a:lnTo>
                <a:lnTo>
                  <a:pt x="62408" y="272936"/>
                </a:lnTo>
                <a:lnTo>
                  <a:pt x="58908" y="282024"/>
                </a:lnTo>
                <a:lnTo>
                  <a:pt x="55353" y="290512"/>
                </a:lnTo>
                <a:lnTo>
                  <a:pt x="51763" y="298454"/>
                </a:lnTo>
                <a:lnTo>
                  <a:pt x="48154" y="305906"/>
                </a:lnTo>
                <a:lnTo>
                  <a:pt x="44546" y="312925"/>
                </a:lnTo>
                <a:lnTo>
                  <a:pt x="40955" y="319566"/>
                </a:lnTo>
                <a:lnTo>
                  <a:pt x="37401" y="325885"/>
                </a:lnTo>
                <a:lnTo>
                  <a:pt x="33901" y="331939"/>
                </a:lnTo>
                <a:lnTo>
                  <a:pt x="30473" y="337784"/>
                </a:lnTo>
                <a:lnTo>
                  <a:pt x="27135" y="343475"/>
                </a:lnTo>
                <a:lnTo>
                  <a:pt x="23906" y="349068"/>
                </a:lnTo>
                <a:lnTo>
                  <a:pt x="20803" y="354620"/>
                </a:lnTo>
                <a:lnTo>
                  <a:pt x="17844" y="360186"/>
                </a:lnTo>
                <a:lnTo>
                  <a:pt x="15048" y="365823"/>
                </a:lnTo>
                <a:lnTo>
                  <a:pt x="12433" y="371586"/>
                </a:lnTo>
                <a:lnTo>
                  <a:pt x="10016" y="377531"/>
                </a:lnTo>
                <a:lnTo>
                  <a:pt x="7816" y="383715"/>
                </a:lnTo>
                <a:lnTo>
                  <a:pt x="5851" y="390194"/>
                </a:lnTo>
                <a:lnTo>
                  <a:pt x="4138" y="397023"/>
                </a:lnTo>
                <a:lnTo>
                  <a:pt x="2697" y="404258"/>
                </a:lnTo>
                <a:lnTo>
                  <a:pt x="1544" y="411956"/>
                </a:lnTo>
                <a:lnTo>
                  <a:pt x="698" y="420173"/>
                </a:lnTo>
                <a:lnTo>
                  <a:pt x="178" y="428963"/>
                </a:lnTo>
                <a:lnTo>
                  <a:pt x="0" y="438385"/>
                </a:lnTo>
              </a:path>
            </a:pathLst>
          </a:custGeom>
          <a:noFill xmlns:a="http://schemas.openxmlformats.org/drawingml/2006/main"/>
          <a:ln xmlns:a="http://schemas.openxmlformats.org/drawingml/2006/main" w="19262">
            <a:solidFill>
              <a:srgbClr val="E6B6C8"/>
            </a:solidFill>
          </a:ln>
        </p:spPr>
      </p:sp>
      <p:sp>
        <p:nvSpPr>
          <p:cNvPr id="8" name="R1|5">
            <a:extLst xmlns:a="http://schemas.openxmlformats.org/drawingml/2006/main">
              <a:ext uri="{FF2B5EF4-FFF2-40B4-BE49-F238E27FC236}">
                <a16:creationId xmlns:a16="http://schemas.microsoft.com/office/drawing/2014/main" id="{983636CA-2048-4A9F-B299-924D35B2AD85}"/>
              </a:ext>
            </a:extLst>
          </p:cNvPr>
          <p:cNvSpPr>
            <a:spLocks xmlns:a="http://schemas.openxmlformats.org/drawingml/2006/main" noGrp="1"/>
          </p:cNvSpPr>
          <p:nvPr/>
        </p:nvSpPr>
        <p:spPr>
          <a:xfrm xmlns:a="http://schemas.openxmlformats.org/drawingml/2006/main">
            <a:off x="2696877" y="716413"/>
            <a:ext cx="332265" cy="481742"/>
          </a:xfrm>
          <a:custGeom xmlns:a="http://schemas.openxmlformats.org/drawingml/2006/main">
            <a:pathLst>
              <a:path w="332265" h="481742">
                <a:moveTo>
                  <a:pt x="0" y="0"/>
                </a:moveTo>
                <a:lnTo>
                  <a:pt x="613" y="26331"/>
                </a:lnTo>
                <a:lnTo>
                  <a:pt x="2409" y="51169"/>
                </a:lnTo>
                <a:lnTo>
                  <a:pt x="5327" y="74573"/>
                </a:lnTo>
                <a:lnTo>
                  <a:pt x="9303" y="96604"/>
                </a:lnTo>
                <a:lnTo>
                  <a:pt x="14277" y="117321"/>
                </a:lnTo>
                <a:lnTo>
                  <a:pt x="20185" y="136785"/>
                </a:lnTo>
                <a:lnTo>
                  <a:pt x="26965" y="155056"/>
                </a:lnTo>
                <a:lnTo>
                  <a:pt x="34556" y="172194"/>
                </a:lnTo>
                <a:lnTo>
                  <a:pt x="42893" y="188258"/>
                </a:lnTo>
                <a:lnTo>
                  <a:pt x="51916" y="203310"/>
                </a:lnTo>
                <a:lnTo>
                  <a:pt x="61562" y="217409"/>
                </a:lnTo>
                <a:lnTo>
                  <a:pt x="71769" y="230615"/>
                </a:lnTo>
                <a:lnTo>
                  <a:pt x="82474" y="242988"/>
                </a:lnTo>
                <a:lnTo>
                  <a:pt x="93616" y="254588"/>
                </a:lnTo>
                <a:lnTo>
                  <a:pt x="105131" y="265475"/>
                </a:lnTo>
                <a:lnTo>
                  <a:pt x="116957" y="275710"/>
                </a:lnTo>
                <a:lnTo>
                  <a:pt x="129033" y="285353"/>
                </a:lnTo>
                <a:lnTo>
                  <a:pt x="141296" y="294463"/>
                </a:lnTo>
                <a:lnTo>
                  <a:pt x="153683" y="303100"/>
                </a:lnTo>
                <a:lnTo>
                  <a:pt x="166132" y="311326"/>
                </a:lnTo>
                <a:lnTo>
                  <a:pt x="178582" y="319198"/>
                </a:lnTo>
                <a:lnTo>
                  <a:pt x="190969" y="326779"/>
                </a:lnTo>
                <a:lnTo>
                  <a:pt x="203232" y="334128"/>
                </a:lnTo>
                <a:lnTo>
                  <a:pt x="215307" y="341304"/>
                </a:lnTo>
                <a:lnTo>
                  <a:pt x="227134" y="348369"/>
                </a:lnTo>
                <a:lnTo>
                  <a:pt x="238649" y="355381"/>
                </a:lnTo>
                <a:lnTo>
                  <a:pt x="249790" y="362402"/>
                </a:lnTo>
                <a:lnTo>
                  <a:pt x="260495" y="369491"/>
                </a:lnTo>
                <a:lnTo>
                  <a:pt x="270702" y="376708"/>
                </a:lnTo>
                <a:lnTo>
                  <a:pt x="280348" y="384114"/>
                </a:lnTo>
                <a:lnTo>
                  <a:pt x="289371" y="391768"/>
                </a:lnTo>
                <a:lnTo>
                  <a:pt x="297709" y="399730"/>
                </a:lnTo>
                <a:lnTo>
                  <a:pt x="305299" y="408061"/>
                </a:lnTo>
                <a:lnTo>
                  <a:pt x="312080" y="416820"/>
                </a:lnTo>
                <a:lnTo>
                  <a:pt x="317988" y="426068"/>
                </a:lnTo>
                <a:lnTo>
                  <a:pt x="322961" y="435865"/>
                </a:lnTo>
                <a:lnTo>
                  <a:pt x="326938" y="446271"/>
                </a:lnTo>
                <a:lnTo>
                  <a:pt x="329856" y="457346"/>
                </a:lnTo>
                <a:lnTo>
                  <a:pt x="331652" y="469149"/>
                </a:lnTo>
                <a:lnTo>
                  <a:pt x="332265" y="481742"/>
                </a:lnTo>
              </a:path>
            </a:pathLst>
          </a:custGeom>
          <a:noFill xmlns:a="http://schemas.openxmlformats.org/drawingml/2006/main"/>
          <a:ln xmlns:a="http://schemas.openxmlformats.org/drawingml/2006/main" w="19262">
            <a:solidFill>
              <a:srgbClr val="D7A2B8"/>
            </a:solidFill>
          </a:ln>
        </p:spPr>
      </p:sp>
      <p:sp>
        <p:nvSpPr>
          <p:cNvPr id="9" name="R1|6">
            <a:extLst xmlns:a="http://schemas.openxmlformats.org/drawingml/2006/main">
              <a:ext uri="{FF2B5EF4-FFF2-40B4-BE49-F238E27FC236}">
                <a16:creationId xmlns:a16="http://schemas.microsoft.com/office/drawing/2014/main" id="{44A6F3D6-90A2-4DBF-97EB-770654A6E962}"/>
              </a:ext>
            </a:extLst>
          </p:cNvPr>
          <p:cNvSpPr>
            <a:spLocks xmlns:a="http://schemas.openxmlformats.org/drawingml/2006/main" noGrp="1"/>
          </p:cNvSpPr>
          <p:nvPr/>
        </p:nvSpPr>
        <p:spPr>
          <a:xfrm xmlns:a="http://schemas.openxmlformats.org/drawingml/2006/main">
            <a:off x="2600569" y="730865"/>
            <a:ext cx="365973" cy="423933"/>
          </a:xfrm>
          <a:custGeom xmlns:a="http://schemas.openxmlformats.org/drawingml/2006/main">
            <a:pathLst>
              <a:path w="365973" h="423933">
                <a:moveTo>
                  <a:pt x="365973" y="0"/>
                </a:moveTo>
                <a:lnTo>
                  <a:pt x="365298" y="25273"/>
                </a:lnTo>
                <a:lnTo>
                  <a:pt x="363319" y="49102"/>
                </a:lnTo>
                <a:lnTo>
                  <a:pt x="360106" y="71541"/>
                </a:lnTo>
                <a:lnTo>
                  <a:pt x="355725" y="92644"/>
                </a:lnTo>
                <a:lnTo>
                  <a:pt x="350247" y="112466"/>
                </a:lnTo>
                <a:lnTo>
                  <a:pt x="343740" y="131062"/>
                </a:lnTo>
                <a:lnTo>
                  <a:pt x="336272" y="148487"/>
                </a:lnTo>
                <a:lnTo>
                  <a:pt x="327911" y="164794"/>
                </a:lnTo>
                <a:lnTo>
                  <a:pt x="318728" y="180040"/>
                </a:lnTo>
                <a:lnTo>
                  <a:pt x="308789" y="194277"/>
                </a:lnTo>
                <a:lnTo>
                  <a:pt x="298165" y="207562"/>
                </a:lnTo>
                <a:lnTo>
                  <a:pt x="286923" y="219949"/>
                </a:lnTo>
                <a:lnTo>
                  <a:pt x="275131" y="231492"/>
                </a:lnTo>
                <a:lnTo>
                  <a:pt x="262860" y="242246"/>
                </a:lnTo>
                <a:lnTo>
                  <a:pt x="250177" y="252265"/>
                </a:lnTo>
                <a:lnTo>
                  <a:pt x="237150" y="261605"/>
                </a:lnTo>
                <a:lnTo>
                  <a:pt x="223849" y="270320"/>
                </a:lnTo>
                <a:lnTo>
                  <a:pt x="210343" y="278464"/>
                </a:lnTo>
                <a:lnTo>
                  <a:pt x="196699" y="286093"/>
                </a:lnTo>
                <a:lnTo>
                  <a:pt x="182986" y="293260"/>
                </a:lnTo>
                <a:lnTo>
                  <a:pt x="169274" y="300021"/>
                </a:lnTo>
                <a:lnTo>
                  <a:pt x="155630" y="306430"/>
                </a:lnTo>
                <a:lnTo>
                  <a:pt x="142123" y="312542"/>
                </a:lnTo>
                <a:lnTo>
                  <a:pt x="128822" y="318412"/>
                </a:lnTo>
                <a:lnTo>
                  <a:pt x="115796" y="324094"/>
                </a:lnTo>
                <a:lnTo>
                  <a:pt x="103113" y="329642"/>
                </a:lnTo>
                <a:lnTo>
                  <a:pt x="90841" y="335112"/>
                </a:lnTo>
                <a:lnTo>
                  <a:pt x="79050" y="340558"/>
                </a:lnTo>
                <a:lnTo>
                  <a:pt x="67808" y="346034"/>
                </a:lnTo>
                <a:lnTo>
                  <a:pt x="57183" y="351596"/>
                </a:lnTo>
                <a:lnTo>
                  <a:pt x="47245" y="357298"/>
                </a:lnTo>
                <a:lnTo>
                  <a:pt x="38061" y="363195"/>
                </a:lnTo>
                <a:lnTo>
                  <a:pt x="29701" y="369341"/>
                </a:lnTo>
                <a:lnTo>
                  <a:pt x="22233" y="375790"/>
                </a:lnTo>
                <a:lnTo>
                  <a:pt x="15725" y="382599"/>
                </a:lnTo>
                <a:lnTo>
                  <a:pt x="10247" y="389820"/>
                </a:lnTo>
                <a:lnTo>
                  <a:pt x="5867" y="397510"/>
                </a:lnTo>
                <a:lnTo>
                  <a:pt x="2653" y="405722"/>
                </a:lnTo>
                <a:lnTo>
                  <a:pt x="675" y="414511"/>
                </a:lnTo>
                <a:lnTo>
                  <a:pt x="0" y="423933"/>
                </a:lnTo>
              </a:path>
            </a:pathLst>
          </a:custGeom>
          <a:noFill xmlns:a="http://schemas.openxmlformats.org/drawingml/2006/main"/>
          <a:ln xmlns:a="http://schemas.openxmlformats.org/drawingml/2006/main" w="19262">
            <a:solidFill>
              <a:srgbClr val="91B8D6"/>
            </a:solidFill>
          </a:ln>
        </p:spPr>
      </p:sp>
      <p:sp>
        <p:nvSpPr>
          <p:cNvPr id="10" name="R1|7">
            <a:extLst xmlns:a="http://schemas.openxmlformats.org/drawingml/2006/main">
              <a:ext uri="{FF2B5EF4-FFF2-40B4-BE49-F238E27FC236}">
                <a16:creationId xmlns:a16="http://schemas.microsoft.com/office/drawing/2014/main" id="{63DD23AC-3E3C-4844-831A-574C2CD14146}"/>
              </a:ext>
            </a:extLst>
          </p:cNvPr>
          <p:cNvSpPr>
            <a:spLocks xmlns:a="http://schemas.openxmlformats.org/drawingml/2006/main" noGrp="1"/>
          </p:cNvSpPr>
          <p:nvPr/>
        </p:nvSpPr>
        <p:spPr>
          <a:xfrm xmlns:a="http://schemas.openxmlformats.org/drawingml/2006/main">
            <a:off x="2966541" y="730865"/>
            <a:ext cx="62601" cy="467289"/>
          </a:xfrm>
          <a:custGeom xmlns:a="http://schemas.openxmlformats.org/drawingml/2006/main">
            <a:pathLst>
              <a:path w="62601" h="467289">
                <a:moveTo>
                  <a:pt x="0" y="0"/>
                </a:moveTo>
                <a:lnTo>
                  <a:pt x="115" y="25274"/>
                </a:lnTo>
                <a:lnTo>
                  <a:pt x="454" y="49108"/>
                </a:lnTo>
                <a:lnTo>
                  <a:pt x="1004" y="71559"/>
                </a:lnTo>
                <a:lnTo>
                  <a:pt x="1753" y="92687"/>
                </a:lnTo>
                <a:lnTo>
                  <a:pt x="2690" y="112551"/>
                </a:lnTo>
                <a:lnTo>
                  <a:pt x="3803" y="131208"/>
                </a:lnTo>
                <a:lnTo>
                  <a:pt x="5080" y="148719"/>
                </a:lnTo>
                <a:lnTo>
                  <a:pt x="6510" y="165141"/>
                </a:lnTo>
                <a:lnTo>
                  <a:pt x="8081" y="180533"/>
                </a:lnTo>
                <a:lnTo>
                  <a:pt x="9781" y="194955"/>
                </a:lnTo>
                <a:lnTo>
                  <a:pt x="11599" y="208464"/>
                </a:lnTo>
                <a:lnTo>
                  <a:pt x="13522" y="221119"/>
                </a:lnTo>
                <a:lnTo>
                  <a:pt x="15539" y="232980"/>
                </a:lnTo>
                <a:lnTo>
                  <a:pt x="17638" y="244104"/>
                </a:lnTo>
                <a:lnTo>
                  <a:pt x="19807" y="254552"/>
                </a:lnTo>
                <a:lnTo>
                  <a:pt x="22035" y="264380"/>
                </a:lnTo>
                <a:lnTo>
                  <a:pt x="24311" y="273648"/>
                </a:lnTo>
                <a:lnTo>
                  <a:pt x="26621" y="282415"/>
                </a:lnTo>
                <a:lnTo>
                  <a:pt x="28955" y="290739"/>
                </a:lnTo>
                <a:lnTo>
                  <a:pt x="31300" y="298680"/>
                </a:lnTo>
                <a:lnTo>
                  <a:pt x="33646" y="306295"/>
                </a:lnTo>
                <a:lnTo>
                  <a:pt x="35980" y="313644"/>
                </a:lnTo>
                <a:lnTo>
                  <a:pt x="38290" y="320785"/>
                </a:lnTo>
                <a:lnTo>
                  <a:pt x="40565" y="327777"/>
                </a:lnTo>
                <a:lnTo>
                  <a:pt x="42793" y="334679"/>
                </a:lnTo>
                <a:lnTo>
                  <a:pt x="44963" y="341549"/>
                </a:lnTo>
                <a:lnTo>
                  <a:pt x="47062" y="348446"/>
                </a:lnTo>
                <a:lnTo>
                  <a:pt x="49079" y="355429"/>
                </a:lnTo>
                <a:lnTo>
                  <a:pt x="51002" y="362556"/>
                </a:lnTo>
                <a:lnTo>
                  <a:pt x="52819" y="369887"/>
                </a:lnTo>
                <a:lnTo>
                  <a:pt x="54519" y="377480"/>
                </a:lnTo>
                <a:lnTo>
                  <a:pt x="56090" y="385393"/>
                </a:lnTo>
                <a:lnTo>
                  <a:pt x="57520" y="393686"/>
                </a:lnTo>
                <a:lnTo>
                  <a:pt x="58798" y="402417"/>
                </a:lnTo>
                <a:lnTo>
                  <a:pt x="59911" y="411644"/>
                </a:lnTo>
                <a:lnTo>
                  <a:pt x="60848" y="421428"/>
                </a:lnTo>
                <a:lnTo>
                  <a:pt x="61597" y="431825"/>
                </a:lnTo>
                <a:lnTo>
                  <a:pt x="62147" y="442895"/>
                </a:lnTo>
                <a:lnTo>
                  <a:pt x="62485" y="454697"/>
                </a:lnTo>
                <a:lnTo>
                  <a:pt x="62601" y="467289"/>
                </a:lnTo>
              </a:path>
            </a:pathLst>
          </a:custGeom>
          <a:noFill xmlns:a="http://schemas.openxmlformats.org/drawingml/2006/main"/>
          <a:ln xmlns:a="http://schemas.openxmlformats.org/drawingml/2006/main" w="19262">
            <a:solidFill>
              <a:srgbClr val="91B8D6"/>
            </a:solidFill>
          </a:ln>
        </p:spPr>
      </p:sp>
      <p:sp>
        <p:nvSpPr>
          <p:cNvPr id="11" name="R1|8">
            <a:extLst xmlns:a="http://schemas.openxmlformats.org/drawingml/2006/main">
              <a:ext uri="{FF2B5EF4-FFF2-40B4-BE49-F238E27FC236}">
                <a16:creationId xmlns:a16="http://schemas.microsoft.com/office/drawing/2014/main" id="{61544DFD-A958-4CAF-B2D1-7FA2DF5A31CB}"/>
              </a:ext>
            </a:extLst>
          </p:cNvPr>
          <p:cNvSpPr>
            <a:spLocks xmlns:a="http://schemas.openxmlformats.org/drawingml/2006/main" noGrp="1"/>
          </p:cNvSpPr>
          <p:nvPr/>
        </p:nvSpPr>
        <p:spPr>
          <a:xfrm xmlns:a="http://schemas.openxmlformats.org/drawingml/2006/main">
            <a:off x="3029142" y="894657"/>
            <a:ext cx="101124" cy="303497"/>
          </a:xfrm>
          <a:custGeom xmlns:a="http://schemas.openxmlformats.org/drawingml/2006/main">
            <a:pathLst>
              <a:path w="101124" h="303497">
                <a:moveTo>
                  <a:pt x="101124" y="0"/>
                </a:moveTo>
                <a:lnTo>
                  <a:pt x="100938" y="13294"/>
                </a:lnTo>
                <a:lnTo>
                  <a:pt x="100391" y="25747"/>
                </a:lnTo>
                <a:lnTo>
                  <a:pt x="99503" y="37401"/>
                </a:lnTo>
                <a:lnTo>
                  <a:pt x="98293" y="48299"/>
                </a:lnTo>
                <a:lnTo>
                  <a:pt x="96779" y="58486"/>
                </a:lnTo>
                <a:lnTo>
                  <a:pt x="94981" y="68005"/>
                </a:lnTo>
                <a:lnTo>
                  <a:pt x="92917" y="76899"/>
                </a:lnTo>
                <a:lnTo>
                  <a:pt x="90607" y="85210"/>
                </a:lnTo>
                <a:lnTo>
                  <a:pt x="88070" y="92984"/>
                </a:lnTo>
                <a:lnTo>
                  <a:pt x="85323" y="100262"/>
                </a:lnTo>
                <a:lnTo>
                  <a:pt x="82388" y="107089"/>
                </a:lnTo>
                <a:lnTo>
                  <a:pt x="79281" y="113508"/>
                </a:lnTo>
                <a:lnTo>
                  <a:pt x="76023" y="119562"/>
                </a:lnTo>
                <a:lnTo>
                  <a:pt x="72632" y="125294"/>
                </a:lnTo>
                <a:lnTo>
                  <a:pt x="69128" y="130748"/>
                </a:lnTo>
                <a:lnTo>
                  <a:pt x="65528" y="135967"/>
                </a:lnTo>
                <a:lnTo>
                  <a:pt x="61853" y="140994"/>
                </a:lnTo>
                <a:lnTo>
                  <a:pt x="58121" y="145874"/>
                </a:lnTo>
                <a:lnTo>
                  <a:pt x="54351" y="150648"/>
                </a:lnTo>
                <a:lnTo>
                  <a:pt x="50562" y="155362"/>
                </a:lnTo>
                <a:lnTo>
                  <a:pt x="46773" y="160057"/>
                </a:lnTo>
                <a:lnTo>
                  <a:pt x="43003" y="164777"/>
                </a:lnTo>
                <a:lnTo>
                  <a:pt x="39271" y="169566"/>
                </a:lnTo>
                <a:lnTo>
                  <a:pt x="35596" y="174468"/>
                </a:lnTo>
                <a:lnTo>
                  <a:pt x="31996" y="179524"/>
                </a:lnTo>
                <a:lnTo>
                  <a:pt x="28492" y="184779"/>
                </a:lnTo>
                <a:lnTo>
                  <a:pt x="25101" y="190276"/>
                </a:lnTo>
                <a:lnTo>
                  <a:pt x="21843" y="196059"/>
                </a:lnTo>
                <a:lnTo>
                  <a:pt x="18736" y="202171"/>
                </a:lnTo>
                <a:lnTo>
                  <a:pt x="15801" y="208654"/>
                </a:lnTo>
                <a:lnTo>
                  <a:pt x="13054" y="215553"/>
                </a:lnTo>
                <a:lnTo>
                  <a:pt x="10517" y="222911"/>
                </a:lnTo>
                <a:lnTo>
                  <a:pt x="8207" y="230772"/>
                </a:lnTo>
                <a:lnTo>
                  <a:pt x="6143" y="239177"/>
                </a:lnTo>
                <a:lnTo>
                  <a:pt x="4345" y="248172"/>
                </a:lnTo>
                <a:lnTo>
                  <a:pt x="2831" y="257799"/>
                </a:lnTo>
                <a:lnTo>
                  <a:pt x="1621" y="268102"/>
                </a:lnTo>
                <a:lnTo>
                  <a:pt x="733" y="279123"/>
                </a:lnTo>
                <a:lnTo>
                  <a:pt x="186" y="290907"/>
                </a:lnTo>
                <a:lnTo>
                  <a:pt x="0" y="303497"/>
                </a:lnTo>
              </a:path>
            </a:pathLst>
          </a:custGeom>
          <a:noFill xmlns:a="http://schemas.openxmlformats.org/drawingml/2006/main"/>
          <a:ln xmlns:a="http://schemas.openxmlformats.org/drawingml/2006/main" w="19262">
            <a:solidFill>
              <a:srgbClr val="D1AA25"/>
            </a:solidFill>
          </a:ln>
        </p:spPr>
      </p:sp>
      <p:sp>
        <p:nvSpPr>
          <p:cNvPr id="12" name="R1|9">
            <a:extLst xmlns:a="http://schemas.openxmlformats.org/drawingml/2006/main">
              <a:ext uri="{FF2B5EF4-FFF2-40B4-BE49-F238E27FC236}">
                <a16:creationId xmlns:a16="http://schemas.microsoft.com/office/drawing/2014/main" id="{370F458D-DE27-4E9C-8985-9DF142D43EB5}"/>
              </a:ext>
            </a:extLst>
          </p:cNvPr>
          <p:cNvSpPr>
            <a:spLocks xmlns:a="http://schemas.openxmlformats.org/drawingml/2006/main" noGrp="1"/>
          </p:cNvSpPr>
          <p:nvPr/>
        </p:nvSpPr>
        <p:spPr>
          <a:xfrm xmlns:a="http://schemas.openxmlformats.org/drawingml/2006/main">
            <a:off x="2648723" y="668239"/>
            <a:ext cx="96309" cy="96348"/>
          </a:xfrm>
          <a:prstGeom xmlns:a="http://schemas.openxmlformats.org/drawingml/2006/main" prst="ellipse">
            <a:avLst/>
          </a:prstGeom>
          <a:solidFill xmlns:a="http://schemas.openxmlformats.org/drawingml/2006/main">
            <a:srgbClr val="E47D45"/>
          </a:solidFill>
          <a:ln xmlns:a="http://schemas.openxmlformats.org/drawingml/2006/main" w="13002">
            <a:solidFill>
              <a:srgbClr val="252525"/>
            </a:solidFill>
          </a:ln>
        </p:spPr>
      </p:sp>
      <p:sp>
        <p:nvSpPr>
          <p:cNvPr id="13" name="R1|10">
            <a:extLst xmlns:a="http://schemas.openxmlformats.org/drawingml/2006/main">
              <a:ext uri="{FF2B5EF4-FFF2-40B4-BE49-F238E27FC236}">
                <a16:creationId xmlns:a16="http://schemas.microsoft.com/office/drawing/2014/main" id="{0B7F3AAC-15ED-4892-8674-7D36ED2DFF63}"/>
              </a:ext>
            </a:extLst>
          </p:cNvPr>
          <p:cNvSpPr>
            <a:spLocks xmlns:a="http://schemas.openxmlformats.org/drawingml/2006/main" noGrp="1"/>
          </p:cNvSpPr>
          <p:nvPr/>
        </p:nvSpPr>
        <p:spPr>
          <a:xfrm xmlns:a="http://schemas.openxmlformats.org/drawingml/2006/main">
            <a:off x="2918387" y="682691"/>
            <a:ext cx="96309" cy="96348"/>
          </a:xfrm>
          <a:prstGeom xmlns:a="http://schemas.openxmlformats.org/drawingml/2006/main" prst="ellipse">
            <a:avLst/>
          </a:prstGeom>
          <a:solidFill xmlns:a="http://schemas.openxmlformats.org/drawingml/2006/main">
            <a:srgbClr val="C6413B"/>
          </a:solidFill>
          <a:ln xmlns:a="http://schemas.openxmlformats.org/drawingml/2006/main" w="13002">
            <a:solidFill>
              <a:srgbClr val="252525"/>
            </a:solidFill>
          </a:ln>
        </p:spPr>
      </p:sp>
      <p:sp>
        <p:nvSpPr>
          <p:cNvPr id="14" name="R1|11">
            <a:extLst xmlns:a="http://schemas.openxmlformats.org/drawingml/2006/main">
              <a:ext uri="{FF2B5EF4-FFF2-40B4-BE49-F238E27FC236}">
                <a16:creationId xmlns:a16="http://schemas.microsoft.com/office/drawing/2014/main" id="{7A1664A8-505E-49CA-9ACD-B72865E250E1}"/>
              </a:ext>
            </a:extLst>
          </p:cNvPr>
          <p:cNvSpPr>
            <a:spLocks xmlns:a="http://schemas.openxmlformats.org/drawingml/2006/main" noGrp="1"/>
          </p:cNvSpPr>
          <p:nvPr/>
        </p:nvSpPr>
        <p:spPr>
          <a:xfrm xmlns:a="http://schemas.openxmlformats.org/drawingml/2006/main">
            <a:off x="3082111" y="846483"/>
            <a:ext cx="96309" cy="96348"/>
          </a:xfrm>
          <a:prstGeom xmlns:a="http://schemas.openxmlformats.org/drawingml/2006/main" prst="ellipse">
            <a:avLst/>
          </a:prstGeom>
          <a:solidFill xmlns:a="http://schemas.openxmlformats.org/drawingml/2006/main">
            <a:srgbClr val="61A76A"/>
          </a:solidFill>
          <a:ln xmlns:a="http://schemas.openxmlformats.org/drawingml/2006/main" w="13002">
            <a:solidFill>
              <a:srgbClr val="252525"/>
            </a:solidFill>
          </a:ln>
        </p:spPr>
      </p:sp>
      <p:sp>
        <p:nvSpPr>
          <p:cNvPr id="15" name="R1|12">
            <a:extLst xmlns:a="http://schemas.openxmlformats.org/drawingml/2006/main">
              <a:ext uri="{FF2B5EF4-FFF2-40B4-BE49-F238E27FC236}">
                <a16:creationId xmlns:a16="http://schemas.microsoft.com/office/drawing/2014/main" id="{819DF195-BD69-47C3-BAF4-2EC84E5A28AF}"/>
              </a:ext>
            </a:extLst>
          </p:cNvPr>
          <p:cNvSpPr>
            <a:spLocks xmlns:a="http://schemas.openxmlformats.org/drawingml/2006/main" noGrp="1"/>
          </p:cNvSpPr>
          <p:nvPr/>
        </p:nvSpPr>
        <p:spPr>
          <a:xfrm xmlns:a="http://schemas.openxmlformats.org/drawingml/2006/main">
            <a:off x="2980987" y="1149980"/>
            <a:ext cx="96309" cy="96348"/>
          </a:xfrm>
          <a:prstGeom xmlns:a="http://schemas.openxmlformats.org/drawingml/2006/main" prst="ellipse">
            <a:avLst/>
          </a:prstGeom>
          <a:solidFill xmlns:a="http://schemas.openxmlformats.org/drawingml/2006/main">
            <a:srgbClr val="806599"/>
          </a:solidFill>
          <a:ln xmlns:a="http://schemas.openxmlformats.org/drawingml/2006/main" w="13002">
            <a:solidFill>
              <a:srgbClr val="252525"/>
            </a:solidFill>
          </a:ln>
        </p:spPr>
      </p:sp>
      <p:sp>
        <p:nvSpPr>
          <p:cNvPr id="16" name="R1|13">
            <a:extLst xmlns:a="http://schemas.openxmlformats.org/drawingml/2006/main">
              <a:ext uri="{FF2B5EF4-FFF2-40B4-BE49-F238E27FC236}">
                <a16:creationId xmlns:a16="http://schemas.microsoft.com/office/drawing/2014/main" id="{1989CF75-8D1F-45AD-ABB7-E458CD665024}"/>
              </a:ext>
            </a:extLst>
          </p:cNvPr>
          <p:cNvSpPr>
            <a:spLocks xmlns:a="http://schemas.openxmlformats.org/drawingml/2006/main" noGrp="1"/>
          </p:cNvSpPr>
          <p:nvPr/>
        </p:nvSpPr>
        <p:spPr>
          <a:xfrm xmlns:a="http://schemas.openxmlformats.org/drawingml/2006/main">
            <a:off x="2552414" y="1106623"/>
            <a:ext cx="96309" cy="96348"/>
          </a:xfrm>
          <a:prstGeom xmlns:a="http://schemas.openxmlformats.org/drawingml/2006/main" prst="ellipse">
            <a:avLst/>
          </a:prstGeom>
          <a:solidFill xmlns:a="http://schemas.openxmlformats.org/drawingml/2006/main">
            <a:srgbClr val="326A96"/>
          </a:solidFill>
          <a:ln xmlns:a="http://schemas.openxmlformats.org/drawingml/2006/main" w="13002">
            <a:solidFill>
              <a:srgbClr val="252525"/>
            </a:solidFill>
          </a:ln>
        </p:spPr>
      </p:sp>
      <p:sp>
        <p:nvSpPr>
          <p:cNvPr id="17" name="R1|14">
            <a:extLst xmlns:a="http://schemas.openxmlformats.org/drawingml/2006/main">
              <a:ext uri="{FF2B5EF4-FFF2-40B4-BE49-F238E27FC236}">
                <a16:creationId xmlns:a16="http://schemas.microsoft.com/office/drawing/2014/main" id="{EA8AAED1-4646-4A00-B91A-27B06AB730E9}"/>
              </a:ext>
            </a:extLst>
          </p:cNvPr>
          <p:cNvSpPr>
            <a:spLocks xmlns:a="http://schemas.openxmlformats.org/drawingml/2006/main" noGrp="1"/>
          </p:cNvSpPr>
          <p:nvPr/>
        </p:nvSpPr>
        <p:spPr>
          <a:xfrm xmlns:a="http://schemas.openxmlformats.org/drawingml/2006/main">
            <a:off x="2696877" y="576708"/>
            <a:ext cx="52970" cy="86713"/>
          </a:xfrm>
          <a:prstGeom xmlns:a="http://schemas.openxmlformats.org/drawingml/2006/main" prst="rect">
            <a:avLst/>
          </a:prstGeom>
          <a:solidFill xmlns:a="http://schemas.openxmlformats.org/drawingml/2006/main">
            <a:srgbClr val="C6413B"/>
          </a:solidFill>
          <a:ln xmlns:a="http://schemas.openxmlformats.org/drawingml/2006/main" w="9631">
            <a:solidFill>
              <a:srgbClr val="303030"/>
            </a:solidFill>
          </a:ln>
        </p:spPr>
      </p:sp>
      <p:sp>
        <p:nvSpPr>
          <p:cNvPr id="18" name="R1|15">
            <a:extLst xmlns:a="http://schemas.openxmlformats.org/drawingml/2006/main">
              <a:ext uri="{FF2B5EF4-FFF2-40B4-BE49-F238E27FC236}">
                <a16:creationId xmlns:a16="http://schemas.microsoft.com/office/drawing/2014/main" id="{68F9B462-56E3-4403-AF37-7A7E2EAFDC4A}"/>
              </a:ext>
            </a:extLst>
          </p:cNvPr>
          <p:cNvSpPr>
            <a:spLocks xmlns:a="http://schemas.openxmlformats.org/drawingml/2006/main" noGrp="1"/>
          </p:cNvSpPr>
          <p:nvPr/>
        </p:nvSpPr>
        <p:spPr>
          <a:xfrm xmlns:a="http://schemas.openxmlformats.org/drawingml/2006/main">
            <a:off x="2903941" y="605612"/>
            <a:ext cx="52970" cy="67444"/>
          </a:xfrm>
          <a:prstGeom xmlns:a="http://schemas.openxmlformats.org/drawingml/2006/main" prst="rect">
            <a:avLst/>
          </a:prstGeom>
          <a:solidFill xmlns:a="http://schemas.openxmlformats.org/drawingml/2006/main">
            <a:srgbClr val="806599"/>
          </a:solidFill>
          <a:ln xmlns:a="http://schemas.openxmlformats.org/drawingml/2006/main" w="9631">
            <a:solidFill>
              <a:srgbClr val="303030"/>
            </a:solidFill>
          </a:ln>
        </p:spPr>
      </p:sp>
      <p:sp>
        <p:nvSpPr>
          <p:cNvPr id="19" name="R1|16">
            <a:extLst xmlns:a="http://schemas.openxmlformats.org/drawingml/2006/main">
              <a:ext uri="{FF2B5EF4-FFF2-40B4-BE49-F238E27FC236}">
                <a16:creationId xmlns:a16="http://schemas.microsoft.com/office/drawing/2014/main" id="{92C1DD77-67F9-43F8-B4B7-402A0B7D5124}"/>
              </a:ext>
            </a:extLst>
          </p:cNvPr>
          <p:cNvSpPr>
            <a:spLocks xmlns:a="http://schemas.openxmlformats.org/drawingml/2006/main" noGrp="1"/>
          </p:cNvSpPr>
          <p:nvPr/>
        </p:nvSpPr>
        <p:spPr>
          <a:xfrm xmlns:a="http://schemas.openxmlformats.org/drawingml/2006/main">
            <a:off x="2980987" y="533351"/>
            <a:ext cx="52970" cy="139705"/>
          </a:xfrm>
          <a:prstGeom xmlns:a="http://schemas.openxmlformats.org/drawingml/2006/main" prst="rect">
            <a:avLst/>
          </a:prstGeom>
          <a:solidFill xmlns:a="http://schemas.openxmlformats.org/drawingml/2006/main">
            <a:srgbClr val="61A76A"/>
          </a:solidFill>
          <a:ln xmlns:a="http://schemas.openxmlformats.org/drawingml/2006/main" w="9631">
            <a:solidFill>
              <a:srgbClr val="303030"/>
            </a:solidFill>
          </a:ln>
        </p:spPr>
      </p:sp>
      <p:sp>
        <p:nvSpPr>
          <p:cNvPr id="20" name="R1|17">
            <a:extLst xmlns:a="http://schemas.openxmlformats.org/drawingml/2006/main">
              <a:ext uri="{FF2B5EF4-FFF2-40B4-BE49-F238E27FC236}">
                <a16:creationId xmlns:a16="http://schemas.microsoft.com/office/drawing/2014/main" id="{DF04532F-D27A-42AE-A1AC-FD027F29DC81}"/>
              </a:ext>
            </a:extLst>
          </p:cNvPr>
          <p:cNvSpPr>
            <a:spLocks xmlns:a="http://schemas.openxmlformats.org/drawingml/2006/main" noGrp="1"/>
          </p:cNvSpPr>
          <p:nvPr/>
        </p:nvSpPr>
        <p:spPr>
          <a:xfrm xmlns:a="http://schemas.openxmlformats.org/drawingml/2006/main">
            <a:off x="2595753" y="995823"/>
            <a:ext cx="52970" cy="81896"/>
          </a:xfrm>
          <a:prstGeom xmlns:a="http://schemas.openxmlformats.org/drawingml/2006/main" prst="rect">
            <a:avLst/>
          </a:prstGeom>
          <a:solidFill xmlns:a="http://schemas.openxmlformats.org/drawingml/2006/main">
            <a:srgbClr val="806599"/>
          </a:solidFill>
          <a:ln xmlns:a="http://schemas.openxmlformats.org/drawingml/2006/main" w="9631">
            <a:solidFill>
              <a:srgbClr val="303030"/>
            </a:solidFill>
          </a:ln>
        </p:spPr>
      </p:sp>
      <p:sp>
        <p:nvSpPr>
          <p:cNvPr id="21" name="R1|18">
            <a:extLst xmlns:a="http://schemas.openxmlformats.org/drawingml/2006/main">
              <a:ext uri="{FF2B5EF4-FFF2-40B4-BE49-F238E27FC236}">
                <a16:creationId xmlns:a16="http://schemas.microsoft.com/office/drawing/2014/main" id="{86C31907-B49A-40D3-BDEB-D854511F3C21}"/>
              </a:ext>
            </a:extLst>
          </p:cNvPr>
          <p:cNvSpPr>
            <a:spLocks xmlns:a="http://schemas.openxmlformats.org/drawingml/2006/main" noGrp="1"/>
          </p:cNvSpPr>
          <p:nvPr/>
        </p:nvSpPr>
        <p:spPr>
          <a:xfrm xmlns:a="http://schemas.openxmlformats.org/drawingml/2006/main">
            <a:off x="3139897" y="1048814"/>
            <a:ext cx="52970" cy="57809"/>
          </a:xfrm>
          <a:prstGeom xmlns:a="http://schemas.openxmlformats.org/drawingml/2006/main" prst="rect">
            <a:avLst/>
          </a:prstGeom>
          <a:solidFill xmlns:a="http://schemas.openxmlformats.org/drawingml/2006/main">
            <a:srgbClr val="806599"/>
          </a:solidFill>
          <a:ln xmlns:a="http://schemas.openxmlformats.org/drawingml/2006/main" w="9631">
            <a:solidFill>
              <a:srgbClr val="303030"/>
            </a:solidFill>
          </a:ln>
        </p:spPr>
      </p:sp>
      <p:sp>
        <p:nvSpPr>
          <p:cNvPr id="22" name="R1|19">
            <a:extLst xmlns:a="http://schemas.openxmlformats.org/drawingml/2006/main">
              <a:ext uri="{FF2B5EF4-FFF2-40B4-BE49-F238E27FC236}">
                <a16:creationId xmlns:a16="http://schemas.microsoft.com/office/drawing/2014/main" id="{14222989-F43D-432B-856E-07F8A0563912}"/>
              </a:ext>
            </a:extLst>
          </p:cNvPr>
          <p:cNvSpPr>
            <a:spLocks xmlns:a="http://schemas.openxmlformats.org/drawingml/2006/main" noGrp="1"/>
          </p:cNvSpPr>
          <p:nvPr/>
        </p:nvSpPr>
        <p:spPr>
          <a:xfrm xmlns:a="http://schemas.openxmlformats.org/drawingml/2006/main">
            <a:off x="3212128" y="1000640"/>
            <a:ext cx="52970" cy="96348"/>
          </a:xfrm>
          <a:prstGeom xmlns:a="http://schemas.openxmlformats.org/drawingml/2006/main" prst="rect">
            <a:avLst/>
          </a:prstGeom>
          <a:solidFill xmlns:a="http://schemas.openxmlformats.org/drawingml/2006/main">
            <a:srgbClr val="D1AA25"/>
          </a:solidFill>
          <a:ln xmlns:a="http://schemas.openxmlformats.org/drawingml/2006/main" w="9631">
            <a:solidFill>
              <a:srgbClr val="303030"/>
            </a:solidFill>
          </a:ln>
        </p:spPr>
      </p:sp>
      <p:sp>
        <p:nvSpPr>
          <p:cNvPr id="23" name="R1|20">
            <a:extLst xmlns:a="http://schemas.openxmlformats.org/drawingml/2006/main">
              <a:ext uri="{FF2B5EF4-FFF2-40B4-BE49-F238E27FC236}">
                <a16:creationId xmlns:a16="http://schemas.microsoft.com/office/drawing/2014/main" id="{54678DC9-9755-4ADF-8273-9E32BE07ED63}"/>
              </a:ext>
            </a:extLst>
          </p:cNvPr>
          <p:cNvSpPr>
            <a:spLocks xmlns:a="http://schemas.openxmlformats.org/drawingml/2006/main" noGrp="1"/>
          </p:cNvSpPr>
          <p:nvPr/>
        </p:nvSpPr>
        <p:spPr>
          <a:xfrm xmlns:a="http://schemas.openxmlformats.org/drawingml/2006/main">
            <a:off x="3279544" y="928379"/>
            <a:ext cx="52970" cy="173427"/>
          </a:xfrm>
          <a:prstGeom xmlns:a="http://schemas.openxmlformats.org/drawingml/2006/main" prst="rect">
            <a:avLst/>
          </a:prstGeom>
          <a:solidFill xmlns:a="http://schemas.openxmlformats.org/drawingml/2006/main">
            <a:srgbClr val="61A76A"/>
          </a:solidFill>
          <a:ln xmlns:a="http://schemas.openxmlformats.org/drawingml/2006/main" w="9631">
            <a:solidFill>
              <a:srgbClr val="303030"/>
            </a:solidFill>
          </a:ln>
        </p:spPr>
      </p:sp>
      <p:sp>
        <p:nvSpPr>
          <p:cNvPr id="24" name="R1|21">
            <a:extLst xmlns:a="http://schemas.openxmlformats.org/drawingml/2006/main">
              <a:ext uri="{FF2B5EF4-FFF2-40B4-BE49-F238E27FC236}">
                <a16:creationId xmlns:a16="http://schemas.microsoft.com/office/drawing/2014/main" id="{FF79D03E-13FF-4E9D-8AD9-3A0D28CD6843}"/>
              </a:ext>
            </a:extLst>
          </p:cNvPr>
          <p:cNvSpPr>
            <a:spLocks xmlns:a="http://schemas.openxmlformats.org/drawingml/2006/main" noGrp="1"/>
          </p:cNvSpPr>
          <p:nvPr/>
        </p:nvSpPr>
        <p:spPr>
          <a:xfrm xmlns:a="http://schemas.openxmlformats.org/drawingml/2006/main">
            <a:off x="2773924" y="1241511"/>
            <a:ext cx="52970" cy="57809"/>
          </a:xfrm>
          <a:prstGeom xmlns:a="http://schemas.openxmlformats.org/drawingml/2006/main" prst="rect">
            <a:avLst/>
          </a:prstGeom>
          <a:solidFill xmlns:a="http://schemas.openxmlformats.org/drawingml/2006/main">
            <a:srgbClr val="61A76A"/>
          </a:solidFill>
          <a:ln xmlns:a="http://schemas.openxmlformats.org/drawingml/2006/main" w="9631">
            <a:solidFill>
              <a:srgbClr val="303030"/>
            </a:solidFill>
          </a:ln>
        </p:spPr>
      </p:sp>
      <p:sp>
        <p:nvSpPr>
          <p:cNvPr id="25" name="R1|22">
            <a:extLst xmlns:a="http://schemas.openxmlformats.org/drawingml/2006/main">
              <a:ext uri="{FF2B5EF4-FFF2-40B4-BE49-F238E27FC236}">
                <a16:creationId xmlns:a16="http://schemas.microsoft.com/office/drawing/2014/main" id="{FC669D00-FB2D-4594-8DA8-48FB3D1A9F89}"/>
              </a:ext>
            </a:extLst>
          </p:cNvPr>
          <p:cNvSpPr>
            <a:spLocks xmlns:a="http://schemas.openxmlformats.org/drawingml/2006/main" noGrp="1"/>
          </p:cNvSpPr>
          <p:nvPr/>
        </p:nvSpPr>
        <p:spPr>
          <a:xfrm xmlns:a="http://schemas.openxmlformats.org/drawingml/2006/main">
            <a:off x="2850971" y="1183702"/>
            <a:ext cx="52970" cy="115618"/>
          </a:xfrm>
          <a:prstGeom xmlns:a="http://schemas.openxmlformats.org/drawingml/2006/main" prst="rect">
            <a:avLst/>
          </a:prstGeom>
          <a:solidFill xmlns:a="http://schemas.openxmlformats.org/drawingml/2006/main">
            <a:srgbClr val="806599"/>
          </a:solidFill>
          <a:ln xmlns:a="http://schemas.openxmlformats.org/drawingml/2006/main" w="9631">
            <a:solidFill>
              <a:srgbClr val="303030"/>
            </a:solidFill>
          </a:ln>
        </p:spPr>
      </p:sp>
      <p:sp>
        <p:nvSpPr>
          <p:cNvPr id="26" name="R1|23">
            <a:extLst xmlns:a="http://schemas.openxmlformats.org/drawingml/2006/main">
              <a:ext uri="{FF2B5EF4-FFF2-40B4-BE49-F238E27FC236}">
                <a16:creationId xmlns:a16="http://schemas.microsoft.com/office/drawing/2014/main" id="{D65261BB-61E5-4E3F-8A80-34D72DEE0B23}"/>
              </a:ext>
            </a:extLst>
          </p:cNvPr>
          <p:cNvSpPr>
            <a:spLocks xmlns:a="http://schemas.openxmlformats.org/drawingml/2006/main" noGrp="1"/>
          </p:cNvSpPr>
          <p:nvPr/>
        </p:nvSpPr>
        <p:spPr>
          <a:xfrm xmlns:a="http://schemas.openxmlformats.org/drawingml/2006/main">
            <a:off x="2923202" y="1140345"/>
            <a:ext cx="52970" cy="158975"/>
          </a:xfrm>
          <a:prstGeom xmlns:a="http://schemas.openxmlformats.org/drawingml/2006/main" prst="rect">
            <a:avLst/>
          </a:prstGeom>
          <a:solidFill xmlns:a="http://schemas.openxmlformats.org/drawingml/2006/main">
            <a:srgbClr val="E47D45"/>
          </a:solidFill>
          <a:ln xmlns:a="http://schemas.openxmlformats.org/drawingml/2006/main" w="9631">
            <a:solidFill>
              <a:srgbClr val="303030"/>
            </a:solidFill>
          </a:ln>
        </p:spPr>
      </p:sp>
      <p:sp>
        <p:nvSpPr>
          <p:cNvPr id="27" name="R1|Pattern 24">
            <a:extLst xmlns:a="http://schemas.openxmlformats.org/drawingml/2006/main">
              <a:ext uri="{FF2B5EF4-FFF2-40B4-BE49-F238E27FC236}">
                <a16:creationId xmlns:a16="http://schemas.microsoft.com/office/drawing/2014/main" id="{EF7DCCCD-2739-4B4D-992B-1BB0EF33606E}"/>
              </a:ext>
            </a:extLst>
          </p:cNvPr>
          <p:cNvSpPr>
            <a:spLocks xmlns:a="http://schemas.openxmlformats.org/drawingml/2006/main" noGrp="1"/>
          </p:cNvSpPr>
          <p:nvPr/>
        </p:nvSpPr>
        <p:spPr>
          <a:xfrm xmlns:a="http://schemas.openxmlformats.org/drawingml/2006/main">
            <a:off x="2643907" y="1439025"/>
            <a:ext cx="674160" cy="236053"/>
          </a:xfrm>
          <a:custGeom xmlns:a="http://schemas.openxmlformats.org/drawingml/2006/main">
            <a:pathLst>
              <a:path w="674160" h="236053">
                <a:moveTo>
                  <a:pt x="0" y="52992"/>
                </a:moveTo>
                <a:lnTo>
                  <a:pt x="524882" y="52992"/>
                </a:lnTo>
                <a:lnTo>
                  <a:pt x="524882" y="0"/>
                </a:lnTo>
                <a:lnTo>
                  <a:pt x="674160" y="120435"/>
                </a:lnTo>
                <a:lnTo>
                  <a:pt x="524882" y="236053"/>
                </a:lnTo>
                <a:lnTo>
                  <a:pt x="524882" y="173427"/>
                </a:lnTo>
                <a:lnTo>
                  <a:pt x="0" y="173427"/>
                </a:lnTo>
                <a:close/>
              </a:path>
            </a:pathLst>
          </a:custGeom>
          <a:ln xmlns:a="http://schemas.openxmlformats.org/drawingml/2006/main" w="0">
            <a:noFill/>
          </a:ln>
          <ns0:pattFill xmlns:ns0="http://schemas.openxmlformats.org/drawingml/2006/main" prst="lgCheck">
            <ns0:fgClr>
              <ns0:srgbClr val="06AADC"/>
            </ns0:fgClr>
            <ns0:bgClr>
              <ns0:srgbClr val="FFFFFF"/>
            </ns0:bgClr>
          </ns0:pattFill>
        </p:spPr>
      </p:sp>
      <p:sp>
        <p:nvSpPr>
          <p:cNvPr id="28" name="R1|25">
            <a:extLst xmlns:a="http://schemas.openxmlformats.org/drawingml/2006/main">
              <a:ext uri="{FF2B5EF4-FFF2-40B4-BE49-F238E27FC236}">
                <a16:creationId xmlns:a16="http://schemas.microsoft.com/office/drawing/2014/main" id="{3D3CA11E-E085-47AC-9D79-A6DD9E26FB84}"/>
              </a:ext>
            </a:extLst>
          </p:cNvPr>
          <p:cNvSpPr>
            <a:spLocks xmlns:a="http://schemas.openxmlformats.org/drawingml/2006/main" noGrp="1"/>
          </p:cNvSpPr>
          <p:nvPr/>
        </p:nvSpPr>
        <p:spPr>
          <a:xfrm xmlns:a="http://schemas.openxmlformats.org/drawingml/2006/main">
            <a:off x="2643907" y="1439025"/>
            <a:ext cx="674160" cy="236053"/>
          </a:xfrm>
          <a:custGeom xmlns:a="http://schemas.openxmlformats.org/drawingml/2006/main">
            <a:pathLst>
              <a:path w="674160" h="236053">
                <a:moveTo>
                  <a:pt x="0" y="52992"/>
                </a:moveTo>
                <a:lnTo>
                  <a:pt x="524882" y="52992"/>
                </a:lnTo>
                <a:lnTo>
                  <a:pt x="524882" y="0"/>
                </a:lnTo>
                <a:lnTo>
                  <a:pt x="674160" y="120435"/>
                </a:lnTo>
                <a:lnTo>
                  <a:pt x="524882" y="236053"/>
                </a:lnTo>
                <a:lnTo>
                  <a:pt x="524882" y="173427"/>
                </a:lnTo>
                <a:lnTo>
                  <a:pt x="0" y="173427"/>
                </a:lnTo>
                <a:lnTo>
                  <a:pt x="0" y="52992"/>
                </a:lnTo>
              </a:path>
            </a:pathLst>
          </a:custGeom>
          <a:noFill xmlns:a="http://schemas.openxmlformats.org/drawingml/2006/main"/>
          <a:ln xmlns:a="http://schemas.openxmlformats.org/drawingml/2006/main" w="11557">
            <a:solidFill>
              <a:srgbClr val="333333"/>
            </a:solidFill>
          </a:ln>
        </p:spPr>
      </p:sp>
      <p:sp>
        <p:nvSpPr>
          <p:cNvPr id="29" name="R1|Text Cellular">
            <a:extLst xmlns:a="http://schemas.openxmlformats.org/drawingml/2006/main">
              <a:ext uri="{FF2B5EF4-FFF2-40B4-BE49-F238E27FC236}">
                <a16:creationId xmlns:a16="http://schemas.microsoft.com/office/drawing/2014/main" id="{93D0E2A3-90D3-46E9-A9F1-B6B729F26B6A}"/>
              </a:ext>
            </a:extLst>
          </p:cNvPr>
          <p:cNvSpPr>
            <a:spLocks xmlns:a="http://schemas.openxmlformats.org/drawingml/2006/main" noGrp="1"/>
          </p:cNvSpPr>
          <p:nvPr/>
        </p:nvSpPr>
        <p:spPr>
          <a:xfrm xmlns:a="http://schemas.openxmlformats.org/drawingml/2006/main">
            <a:off x="2562045" y="1675078"/>
            <a:ext cx="881223" cy="260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68" b="1">
                <a:solidFill>
                  <a:srgbClr val="D18324"/>
                </a:solidFill>
                <a:latin typeface="Comic Sans MS"/>
                <a:ea typeface="Comic Sans MS"/>
                <a:cs typeface="Comic Sans MS"/>
              </a:defRPr>
            </a:pPr>
            <a:r>
              <a:rPr sz="1668" b="1">
                <a:solidFill>
                  <a:srgbClr val="D18324"/>
                </a:solidFill>
                <a:latin typeface="Comic Sans MS"/>
                <a:ea typeface="Comic Sans MS"/>
                <a:cs typeface="Comic Sans MS"/>
              </a:rPr>
              <a:t>Cellular</a:t>
            </a:r>
          </a:p>
        </p:txBody>
      </p:sp>
      <p:sp>
        <p:nvSpPr>
          <p:cNvPr id="30" name="R1|Text Sheaves">
            <a:extLst xmlns:a="http://schemas.openxmlformats.org/drawingml/2006/main">
              <a:ext uri="{FF2B5EF4-FFF2-40B4-BE49-F238E27FC236}">
                <a16:creationId xmlns:a16="http://schemas.microsoft.com/office/drawing/2014/main" id="{00238349-1F21-423F-B099-E66C8F49C89D}"/>
              </a:ext>
            </a:extLst>
          </p:cNvPr>
          <p:cNvSpPr>
            <a:spLocks xmlns:a="http://schemas.openxmlformats.org/drawingml/2006/main" noGrp="1"/>
          </p:cNvSpPr>
          <p:nvPr/>
        </p:nvSpPr>
        <p:spPr>
          <a:xfrm xmlns:a="http://schemas.openxmlformats.org/drawingml/2006/main">
            <a:off x="2533153" y="1920767"/>
            <a:ext cx="914932" cy="2553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68" b="1">
                <a:solidFill>
                  <a:srgbClr val="D18324"/>
                </a:solidFill>
                <a:latin typeface="Comic Sans MS"/>
                <a:ea typeface="Comic Sans MS"/>
                <a:cs typeface="Comic Sans MS"/>
              </a:defRPr>
            </a:pPr>
            <a:r>
              <a:rPr sz="1668" b="1">
                <a:solidFill>
                  <a:srgbClr val="D18324"/>
                </a:solidFill>
                <a:latin typeface="Comic Sans MS"/>
                <a:ea typeface="Comic Sans MS"/>
                <a:cs typeface="Comic Sans MS"/>
              </a:rPr>
              <a:t>Sheaves</a:t>
            </a:r>
          </a:p>
        </p:txBody>
      </p:sp>
      <p:sp>
        <p:nvSpPr>
          <p:cNvPr id="31" name="R1|26">
            <a:extLst xmlns:a="http://schemas.openxmlformats.org/drawingml/2006/main">
              <a:ext uri="{FF2B5EF4-FFF2-40B4-BE49-F238E27FC236}">
                <a16:creationId xmlns:a16="http://schemas.microsoft.com/office/drawing/2014/main" id="{2F255F54-8C6E-4A6F-BCBC-060DDE40E993}"/>
              </a:ext>
            </a:extLst>
          </p:cNvPr>
          <p:cNvSpPr>
            <a:spLocks xmlns:a="http://schemas.openxmlformats.org/drawingml/2006/main" noGrp="1"/>
          </p:cNvSpPr>
          <p:nvPr/>
        </p:nvSpPr>
        <p:spPr>
          <a:xfrm xmlns:a="http://schemas.openxmlformats.org/drawingml/2006/main">
            <a:off x="2932833" y="2209812"/>
            <a:ext cx="48" cy="72261"/>
          </a:xfrm>
          <a:custGeom xmlns:a="http://schemas.openxmlformats.org/drawingml/2006/main">
            <a:pathLst>
              <a:path w="48" h="72261">
                <a:moveTo>
                  <a:pt x="0" y="0"/>
                </a:moveTo>
                <a:lnTo>
                  <a:pt x="0" y="72261"/>
                </a:lnTo>
              </a:path>
            </a:pathLst>
          </a:custGeom>
          <a:noFill xmlns:a="http://schemas.openxmlformats.org/drawingml/2006/main"/>
          <a:ln xmlns:a="http://schemas.openxmlformats.org/drawingml/2006/main" w="19262">
            <a:solidFill>
              <a:srgbClr val="333333"/>
            </a:solidFill>
          </a:ln>
        </p:spPr>
      </p:sp>
      <p:sp>
        <p:nvSpPr>
          <p:cNvPr id="32" name="R1|27">
            <a:extLst xmlns:a="http://schemas.openxmlformats.org/drawingml/2006/main">
              <a:ext uri="{FF2B5EF4-FFF2-40B4-BE49-F238E27FC236}">
                <a16:creationId xmlns:a16="http://schemas.microsoft.com/office/drawing/2014/main" id="{5B05D718-1259-4A61-BEA4-DB6C1133C195}"/>
              </a:ext>
            </a:extLst>
          </p:cNvPr>
          <p:cNvSpPr>
            <a:spLocks xmlns:a="http://schemas.openxmlformats.org/drawingml/2006/main" noGrp="1"/>
          </p:cNvSpPr>
          <p:nvPr/>
        </p:nvSpPr>
        <p:spPr>
          <a:xfrm xmlns:a="http://schemas.openxmlformats.org/drawingml/2006/main">
            <a:off x="2932833" y="2339882"/>
            <a:ext cx="48" cy="72261"/>
          </a:xfrm>
          <a:custGeom xmlns:a="http://schemas.openxmlformats.org/drawingml/2006/main">
            <a:pathLst>
              <a:path w="48" h="72261">
                <a:moveTo>
                  <a:pt x="0" y="0"/>
                </a:moveTo>
                <a:lnTo>
                  <a:pt x="0" y="72261"/>
                </a:lnTo>
              </a:path>
            </a:pathLst>
          </a:custGeom>
          <a:noFill xmlns:a="http://schemas.openxmlformats.org/drawingml/2006/main"/>
          <a:ln xmlns:a="http://schemas.openxmlformats.org/drawingml/2006/main" w="19262">
            <a:solidFill>
              <a:srgbClr val="333333"/>
            </a:solidFill>
          </a:ln>
        </p:spPr>
      </p:sp>
      <p:sp>
        <p:nvSpPr>
          <p:cNvPr id="33" name="R1|28">
            <a:extLst xmlns:a="http://schemas.openxmlformats.org/drawingml/2006/main">
              <a:ext uri="{FF2B5EF4-FFF2-40B4-BE49-F238E27FC236}">
                <a16:creationId xmlns:a16="http://schemas.microsoft.com/office/drawing/2014/main" id="{15570FAD-901E-4486-AB04-3EF0F2CCBCAD}"/>
              </a:ext>
            </a:extLst>
          </p:cNvPr>
          <p:cNvSpPr>
            <a:spLocks xmlns:a="http://schemas.openxmlformats.org/drawingml/2006/main" noGrp="1"/>
          </p:cNvSpPr>
          <p:nvPr/>
        </p:nvSpPr>
        <p:spPr>
          <a:xfrm xmlns:a="http://schemas.openxmlformats.org/drawingml/2006/main">
            <a:off x="2932833" y="2469952"/>
            <a:ext cx="48" cy="72261"/>
          </a:xfrm>
          <a:custGeom xmlns:a="http://schemas.openxmlformats.org/drawingml/2006/main">
            <a:pathLst>
              <a:path w="48" h="72261">
                <a:moveTo>
                  <a:pt x="0" y="0"/>
                </a:moveTo>
                <a:lnTo>
                  <a:pt x="0" y="72261"/>
                </a:lnTo>
              </a:path>
            </a:pathLst>
          </a:custGeom>
          <a:noFill xmlns:a="http://schemas.openxmlformats.org/drawingml/2006/main"/>
          <a:ln xmlns:a="http://schemas.openxmlformats.org/drawingml/2006/main" w="19262">
            <a:solidFill>
              <a:srgbClr val="333333"/>
            </a:solidFill>
          </a:ln>
        </p:spPr>
      </p:sp>
      <p:sp>
        <p:nvSpPr>
          <p:cNvPr id="34" name="R1|29">
            <a:extLst xmlns:a="http://schemas.openxmlformats.org/drawingml/2006/main">
              <a:ext uri="{FF2B5EF4-FFF2-40B4-BE49-F238E27FC236}">
                <a16:creationId xmlns:a16="http://schemas.microsoft.com/office/drawing/2014/main" id="{4616D1E5-08C6-464D-8D6F-46307BE78614}"/>
              </a:ext>
            </a:extLst>
          </p:cNvPr>
          <p:cNvSpPr>
            <a:spLocks xmlns:a="http://schemas.openxmlformats.org/drawingml/2006/main" noGrp="1"/>
          </p:cNvSpPr>
          <p:nvPr/>
        </p:nvSpPr>
        <p:spPr>
          <a:xfrm xmlns:a="http://schemas.openxmlformats.org/drawingml/2006/main">
            <a:off x="2932833" y="2600022"/>
            <a:ext cx="48" cy="72261"/>
          </a:xfrm>
          <a:custGeom xmlns:a="http://schemas.openxmlformats.org/drawingml/2006/main">
            <a:pathLst>
              <a:path w="48" h="72261">
                <a:moveTo>
                  <a:pt x="0" y="0"/>
                </a:moveTo>
                <a:lnTo>
                  <a:pt x="0" y="72261"/>
                </a:lnTo>
              </a:path>
            </a:pathLst>
          </a:custGeom>
          <a:noFill xmlns:a="http://schemas.openxmlformats.org/drawingml/2006/main"/>
          <a:ln xmlns:a="http://schemas.openxmlformats.org/drawingml/2006/main" w="19262">
            <a:solidFill>
              <a:srgbClr val="333333"/>
            </a:solidFill>
          </a:ln>
        </p:spPr>
      </p:sp>
      <p:sp>
        <p:nvSpPr>
          <p:cNvPr id="35" name="R1|30">
            <a:extLst xmlns:a="http://schemas.openxmlformats.org/drawingml/2006/main">
              <a:ext uri="{FF2B5EF4-FFF2-40B4-BE49-F238E27FC236}">
                <a16:creationId xmlns:a16="http://schemas.microsoft.com/office/drawing/2014/main" id="{45EFA229-F691-4D30-B4D2-88065BFFDE2B}"/>
              </a:ext>
            </a:extLst>
          </p:cNvPr>
          <p:cNvSpPr>
            <a:spLocks xmlns:a="http://schemas.openxmlformats.org/drawingml/2006/main" noGrp="1"/>
          </p:cNvSpPr>
          <p:nvPr/>
        </p:nvSpPr>
        <p:spPr>
          <a:xfrm xmlns:a="http://schemas.openxmlformats.org/drawingml/2006/main">
            <a:off x="2932833" y="2730093"/>
            <a:ext cx="48" cy="28904"/>
          </a:xfrm>
          <a:custGeom xmlns:a="http://schemas.openxmlformats.org/drawingml/2006/main">
            <a:pathLst>
              <a:path w="48" h="28904">
                <a:moveTo>
                  <a:pt x="0" y="0"/>
                </a:moveTo>
                <a:lnTo>
                  <a:pt x="0" y="28904"/>
                </a:lnTo>
              </a:path>
            </a:pathLst>
          </a:custGeom>
          <a:noFill xmlns:a="http://schemas.openxmlformats.org/drawingml/2006/main"/>
          <a:ln xmlns:a="http://schemas.openxmlformats.org/drawingml/2006/main" w="19262">
            <a:solidFill>
              <a:srgbClr val="333333"/>
            </a:solidFill>
          </a:ln>
        </p:spPr>
      </p:sp>
      <p:sp>
        <p:nvSpPr>
          <p:cNvPr id="36" name="R1|31">
            <a:extLst xmlns:a="http://schemas.openxmlformats.org/drawingml/2006/main">
              <a:ext uri="{FF2B5EF4-FFF2-40B4-BE49-F238E27FC236}">
                <a16:creationId xmlns:a16="http://schemas.microsoft.com/office/drawing/2014/main" id="{C9CF6E66-8AC1-4FBE-B4F1-4E7DB172E738}"/>
              </a:ext>
            </a:extLst>
          </p:cNvPr>
          <p:cNvSpPr>
            <a:spLocks xmlns:a="http://schemas.openxmlformats.org/drawingml/2006/main" noGrp="1"/>
          </p:cNvSpPr>
          <p:nvPr/>
        </p:nvSpPr>
        <p:spPr>
          <a:xfrm xmlns:a="http://schemas.openxmlformats.org/drawingml/2006/main">
            <a:off x="2932833" y="2691553"/>
            <a:ext cx="48" cy="101166"/>
          </a:xfrm>
          <a:custGeom xmlns:a="http://schemas.openxmlformats.org/drawingml/2006/main">
            <a:pathLst>
              <a:path w="48" h="101166">
                <a:moveTo>
                  <a:pt x="0" y="0"/>
                </a:moveTo>
                <a:lnTo>
                  <a:pt x="0" y="101166"/>
                </a:lnTo>
              </a:path>
            </a:pathLst>
          </a:custGeom>
          <a:noFill xmlns:a="http://schemas.openxmlformats.org/drawingml/2006/main"/>
          <a:ln xmlns:a="http://schemas.openxmlformats.org/drawingml/2006/main" w="9631">
            <a:solidFill>
              <a:srgbClr val="222222"/>
            </a:solidFill>
          </a:ln>
        </p:spPr>
      </p:sp>
      <p:sp>
        <p:nvSpPr>
          <p:cNvPr id="37" name="R1|32">
            <a:extLst xmlns:a="http://schemas.openxmlformats.org/drawingml/2006/main">
              <a:ext uri="{FF2B5EF4-FFF2-40B4-BE49-F238E27FC236}">
                <a16:creationId xmlns:a16="http://schemas.microsoft.com/office/drawing/2014/main" id="{5B185AB2-C2D3-4433-A412-0672A2BEA226}"/>
              </a:ext>
            </a:extLst>
          </p:cNvPr>
          <p:cNvSpPr>
            <a:spLocks xmlns:a="http://schemas.openxmlformats.org/drawingml/2006/main" noGrp="1"/>
          </p:cNvSpPr>
          <p:nvPr/>
        </p:nvSpPr>
        <p:spPr>
          <a:xfrm xmlns:a="http://schemas.openxmlformats.org/drawingml/2006/main">
            <a:off x="2893586" y="2720848"/>
            <a:ext cx="78494" cy="71871"/>
          </a:xfrm>
          <a:custGeom xmlns:a="http://schemas.openxmlformats.org/drawingml/2006/main">
            <a:pathLst>
              <a:path w="78494" h="71871">
                <a:moveTo>
                  <a:pt x="0" y="0"/>
                </a:moveTo>
                <a:lnTo>
                  <a:pt x="39247" y="71871"/>
                </a:lnTo>
                <a:lnTo>
                  <a:pt x="78494" y="0"/>
                </a:lnTo>
                <a:close/>
              </a:path>
            </a:pathLst>
          </a:custGeom>
          <a:solidFill xmlns:a="http://schemas.openxmlformats.org/drawingml/2006/main">
            <a:srgbClr val="222222"/>
          </a:solidFill>
          <a:ln xmlns:a="http://schemas.openxmlformats.org/drawingml/2006/main" w="4815">
            <a:solidFill>
              <a:srgbClr val="222222"/>
            </a:solidFill>
          </a:ln>
        </p:spPr>
      </p:sp>
      <p:sp>
        <p:nvSpPr>
          <p:cNvPr id="38" name="R1|33">
            <a:extLst xmlns:a="http://schemas.openxmlformats.org/drawingml/2006/main">
              <a:ext uri="{FF2B5EF4-FFF2-40B4-BE49-F238E27FC236}">
                <a16:creationId xmlns:a16="http://schemas.microsoft.com/office/drawing/2014/main" id="{07165B0E-DEB1-4AF5-8EDC-26A835C8E67C}"/>
              </a:ext>
            </a:extLst>
          </p:cNvPr>
          <p:cNvSpPr>
            <a:spLocks xmlns:a="http://schemas.openxmlformats.org/drawingml/2006/main" noGrp="1"/>
          </p:cNvSpPr>
          <p:nvPr/>
        </p:nvSpPr>
        <p:spPr>
          <a:xfrm xmlns:a="http://schemas.openxmlformats.org/drawingml/2006/main">
            <a:off x="2171995" y="2874615"/>
            <a:ext cx="1223119" cy="395028"/>
          </a:xfrm>
          <a:prstGeom xmlns:a="http://schemas.openxmlformats.org/drawingml/2006/main" prst="roundRect">
            <a:avLst>
              <a:gd name="adj" fmla="val 20723"/>
            </a:avLst>
          </a:prstGeom>
          <a:solidFill xmlns:a="http://schemas.openxmlformats.org/drawingml/2006/main">
            <a:srgbClr val="F8F8F6"/>
          </a:solidFill>
          <a:ln xmlns:a="http://schemas.openxmlformats.org/drawingml/2006/main" w="9631">
            <a:solidFill>
              <a:srgbClr val="CACAC5"/>
            </a:solidFill>
          </a:ln>
          <ns1:effectLst xmlns:ns1="http://schemas.openxmlformats.org/drawingml/2006/main">
            <ns1:outerShdw blurRad="23000" dist="21000" dir="2700000" algn="ctr" rotWithShape="0">
              <ns1:srgbClr val="000000">
                <ns1:alpha val="20000"/>
              </ns1:srgbClr>
            </ns1:outerShdw>
          </ns1:effectLst>
        </p:spPr>
      </p:sp>
      <p:sp>
        <p:nvSpPr>
          <p:cNvPr id="39" name="R1|Text Sheaflets">
            <a:extLst xmlns:a="http://schemas.openxmlformats.org/drawingml/2006/main">
              <a:ext uri="{FF2B5EF4-FFF2-40B4-BE49-F238E27FC236}">
                <a16:creationId xmlns:a16="http://schemas.microsoft.com/office/drawing/2014/main" id="{F69FC5AF-0BCA-4AD9-9698-166C5C1C9216}"/>
              </a:ext>
            </a:extLst>
          </p:cNvPr>
          <p:cNvSpPr>
            <a:spLocks xmlns:a="http://schemas.openxmlformats.org/drawingml/2006/main" noGrp="1"/>
          </p:cNvSpPr>
          <p:nvPr/>
        </p:nvSpPr>
        <p:spPr>
          <a:xfrm xmlns:a="http://schemas.openxmlformats.org/drawingml/2006/main">
            <a:off x="2292381" y="2913154"/>
            <a:ext cx="1040133" cy="3034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06" b="1">
                <a:solidFill>
                  <a:srgbClr val="B3211D"/>
                </a:solidFill>
                <a:latin typeface="Comic Sans MS"/>
                <a:ea typeface="Comic Sans MS"/>
                <a:cs typeface="Comic Sans MS"/>
              </a:defRPr>
            </a:pPr>
            <a:r>
              <a:rPr sz="1706" b="1">
                <a:solidFill>
                  <a:srgbClr val="B3211D"/>
                </a:solidFill>
                <a:latin typeface="Comic Sans MS"/>
                <a:ea typeface="Comic Sans MS"/>
                <a:cs typeface="Comic Sans MS"/>
              </a:rPr>
              <a:t>Sheaflets</a:t>
            </a:r>
          </a:p>
        </p:txBody>
      </p:sp>
      <p:sp>
        <p:nvSpPr>
          <p:cNvPr id="40" name="R1|34">
            <a:extLst xmlns:a="http://schemas.openxmlformats.org/drawingml/2006/main">
              <a:ext uri="{FF2B5EF4-FFF2-40B4-BE49-F238E27FC236}">
                <a16:creationId xmlns:a16="http://schemas.microsoft.com/office/drawing/2014/main" id="{5C6ADE57-5D40-40CB-8817-8BD7761A6D99}"/>
              </a:ext>
            </a:extLst>
          </p:cNvPr>
          <p:cNvSpPr>
            <a:spLocks xmlns:a="http://schemas.openxmlformats.org/drawingml/2006/main" noGrp="1"/>
          </p:cNvSpPr>
          <p:nvPr/>
        </p:nvSpPr>
        <p:spPr>
          <a:xfrm xmlns:a="http://schemas.openxmlformats.org/drawingml/2006/main">
            <a:off x="3510685" y="3096216"/>
            <a:ext cx="77047" cy="48"/>
          </a:xfrm>
          <a:custGeom xmlns:a="http://schemas.openxmlformats.org/drawingml/2006/main">
            <a:pathLst>
              <a:path w="77047" h="48">
                <a:moveTo>
                  <a:pt x="0" y="0"/>
                </a:moveTo>
                <a:lnTo>
                  <a:pt x="77047" y="0"/>
                </a:lnTo>
              </a:path>
            </a:pathLst>
          </a:custGeom>
          <a:noFill xmlns:a="http://schemas.openxmlformats.org/drawingml/2006/main"/>
          <a:ln xmlns:a="http://schemas.openxmlformats.org/drawingml/2006/main" w="19262">
            <a:solidFill>
              <a:srgbClr val="333333"/>
            </a:solidFill>
          </a:ln>
        </p:spPr>
      </p:sp>
      <p:sp>
        <p:nvSpPr>
          <p:cNvPr id="41" name="R1|35">
            <a:extLst xmlns:a="http://schemas.openxmlformats.org/drawingml/2006/main">
              <a:ext uri="{FF2B5EF4-FFF2-40B4-BE49-F238E27FC236}">
                <a16:creationId xmlns:a16="http://schemas.microsoft.com/office/drawing/2014/main" id="{387EE654-E946-48E6-979A-98E6D8687C50}"/>
              </a:ext>
            </a:extLst>
          </p:cNvPr>
          <p:cNvSpPr>
            <a:spLocks xmlns:a="http://schemas.openxmlformats.org/drawingml/2006/main" noGrp="1"/>
          </p:cNvSpPr>
          <p:nvPr/>
        </p:nvSpPr>
        <p:spPr>
          <a:xfrm xmlns:a="http://schemas.openxmlformats.org/drawingml/2006/main">
            <a:off x="3650332" y="3096216"/>
            <a:ext cx="77047" cy="48"/>
          </a:xfrm>
          <a:custGeom xmlns:a="http://schemas.openxmlformats.org/drawingml/2006/main">
            <a:pathLst>
              <a:path w="77047" h="48">
                <a:moveTo>
                  <a:pt x="0" y="0"/>
                </a:moveTo>
                <a:lnTo>
                  <a:pt x="77047" y="0"/>
                </a:lnTo>
              </a:path>
            </a:pathLst>
          </a:custGeom>
          <a:noFill xmlns:a="http://schemas.openxmlformats.org/drawingml/2006/main"/>
          <a:ln xmlns:a="http://schemas.openxmlformats.org/drawingml/2006/main" w="19262">
            <a:solidFill>
              <a:srgbClr val="333333"/>
            </a:solidFill>
          </a:ln>
        </p:spPr>
      </p:sp>
      <p:sp>
        <p:nvSpPr>
          <p:cNvPr id="42" name="R1|36">
            <a:extLst xmlns:a="http://schemas.openxmlformats.org/drawingml/2006/main">
              <a:ext uri="{FF2B5EF4-FFF2-40B4-BE49-F238E27FC236}">
                <a16:creationId xmlns:a16="http://schemas.microsoft.com/office/drawing/2014/main" id="{E1713A5A-3BDF-47B0-8921-5233DA0697B1}"/>
              </a:ext>
            </a:extLst>
          </p:cNvPr>
          <p:cNvSpPr>
            <a:spLocks xmlns:a="http://schemas.openxmlformats.org/drawingml/2006/main" noGrp="1"/>
          </p:cNvSpPr>
          <p:nvPr/>
        </p:nvSpPr>
        <p:spPr>
          <a:xfrm xmlns:a="http://schemas.openxmlformats.org/drawingml/2006/main">
            <a:off x="3789980" y="3096216"/>
            <a:ext cx="77047" cy="48"/>
          </a:xfrm>
          <a:custGeom xmlns:a="http://schemas.openxmlformats.org/drawingml/2006/main">
            <a:pathLst>
              <a:path w="77047" h="48">
                <a:moveTo>
                  <a:pt x="0" y="0"/>
                </a:moveTo>
                <a:lnTo>
                  <a:pt x="77047" y="0"/>
                </a:lnTo>
              </a:path>
            </a:pathLst>
          </a:custGeom>
          <a:noFill xmlns:a="http://schemas.openxmlformats.org/drawingml/2006/main"/>
          <a:ln xmlns:a="http://schemas.openxmlformats.org/drawingml/2006/main" w="19262">
            <a:solidFill>
              <a:srgbClr val="333333"/>
            </a:solidFill>
          </a:ln>
        </p:spPr>
      </p:sp>
      <p:sp>
        <p:nvSpPr>
          <p:cNvPr id="43" name="R1|37">
            <a:extLst xmlns:a="http://schemas.openxmlformats.org/drawingml/2006/main">
              <a:ext uri="{FF2B5EF4-FFF2-40B4-BE49-F238E27FC236}">
                <a16:creationId xmlns:a16="http://schemas.microsoft.com/office/drawing/2014/main" id="{A2D3F5D3-A755-45CD-8328-6B67E72F52B0}"/>
              </a:ext>
            </a:extLst>
          </p:cNvPr>
          <p:cNvSpPr>
            <a:spLocks xmlns:a="http://schemas.openxmlformats.org/drawingml/2006/main" noGrp="1"/>
          </p:cNvSpPr>
          <p:nvPr/>
        </p:nvSpPr>
        <p:spPr>
          <a:xfrm xmlns:a="http://schemas.openxmlformats.org/drawingml/2006/main">
            <a:off x="3929627" y="3096216"/>
            <a:ext cx="77047" cy="48"/>
          </a:xfrm>
          <a:custGeom xmlns:a="http://schemas.openxmlformats.org/drawingml/2006/main">
            <a:pathLst>
              <a:path w="77047" h="48">
                <a:moveTo>
                  <a:pt x="0" y="0"/>
                </a:moveTo>
                <a:lnTo>
                  <a:pt x="77047" y="0"/>
                </a:lnTo>
              </a:path>
            </a:pathLst>
          </a:custGeom>
          <a:noFill xmlns:a="http://schemas.openxmlformats.org/drawingml/2006/main"/>
          <a:ln xmlns:a="http://schemas.openxmlformats.org/drawingml/2006/main" w="19262">
            <a:solidFill>
              <a:srgbClr val="333333"/>
            </a:solidFill>
          </a:ln>
        </p:spPr>
      </p:sp>
      <p:sp>
        <p:nvSpPr>
          <p:cNvPr id="44" name="R1|38">
            <a:extLst xmlns:a="http://schemas.openxmlformats.org/drawingml/2006/main">
              <a:ext uri="{FF2B5EF4-FFF2-40B4-BE49-F238E27FC236}">
                <a16:creationId xmlns:a16="http://schemas.microsoft.com/office/drawing/2014/main" id="{3BB2EE5F-B875-47EC-9507-AA18B43AD351}"/>
              </a:ext>
            </a:extLst>
          </p:cNvPr>
          <p:cNvSpPr>
            <a:spLocks xmlns:a="http://schemas.openxmlformats.org/drawingml/2006/main" noGrp="1"/>
          </p:cNvSpPr>
          <p:nvPr/>
        </p:nvSpPr>
        <p:spPr>
          <a:xfrm xmlns:a="http://schemas.openxmlformats.org/drawingml/2006/main">
            <a:off x="4069274" y="3096216"/>
            <a:ext cx="77047" cy="48"/>
          </a:xfrm>
          <a:custGeom xmlns:a="http://schemas.openxmlformats.org/drawingml/2006/main">
            <a:pathLst>
              <a:path w="77047" h="48">
                <a:moveTo>
                  <a:pt x="0" y="0"/>
                </a:moveTo>
                <a:lnTo>
                  <a:pt x="77047" y="0"/>
                </a:lnTo>
              </a:path>
            </a:pathLst>
          </a:custGeom>
          <a:noFill xmlns:a="http://schemas.openxmlformats.org/drawingml/2006/main"/>
          <a:ln xmlns:a="http://schemas.openxmlformats.org/drawingml/2006/main" w="19262">
            <a:solidFill>
              <a:srgbClr val="333333"/>
            </a:solidFill>
          </a:ln>
        </p:spPr>
      </p:sp>
      <p:sp>
        <p:nvSpPr>
          <p:cNvPr id="45" name="R1|39">
            <a:extLst xmlns:a="http://schemas.openxmlformats.org/drawingml/2006/main">
              <a:ext uri="{FF2B5EF4-FFF2-40B4-BE49-F238E27FC236}">
                <a16:creationId xmlns:a16="http://schemas.microsoft.com/office/drawing/2014/main" id="{7A382503-FC6C-430F-B71A-6FE43F5022CC}"/>
              </a:ext>
            </a:extLst>
          </p:cNvPr>
          <p:cNvSpPr>
            <a:spLocks xmlns:a="http://schemas.openxmlformats.org/drawingml/2006/main" noGrp="1"/>
          </p:cNvSpPr>
          <p:nvPr/>
        </p:nvSpPr>
        <p:spPr>
          <a:xfrm xmlns:a="http://schemas.openxmlformats.org/drawingml/2006/main">
            <a:off x="4208922" y="3096216"/>
            <a:ext cx="77047" cy="48"/>
          </a:xfrm>
          <a:custGeom xmlns:a="http://schemas.openxmlformats.org/drawingml/2006/main">
            <a:pathLst>
              <a:path w="77047" h="48">
                <a:moveTo>
                  <a:pt x="0" y="0"/>
                </a:moveTo>
                <a:lnTo>
                  <a:pt x="77047" y="0"/>
                </a:lnTo>
              </a:path>
            </a:pathLst>
          </a:custGeom>
          <a:noFill xmlns:a="http://schemas.openxmlformats.org/drawingml/2006/main"/>
          <a:ln xmlns:a="http://schemas.openxmlformats.org/drawingml/2006/main" w="19262">
            <a:solidFill>
              <a:srgbClr val="333333"/>
            </a:solidFill>
          </a:ln>
        </p:spPr>
      </p:sp>
      <p:sp>
        <p:nvSpPr>
          <p:cNvPr id="46" name="R1|40">
            <a:extLst xmlns:a="http://schemas.openxmlformats.org/drawingml/2006/main">
              <a:ext uri="{FF2B5EF4-FFF2-40B4-BE49-F238E27FC236}">
                <a16:creationId xmlns:a16="http://schemas.microsoft.com/office/drawing/2014/main" id="{AD15689C-5C1D-455D-BFCE-0B4080564241}"/>
              </a:ext>
            </a:extLst>
          </p:cNvPr>
          <p:cNvSpPr>
            <a:spLocks xmlns:a="http://schemas.openxmlformats.org/drawingml/2006/main" noGrp="1"/>
          </p:cNvSpPr>
          <p:nvPr/>
        </p:nvSpPr>
        <p:spPr>
          <a:xfrm xmlns:a="http://schemas.openxmlformats.org/drawingml/2006/main">
            <a:off x="4348569" y="3096216"/>
            <a:ext cx="77047" cy="48"/>
          </a:xfrm>
          <a:custGeom xmlns:a="http://schemas.openxmlformats.org/drawingml/2006/main">
            <a:pathLst>
              <a:path w="77047" h="48">
                <a:moveTo>
                  <a:pt x="0" y="0"/>
                </a:moveTo>
                <a:lnTo>
                  <a:pt x="77047" y="0"/>
                </a:lnTo>
              </a:path>
            </a:pathLst>
          </a:custGeom>
          <a:noFill xmlns:a="http://schemas.openxmlformats.org/drawingml/2006/main"/>
          <a:ln xmlns:a="http://schemas.openxmlformats.org/drawingml/2006/main" w="19262">
            <a:solidFill>
              <a:srgbClr val="333333"/>
            </a:solidFill>
          </a:ln>
        </p:spPr>
      </p:sp>
      <p:sp>
        <p:nvSpPr>
          <p:cNvPr id="47" name="R1|41">
            <a:extLst xmlns:a="http://schemas.openxmlformats.org/drawingml/2006/main">
              <a:ext uri="{FF2B5EF4-FFF2-40B4-BE49-F238E27FC236}">
                <a16:creationId xmlns:a16="http://schemas.microsoft.com/office/drawing/2014/main" id="{550ED7A5-D72D-4FF8-B766-9DC59D3D244A}"/>
              </a:ext>
            </a:extLst>
          </p:cNvPr>
          <p:cNvSpPr>
            <a:spLocks xmlns:a="http://schemas.openxmlformats.org/drawingml/2006/main" noGrp="1"/>
          </p:cNvSpPr>
          <p:nvPr/>
        </p:nvSpPr>
        <p:spPr>
          <a:xfrm xmlns:a="http://schemas.openxmlformats.org/drawingml/2006/main">
            <a:off x="4488217" y="3096216"/>
            <a:ext cx="77047" cy="48"/>
          </a:xfrm>
          <a:custGeom xmlns:a="http://schemas.openxmlformats.org/drawingml/2006/main">
            <a:pathLst>
              <a:path w="77047" h="48">
                <a:moveTo>
                  <a:pt x="0" y="0"/>
                </a:moveTo>
                <a:lnTo>
                  <a:pt x="77047" y="0"/>
                </a:lnTo>
              </a:path>
            </a:pathLst>
          </a:custGeom>
          <a:noFill xmlns:a="http://schemas.openxmlformats.org/drawingml/2006/main"/>
          <a:ln xmlns:a="http://schemas.openxmlformats.org/drawingml/2006/main" w="19262">
            <a:solidFill>
              <a:srgbClr val="333333"/>
            </a:solidFill>
          </a:ln>
        </p:spPr>
      </p:sp>
      <p:sp>
        <p:nvSpPr>
          <p:cNvPr id="48" name="R1|42">
            <a:extLst xmlns:a="http://schemas.openxmlformats.org/drawingml/2006/main">
              <a:ext uri="{FF2B5EF4-FFF2-40B4-BE49-F238E27FC236}">
                <a16:creationId xmlns:a16="http://schemas.microsoft.com/office/drawing/2014/main" id="{80189615-871A-4965-A633-946486B65D55}"/>
              </a:ext>
            </a:extLst>
          </p:cNvPr>
          <p:cNvSpPr>
            <a:spLocks xmlns:a="http://schemas.openxmlformats.org/drawingml/2006/main" noGrp="1"/>
          </p:cNvSpPr>
          <p:nvPr/>
        </p:nvSpPr>
        <p:spPr>
          <a:xfrm xmlns:a="http://schemas.openxmlformats.org/drawingml/2006/main">
            <a:off x="4627864" y="3096216"/>
            <a:ext cx="77047" cy="48"/>
          </a:xfrm>
          <a:custGeom xmlns:a="http://schemas.openxmlformats.org/drawingml/2006/main">
            <a:pathLst>
              <a:path w="77047" h="48">
                <a:moveTo>
                  <a:pt x="0" y="0"/>
                </a:moveTo>
                <a:lnTo>
                  <a:pt x="77047" y="0"/>
                </a:lnTo>
              </a:path>
            </a:pathLst>
          </a:custGeom>
          <a:noFill xmlns:a="http://schemas.openxmlformats.org/drawingml/2006/main"/>
          <a:ln xmlns:a="http://schemas.openxmlformats.org/drawingml/2006/main" w="19262">
            <a:solidFill>
              <a:srgbClr val="333333"/>
            </a:solidFill>
          </a:ln>
        </p:spPr>
      </p:sp>
      <p:sp>
        <p:nvSpPr>
          <p:cNvPr id="49" name="R1|43">
            <a:extLst xmlns:a="http://schemas.openxmlformats.org/drawingml/2006/main">
              <a:ext uri="{FF2B5EF4-FFF2-40B4-BE49-F238E27FC236}">
                <a16:creationId xmlns:a16="http://schemas.microsoft.com/office/drawing/2014/main" id="{FC5D154D-A5EC-4A57-A42D-3307B37E0B89}"/>
              </a:ext>
            </a:extLst>
          </p:cNvPr>
          <p:cNvSpPr>
            <a:spLocks xmlns:a="http://schemas.openxmlformats.org/drawingml/2006/main" noGrp="1"/>
          </p:cNvSpPr>
          <p:nvPr/>
        </p:nvSpPr>
        <p:spPr>
          <a:xfrm xmlns:a="http://schemas.openxmlformats.org/drawingml/2006/main">
            <a:off x="4767512" y="3096216"/>
            <a:ext cx="77047" cy="48"/>
          </a:xfrm>
          <a:custGeom xmlns:a="http://schemas.openxmlformats.org/drawingml/2006/main">
            <a:pathLst>
              <a:path w="77047" h="48">
                <a:moveTo>
                  <a:pt x="0" y="0"/>
                </a:moveTo>
                <a:lnTo>
                  <a:pt x="77047" y="0"/>
                </a:lnTo>
              </a:path>
            </a:pathLst>
          </a:custGeom>
          <a:noFill xmlns:a="http://schemas.openxmlformats.org/drawingml/2006/main"/>
          <a:ln xmlns:a="http://schemas.openxmlformats.org/drawingml/2006/main" w="19262">
            <a:solidFill>
              <a:srgbClr val="333333"/>
            </a:solidFill>
          </a:ln>
        </p:spPr>
      </p:sp>
      <p:sp>
        <p:nvSpPr>
          <p:cNvPr id="50" name="R1|44">
            <a:extLst xmlns:a="http://schemas.openxmlformats.org/drawingml/2006/main">
              <a:ext uri="{FF2B5EF4-FFF2-40B4-BE49-F238E27FC236}">
                <a16:creationId xmlns:a16="http://schemas.microsoft.com/office/drawing/2014/main" id="{A58F0044-4017-4D6A-9766-97FCADDE9294}"/>
              </a:ext>
            </a:extLst>
          </p:cNvPr>
          <p:cNvSpPr>
            <a:spLocks xmlns:a="http://schemas.openxmlformats.org/drawingml/2006/main" noGrp="1"/>
          </p:cNvSpPr>
          <p:nvPr/>
        </p:nvSpPr>
        <p:spPr>
          <a:xfrm xmlns:a="http://schemas.openxmlformats.org/drawingml/2006/main">
            <a:off x="4907159" y="3096216"/>
            <a:ext cx="77047" cy="48"/>
          </a:xfrm>
          <a:custGeom xmlns:a="http://schemas.openxmlformats.org/drawingml/2006/main">
            <a:pathLst>
              <a:path w="77047" h="48">
                <a:moveTo>
                  <a:pt x="0" y="0"/>
                </a:moveTo>
                <a:lnTo>
                  <a:pt x="77047" y="0"/>
                </a:lnTo>
              </a:path>
            </a:pathLst>
          </a:custGeom>
          <a:noFill xmlns:a="http://schemas.openxmlformats.org/drawingml/2006/main"/>
          <a:ln xmlns:a="http://schemas.openxmlformats.org/drawingml/2006/main" w="19262">
            <a:solidFill>
              <a:srgbClr val="333333"/>
            </a:solidFill>
          </a:ln>
        </p:spPr>
      </p:sp>
      <p:sp>
        <p:nvSpPr>
          <p:cNvPr id="51" name="R1|45">
            <a:extLst xmlns:a="http://schemas.openxmlformats.org/drawingml/2006/main">
              <a:ext uri="{FF2B5EF4-FFF2-40B4-BE49-F238E27FC236}">
                <a16:creationId xmlns:a16="http://schemas.microsoft.com/office/drawing/2014/main" id="{7568CEBB-1108-40C5-AB01-0D3313B36317}"/>
              </a:ext>
            </a:extLst>
          </p:cNvPr>
          <p:cNvSpPr>
            <a:spLocks xmlns:a="http://schemas.openxmlformats.org/drawingml/2006/main" noGrp="1"/>
          </p:cNvSpPr>
          <p:nvPr/>
        </p:nvSpPr>
        <p:spPr>
          <a:xfrm xmlns:a="http://schemas.openxmlformats.org/drawingml/2006/main">
            <a:off x="5046806" y="3096216"/>
            <a:ext cx="77047" cy="48"/>
          </a:xfrm>
          <a:custGeom xmlns:a="http://schemas.openxmlformats.org/drawingml/2006/main">
            <a:pathLst>
              <a:path w="77047" h="48">
                <a:moveTo>
                  <a:pt x="0" y="0"/>
                </a:moveTo>
                <a:lnTo>
                  <a:pt x="77047" y="0"/>
                </a:lnTo>
              </a:path>
            </a:pathLst>
          </a:custGeom>
          <a:noFill xmlns:a="http://schemas.openxmlformats.org/drawingml/2006/main"/>
          <a:ln xmlns:a="http://schemas.openxmlformats.org/drawingml/2006/main" w="19262">
            <a:solidFill>
              <a:srgbClr val="333333"/>
            </a:solidFill>
          </a:ln>
        </p:spPr>
      </p:sp>
      <p:sp>
        <p:nvSpPr>
          <p:cNvPr id="52" name="R1|46">
            <a:extLst xmlns:a="http://schemas.openxmlformats.org/drawingml/2006/main">
              <a:ext uri="{FF2B5EF4-FFF2-40B4-BE49-F238E27FC236}">
                <a16:creationId xmlns:a16="http://schemas.microsoft.com/office/drawing/2014/main" id="{E33F4EBA-A228-4122-817F-17F01AFAE6B3}"/>
              </a:ext>
            </a:extLst>
          </p:cNvPr>
          <p:cNvSpPr>
            <a:spLocks xmlns:a="http://schemas.openxmlformats.org/drawingml/2006/main" noGrp="1"/>
          </p:cNvSpPr>
          <p:nvPr/>
        </p:nvSpPr>
        <p:spPr>
          <a:xfrm xmlns:a="http://schemas.openxmlformats.org/drawingml/2006/main">
            <a:off x="5186454" y="3096216"/>
            <a:ext cx="72231" cy="48"/>
          </a:xfrm>
          <a:custGeom xmlns:a="http://schemas.openxmlformats.org/drawingml/2006/main">
            <a:pathLst>
              <a:path w="72231" h="48">
                <a:moveTo>
                  <a:pt x="0" y="0"/>
                </a:moveTo>
                <a:lnTo>
                  <a:pt x="72231" y="0"/>
                </a:lnTo>
              </a:path>
            </a:pathLst>
          </a:custGeom>
          <a:noFill xmlns:a="http://schemas.openxmlformats.org/drawingml/2006/main"/>
          <a:ln xmlns:a="http://schemas.openxmlformats.org/drawingml/2006/main" w="19262">
            <a:solidFill>
              <a:srgbClr val="333333"/>
            </a:solidFill>
          </a:ln>
        </p:spPr>
      </p:sp>
      <p:sp>
        <p:nvSpPr>
          <p:cNvPr id="53" name="R1|47">
            <a:extLst xmlns:a="http://schemas.openxmlformats.org/drawingml/2006/main">
              <a:ext uri="{FF2B5EF4-FFF2-40B4-BE49-F238E27FC236}">
                <a16:creationId xmlns:a16="http://schemas.microsoft.com/office/drawing/2014/main" id="{5CB6E533-0FDD-4D4A-B4B0-E6FAD3D81DCC}"/>
              </a:ext>
            </a:extLst>
          </p:cNvPr>
          <p:cNvSpPr>
            <a:spLocks xmlns:a="http://schemas.openxmlformats.org/drawingml/2006/main" noGrp="1"/>
          </p:cNvSpPr>
          <p:nvPr/>
        </p:nvSpPr>
        <p:spPr>
          <a:xfrm xmlns:a="http://schemas.openxmlformats.org/drawingml/2006/main">
            <a:off x="3510685" y="3096216"/>
            <a:ext cx="130017" cy="48"/>
          </a:xfrm>
          <a:custGeom xmlns:a="http://schemas.openxmlformats.org/drawingml/2006/main">
            <a:pathLst>
              <a:path w="130017" h="48">
                <a:moveTo>
                  <a:pt x="130017" y="0"/>
                </a:moveTo>
                <a:lnTo>
                  <a:pt x="0" y="0"/>
                </a:lnTo>
              </a:path>
            </a:pathLst>
          </a:custGeom>
          <a:noFill xmlns:a="http://schemas.openxmlformats.org/drawingml/2006/main"/>
          <a:ln xmlns:a="http://schemas.openxmlformats.org/drawingml/2006/main" w="14446">
            <a:solidFill>
              <a:srgbClr val="333333"/>
            </a:solidFill>
          </a:ln>
        </p:spPr>
      </p:sp>
      <p:sp>
        <p:nvSpPr>
          <p:cNvPr id="54" name="R1|48">
            <a:extLst xmlns:a="http://schemas.openxmlformats.org/drawingml/2006/main">
              <a:ext uri="{FF2B5EF4-FFF2-40B4-BE49-F238E27FC236}">
                <a16:creationId xmlns:a16="http://schemas.microsoft.com/office/drawing/2014/main" id="{26E09A5D-1F77-44DB-A085-1B425928FBC7}"/>
              </a:ext>
            </a:extLst>
          </p:cNvPr>
          <p:cNvSpPr>
            <a:spLocks xmlns:a="http://schemas.openxmlformats.org/drawingml/2006/main" noGrp="1"/>
          </p:cNvSpPr>
          <p:nvPr/>
        </p:nvSpPr>
        <p:spPr>
          <a:xfrm xmlns:a="http://schemas.openxmlformats.org/drawingml/2006/main">
            <a:off x="3510685" y="3056953"/>
            <a:ext cx="71841" cy="78526"/>
          </a:xfrm>
          <a:custGeom xmlns:a="http://schemas.openxmlformats.org/drawingml/2006/main">
            <a:pathLst>
              <a:path w="71841" h="78526">
                <a:moveTo>
                  <a:pt x="71841" y="0"/>
                </a:moveTo>
                <a:lnTo>
                  <a:pt x="0" y="39263"/>
                </a:lnTo>
                <a:lnTo>
                  <a:pt x="71841" y="78526"/>
                </a:lnTo>
                <a:close/>
              </a:path>
            </a:pathLst>
          </a:custGeom>
          <a:solidFill xmlns:a="http://schemas.openxmlformats.org/drawingml/2006/main">
            <a:srgbClr val="333333"/>
          </a:solidFill>
          <a:ln xmlns:a="http://schemas.openxmlformats.org/drawingml/2006/main" w="4815">
            <a:solidFill>
              <a:srgbClr val="333333"/>
            </a:solidFill>
          </a:ln>
        </p:spPr>
      </p:sp>
      <p:sp>
        <p:nvSpPr>
          <p:cNvPr id="55" name="R1|Text Framelets">
            <a:extLst xmlns:a="http://schemas.openxmlformats.org/drawingml/2006/main">
              <a:ext uri="{FF2B5EF4-FFF2-40B4-BE49-F238E27FC236}">
                <a16:creationId xmlns:a16="http://schemas.microsoft.com/office/drawing/2014/main" id="{6327A467-406E-4BAF-913A-F2754C5A2AC3}"/>
              </a:ext>
            </a:extLst>
          </p:cNvPr>
          <p:cNvSpPr>
            <a:spLocks xmlns:a="http://schemas.openxmlformats.org/drawingml/2006/main" noGrp="1"/>
          </p:cNvSpPr>
          <p:nvPr/>
        </p:nvSpPr>
        <p:spPr>
          <a:xfrm xmlns:a="http://schemas.openxmlformats.org/drawingml/2006/main">
            <a:off x="5393517" y="2961329"/>
            <a:ext cx="1059394" cy="3083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44" b="1">
                <a:solidFill>
                  <a:srgbClr val="D58C34"/>
                </a:solidFill>
                <a:latin typeface="Comic Sans MS"/>
                <a:ea typeface="Comic Sans MS"/>
                <a:cs typeface="Comic Sans MS"/>
              </a:defRPr>
            </a:pPr>
            <a:r>
              <a:rPr sz="1744" b="1">
                <a:solidFill>
                  <a:srgbClr val="D58C34"/>
                </a:solidFill>
                <a:latin typeface="Comic Sans MS"/>
                <a:ea typeface="Comic Sans MS"/>
                <a:cs typeface="Comic Sans MS"/>
              </a:rPr>
              <a:t>Framelets</a:t>
            </a:r>
          </a:p>
        </p:txBody>
      </p:sp>
      <p:sp>
        <p:nvSpPr>
          <p:cNvPr id="56" name="R1|49">
            <a:extLst xmlns:a="http://schemas.openxmlformats.org/drawingml/2006/main">
              <a:ext uri="{FF2B5EF4-FFF2-40B4-BE49-F238E27FC236}">
                <a16:creationId xmlns:a16="http://schemas.microsoft.com/office/drawing/2014/main" id="{4FFD2B96-3C26-4B16-B4E6-85DCABB38E05}"/>
              </a:ext>
            </a:extLst>
          </p:cNvPr>
          <p:cNvSpPr>
            <a:spLocks xmlns:a="http://schemas.openxmlformats.org/drawingml/2006/main" noGrp="1"/>
          </p:cNvSpPr>
          <p:nvPr/>
        </p:nvSpPr>
        <p:spPr>
          <a:xfrm xmlns:a="http://schemas.openxmlformats.org/drawingml/2006/main">
            <a:off x="3520316" y="369559"/>
            <a:ext cx="2672563" cy="2389438"/>
          </a:xfrm>
          <a:prstGeom xmlns:a="http://schemas.openxmlformats.org/drawingml/2006/main" prst="roundRect">
            <a:avLst>
              <a:gd name="adj" fmla="val 12092"/>
            </a:avLst>
          </a:prstGeom>
          <a:solidFill xmlns:a="http://schemas.openxmlformats.org/drawingml/2006/main">
            <a:srgbClr val="FFFFFF"/>
          </a:solidFill>
          <a:ln xmlns:a="http://schemas.openxmlformats.org/drawingml/2006/main" w="9631">
            <a:solidFill>
              <a:srgbClr val="C4C4C1"/>
            </a:solidFill>
          </a:ln>
        </p:spPr>
      </p:sp>
      <p:sp>
        <p:nvSpPr>
          <p:cNvPr id="57" name="R1|50">
            <a:extLst xmlns:a="http://schemas.openxmlformats.org/drawingml/2006/main">
              <a:ext uri="{FF2B5EF4-FFF2-40B4-BE49-F238E27FC236}">
                <a16:creationId xmlns:a16="http://schemas.microsoft.com/office/drawing/2014/main" id="{1DF4BA08-A3B9-43A1-8895-8716B0ECA8CE}"/>
              </a:ext>
            </a:extLst>
          </p:cNvPr>
          <p:cNvSpPr>
            <a:spLocks xmlns:a="http://schemas.openxmlformats.org/drawingml/2006/main" noGrp="1"/>
          </p:cNvSpPr>
          <p:nvPr/>
        </p:nvSpPr>
        <p:spPr>
          <a:xfrm xmlns:a="http://schemas.openxmlformats.org/drawingml/2006/main">
            <a:off x="3809241" y="644151"/>
            <a:ext cx="52961" cy="955"/>
          </a:xfrm>
          <a:custGeom xmlns:a="http://schemas.openxmlformats.org/drawingml/2006/main">
            <a:pathLst>
              <a:path w="52961" h="955">
                <a:moveTo>
                  <a:pt x="0" y="0"/>
                </a:moveTo>
                <a:lnTo>
                  <a:pt x="52961" y="955"/>
                </a:lnTo>
              </a:path>
            </a:pathLst>
          </a:custGeom>
          <a:noFill xmlns:a="http://schemas.openxmlformats.org/drawingml/2006/main"/>
          <a:ln xmlns:a="http://schemas.openxmlformats.org/drawingml/2006/main" w="9631">
            <a:solidFill>
              <a:srgbClr val="A7A9A8"/>
            </a:solidFill>
          </a:ln>
        </p:spPr>
      </p:sp>
      <p:sp>
        <p:nvSpPr>
          <p:cNvPr id="58" name="R1|51">
            <a:extLst xmlns:a="http://schemas.openxmlformats.org/drawingml/2006/main">
              <a:ext uri="{FF2B5EF4-FFF2-40B4-BE49-F238E27FC236}">
                <a16:creationId xmlns:a16="http://schemas.microsoft.com/office/drawing/2014/main" id="{9C73DD7D-F033-4C5A-BDBB-66D0734DEC93}"/>
              </a:ext>
            </a:extLst>
          </p:cNvPr>
          <p:cNvSpPr>
            <a:spLocks xmlns:a="http://schemas.openxmlformats.org/drawingml/2006/main" noGrp="1"/>
          </p:cNvSpPr>
          <p:nvPr/>
        </p:nvSpPr>
        <p:spPr>
          <a:xfrm xmlns:a="http://schemas.openxmlformats.org/drawingml/2006/main">
            <a:off x="3900720" y="645800"/>
            <a:ext cx="52961" cy="955"/>
          </a:xfrm>
          <a:custGeom xmlns:a="http://schemas.openxmlformats.org/drawingml/2006/main">
            <a:pathLst>
              <a:path w="52961" h="955">
                <a:moveTo>
                  <a:pt x="0" y="0"/>
                </a:moveTo>
                <a:lnTo>
                  <a:pt x="52961" y="955"/>
                </a:lnTo>
              </a:path>
            </a:pathLst>
          </a:custGeom>
          <a:noFill xmlns:a="http://schemas.openxmlformats.org/drawingml/2006/main"/>
          <a:ln xmlns:a="http://schemas.openxmlformats.org/drawingml/2006/main" w="9631">
            <a:solidFill>
              <a:srgbClr val="A7A9A8"/>
            </a:solidFill>
          </a:ln>
        </p:spPr>
      </p:sp>
      <p:sp>
        <p:nvSpPr>
          <p:cNvPr id="59" name="R1|52">
            <a:extLst xmlns:a="http://schemas.openxmlformats.org/drawingml/2006/main">
              <a:ext uri="{FF2B5EF4-FFF2-40B4-BE49-F238E27FC236}">
                <a16:creationId xmlns:a16="http://schemas.microsoft.com/office/drawing/2014/main" id="{EA66E411-3812-4088-A1EA-F1C0F08A13A9}"/>
              </a:ext>
            </a:extLst>
          </p:cNvPr>
          <p:cNvSpPr>
            <a:spLocks xmlns:a="http://schemas.openxmlformats.org/drawingml/2006/main" noGrp="1"/>
          </p:cNvSpPr>
          <p:nvPr/>
        </p:nvSpPr>
        <p:spPr>
          <a:xfrm xmlns:a="http://schemas.openxmlformats.org/drawingml/2006/main">
            <a:off x="3992198" y="647449"/>
            <a:ext cx="52961" cy="955"/>
          </a:xfrm>
          <a:custGeom xmlns:a="http://schemas.openxmlformats.org/drawingml/2006/main">
            <a:pathLst>
              <a:path w="52961" h="955">
                <a:moveTo>
                  <a:pt x="0" y="0"/>
                </a:moveTo>
                <a:lnTo>
                  <a:pt x="52961" y="955"/>
                </a:lnTo>
              </a:path>
            </a:pathLst>
          </a:custGeom>
          <a:noFill xmlns:a="http://schemas.openxmlformats.org/drawingml/2006/main"/>
          <a:ln xmlns:a="http://schemas.openxmlformats.org/drawingml/2006/main" w="9631">
            <a:solidFill>
              <a:srgbClr val="A7A9A8"/>
            </a:solidFill>
          </a:ln>
        </p:spPr>
      </p:sp>
      <p:sp>
        <p:nvSpPr>
          <p:cNvPr id="60" name="R1|53">
            <a:extLst xmlns:a="http://schemas.openxmlformats.org/drawingml/2006/main">
              <a:ext uri="{FF2B5EF4-FFF2-40B4-BE49-F238E27FC236}">
                <a16:creationId xmlns:a16="http://schemas.microsoft.com/office/drawing/2014/main" id="{A8EDAE21-2BC2-4606-9528-A388B9535273}"/>
              </a:ext>
            </a:extLst>
          </p:cNvPr>
          <p:cNvSpPr>
            <a:spLocks xmlns:a="http://schemas.openxmlformats.org/drawingml/2006/main" noGrp="1"/>
          </p:cNvSpPr>
          <p:nvPr/>
        </p:nvSpPr>
        <p:spPr>
          <a:xfrm xmlns:a="http://schemas.openxmlformats.org/drawingml/2006/main">
            <a:off x="4083676" y="649098"/>
            <a:ext cx="52961" cy="955"/>
          </a:xfrm>
          <a:custGeom xmlns:a="http://schemas.openxmlformats.org/drawingml/2006/main">
            <a:pathLst>
              <a:path w="52961" h="955">
                <a:moveTo>
                  <a:pt x="0" y="0"/>
                </a:moveTo>
                <a:lnTo>
                  <a:pt x="52961" y="955"/>
                </a:lnTo>
              </a:path>
            </a:pathLst>
          </a:custGeom>
          <a:noFill xmlns:a="http://schemas.openxmlformats.org/drawingml/2006/main"/>
          <a:ln xmlns:a="http://schemas.openxmlformats.org/drawingml/2006/main" w="9631">
            <a:solidFill>
              <a:srgbClr val="A7A9A8"/>
            </a:solidFill>
          </a:ln>
        </p:spPr>
      </p:sp>
      <p:sp>
        <p:nvSpPr>
          <p:cNvPr id="61" name="R1|54">
            <a:extLst xmlns:a="http://schemas.openxmlformats.org/drawingml/2006/main">
              <a:ext uri="{FF2B5EF4-FFF2-40B4-BE49-F238E27FC236}">
                <a16:creationId xmlns:a16="http://schemas.microsoft.com/office/drawing/2014/main" id="{511B8286-E59D-473B-B036-1EA5AEDB3D41}"/>
              </a:ext>
            </a:extLst>
          </p:cNvPr>
          <p:cNvSpPr>
            <a:spLocks xmlns:a="http://schemas.openxmlformats.org/drawingml/2006/main" noGrp="1"/>
          </p:cNvSpPr>
          <p:nvPr/>
        </p:nvSpPr>
        <p:spPr>
          <a:xfrm xmlns:a="http://schemas.openxmlformats.org/drawingml/2006/main">
            <a:off x="4175154" y="650747"/>
            <a:ext cx="52961" cy="955"/>
          </a:xfrm>
          <a:custGeom xmlns:a="http://schemas.openxmlformats.org/drawingml/2006/main">
            <a:pathLst>
              <a:path w="52961" h="955">
                <a:moveTo>
                  <a:pt x="0" y="0"/>
                </a:moveTo>
                <a:lnTo>
                  <a:pt x="52961" y="955"/>
                </a:lnTo>
              </a:path>
            </a:pathLst>
          </a:custGeom>
          <a:noFill xmlns:a="http://schemas.openxmlformats.org/drawingml/2006/main"/>
          <a:ln xmlns:a="http://schemas.openxmlformats.org/drawingml/2006/main" w="9631">
            <a:solidFill>
              <a:srgbClr val="A7A9A8"/>
            </a:solidFill>
          </a:ln>
        </p:spPr>
      </p:sp>
      <p:sp>
        <p:nvSpPr>
          <p:cNvPr id="62" name="R1|55">
            <a:extLst xmlns:a="http://schemas.openxmlformats.org/drawingml/2006/main">
              <a:ext uri="{FF2B5EF4-FFF2-40B4-BE49-F238E27FC236}">
                <a16:creationId xmlns:a16="http://schemas.microsoft.com/office/drawing/2014/main" id="{F612748A-DE9E-48C5-B962-DE2FD23BE2F3}"/>
              </a:ext>
            </a:extLst>
          </p:cNvPr>
          <p:cNvSpPr>
            <a:spLocks xmlns:a="http://schemas.openxmlformats.org/drawingml/2006/main" noGrp="1"/>
          </p:cNvSpPr>
          <p:nvPr/>
        </p:nvSpPr>
        <p:spPr>
          <a:xfrm xmlns:a="http://schemas.openxmlformats.org/drawingml/2006/main">
            <a:off x="4266633" y="652396"/>
            <a:ext cx="52961" cy="955"/>
          </a:xfrm>
          <a:custGeom xmlns:a="http://schemas.openxmlformats.org/drawingml/2006/main">
            <a:pathLst>
              <a:path w="52961" h="955">
                <a:moveTo>
                  <a:pt x="0" y="0"/>
                </a:moveTo>
                <a:lnTo>
                  <a:pt x="52961" y="955"/>
                </a:lnTo>
              </a:path>
            </a:pathLst>
          </a:custGeom>
          <a:noFill xmlns:a="http://schemas.openxmlformats.org/drawingml/2006/main"/>
          <a:ln xmlns:a="http://schemas.openxmlformats.org/drawingml/2006/main" w="9631">
            <a:solidFill>
              <a:srgbClr val="A7A9A8"/>
            </a:solidFill>
          </a:ln>
        </p:spPr>
      </p:sp>
      <p:sp>
        <p:nvSpPr>
          <p:cNvPr id="63" name="R1|56">
            <a:extLst xmlns:a="http://schemas.openxmlformats.org/drawingml/2006/main">
              <a:ext uri="{FF2B5EF4-FFF2-40B4-BE49-F238E27FC236}">
                <a16:creationId xmlns:a16="http://schemas.microsoft.com/office/drawing/2014/main" id="{D8760295-EBCA-4359-B479-ECF5CE301EC0}"/>
              </a:ext>
            </a:extLst>
          </p:cNvPr>
          <p:cNvSpPr>
            <a:spLocks xmlns:a="http://schemas.openxmlformats.org/drawingml/2006/main" noGrp="1"/>
          </p:cNvSpPr>
          <p:nvPr/>
        </p:nvSpPr>
        <p:spPr>
          <a:xfrm xmlns:a="http://schemas.openxmlformats.org/drawingml/2006/main">
            <a:off x="4358111" y="654045"/>
            <a:ext cx="52961" cy="955"/>
          </a:xfrm>
          <a:custGeom xmlns:a="http://schemas.openxmlformats.org/drawingml/2006/main">
            <a:pathLst>
              <a:path w="52961" h="955">
                <a:moveTo>
                  <a:pt x="0" y="0"/>
                </a:moveTo>
                <a:lnTo>
                  <a:pt x="52961" y="955"/>
                </a:lnTo>
              </a:path>
            </a:pathLst>
          </a:custGeom>
          <a:noFill xmlns:a="http://schemas.openxmlformats.org/drawingml/2006/main"/>
          <a:ln xmlns:a="http://schemas.openxmlformats.org/drawingml/2006/main" w="9631">
            <a:solidFill>
              <a:srgbClr val="A7A9A8"/>
            </a:solidFill>
          </a:ln>
        </p:spPr>
      </p:sp>
      <p:sp>
        <p:nvSpPr>
          <p:cNvPr id="64" name="R1|57">
            <a:extLst xmlns:a="http://schemas.openxmlformats.org/drawingml/2006/main">
              <a:ext uri="{FF2B5EF4-FFF2-40B4-BE49-F238E27FC236}">
                <a16:creationId xmlns:a16="http://schemas.microsoft.com/office/drawing/2014/main" id="{AADD8DAE-C0E9-49B3-ADBB-3A95E6043880}"/>
              </a:ext>
            </a:extLst>
          </p:cNvPr>
          <p:cNvSpPr>
            <a:spLocks xmlns:a="http://schemas.openxmlformats.org/drawingml/2006/main" noGrp="1"/>
          </p:cNvSpPr>
          <p:nvPr/>
        </p:nvSpPr>
        <p:spPr>
          <a:xfrm xmlns:a="http://schemas.openxmlformats.org/drawingml/2006/main">
            <a:off x="4449589" y="655694"/>
            <a:ext cx="52961" cy="955"/>
          </a:xfrm>
          <a:custGeom xmlns:a="http://schemas.openxmlformats.org/drawingml/2006/main">
            <a:pathLst>
              <a:path w="52961" h="955">
                <a:moveTo>
                  <a:pt x="0" y="0"/>
                </a:moveTo>
                <a:lnTo>
                  <a:pt x="52961" y="955"/>
                </a:lnTo>
              </a:path>
            </a:pathLst>
          </a:custGeom>
          <a:noFill xmlns:a="http://schemas.openxmlformats.org/drawingml/2006/main"/>
          <a:ln xmlns:a="http://schemas.openxmlformats.org/drawingml/2006/main" w="9631">
            <a:solidFill>
              <a:srgbClr val="A7A9A8"/>
            </a:solidFill>
          </a:ln>
        </p:spPr>
      </p:sp>
      <p:sp>
        <p:nvSpPr>
          <p:cNvPr id="65" name="R1|58">
            <a:extLst xmlns:a="http://schemas.openxmlformats.org/drawingml/2006/main">
              <a:ext uri="{FF2B5EF4-FFF2-40B4-BE49-F238E27FC236}">
                <a16:creationId xmlns:a16="http://schemas.microsoft.com/office/drawing/2014/main" id="{AB290F58-CB05-44EA-80BE-DE34CF26C53D}"/>
              </a:ext>
            </a:extLst>
          </p:cNvPr>
          <p:cNvSpPr>
            <a:spLocks xmlns:a="http://schemas.openxmlformats.org/drawingml/2006/main" noGrp="1"/>
          </p:cNvSpPr>
          <p:nvPr/>
        </p:nvSpPr>
        <p:spPr>
          <a:xfrm xmlns:a="http://schemas.openxmlformats.org/drawingml/2006/main">
            <a:off x="4541068" y="657343"/>
            <a:ext cx="52961" cy="955"/>
          </a:xfrm>
          <a:custGeom xmlns:a="http://schemas.openxmlformats.org/drawingml/2006/main">
            <a:pathLst>
              <a:path w="52961" h="955">
                <a:moveTo>
                  <a:pt x="0" y="0"/>
                </a:moveTo>
                <a:lnTo>
                  <a:pt x="52961" y="955"/>
                </a:lnTo>
              </a:path>
            </a:pathLst>
          </a:custGeom>
          <a:noFill xmlns:a="http://schemas.openxmlformats.org/drawingml/2006/main"/>
          <a:ln xmlns:a="http://schemas.openxmlformats.org/drawingml/2006/main" w="9631">
            <a:solidFill>
              <a:srgbClr val="A7A9A8"/>
            </a:solidFill>
          </a:ln>
        </p:spPr>
      </p:sp>
      <p:sp>
        <p:nvSpPr>
          <p:cNvPr id="66" name="R1|59">
            <a:extLst xmlns:a="http://schemas.openxmlformats.org/drawingml/2006/main">
              <a:ext uri="{FF2B5EF4-FFF2-40B4-BE49-F238E27FC236}">
                <a16:creationId xmlns:a16="http://schemas.microsoft.com/office/drawing/2014/main" id="{852C7F2F-5F6D-4154-A96C-4DEBFD43A7DD}"/>
              </a:ext>
            </a:extLst>
          </p:cNvPr>
          <p:cNvSpPr>
            <a:spLocks xmlns:a="http://schemas.openxmlformats.org/drawingml/2006/main" noGrp="1"/>
          </p:cNvSpPr>
          <p:nvPr/>
        </p:nvSpPr>
        <p:spPr>
          <a:xfrm xmlns:a="http://schemas.openxmlformats.org/drawingml/2006/main">
            <a:off x="4632546" y="658992"/>
            <a:ext cx="52961" cy="955"/>
          </a:xfrm>
          <a:custGeom xmlns:a="http://schemas.openxmlformats.org/drawingml/2006/main">
            <a:pathLst>
              <a:path w="52961" h="955">
                <a:moveTo>
                  <a:pt x="0" y="0"/>
                </a:moveTo>
                <a:lnTo>
                  <a:pt x="52961" y="955"/>
                </a:lnTo>
              </a:path>
            </a:pathLst>
          </a:custGeom>
          <a:noFill xmlns:a="http://schemas.openxmlformats.org/drawingml/2006/main"/>
          <a:ln xmlns:a="http://schemas.openxmlformats.org/drawingml/2006/main" w="9631">
            <a:solidFill>
              <a:srgbClr val="A7A9A8"/>
            </a:solidFill>
          </a:ln>
        </p:spPr>
      </p:sp>
      <p:sp>
        <p:nvSpPr>
          <p:cNvPr id="67" name="R1|60">
            <a:extLst xmlns:a="http://schemas.openxmlformats.org/drawingml/2006/main">
              <a:ext uri="{FF2B5EF4-FFF2-40B4-BE49-F238E27FC236}">
                <a16:creationId xmlns:a16="http://schemas.microsoft.com/office/drawing/2014/main" id="{C90E4D11-A928-43CD-87A3-2B3EBDAB552E}"/>
              </a:ext>
            </a:extLst>
          </p:cNvPr>
          <p:cNvSpPr>
            <a:spLocks xmlns:a="http://schemas.openxmlformats.org/drawingml/2006/main" noGrp="1"/>
          </p:cNvSpPr>
          <p:nvPr/>
        </p:nvSpPr>
        <p:spPr>
          <a:xfrm xmlns:a="http://schemas.openxmlformats.org/drawingml/2006/main">
            <a:off x="4724024" y="660641"/>
            <a:ext cx="52961" cy="955"/>
          </a:xfrm>
          <a:custGeom xmlns:a="http://schemas.openxmlformats.org/drawingml/2006/main">
            <a:pathLst>
              <a:path w="52961" h="955">
                <a:moveTo>
                  <a:pt x="0" y="0"/>
                </a:moveTo>
                <a:lnTo>
                  <a:pt x="52961" y="955"/>
                </a:lnTo>
              </a:path>
            </a:pathLst>
          </a:custGeom>
          <a:noFill xmlns:a="http://schemas.openxmlformats.org/drawingml/2006/main"/>
          <a:ln xmlns:a="http://schemas.openxmlformats.org/drawingml/2006/main" w="9631">
            <a:solidFill>
              <a:srgbClr val="A7A9A8"/>
            </a:solidFill>
          </a:ln>
        </p:spPr>
      </p:sp>
      <p:sp>
        <p:nvSpPr>
          <p:cNvPr id="68" name="R1|61">
            <a:extLst xmlns:a="http://schemas.openxmlformats.org/drawingml/2006/main">
              <a:ext uri="{FF2B5EF4-FFF2-40B4-BE49-F238E27FC236}">
                <a16:creationId xmlns:a16="http://schemas.microsoft.com/office/drawing/2014/main" id="{F67AD4C0-00F5-4501-8C36-5F265389A548}"/>
              </a:ext>
            </a:extLst>
          </p:cNvPr>
          <p:cNvSpPr>
            <a:spLocks xmlns:a="http://schemas.openxmlformats.org/drawingml/2006/main" noGrp="1"/>
          </p:cNvSpPr>
          <p:nvPr/>
        </p:nvSpPr>
        <p:spPr>
          <a:xfrm xmlns:a="http://schemas.openxmlformats.org/drawingml/2006/main">
            <a:off x="4815503" y="662290"/>
            <a:ext cx="52961" cy="955"/>
          </a:xfrm>
          <a:custGeom xmlns:a="http://schemas.openxmlformats.org/drawingml/2006/main">
            <a:pathLst>
              <a:path w="52961" h="955">
                <a:moveTo>
                  <a:pt x="0" y="0"/>
                </a:moveTo>
                <a:lnTo>
                  <a:pt x="52961" y="955"/>
                </a:lnTo>
              </a:path>
            </a:pathLst>
          </a:custGeom>
          <a:noFill xmlns:a="http://schemas.openxmlformats.org/drawingml/2006/main"/>
          <a:ln xmlns:a="http://schemas.openxmlformats.org/drawingml/2006/main" w="9631">
            <a:solidFill>
              <a:srgbClr val="A7A9A8"/>
            </a:solidFill>
          </a:ln>
        </p:spPr>
      </p:sp>
      <p:sp>
        <p:nvSpPr>
          <p:cNvPr id="69" name="R1|62">
            <a:extLst xmlns:a="http://schemas.openxmlformats.org/drawingml/2006/main">
              <a:ext uri="{FF2B5EF4-FFF2-40B4-BE49-F238E27FC236}">
                <a16:creationId xmlns:a16="http://schemas.microsoft.com/office/drawing/2014/main" id="{2AC4D0BD-08CD-427D-9339-6EBA94140D61}"/>
              </a:ext>
            </a:extLst>
          </p:cNvPr>
          <p:cNvSpPr>
            <a:spLocks xmlns:a="http://schemas.openxmlformats.org/drawingml/2006/main" noGrp="1"/>
          </p:cNvSpPr>
          <p:nvPr/>
        </p:nvSpPr>
        <p:spPr>
          <a:xfrm xmlns:a="http://schemas.openxmlformats.org/drawingml/2006/main">
            <a:off x="3809241" y="644151"/>
            <a:ext cx="41669" cy="32716"/>
          </a:xfrm>
          <a:custGeom xmlns:a="http://schemas.openxmlformats.org/drawingml/2006/main">
            <a:pathLst>
              <a:path w="41669" h="32716">
                <a:moveTo>
                  <a:pt x="0" y="0"/>
                </a:moveTo>
                <a:lnTo>
                  <a:pt x="41669" y="32716"/>
                </a:lnTo>
              </a:path>
            </a:pathLst>
          </a:custGeom>
          <a:noFill xmlns:a="http://schemas.openxmlformats.org/drawingml/2006/main"/>
          <a:ln xmlns:a="http://schemas.openxmlformats.org/drawingml/2006/main" w="9631">
            <a:solidFill>
              <a:srgbClr val="A7A9A8"/>
            </a:solidFill>
          </a:ln>
        </p:spPr>
      </p:sp>
      <p:sp>
        <p:nvSpPr>
          <p:cNvPr id="70" name="R1|63">
            <a:extLst xmlns:a="http://schemas.openxmlformats.org/drawingml/2006/main">
              <a:ext uri="{FF2B5EF4-FFF2-40B4-BE49-F238E27FC236}">
                <a16:creationId xmlns:a16="http://schemas.microsoft.com/office/drawing/2014/main" id="{18AFC487-828A-468E-8D49-AE7E1BCEE487}"/>
              </a:ext>
            </a:extLst>
          </p:cNvPr>
          <p:cNvSpPr>
            <a:spLocks xmlns:a="http://schemas.openxmlformats.org/drawingml/2006/main" noGrp="1"/>
          </p:cNvSpPr>
          <p:nvPr/>
        </p:nvSpPr>
        <p:spPr>
          <a:xfrm xmlns:a="http://schemas.openxmlformats.org/drawingml/2006/main">
            <a:off x="3881216" y="700661"/>
            <a:ext cx="41669" cy="32716"/>
          </a:xfrm>
          <a:custGeom xmlns:a="http://schemas.openxmlformats.org/drawingml/2006/main">
            <a:pathLst>
              <a:path w="41669" h="32716">
                <a:moveTo>
                  <a:pt x="0" y="0"/>
                </a:moveTo>
                <a:lnTo>
                  <a:pt x="41669" y="32716"/>
                </a:lnTo>
              </a:path>
            </a:pathLst>
          </a:custGeom>
          <a:noFill xmlns:a="http://schemas.openxmlformats.org/drawingml/2006/main"/>
          <a:ln xmlns:a="http://schemas.openxmlformats.org/drawingml/2006/main" w="9631">
            <a:solidFill>
              <a:srgbClr val="A7A9A8"/>
            </a:solidFill>
          </a:ln>
        </p:spPr>
      </p:sp>
      <p:sp>
        <p:nvSpPr>
          <p:cNvPr id="71" name="R1|64">
            <a:extLst xmlns:a="http://schemas.openxmlformats.org/drawingml/2006/main">
              <a:ext uri="{FF2B5EF4-FFF2-40B4-BE49-F238E27FC236}">
                <a16:creationId xmlns:a16="http://schemas.microsoft.com/office/drawing/2014/main" id="{95697538-A67F-45E5-95B3-4F5003A96EB2}"/>
              </a:ext>
            </a:extLst>
          </p:cNvPr>
          <p:cNvSpPr>
            <a:spLocks xmlns:a="http://schemas.openxmlformats.org/drawingml/2006/main" noGrp="1"/>
          </p:cNvSpPr>
          <p:nvPr/>
        </p:nvSpPr>
        <p:spPr>
          <a:xfrm xmlns:a="http://schemas.openxmlformats.org/drawingml/2006/main">
            <a:off x="3953190" y="757170"/>
            <a:ext cx="41669" cy="32716"/>
          </a:xfrm>
          <a:custGeom xmlns:a="http://schemas.openxmlformats.org/drawingml/2006/main">
            <a:pathLst>
              <a:path w="41669" h="32716">
                <a:moveTo>
                  <a:pt x="0" y="0"/>
                </a:moveTo>
                <a:lnTo>
                  <a:pt x="41669" y="32716"/>
                </a:lnTo>
              </a:path>
            </a:pathLst>
          </a:custGeom>
          <a:noFill xmlns:a="http://schemas.openxmlformats.org/drawingml/2006/main"/>
          <a:ln xmlns:a="http://schemas.openxmlformats.org/drawingml/2006/main" w="9631">
            <a:solidFill>
              <a:srgbClr val="A7A9A8"/>
            </a:solidFill>
          </a:ln>
        </p:spPr>
      </p:sp>
      <p:sp>
        <p:nvSpPr>
          <p:cNvPr id="72" name="R1|65">
            <a:extLst xmlns:a="http://schemas.openxmlformats.org/drawingml/2006/main">
              <a:ext uri="{FF2B5EF4-FFF2-40B4-BE49-F238E27FC236}">
                <a16:creationId xmlns:a16="http://schemas.microsoft.com/office/drawing/2014/main" id="{E18B5702-2C23-4457-B8F4-200E39113395}"/>
              </a:ext>
            </a:extLst>
          </p:cNvPr>
          <p:cNvSpPr>
            <a:spLocks xmlns:a="http://schemas.openxmlformats.org/drawingml/2006/main" noGrp="1"/>
          </p:cNvSpPr>
          <p:nvPr/>
        </p:nvSpPr>
        <p:spPr>
          <a:xfrm xmlns:a="http://schemas.openxmlformats.org/drawingml/2006/main">
            <a:off x="4025164" y="813680"/>
            <a:ext cx="41669" cy="32716"/>
          </a:xfrm>
          <a:custGeom xmlns:a="http://schemas.openxmlformats.org/drawingml/2006/main">
            <a:pathLst>
              <a:path w="41669" h="32716">
                <a:moveTo>
                  <a:pt x="0" y="0"/>
                </a:moveTo>
                <a:lnTo>
                  <a:pt x="41669" y="32716"/>
                </a:lnTo>
              </a:path>
            </a:pathLst>
          </a:custGeom>
          <a:noFill xmlns:a="http://schemas.openxmlformats.org/drawingml/2006/main"/>
          <a:ln xmlns:a="http://schemas.openxmlformats.org/drawingml/2006/main" w="9631">
            <a:solidFill>
              <a:srgbClr val="A7A9A8"/>
            </a:solidFill>
          </a:ln>
        </p:spPr>
      </p:sp>
      <p:sp>
        <p:nvSpPr>
          <p:cNvPr id="73" name="R1|66">
            <a:extLst xmlns:a="http://schemas.openxmlformats.org/drawingml/2006/main">
              <a:ext uri="{FF2B5EF4-FFF2-40B4-BE49-F238E27FC236}">
                <a16:creationId xmlns:a16="http://schemas.microsoft.com/office/drawing/2014/main" id="{040E21F4-17C0-41B3-BB21-E78345D0FEA5}"/>
              </a:ext>
            </a:extLst>
          </p:cNvPr>
          <p:cNvSpPr>
            <a:spLocks xmlns:a="http://schemas.openxmlformats.org/drawingml/2006/main" noGrp="1"/>
          </p:cNvSpPr>
          <p:nvPr/>
        </p:nvSpPr>
        <p:spPr>
          <a:xfrm xmlns:a="http://schemas.openxmlformats.org/drawingml/2006/main">
            <a:off x="4097139" y="870189"/>
            <a:ext cx="41669" cy="32716"/>
          </a:xfrm>
          <a:custGeom xmlns:a="http://schemas.openxmlformats.org/drawingml/2006/main">
            <a:pathLst>
              <a:path w="41669" h="32716">
                <a:moveTo>
                  <a:pt x="0" y="0"/>
                </a:moveTo>
                <a:lnTo>
                  <a:pt x="41669" y="32716"/>
                </a:lnTo>
              </a:path>
            </a:pathLst>
          </a:custGeom>
          <a:noFill xmlns:a="http://schemas.openxmlformats.org/drawingml/2006/main"/>
          <a:ln xmlns:a="http://schemas.openxmlformats.org/drawingml/2006/main" w="9631">
            <a:solidFill>
              <a:srgbClr val="A7A9A8"/>
            </a:solidFill>
          </a:ln>
        </p:spPr>
      </p:sp>
      <p:sp>
        <p:nvSpPr>
          <p:cNvPr id="74" name="R1|67">
            <a:extLst xmlns:a="http://schemas.openxmlformats.org/drawingml/2006/main">
              <a:ext uri="{FF2B5EF4-FFF2-40B4-BE49-F238E27FC236}">
                <a16:creationId xmlns:a16="http://schemas.microsoft.com/office/drawing/2014/main" id="{6747F4AF-2104-4AE9-B722-82163B7AB539}"/>
              </a:ext>
            </a:extLst>
          </p:cNvPr>
          <p:cNvSpPr>
            <a:spLocks xmlns:a="http://schemas.openxmlformats.org/drawingml/2006/main" noGrp="1"/>
          </p:cNvSpPr>
          <p:nvPr/>
        </p:nvSpPr>
        <p:spPr>
          <a:xfrm xmlns:a="http://schemas.openxmlformats.org/drawingml/2006/main">
            <a:off x="4169113" y="926699"/>
            <a:ext cx="41669" cy="32716"/>
          </a:xfrm>
          <a:custGeom xmlns:a="http://schemas.openxmlformats.org/drawingml/2006/main">
            <a:pathLst>
              <a:path w="41669" h="32716">
                <a:moveTo>
                  <a:pt x="0" y="0"/>
                </a:moveTo>
                <a:lnTo>
                  <a:pt x="41669" y="32716"/>
                </a:lnTo>
              </a:path>
            </a:pathLst>
          </a:custGeom>
          <a:noFill xmlns:a="http://schemas.openxmlformats.org/drawingml/2006/main"/>
          <a:ln xmlns:a="http://schemas.openxmlformats.org/drawingml/2006/main" w="9631">
            <a:solidFill>
              <a:srgbClr val="A7A9A8"/>
            </a:solidFill>
          </a:ln>
        </p:spPr>
      </p:sp>
      <p:sp>
        <p:nvSpPr>
          <p:cNvPr id="75" name="R1|68">
            <a:extLst xmlns:a="http://schemas.openxmlformats.org/drawingml/2006/main">
              <a:ext uri="{FF2B5EF4-FFF2-40B4-BE49-F238E27FC236}">
                <a16:creationId xmlns:a16="http://schemas.microsoft.com/office/drawing/2014/main" id="{56FC831F-C7D2-48A5-A6EE-F17D3C0663A1}"/>
              </a:ext>
            </a:extLst>
          </p:cNvPr>
          <p:cNvSpPr>
            <a:spLocks xmlns:a="http://schemas.openxmlformats.org/drawingml/2006/main" noGrp="1"/>
          </p:cNvSpPr>
          <p:nvPr/>
        </p:nvSpPr>
        <p:spPr>
          <a:xfrm xmlns:a="http://schemas.openxmlformats.org/drawingml/2006/main">
            <a:off x="4241087" y="983208"/>
            <a:ext cx="41669" cy="32716"/>
          </a:xfrm>
          <a:custGeom xmlns:a="http://schemas.openxmlformats.org/drawingml/2006/main">
            <a:pathLst>
              <a:path w="41669" h="32716">
                <a:moveTo>
                  <a:pt x="0" y="0"/>
                </a:moveTo>
                <a:lnTo>
                  <a:pt x="41669" y="32716"/>
                </a:lnTo>
              </a:path>
            </a:pathLst>
          </a:custGeom>
          <a:noFill xmlns:a="http://schemas.openxmlformats.org/drawingml/2006/main"/>
          <a:ln xmlns:a="http://schemas.openxmlformats.org/drawingml/2006/main" w="9631">
            <a:solidFill>
              <a:srgbClr val="A7A9A8"/>
            </a:solidFill>
          </a:ln>
        </p:spPr>
      </p:sp>
      <p:sp>
        <p:nvSpPr>
          <p:cNvPr id="76" name="R1|69">
            <a:extLst xmlns:a="http://schemas.openxmlformats.org/drawingml/2006/main">
              <a:ext uri="{FF2B5EF4-FFF2-40B4-BE49-F238E27FC236}">
                <a16:creationId xmlns:a16="http://schemas.microsoft.com/office/drawing/2014/main" id="{38DE2750-5935-47F8-BB1B-E41A5F3E5E86}"/>
              </a:ext>
            </a:extLst>
          </p:cNvPr>
          <p:cNvSpPr>
            <a:spLocks xmlns:a="http://schemas.openxmlformats.org/drawingml/2006/main" noGrp="1"/>
          </p:cNvSpPr>
          <p:nvPr/>
        </p:nvSpPr>
        <p:spPr>
          <a:xfrm xmlns:a="http://schemas.openxmlformats.org/drawingml/2006/main">
            <a:off x="4313062" y="1039718"/>
            <a:ext cx="41669" cy="32716"/>
          </a:xfrm>
          <a:custGeom xmlns:a="http://schemas.openxmlformats.org/drawingml/2006/main">
            <a:pathLst>
              <a:path w="41669" h="32716">
                <a:moveTo>
                  <a:pt x="0" y="0"/>
                </a:moveTo>
                <a:lnTo>
                  <a:pt x="41669" y="32716"/>
                </a:lnTo>
              </a:path>
            </a:pathLst>
          </a:custGeom>
          <a:noFill xmlns:a="http://schemas.openxmlformats.org/drawingml/2006/main"/>
          <a:ln xmlns:a="http://schemas.openxmlformats.org/drawingml/2006/main" w="9631">
            <a:solidFill>
              <a:srgbClr val="A7A9A8"/>
            </a:solidFill>
          </a:ln>
        </p:spPr>
      </p:sp>
      <p:sp>
        <p:nvSpPr>
          <p:cNvPr id="77" name="R1|70">
            <a:extLst xmlns:a="http://schemas.openxmlformats.org/drawingml/2006/main">
              <a:ext uri="{FF2B5EF4-FFF2-40B4-BE49-F238E27FC236}">
                <a16:creationId xmlns:a16="http://schemas.microsoft.com/office/drawing/2014/main" id="{8955D3DB-824E-4E0B-B5D2-8BF371A5CDE9}"/>
              </a:ext>
            </a:extLst>
          </p:cNvPr>
          <p:cNvSpPr>
            <a:spLocks xmlns:a="http://schemas.openxmlformats.org/drawingml/2006/main" noGrp="1"/>
          </p:cNvSpPr>
          <p:nvPr/>
        </p:nvSpPr>
        <p:spPr>
          <a:xfrm xmlns:a="http://schemas.openxmlformats.org/drawingml/2006/main">
            <a:off x="4385036" y="1096227"/>
            <a:ext cx="41669" cy="32716"/>
          </a:xfrm>
          <a:custGeom xmlns:a="http://schemas.openxmlformats.org/drawingml/2006/main">
            <a:pathLst>
              <a:path w="41669" h="32716">
                <a:moveTo>
                  <a:pt x="0" y="0"/>
                </a:moveTo>
                <a:lnTo>
                  <a:pt x="41669" y="32716"/>
                </a:lnTo>
              </a:path>
            </a:pathLst>
          </a:custGeom>
          <a:noFill xmlns:a="http://schemas.openxmlformats.org/drawingml/2006/main"/>
          <a:ln xmlns:a="http://schemas.openxmlformats.org/drawingml/2006/main" w="9631">
            <a:solidFill>
              <a:srgbClr val="A7A9A8"/>
            </a:solidFill>
          </a:ln>
        </p:spPr>
      </p:sp>
      <p:sp>
        <p:nvSpPr>
          <p:cNvPr id="78" name="R1|71">
            <a:extLst xmlns:a="http://schemas.openxmlformats.org/drawingml/2006/main">
              <a:ext uri="{FF2B5EF4-FFF2-40B4-BE49-F238E27FC236}">
                <a16:creationId xmlns:a16="http://schemas.microsoft.com/office/drawing/2014/main" id="{F607840F-C301-4FFB-9F99-7B56085405E7}"/>
              </a:ext>
            </a:extLst>
          </p:cNvPr>
          <p:cNvSpPr>
            <a:spLocks xmlns:a="http://schemas.openxmlformats.org/drawingml/2006/main" noGrp="1"/>
          </p:cNvSpPr>
          <p:nvPr/>
        </p:nvSpPr>
        <p:spPr>
          <a:xfrm xmlns:a="http://schemas.openxmlformats.org/drawingml/2006/main">
            <a:off x="4457010" y="1152737"/>
            <a:ext cx="41669" cy="32716"/>
          </a:xfrm>
          <a:custGeom xmlns:a="http://schemas.openxmlformats.org/drawingml/2006/main">
            <a:pathLst>
              <a:path w="41669" h="32716">
                <a:moveTo>
                  <a:pt x="0" y="0"/>
                </a:moveTo>
                <a:lnTo>
                  <a:pt x="41669" y="32716"/>
                </a:lnTo>
              </a:path>
            </a:pathLst>
          </a:custGeom>
          <a:noFill xmlns:a="http://schemas.openxmlformats.org/drawingml/2006/main"/>
          <a:ln xmlns:a="http://schemas.openxmlformats.org/drawingml/2006/main" w="9631">
            <a:solidFill>
              <a:srgbClr val="A7A9A8"/>
            </a:solidFill>
          </a:ln>
        </p:spPr>
      </p:sp>
      <p:sp>
        <p:nvSpPr>
          <p:cNvPr id="79" name="R1|72">
            <a:extLst xmlns:a="http://schemas.openxmlformats.org/drawingml/2006/main">
              <a:ext uri="{FF2B5EF4-FFF2-40B4-BE49-F238E27FC236}">
                <a16:creationId xmlns:a16="http://schemas.microsoft.com/office/drawing/2014/main" id="{ED49E5B5-C9AE-4B75-BB66-0C3C783A14A5}"/>
              </a:ext>
            </a:extLst>
          </p:cNvPr>
          <p:cNvSpPr>
            <a:spLocks xmlns:a="http://schemas.openxmlformats.org/drawingml/2006/main" noGrp="1"/>
          </p:cNvSpPr>
          <p:nvPr/>
        </p:nvSpPr>
        <p:spPr>
          <a:xfrm xmlns:a="http://schemas.openxmlformats.org/drawingml/2006/main">
            <a:off x="4528985" y="1209246"/>
            <a:ext cx="41669" cy="32716"/>
          </a:xfrm>
          <a:custGeom xmlns:a="http://schemas.openxmlformats.org/drawingml/2006/main">
            <a:pathLst>
              <a:path w="41669" h="32716">
                <a:moveTo>
                  <a:pt x="0" y="0"/>
                </a:moveTo>
                <a:lnTo>
                  <a:pt x="41669" y="32716"/>
                </a:lnTo>
              </a:path>
            </a:pathLst>
          </a:custGeom>
          <a:noFill xmlns:a="http://schemas.openxmlformats.org/drawingml/2006/main"/>
          <a:ln xmlns:a="http://schemas.openxmlformats.org/drawingml/2006/main" w="9631">
            <a:solidFill>
              <a:srgbClr val="A7A9A8"/>
            </a:solidFill>
          </a:ln>
        </p:spPr>
      </p:sp>
      <p:sp>
        <p:nvSpPr>
          <p:cNvPr id="80" name="R1|73">
            <a:extLst xmlns:a="http://schemas.openxmlformats.org/drawingml/2006/main">
              <a:ext uri="{FF2B5EF4-FFF2-40B4-BE49-F238E27FC236}">
                <a16:creationId xmlns:a16="http://schemas.microsoft.com/office/drawing/2014/main" id="{A9804D1E-ECC5-4502-9676-4BAAA22E2AE2}"/>
              </a:ext>
            </a:extLst>
          </p:cNvPr>
          <p:cNvSpPr>
            <a:spLocks xmlns:a="http://schemas.openxmlformats.org/drawingml/2006/main" noGrp="1"/>
          </p:cNvSpPr>
          <p:nvPr/>
        </p:nvSpPr>
        <p:spPr>
          <a:xfrm xmlns:a="http://schemas.openxmlformats.org/drawingml/2006/main">
            <a:off x="4600959" y="1265756"/>
            <a:ext cx="41669" cy="32716"/>
          </a:xfrm>
          <a:custGeom xmlns:a="http://schemas.openxmlformats.org/drawingml/2006/main">
            <a:pathLst>
              <a:path w="41669" h="32716">
                <a:moveTo>
                  <a:pt x="0" y="0"/>
                </a:moveTo>
                <a:lnTo>
                  <a:pt x="41669" y="32716"/>
                </a:lnTo>
              </a:path>
            </a:pathLst>
          </a:custGeom>
          <a:noFill xmlns:a="http://schemas.openxmlformats.org/drawingml/2006/main"/>
          <a:ln xmlns:a="http://schemas.openxmlformats.org/drawingml/2006/main" w="9631">
            <a:solidFill>
              <a:srgbClr val="A7A9A8"/>
            </a:solidFill>
          </a:ln>
        </p:spPr>
      </p:sp>
      <p:sp>
        <p:nvSpPr>
          <p:cNvPr id="81" name="R1|74">
            <a:extLst xmlns:a="http://schemas.openxmlformats.org/drawingml/2006/main">
              <a:ext uri="{FF2B5EF4-FFF2-40B4-BE49-F238E27FC236}">
                <a16:creationId xmlns:a16="http://schemas.microsoft.com/office/drawing/2014/main" id="{9006442F-963E-42E9-94C7-E69120FD64C0}"/>
              </a:ext>
            </a:extLst>
          </p:cNvPr>
          <p:cNvSpPr>
            <a:spLocks xmlns:a="http://schemas.openxmlformats.org/drawingml/2006/main" noGrp="1"/>
          </p:cNvSpPr>
          <p:nvPr/>
        </p:nvSpPr>
        <p:spPr>
          <a:xfrm xmlns:a="http://schemas.openxmlformats.org/drawingml/2006/main">
            <a:off x="4672933" y="1322266"/>
            <a:ext cx="41669" cy="32716"/>
          </a:xfrm>
          <a:custGeom xmlns:a="http://schemas.openxmlformats.org/drawingml/2006/main">
            <a:pathLst>
              <a:path w="41669" h="32716">
                <a:moveTo>
                  <a:pt x="0" y="0"/>
                </a:moveTo>
                <a:lnTo>
                  <a:pt x="41669" y="32716"/>
                </a:lnTo>
              </a:path>
            </a:pathLst>
          </a:custGeom>
          <a:noFill xmlns:a="http://schemas.openxmlformats.org/drawingml/2006/main"/>
          <a:ln xmlns:a="http://schemas.openxmlformats.org/drawingml/2006/main" w="9631">
            <a:solidFill>
              <a:srgbClr val="A7A9A8"/>
            </a:solidFill>
          </a:ln>
        </p:spPr>
      </p:sp>
      <p:sp>
        <p:nvSpPr>
          <p:cNvPr id="82" name="R1|75">
            <a:extLst xmlns:a="http://schemas.openxmlformats.org/drawingml/2006/main">
              <a:ext uri="{FF2B5EF4-FFF2-40B4-BE49-F238E27FC236}">
                <a16:creationId xmlns:a16="http://schemas.microsoft.com/office/drawing/2014/main" id="{478BE0CC-0883-4357-ADF2-8495CC3A6A64}"/>
              </a:ext>
            </a:extLst>
          </p:cNvPr>
          <p:cNvSpPr>
            <a:spLocks xmlns:a="http://schemas.openxmlformats.org/drawingml/2006/main" noGrp="1"/>
          </p:cNvSpPr>
          <p:nvPr/>
        </p:nvSpPr>
        <p:spPr>
          <a:xfrm xmlns:a="http://schemas.openxmlformats.org/drawingml/2006/main">
            <a:off x="4744908" y="1378775"/>
            <a:ext cx="41669" cy="32716"/>
          </a:xfrm>
          <a:custGeom xmlns:a="http://schemas.openxmlformats.org/drawingml/2006/main">
            <a:pathLst>
              <a:path w="41669" h="32716">
                <a:moveTo>
                  <a:pt x="0" y="0"/>
                </a:moveTo>
                <a:lnTo>
                  <a:pt x="41669" y="32716"/>
                </a:lnTo>
              </a:path>
            </a:pathLst>
          </a:custGeom>
          <a:noFill xmlns:a="http://schemas.openxmlformats.org/drawingml/2006/main"/>
          <a:ln xmlns:a="http://schemas.openxmlformats.org/drawingml/2006/main" w="9631">
            <a:solidFill>
              <a:srgbClr val="A7A9A8"/>
            </a:solidFill>
          </a:ln>
        </p:spPr>
      </p:sp>
      <p:sp>
        <p:nvSpPr>
          <p:cNvPr id="83" name="R1|76">
            <a:extLst xmlns:a="http://schemas.openxmlformats.org/drawingml/2006/main">
              <a:ext uri="{FF2B5EF4-FFF2-40B4-BE49-F238E27FC236}">
                <a16:creationId xmlns:a16="http://schemas.microsoft.com/office/drawing/2014/main" id="{2F2023B1-3908-42F9-8325-39A83CAA11F5}"/>
              </a:ext>
            </a:extLst>
          </p:cNvPr>
          <p:cNvSpPr>
            <a:spLocks xmlns:a="http://schemas.openxmlformats.org/drawingml/2006/main" noGrp="1"/>
          </p:cNvSpPr>
          <p:nvPr/>
        </p:nvSpPr>
        <p:spPr>
          <a:xfrm xmlns:a="http://schemas.openxmlformats.org/drawingml/2006/main">
            <a:off x="4816882" y="1435285"/>
            <a:ext cx="41669" cy="32716"/>
          </a:xfrm>
          <a:custGeom xmlns:a="http://schemas.openxmlformats.org/drawingml/2006/main">
            <a:pathLst>
              <a:path w="41669" h="32716">
                <a:moveTo>
                  <a:pt x="0" y="0"/>
                </a:moveTo>
                <a:lnTo>
                  <a:pt x="41669" y="32716"/>
                </a:lnTo>
              </a:path>
            </a:pathLst>
          </a:custGeom>
          <a:noFill xmlns:a="http://schemas.openxmlformats.org/drawingml/2006/main"/>
          <a:ln xmlns:a="http://schemas.openxmlformats.org/drawingml/2006/main" w="9631">
            <a:solidFill>
              <a:srgbClr val="A7A9A8"/>
            </a:solidFill>
          </a:ln>
        </p:spPr>
      </p:sp>
      <p:sp>
        <p:nvSpPr>
          <p:cNvPr id="84" name="R1|77">
            <a:extLst xmlns:a="http://schemas.openxmlformats.org/drawingml/2006/main">
              <a:ext uri="{FF2B5EF4-FFF2-40B4-BE49-F238E27FC236}">
                <a16:creationId xmlns:a16="http://schemas.microsoft.com/office/drawing/2014/main" id="{0FAF8492-4F4B-41B8-9A60-33C45EBDE650}"/>
              </a:ext>
            </a:extLst>
          </p:cNvPr>
          <p:cNvSpPr>
            <a:spLocks xmlns:a="http://schemas.openxmlformats.org/drawingml/2006/main" noGrp="1"/>
          </p:cNvSpPr>
          <p:nvPr/>
        </p:nvSpPr>
        <p:spPr>
          <a:xfrm xmlns:a="http://schemas.openxmlformats.org/drawingml/2006/main">
            <a:off x="4888856" y="1491794"/>
            <a:ext cx="41669" cy="32716"/>
          </a:xfrm>
          <a:custGeom xmlns:a="http://schemas.openxmlformats.org/drawingml/2006/main">
            <a:pathLst>
              <a:path w="41669" h="32716">
                <a:moveTo>
                  <a:pt x="0" y="0"/>
                </a:moveTo>
                <a:lnTo>
                  <a:pt x="41669" y="32716"/>
                </a:lnTo>
              </a:path>
            </a:pathLst>
          </a:custGeom>
          <a:noFill xmlns:a="http://schemas.openxmlformats.org/drawingml/2006/main"/>
          <a:ln xmlns:a="http://schemas.openxmlformats.org/drawingml/2006/main" w="9631">
            <a:solidFill>
              <a:srgbClr val="A7A9A8"/>
            </a:solidFill>
          </a:ln>
        </p:spPr>
      </p:sp>
      <p:sp>
        <p:nvSpPr>
          <p:cNvPr id="85" name="R1|78">
            <a:extLst xmlns:a="http://schemas.openxmlformats.org/drawingml/2006/main">
              <a:ext uri="{FF2B5EF4-FFF2-40B4-BE49-F238E27FC236}">
                <a16:creationId xmlns:a16="http://schemas.microsoft.com/office/drawing/2014/main" id="{EB18A8A0-5433-4AE4-856F-8D1EF00BA027}"/>
              </a:ext>
            </a:extLst>
          </p:cNvPr>
          <p:cNvSpPr>
            <a:spLocks xmlns:a="http://schemas.openxmlformats.org/drawingml/2006/main" noGrp="1"/>
          </p:cNvSpPr>
          <p:nvPr/>
        </p:nvSpPr>
        <p:spPr>
          <a:xfrm xmlns:a="http://schemas.openxmlformats.org/drawingml/2006/main">
            <a:off x="3809241" y="644151"/>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86" name="R1|79">
            <a:extLst xmlns:a="http://schemas.openxmlformats.org/drawingml/2006/main">
              <a:ext uri="{FF2B5EF4-FFF2-40B4-BE49-F238E27FC236}">
                <a16:creationId xmlns:a16="http://schemas.microsoft.com/office/drawing/2014/main" id="{4C020A2D-5816-4600-ACB2-6D7486940B30}"/>
              </a:ext>
            </a:extLst>
          </p:cNvPr>
          <p:cNvSpPr>
            <a:spLocks xmlns:a="http://schemas.openxmlformats.org/drawingml/2006/main" noGrp="1"/>
          </p:cNvSpPr>
          <p:nvPr/>
        </p:nvSpPr>
        <p:spPr>
          <a:xfrm xmlns:a="http://schemas.openxmlformats.org/drawingml/2006/main">
            <a:off x="3857825" y="721711"/>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87" name="R1|80">
            <a:extLst xmlns:a="http://schemas.openxmlformats.org/drawingml/2006/main">
              <a:ext uri="{FF2B5EF4-FFF2-40B4-BE49-F238E27FC236}">
                <a16:creationId xmlns:a16="http://schemas.microsoft.com/office/drawing/2014/main" id="{1C91933B-9629-46EB-A303-D5D7469DEA59}"/>
              </a:ext>
            </a:extLst>
          </p:cNvPr>
          <p:cNvSpPr>
            <a:spLocks xmlns:a="http://schemas.openxmlformats.org/drawingml/2006/main" noGrp="1"/>
          </p:cNvSpPr>
          <p:nvPr/>
        </p:nvSpPr>
        <p:spPr>
          <a:xfrm xmlns:a="http://schemas.openxmlformats.org/drawingml/2006/main">
            <a:off x="3906410" y="799271"/>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88" name="R1|81">
            <a:extLst xmlns:a="http://schemas.openxmlformats.org/drawingml/2006/main">
              <a:ext uri="{FF2B5EF4-FFF2-40B4-BE49-F238E27FC236}">
                <a16:creationId xmlns:a16="http://schemas.microsoft.com/office/drawing/2014/main" id="{6369B492-BC8B-49B2-A387-219D7868A8FD}"/>
              </a:ext>
            </a:extLst>
          </p:cNvPr>
          <p:cNvSpPr>
            <a:spLocks xmlns:a="http://schemas.openxmlformats.org/drawingml/2006/main" noGrp="1"/>
          </p:cNvSpPr>
          <p:nvPr/>
        </p:nvSpPr>
        <p:spPr>
          <a:xfrm xmlns:a="http://schemas.openxmlformats.org/drawingml/2006/main">
            <a:off x="3954994" y="876831"/>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89" name="R1|82">
            <a:extLst xmlns:a="http://schemas.openxmlformats.org/drawingml/2006/main">
              <a:ext uri="{FF2B5EF4-FFF2-40B4-BE49-F238E27FC236}">
                <a16:creationId xmlns:a16="http://schemas.microsoft.com/office/drawing/2014/main" id="{F10E577E-B6FF-4CCB-9728-A406EBA03C8D}"/>
              </a:ext>
            </a:extLst>
          </p:cNvPr>
          <p:cNvSpPr>
            <a:spLocks xmlns:a="http://schemas.openxmlformats.org/drawingml/2006/main" noGrp="1"/>
          </p:cNvSpPr>
          <p:nvPr/>
        </p:nvSpPr>
        <p:spPr>
          <a:xfrm xmlns:a="http://schemas.openxmlformats.org/drawingml/2006/main">
            <a:off x="4003578" y="954391"/>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90" name="R1|83">
            <a:extLst xmlns:a="http://schemas.openxmlformats.org/drawingml/2006/main">
              <a:ext uri="{FF2B5EF4-FFF2-40B4-BE49-F238E27FC236}">
                <a16:creationId xmlns:a16="http://schemas.microsoft.com/office/drawing/2014/main" id="{2335BD7E-EC27-49E6-ACA0-25D10630237B}"/>
              </a:ext>
            </a:extLst>
          </p:cNvPr>
          <p:cNvSpPr>
            <a:spLocks xmlns:a="http://schemas.openxmlformats.org/drawingml/2006/main" noGrp="1"/>
          </p:cNvSpPr>
          <p:nvPr/>
        </p:nvSpPr>
        <p:spPr>
          <a:xfrm xmlns:a="http://schemas.openxmlformats.org/drawingml/2006/main">
            <a:off x="4052162" y="1031951"/>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91" name="R1|84">
            <a:extLst xmlns:a="http://schemas.openxmlformats.org/drawingml/2006/main">
              <a:ext uri="{FF2B5EF4-FFF2-40B4-BE49-F238E27FC236}">
                <a16:creationId xmlns:a16="http://schemas.microsoft.com/office/drawing/2014/main" id="{775CE138-78E1-453D-8F70-49378570CF1D}"/>
              </a:ext>
            </a:extLst>
          </p:cNvPr>
          <p:cNvSpPr>
            <a:spLocks xmlns:a="http://schemas.openxmlformats.org/drawingml/2006/main" noGrp="1"/>
          </p:cNvSpPr>
          <p:nvPr/>
        </p:nvSpPr>
        <p:spPr>
          <a:xfrm xmlns:a="http://schemas.openxmlformats.org/drawingml/2006/main">
            <a:off x="4100746" y="1109511"/>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92" name="R1|85">
            <a:extLst xmlns:a="http://schemas.openxmlformats.org/drawingml/2006/main">
              <a:ext uri="{FF2B5EF4-FFF2-40B4-BE49-F238E27FC236}">
                <a16:creationId xmlns:a16="http://schemas.microsoft.com/office/drawing/2014/main" id="{2F884924-69E0-48AB-95D6-D403CCA8B9B4}"/>
              </a:ext>
            </a:extLst>
          </p:cNvPr>
          <p:cNvSpPr>
            <a:spLocks xmlns:a="http://schemas.openxmlformats.org/drawingml/2006/main" noGrp="1"/>
          </p:cNvSpPr>
          <p:nvPr/>
        </p:nvSpPr>
        <p:spPr>
          <a:xfrm xmlns:a="http://schemas.openxmlformats.org/drawingml/2006/main">
            <a:off x="4149330" y="1187071"/>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93" name="R1|86">
            <a:extLst xmlns:a="http://schemas.openxmlformats.org/drawingml/2006/main">
              <a:ext uri="{FF2B5EF4-FFF2-40B4-BE49-F238E27FC236}">
                <a16:creationId xmlns:a16="http://schemas.microsoft.com/office/drawing/2014/main" id="{934CAE9F-0A17-4F5A-8E17-555EF03DE62F}"/>
              </a:ext>
            </a:extLst>
          </p:cNvPr>
          <p:cNvSpPr>
            <a:spLocks xmlns:a="http://schemas.openxmlformats.org/drawingml/2006/main" noGrp="1"/>
          </p:cNvSpPr>
          <p:nvPr/>
        </p:nvSpPr>
        <p:spPr>
          <a:xfrm xmlns:a="http://schemas.openxmlformats.org/drawingml/2006/main">
            <a:off x="4197914" y="1264631"/>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94" name="R1|87">
            <a:extLst xmlns:a="http://schemas.openxmlformats.org/drawingml/2006/main">
              <a:ext uri="{FF2B5EF4-FFF2-40B4-BE49-F238E27FC236}">
                <a16:creationId xmlns:a16="http://schemas.microsoft.com/office/drawing/2014/main" id="{7092D847-87AD-4C95-A0C9-AFC9E239E082}"/>
              </a:ext>
            </a:extLst>
          </p:cNvPr>
          <p:cNvSpPr>
            <a:spLocks xmlns:a="http://schemas.openxmlformats.org/drawingml/2006/main" noGrp="1"/>
          </p:cNvSpPr>
          <p:nvPr/>
        </p:nvSpPr>
        <p:spPr>
          <a:xfrm xmlns:a="http://schemas.openxmlformats.org/drawingml/2006/main">
            <a:off x="4246499" y="1342191"/>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95" name="R1|88">
            <a:extLst xmlns:a="http://schemas.openxmlformats.org/drawingml/2006/main">
              <a:ext uri="{FF2B5EF4-FFF2-40B4-BE49-F238E27FC236}">
                <a16:creationId xmlns:a16="http://schemas.microsoft.com/office/drawing/2014/main" id="{B39ACB41-6EFF-4F21-85E6-9CCAFA210F7F}"/>
              </a:ext>
            </a:extLst>
          </p:cNvPr>
          <p:cNvSpPr>
            <a:spLocks xmlns:a="http://schemas.openxmlformats.org/drawingml/2006/main" noGrp="1"/>
          </p:cNvSpPr>
          <p:nvPr/>
        </p:nvSpPr>
        <p:spPr>
          <a:xfrm xmlns:a="http://schemas.openxmlformats.org/drawingml/2006/main">
            <a:off x="4295083" y="1419750"/>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96" name="R1|89">
            <a:extLst xmlns:a="http://schemas.openxmlformats.org/drawingml/2006/main">
              <a:ext uri="{FF2B5EF4-FFF2-40B4-BE49-F238E27FC236}">
                <a16:creationId xmlns:a16="http://schemas.microsoft.com/office/drawing/2014/main" id="{27359855-9E36-4AF9-BEAE-3F906AF67FA7}"/>
              </a:ext>
            </a:extLst>
          </p:cNvPr>
          <p:cNvSpPr>
            <a:spLocks xmlns:a="http://schemas.openxmlformats.org/drawingml/2006/main" noGrp="1"/>
          </p:cNvSpPr>
          <p:nvPr/>
        </p:nvSpPr>
        <p:spPr>
          <a:xfrm xmlns:a="http://schemas.openxmlformats.org/drawingml/2006/main">
            <a:off x="4343667" y="1497310"/>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97" name="R1|90">
            <a:extLst xmlns:a="http://schemas.openxmlformats.org/drawingml/2006/main">
              <a:ext uri="{FF2B5EF4-FFF2-40B4-BE49-F238E27FC236}">
                <a16:creationId xmlns:a16="http://schemas.microsoft.com/office/drawing/2014/main" id="{8B6F12CA-BADF-47B7-99EA-4C748FEC314B}"/>
              </a:ext>
            </a:extLst>
          </p:cNvPr>
          <p:cNvSpPr>
            <a:spLocks xmlns:a="http://schemas.openxmlformats.org/drawingml/2006/main" noGrp="1"/>
          </p:cNvSpPr>
          <p:nvPr/>
        </p:nvSpPr>
        <p:spPr>
          <a:xfrm xmlns:a="http://schemas.openxmlformats.org/drawingml/2006/main">
            <a:off x="4392251" y="1574870"/>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98" name="R1|91">
            <a:extLst xmlns:a="http://schemas.openxmlformats.org/drawingml/2006/main">
              <a:ext uri="{FF2B5EF4-FFF2-40B4-BE49-F238E27FC236}">
                <a16:creationId xmlns:a16="http://schemas.microsoft.com/office/drawing/2014/main" id="{8B9CC45C-ABA6-4364-B776-65E5B5AFE363}"/>
              </a:ext>
            </a:extLst>
          </p:cNvPr>
          <p:cNvSpPr>
            <a:spLocks xmlns:a="http://schemas.openxmlformats.org/drawingml/2006/main" noGrp="1"/>
          </p:cNvSpPr>
          <p:nvPr/>
        </p:nvSpPr>
        <p:spPr>
          <a:xfrm xmlns:a="http://schemas.openxmlformats.org/drawingml/2006/main">
            <a:off x="4440835" y="1652430"/>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99" name="R1|92">
            <a:extLst xmlns:a="http://schemas.openxmlformats.org/drawingml/2006/main">
              <a:ext uri="{FF2B5EF4-FFF2-40B4-BE49-F238E27FC236}">
                <a16:creationId xmlns:a16="http://schemas.microsoft.com/office/drawing/2014/main" id="{31CE2ABD-954A-461D-B5E5-49E0E1F1BECE}"/>
              </a:ext>
            </a:extLst>
          </p:cNvPr>
          <p:cNvSpPr>
            <a:spLocks xmlns:a="http://schemas.openxmlformats.org/drawingml/2006/main" noGrp="1"/>
          </p:cNvSpPr>
          <p:nvPr/>
        </p:nvSpPr>
        <p:spPr>
          <a:xfrm xmlns:a="http://schemas.openxmlformats.org/drawingml/2006/main">
            <a:off x="4489419" y="1729990"/>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100" name="R1|93">
            <a:extLst xmlns:a="http://schemas.openxmlformats.org/drawingml/2006/main">
              <a:ext uri="{FF2B5EF4-FFF2-40B4-BE49-F238E27FC236}">
                <a16:creationId xmlns:a16="http://schemas.microsoft.com/office/drawing/2014/main" id="{09D6C328-FA30-4C35-9BC3-F14799BA1560}"/>
              </a:ext>
            </a:extLst>
          </p:cNvPr>
          <p:cNvSpPr>
            <a:spLocks xmlns:a="http://schemas.openxmlformats.org/drawingml/2006/main" noGrp="1"/>
          </p:cNvSpPr>
          <p:nvPr/>
        </p:nvSpPr>
        <p:spPr>
          <a:xfrm xmlns:a="http://schemas.openxmlformats.org/drawingml/2006/main">
            <a:off x="4538004" y="1807550"/>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101" name="R1|94">
            <a:extLst xmlns:a="http://schemas.openxmlformats.org/drawingml/2006/main">
              <a:ext uri="{FF2B5EF4-FFF2-40B4-BE49-F238E27FC236}">
                <a16:creationId xmlns:a16="http://schemas.microsoft.com/office/drawing/2014/main" id="{F23FF416-ECB8-4642-952E-BBE67D90E991}"/>
              </a:ext>
            </a:extLst>
          </p:cNvPr>
          <p:cNvSpPr>
            <a:spLocks xmlns:a="http://schemas.openxmlformats.org/drawingml/2006/main" noGrp="1"/>
          </p:cNvSpPr>
          <p:nvPr/>
        </p:nvSpPr>
        <p:spPr>
          <a:xfrm xmlns:a="http://schemas.openxmlformats.org/drawingml/2006/main">
            <a:off x="4586588" y="1885110"/>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102" name="R1|95">
            <a:extLst xmlns:a="http://schemas.openxmlformats.org/drawingml/2006/main">
              <a:ext uri="{FF2B5EF4-FFF2-40B4-BE49-F238E27FC236}">
                <a16:creationId xmlns:a16="http://schemas.microsoft.com/office/drawing/2014/main" id="{606D3115-3900-479E-8E77-65E6C1243FD2}"/>
              </a:ext>
            </a:extLst>
          </p:cNvPr>
          <p:cNvSpPr>
            <a:spLocks xmlns:a="http://schemas.openxmlformats.org/drawingml/2006/main" noGrp="1"/>
          </p:cNvSpPr>
          <p:nvPr/>
        </p:nvSpPr>
        <p:spPr>
          <a:xfrm xmlns:a="http://schemas.openxmlformats.org/drawingml/2006/main">
            <a:off x="4635172" y="1962670"/>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103" name="R1|96">
            <a:extLst xmlns:a="http://schemas.openxmlformats.org/drawingml/2006/main">
              <a:ext uri="{FF2B5EF4-FFF2-40B4-BE49-F238E27FC236}">
                <a16:creationId xmlns:a16="http://schemas.microsoft.com/office/drawing/2014/main" id="{7A14885A-C977-4FDF-AD6D-D0E251DF1F85}"/>
              </a:ext>
            </a:extLst>
          </p:cNvPr>
          <p:cNvSpPr>
            <a:spLocks xmlns:a="http://schemas.openxmlformats.org/drawingml/2006/main" noGrp="1"/>
          </p:cNvSpPr>
          <p:nvPr/>
        </p:nvSpPr>
        <p:spPr>
          <a:xfrm xmlns:a="http://schemas.openxmlformats.org/drawingml/2006/main">
            <a:off x="4683756" y="2040230"/>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104" name="R1|97">
            <a:extLst xmlns:a="http://schemas.openxmlformats.org/drawingml/2006/main">
              <a:ext uri="{FF2B5EF4-FFF2-40B4-BE49-F238E27FC236}">
                <a16:creationId xmlns:a16="http://schemas.microsoft.com/office/drawing/2014/main" id="{36323104-F562-4FD2-B8D3-8205554AC1DC}"/>
              </a:ext>
            </a:extLst>
          </p:cNvPr>
          <p:cNvSpPr>
            <a:spLocks xmlns:a="http://schemas.openxmlformats.org/drawingml/2006/main" noGrp="1"/>
          </p:cNvSpPr>
          <p:nvPr/>
        </p:nvSpPr>
        <p:spPr>
          <a:xfrm xmlns:a="http://schemas.openxmlformats.org/drawingml/2006/main">
            <a:off x="4732340" y="2117790"/>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105" name="R1|98">
            <a:extLst xmlns:a="http://schemas.openxmlformats.org/drawingml/2006/main">
              <a:ext uri="{FF2B5EF4-FFF2-40B4-BE49-F238E27FC236}">
                <a16:creationId xmlns:a16="http://schemas.microsoft.com/office/drawing/2014/main" id="{BD243199-4DC5-46B2-8978-A036E69797EA}"/>
              </a:ext>
            </a:extLst>
          </p:cNvPr>
          <p:cNvSpPr>
            <a:spLocks xmlns:a="http://schemas.openxmlformats.org/drawingml/2006/main" noGrp="1"/>
          </p:cNvSpPr>
          <p:nvPr/>
        </p:nvSpPr>
        <p:spPr>
          <a:xfrm xmlns:a="http://schemas.openxmlformats.org/drawingml/2006/main">
            <a:off x="4780924" y="2195349"/>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106" name="R1|99">
            <a:extLst xmlns:a="http://schemas.openxmlformats.org/drawingml/2006/main">
              <a:ext uri="{FF2B5EF4-FFF2-40B4-BE49-F238E27FC236}">
                <a16:creationId xmlns:a16="http://schemas.microsoft.com/office/drawing/2014/main" id="{8D5F72F1-CA61-41EC-946B-67598962B9A9}"/>
              </a:ext>
            </a:extLst>
          </p:cNvPr>
          <p:cNvSpPr>
            <a:spLocks xmlns:a="http://schemas.openxmlformats.org/drawingml/2006/main" noGrp="1"/>
          </p:cNvSpPr>
          <p:nvPr/>
        </p:nvSpPr>
        <p:spPr>
          <a:xfrm xmlns:a="http://schemas.openxmlformats.org/drawingml/2006/main">
            <a:off x="4829509" y="2272909"/>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107" name="R1|100">
            <a:extLst xmlns:a="http://schemas.openxmlformats.org/drawingml/2006/main">
              <a:ext uri="{FF2B5EF4-FFF2-40B4-BE49-F238E27FC236}">
                <a16:creationId xmlns:a16="http://schemas.microsoft.com/office/drawing/2014/main" id="{4E2598B0-C137-4886-A4E6-E02179DF55AC}"/>
              </a:ext>
            </a:extLst>
          </p:cNvPr>
          <p:cNvSpPr>
            <a:spLocks xmlns:a="http://schemas.openxmlformats.org/drawingml/2006/main" noGrp="1"/>
          </p:cNvSpPr>
          <p:nvPr/>
        </p:nvSpPr>
        <p:spPr>
          <a:xfrm xmlns:a="http://schemas.openxmlformats.org/drawingml/2006/main">
            <a:off x="4878093" y="2350469"/>
            <a:ext cx="28128" cy="44903"/>
          </a:xfrm>
          <a:custGeom xmlns:a="http://schemas.openxmlformats.org/drawingml/2006/main">
            <a:pathLst>
              <a:path w="28128" h="44903">
                <a:moveTo>
                  <a:pt x="0" y="0"/>
                </a:moveTo>
                <a:lnTo>
                  <a:pt x="28128" y="44903"/>
                </a:lnTo>
              </a:path>
            </a:pathLst>
          </a:custGeom>
          <a:noFill xmlns:a="http://schemas.openxmlformats.org/drawingml/2006/main"/>
          <a:ln xmlns:a="http://schemas.openxmlformats.org/drawingml/2006/main" w="9631">
            <a:solidFill>
              <a:srgbClr val="A7A9A8"/>
            </a:solidFill>
          </a:ln>
        </p:spPr>
      </p:sp>
      <p:sp>
        <p:nvSpPr>
          <p:cNvPr id="108" name="R1|101">
            <a:extLst xmlns:a="http://schemas.openxmlformats.org/drawingml/2006/main">
              <a:ext uri="{FF2B5EF4-FFF2-40B4-BE49-F238E27FC236}">
                <a16:creationId xmlns:a16="http://schemas.microsoft.com/office/drawing/2014/main" id="{0C6DCEBD-B285-46DB-8EB1-D53C207531BE}"/>
              </a:ext>
            </a:extLst>
          </p:cNvPr>
          <p:cNvSpPr>
            <a:spLocks xmlns:a="http://schemas.openxmlformats.org/drawingml/2006/main" noGrp="1"/>
          </p:cNvSpPr>
          <p:nvPr/>
        </p:nvSpPr>
        <p:spPr>
          <a:xfrm xmlns:a="http://schemas.openxmlformats.org/drawingml/2006/main">
            <a:off x="4926677" y="2428029"/>
            <a:ext cx="14190" cy="22653"/>
          </a:xfrm>
          <a:custGeom xmlns:a="http://schemas.openxmlformats.org/drawingml/2006/main">
            <a:pathLst>
              <a:path w="14190" h="22653">
                <a:moveTo>
                  <a:pt x="0" y="0"/>
                </a:moveTo>
                <a:lnTo>
                  <a:pt x="14190" y="22653"/>
                </a:lnTo>
              </a:path>
            </a:pathLst>
          </a:custGeom>
          <a:noFill xmlns:a="http://schemas.openxmlformats.org/drawingml/2006/main"/>
          <a:ln xmlns:a="http://schemas.openxmlformats.org/drawingml/2006/main" w="9631">
            <a:solidFill>
              <a:srgbClr val="A7A9A8"/>
            </a:solidFill>
          </a:ln>
        </p:spPr>
      </p:sp>
      <p:sp>
        <p:nvSpPr>
          <p:cNvPr id="109" name="R1|102">
            <a:extLst xmlns:a="http://schemas.openxmlformats.org/drawingml/2006/main">
              <a:ext uri="{FF2B5EF4-FFF2-40B4-BE49-F238E27FC236}">
                <a16:creationId xmlns:a16="http://schemas.microsoft.com/office/drawing/2014/main" id="{BA4DB816-912E-4A62-BE69-3A33AB29D2E3}"/>
              </a:ext>
            </a:extLst>
          </p:cNvPr>
          <p:cNvSpPr>
            <a:spLocks xmlns:a="http://schemas.openxmlformats.org/drawingml/2006/main" noGrp="1"/>
          </p:cNvSpPr>
          <p:nvPr/>
        </p:nvSpPr>
        <p:spPr>
          <a:xfrm xmlns:a="http://schemas.openxmlformats.org/drawingml/2006/main">
            <a:off x="3809241" y="1086336"/>
            <a:ext cx="48934" cy="20287"/>
          </a:xfrm>
          <a:custGeom xmlns:a="http://schemas.openxmlformats.org/drawingml/2006/main">
            <a:pathLst>
              <a:path w="48934" h="20287">
                <a:moveTo>
                  <a:pt x="0" y="20287"/>
                </a:moveTo>
                <a:lnTo>
                  <a:pt x="48934" y="0"/>
                </a:lnTo>
              </a:path>
            </a:pathLst>
          </a:custGeom>
          <a:noFill xmlns:a="http://schemas.openxmlformats.org/drawingml/2006/main"/>
          <a:ln xmlns:a="http://schemas.openxmlformats.org/drawingml/2006/main" w="9631">
            <a:solidFill>
              <a:srgbClr val="A7A9A8"/>
            </a:solidFill>
          </a:ln>
        </p:spPr>
      </p:sp>
      <p:sp>
        <p:nvSpPr>
          <p:cNvPr id="110" name="R1|103">
            <a:extLst xmlns:a="http://schemas.openxmlformats.org/drawingml/2006/main">
              <a:ext uri="{FF2B5EF4-FFF2-40B4-BE49-F238E27FC236}">
                <a16:creationId xmlns:a16="http://schemas.microsoft.com/office/drawing/2014/main" id="{0133CE2C-8F23-4035-87B6-D65CA7E71C91}"/>
              </a:ext>
            </a:extLst>
          </p:cNvPr>
          <p:cNvSpPr>
            <a:spLocks xmlns:a="http://schemas.openxmlformats.org/drawingml/2006/main" noGrp="1"/>
          </p:cNvSpPr>
          <p:nvPr/>
        </p:nvSpPr>
        <p:spPr>
          <a:xfrm xmlns:a="http://schemas.openxmlformats.org/drawingml/2006/main">
            <a:off x="3893764" y="1051294"/>
            <a:ext cx="48934" cy="20287"/>
          </a:xfrm>
          <a:custGeom xmlns:a="http://schemas.openxmlformats.org/drawingml/2006/main">
            <a:pathLst>
              <a:path w="48934" h="20287">
                <a:moveTo>
                  <a:pt x="0" y="20287"/>
                </a:moveTo>
                <a:lnTo>
                  <a:pt x="48934" y="0"/>
                </a:lnTo>
              </a:path>
            </a:pathLst>
          </a:custGeom>
          <a:noFill xmlns:a="http://schemas.openxmlformats.org/drawingml/2006/main"/>
          <a:ln xmlns:a="http://schemas.openxmlformats.org/drawingml/2006/main" w="9631">
            <a:solidFill>
              <a:srgbClr val="A7A9A8"/>
            </a:solidFill>
          </a:ln>
        </p:spPr>
      </p:sp>
      <p:sp>
        <p:nvSpPr>
          <p:cNvPr id="111" name="R1|104">
            <a:extLst xmlns:a="http://schemas.openxmlformats.org/drawingml/2006/main">
              <a:ext uri="{FF2B5EF4-FFF2-40B4-BE49-F238E27FC236}">
                <a16:creationId xmlns:a16="http://schemas.microsoft.com/office/drawing/2014/main" id="{96BF83E6-30A4-41E6-9D31-9D9E92EB8528}"/>
              </a:ext>
            </a:extLst>
          </p:cNvPr>
          <p:cNvSpPr>
            <a:spLocks xmlns:a="http://schemas.openxmlformats.org/drawingml/2006/main" noGrp="1"/>
          </p:cNvSpPr>
          <p:nvPr/>
        </p:nvSpPr>
        <p:spPr>
          <a:xfrm xmlns:a="http://schemas.openxmlformats.org/drawingml/2006/main">
            <a:off x="3978287" y="1016252"/>
            <a:ext cx="48934" cy="20287"/>
          </a:xfrm>
          <a:custGeom xmlns:a="http://schemas.openxmlformats.org/drawingml/2006/main">
            <a:pathLst>
              <a:path w="48934" h="20287">
                <a:moveTo>
                  <a:pt x="0" y="20287"/>
                </a:moveTo>
                <a:lnTo>
                  <a:pt x="48934" y="0"/>
                </a:lnTo>
              </a:path>
            </a:pathLst>
          </a:custGeom>
          <a:noFill xmlns:a="http://schemas.openxmlformats.org/drawingml/2006/main"/>
          <a:ln xmlns:a="http://schemas.openxmlformats.org/drawingml/2006/main" w="9631">
            <a:solidFill>
              <a:srgbClr val="A7A9A8"/>
            </a:solidFill>
          </a:ln>
        </p:spPr>
      </p:sp>
      <p:sp>
        <p:nvSpPr>
          <p:cNvPr id="112" name="R1|105">
            <a:extLst xmlns:a="http://schemas.openxmlformats.org/drawingml/2006/main">
              <a:ext uri="{FF2B5EF4-FFF2-40B4-BE49-F238E27FC236}">
                <a16:creationId xmlns:a16="http://schemas.microsoft.com/office/drawing/2014/main" id="{E81F3AB8-9CB3-4E20-9C1B-7B467AA220D8}"/>
              </a:ext>
            </a:extLst>
          </p:cNvPr>
          <p:cNvSpPr>
            <a:spLocks xmlns:a="http://schemas.openxmlformats.org/drawingml/2006/main" noGrp="1"/>
          </p:cNvSpPr>
          <p:nvPr/>
        </p:nvSpPr>
        <p:spPr>
          <a:xfrm xmlns:a="http://schemas.openxmlformats.org/drawingml/2006/main">
            <a:off x="4062809" y="981210"/>
            <a:ext cx="48934" cy="20287"/>
          </a:xfrm>
          <a:custGeom xmlns:a="http://schemas.openxmlformats.org/drawingml/2006/main">
            <a:pathLst>
              <a:path w="48934" h="20287">
                <a:moveTo>
                  <a:pt x="0" y="20287"/>
                </a:moveTo>
                <a:lnTo>
                  <a:pt x="48934" y="0"/>
                </a:lnTo>
              </a:path>
            </a:pathLst>
          </a:custGeom>
          <a:noFill xmlns:a="http://schemas.openxmlformats.org/drawingml/2006/main"/>
          <a:ln xmlns:a="http://schemas.openxmlformats.org/drawingml/2006/main" w="9631">
            <a:solidFill>
              <a:srgbClr val="A7A9A8"/>
            </a:solidFill>
          </a:ln>
        </p:spPr>
      </p:sp>
      <p:sp>
        <p:nvSpPr>
          <p:cNvPr id="113" name="R1|106">
            <a:extLst xmlns:a="http://schemas.openxmlformats.org/drawingml/2006/main">
              <a:ext uri="{FF2B5EF4-FFF2-40B4-BE49-F238E27FC236}">
                <a16:creationId xmlns:a16="http://schemas.microsoft.com/office/drawing/2014/main" id="{03D7AC71-A136-4EFD-AE62-039F02CDE01B}"/>
              </a:ext>
            </a:extLst>
          </p:cNvPr>
          <p:cNvSpPr>
            <a:spLocks xmlns:a="http://schemas.openxmlformats.org/drawingml/2006/main" noGrp="1"/>
          </p:cNvSpPr>
          <p:nvPr/>
        </p:nvSpPr>
        <p:spPr>
          <a:xfrm xmlns:a="http://schemas.openxmlformats.org/drawingml/2006/main">
            <a:off x="4147332" y="946169"/>
            <a:ext cx="48934" cy="20287"/>
          </a:xfrm>
          <a:custGeom xmlns:a="http://schemas.openxmlformats.org/drawingml/2006/main">
            <a:pathLst>
              <a:path w="48934" h="20287">
                <a:moveTo>
                  <a:pt x="0" y="20287"/>
                </a:moveTo>
                <a:lnTo>
                  <a:pt x="48934" y="0"/>
                </a:lnTo>
              </a:path>
            </a:pathLst>
          </a:custGeom>
          <a:noFill xmlns:a="http://schemas.openxmlformats.org/drawingml/2006/main"/>
          <a:ln xmlns:a="http://schemas.openxmlformats.org/drawingml/2006/main" w="9631">
            <a:solidFill>
              <a:srgbClr val="A7A9A8"/>
            </a:solidFill>
          </a:ln>
        </p:spPr>
      </p:sp>
      <p:sp>
        <p:nvSpPr>
          <p:cNvPr id="114" name="R1|107">
            <a:extLst xmlns:a="http://schemas.openxmlformats.org/drawingml/2006/main">
              <a:ext uri="{FF2B5EF4-FFF2-40B4-BE49-F238E27FC236}">
                <a16:creationId xmlns:a16="http://schemas.microsoft.com/office/drawing/2014/main" id="{C7565278-C7C8-4C10-8D58-757BC5DAC5CD}"/>
              </a:ext>
            </a:extLst>
          </p:cNvPr>
          <p:cNvSpPr>
            <a:spLocks xmlns:a="http://schemas.openxmlformats.org/drawingml/2006/main" noGrp="1"/>
          </p:cNvSpPr>
          <p:nvPr/>
        </p:nvSpPr>
        <p:spPr>
          <a:xfrm xmlns:a="http://schemas.openxmlformats.org/drawingml/2006/main">
            <a:off x="4231854" y="911127"/>
            <a:ext cx="48934" cy="20287"/>
          </a:xfrm>
          <a:custGeom xmlns:a="http://schemas.openxmlformats.org/drawingml/2006/main">
            <a:pathLst>
              <a:path w="48934" h="20287">
                <a:moveTo>
                  <a:pt x="0" y="20287"/>
                </a:moveTo>
                <a:lnTo>
                  <a:pt x="48934" y="0"/>
                </a:lnTo>
              </a:path>
            </a:pathLst>
          </a:custGeom>
          <a:noFill xmlns:a="http://schemas.openxmlformats.org/drawingml/2006/main"/>
          <a:ln xmlns:a="http://schemas.openxmlformats.org/drawingml/2006/main" w="9631">
            <a:solidFill>
              <a:srgbClr val="A7A9A8"/>
            </a:solidFill>
          </a:ln>
        </p:spPr>
      </p:sp>
      <p:sp>
        <p:nvSpPr>
          <p:cNvPr id="115" name="R1|108">
            <a:extLst xmlns:a="http://schemas.openxmlformats.org/drawingml/2006/main">
              <a:ext uri="{FF2B5EF4-FFF2-40B4-BE49-F238E27FC236}">
                <a16:creationId xmlns:a16="http://schemas.microsoft.com/office/drawing/2014/main" id="{BC283F48-6DB1-4035-9707-3A9C416768D4}"/>
              </a:ext>
            </a:extLst>
          </p:cNvPr>
          <p:cNvSpPr>
            <a:spLocks xmlns:a="http://schemas.openxmlformats.org/drawingml/2006/main" noGrp="1"/>
          </p:cNvSpPr>
          <p:nvPr/>
        </p:nvSpPr>
        <p:spPr>
          <a:xfrm xmlns:a="http://schemas.openxmlformats.org/drawingml/2006/main">
            <a:off x="4316377" y="876085"/>
            <a:ext cx="48934" cy="20287"/>
          </a:xfrm>
          <a:custGeom xmlns:a="http://schemas.openxmlformats.org/drawingml/2006/main">
            <a:pathLst>
              <a:path w="48934" h="20287">
                <a:moveTo>
                  <a:pt x="0" y="20287"/>
                </a:moveTo>
                <a:lnTo>
                  <a:pt x="48934" y="0"/>
                </a:lnTo>
              </a:path>
            </a:pathLst>
          </a:custGeom>
          <a:noFill xmlns:a="http://schemas.openxmlformats.org/drawingml/2006/main"/>
          <a:ln xmlns:a="http://schemas.openxmlformats.org/drawingml/2006/main" w="9631">
            <a:solidFill>
              <a:srgbClr val="A7A9A8"/>
            </a:solidFill>
          </a:ln>
        </p:spPr>
      </p:sp>
      <p:sp>
        <p:nvSpPr>
          <p:cNvPr id="116" name="R1|109">
            <a:extLst xmlns:a="http://schemas.openxmlformats.org/drawingml/2006/main">
              <a:ext uri="{FF2B5EF4-FFF2-40B4-BE49-F238E27FC236}">
                <a16:creationId xmlns:a16="http://schemas.microsoft.com/office/drawing/2014/main" id="{E5BF58BD-8B44-46BE-BB21-DB8DBDA6E780}"/>
              </a:ext>
            </a:extLst>
          </p:cNvPr>
          <p:cNvSpPr>
            <a:spLocks xmlns:a="http://schemas.openxmlformats.org/drawingml/2006/main" noGrp="1"/>
          </p:cNvSpPr>
          <p:nvPr/>
        </p:nvSpPr>
        <p:spPr>
          <a:xfrm xmlns:a="http://schemas.openxmlformats.org/drawingml/2006/main">
            <a:off x="4400900" y="841043"/>
            <a:ext cx="48934" cy="20287"/>
          </a:xfrm>
          <a:custGeom xmlns:a="http://schemas.openxmlformats.org/drawingml/2006/main">
            <a:pathLst>
              <a:path w="48934" h="20287">
                <a:moveTo>
                  <a:pt x="0" y="20287"/>
                </a:moveTo>
                <a:lnTo>
                  <a:pt x="48934" y="0"/>
                </a:lnTo>
              </a:path>
            </a:pathLst>
          </a:custGeom>
          <a:noFill xmlns:a="http://schemas.openxmlformats.org/drawingml/2006/main"/>
          <a:ln xmlns:a="http://schemas.openxmlformats.org/drawingml/2006/main" w="9631">
            <a:solidFill>
              <a:srgbClr val="A7A9A8"/>
            </a:solidFill>
          </a:ln>
        </p:spPr>
      </p:sp>
      <p:sp>
        <p:nvSpPr>
          <p:cNvPr id="117" name="R1|110">
            <a:extLst xmlns:a="http://schemas.openxmlformats.org/drawingml/2006/main">
              <a:ext uri="{FF2B5EF4-FFF2-40B4-BE49-F238E27FC236}">
                <a16:creationId xmlns:a16="http://schemas.microsoft.com/office/drawing/2014/main" id="{41FD021B-FC93-4942-90EA-83317F217A2C}"/>
              </a:ext>
            </a:extLst>
          </p:cNvPr>
          <p:cNvSpPr>
            <a:spLocks xmlns:a="http://schemas.openxmlformats.org/drawingml/2006/main" noGrp="1"/>
          </p:cNvSpPr>
          <p:nvPr/>
        </p:nvSpPr>
        <p:spPr>
          <a:xfrm xmlns:a="http://schemas.openxmlformats.org/drawingml/2006/main">
            <a:off x="4485422" y="806001"/>
            <a:ext cx="48934" cy="20287"/>
          </a:xfrm>
          <a:custGeom xmlns:a="http://schemas.openxmlformats.org/drawingml/2006/main">
            <a:pathLst>
              <a:path w="48934" h="20287">
                <a:moveTo>
                  <a:pt x="0" y="20287"/>
                </a:moveTo>
                <a:lnTo>
                  <a:pt x="48934" y="0"/>
                </a:lnTo>
              </a:path>
            </a:pathLst>
          </a:custGeom>
          <a:noFill xmlns:a="http://schemas.openxmlformats.org/drawingml/2006/main"/>
          <a:ln xmlns:a="http://schemas.openxmlformats.org/drawingml/2006/main" w="9631">
            <a:solidFill>
              <a:srgbClr val="A7A9A8"/>
            </a:solidFill>
          </a:ln>
        </p:spPr>
      </p:sp>
      <p:sp>
        <p:nvSpPr>
          <p:cNvPr id="118" name="R1|111">
            <a:extLst xmlns:a="http://schemas.openxmlformats.org/drawingml/2006/main">
              <a:ext uri="{FF2B5EF4-FFF2-40B4-BE49-F238E27FC236}">
                <a16:creationId xmlns:a16="http://schemas.microsoft.com/office/drawing/2014/main" id="{5CA7BA6A-E023-4D61-B0D0-465898097392}"/>
              </a:ext>
            </a:extLst>
          </p:cNvPr>
          <p:cNvSpPr>
            <a:spLocks xmlns:a="http://schemas.openxmlformats.org/drawingml/2006/main" noGrp="1"/>
          </p:cNvSpPr>
          <p:nvPr/>
        </p:nvSpPr>
        <p:spPr>
          <a:xfrm xmlns:a="http://schemas.openxmlformats.org/drawingml/2006/main">
            <a:off x="4569945" y="770959"/>
            <a:ext cx="48934" cy="20287"/>
          </a:xfrm>
          <a:custGeom xmlns:a="http://schemas.openxmlformats.org/drawingml/2006/main">
            <a:pathLst>
              <a:path w="48934" h="20287">
                <a:moveTo>
                  <a:pt x="0" y="20287"/>
                </a:moveTo>
                <a:lnTo>
                  <a:pt x="48934" y="0"/>
                </a:lnTo>
              </a:path>
            </a:pathLst>
          </a:custGeom>
          <a:noFill xmlns:a="http://schemas.openxmlformats.org/drawingml/2006/main"/>
          <a:ln xmlns:a="http://schemas.openxmlformats.org/drawingml/2006/main" w="9631">
            <a:solidFill>
              <a:srgbClr val="A7A9A8"/>
            </a:solidFill>
          </a:ln>
        </p:spPr>
      </p:sp>
      <p:sp>
        <p:nvSpPr>
          <p:cNvPr id="119" name="R1|112">
            <a:extLst xmlns:a="http://schemas.openxmlformats.org/drawingml/2006/main">
              <a:ext uri="{FF2B5EF4-FFF2-40B4-BE49-F238E27FC236}">
                <a16:creationId xmlns:a16="http://schemas.microsoft.com/office/drawing/2014/main" id="{7832C929-206D-4697-9308-92947F70F476}"/>
              </a:ext>
            </a:extLst>
          </p:cNvPr>
          <p:cNvSpPr>
            <a:spLocks xmlns:a="http://schemas.openxmlformats.org/drawingml/2006/main" noGrp="1"/>
          </p:cNvSpPr>
          <p:nvPr/>
        </p:nvSpPr>
        <p:spPr>
          <a:xfrm xmlns:a="http://schemas.openxmlformats.org/drawingml/2006/main">
            <a:off x="4654468" y="735917"/>
            <a:ext cx="48934" cy="20287"/>
          </a:xfrm>
          <a:custGeom xmlns:a="http://schemas.openxmlformats.org/drawingml/2006/main">
            <a:pathLst>
              <a:path w="48934" h="20287">
                <a:moveTo>
                  <a:pt x="0" y="20287"/>
                </a:moveTo>
                <a:lnTo>
                  <a:pt x="48934" y="0"/>
                </a:lnTo>
              </a:path>
            </a:pathLst>
          </a:custGeom>
          <a:noFill xmlns:a="http://schemas.openxmlformats.org/drawingml/2006/main"/>
          <a:ln xmlns:a="http://schemas.openxmlformats.org/drawingml/2006/main" w="9631">
            <a:solidFill>
              <a:srgbClr val="A7A9A8"/>
            </a:solidFill>
          </a:ln>
        </p:spPr>
      </p:sp>
      <p:sp>
        <p:nvSpPr>
          <p:cNvPr id="120" name="R1|113">
            <a:extLst xmlns:a="http://schemas.openxmlformats.org/drawingml/2006/main">
              <a:ext uri="{FF2B5EF4-FFF2-40B4-BE49-F238E27FC236}">
                <a16:creationId xmlns:a16="http://schemas.microsoft.com/office/drawing/2014/main" id="{B552641B-2B3C-411A-BB16-8BDF40788CC4}"/>
              </a:ext>
            </a:extLst>
          </p:cNvPr>
          <p:cNvSpPr>
            <a:spLocks xmlns:a="http://schemas.openxmlformats.org/drawingml/2006/main" noGrp="1"/>
          </p:cNvSpPr>
          <p:nvPr/>
        </p:nvSpPr>
        <p:spPr>
          <a:xfrm xmlns:a="http://schemas.openxmlformats.org/drawingml/2006/main">
            <a:off x="4738990" y="700876"/>
            <a:ext cx="48934" cy="20287"/>
          </a:xfrm>
          <a:custGeom xmlns:a="http://schemas.openxmlformats.org/drawingml/2006/main">
            <a:pathLst>
              <a:path w="48934" h="20287">
                <a:moveTo>
                  <a:pt x="0" y="20287"/>
                </a:moveTo>
                <a:lnTo>
                  <a:pt x="48934" y="0"/>
                </a:lnTo>
              </a:path>
            </a:pathLst>
          </a:custGeom>
          <a:noFill xmlns:a="http://schemas.openxmlformats.org/drawingml/2006/main"/>
          <a:ln xmlns:a="http://schemas.openxmlformats.org/drawingml/2006/main" w="9631">
            <a:solidFill>
              <a:srgbClr val="A7A9A8"/>
            </a:solidFill>
          </a:ln>
        </p:spPr>
      </p:sp>
      <p:sp>
        <p:nvSpPr>
          <p:cNvPr id="121" name="R1|114">
            <a:extLst xmlns:a="http://schemas.openxmlformats.org/drawingml/2006/main">
              <a:ext uri="{FF2B5EF4-FFF2-40B4-BE49-F238E27FC236}">
                <a16:creationId xmlns:a16="http://schemas.microsoft.com/office/drawing/2014/main" id="{CE673D53-7683-403F-A705-2086D99C70EF}"/>
              </a:ext>
            </a:extLst>
          </p:cNvPr>
          <p:cNvSpPr>
            <a:spLocks xmlns:a="http://schemas.openxmlformats.org/drawingml/2006/main" noGrp="1"/>
          </p:cNvSpPr>
          <p:nvPr/>
        </p:nvSpPr>
        <p:spPr>
          <a:xfrm xmlns:a="http://schemas.openxmlformats.org/drawingml/2006/main">
            <a:off x="4823513" y="665834"/>
            <a:ext cx="48934" cy="20287"/>
          </a:xfrm>
          <a:custGeom xmlns:a="http://schemas.openxmlformats.org/drawingml/2006/main">
            <a:pathLst>
              <a:path w="48934" h="20287">
                <a:moveTo>
                  <a:pt x="0" y="20287"/>
                </a:moveTo>
                <a:lnTo>
                  <a:pt x="48934" y="0"/>
                </a:lnTo>
              </a:path>
            </a:pathLst>
          </a:custGeom>
          <a:noFill xmlns:a="http://schemas.openxmlformats.org/drawingml/2006/main"/>
          <a:ln xmlns:a="http://schemas.openxmlformats.org/drawingml/2006/main" w="9631">
            <a:solidFill>
              <a:srgbClr val="A7A9A8"/>
            </a:solidFill>
          </a:ln>
        </p:spPr>
      </p:sp>
      <p:sp>
        <p:nvSpPr>
          <p:cNvPr id="122" name="R1|115">
            <a:extLst xmlns:a="http://schemas.openxmlformats.org/drawingml/2006/main">
              <a:ext uri="{FF2B5EF4-FFF2-40B4-BE49-F238E27FC236}">
                <a16:creationId xmlns:a16="http://schemas.microsoft.com/office/drawing/2014/main" id="{899A2171-47BC-494E-B33E-09F17673735C}"/>
              </a:ext>
            </a:extLst>
          </p:cNvPr>
          <p:cNvSpPr>
            <a:spLocks xmlns:a="http://schemas.openxmlformats.org/drawingml/2006/main" noGrp="1"/>
          </p:cNvSpPr>
          <p:nvPr/>
        </p:nvSpPr>
        <p:spPr>
          <a:xfrm xmlns:a="http://schemas.openxmlformats.org/drawingml/2006/main">
            <a:off x="3809241" y="1106623"/>
            <a:ext cx="49519" cy="18813"/>
          </a:xfrm>
          <a:custGeom xmlns:a="http://schemas.openxmlformats.org/drawingml/2006/main">
            <a:pathLst>
              <a:path w="49519" h="18813">
                <a:moveTo>
                  <a:pt x="0" y="0"/>
                </a:moveTo>
                <a:lnTo>
                  <a:pt x="49519" y="18813"/>
                </a:lnTo>
              </a:path>
            </a:pathLst>
          </a:custGeom>
          <a:noFill xmlns:a="http://schemas.openxmlformats.org/drawingml/2006/main"/>
          <a:ln xmlns:a="http://schemas.openxmlformats.org/drawingml/2006/main" w="9631">
            <a:solidFill>
              <a:srgbClr val="A7A9A8"/>
            </a:solidFill>
          </a:ln>
        </p:spPr>
      </p:sp>
      <p:sp>
        <p:nvSpPr>
          <p:cNvPr id="123" name="R1|116">
            <a:extLst xmlns:a="http://schemas.openxmlformats.org/drawingml/2006/main">
              <a:ext uri="{FF2B5EF4-FFF2-40B4-BE49-F238E27FC236}">
                <a16:creationId xmlns:a16="http://schemas.microsoft.com/office/drawing/2014/main" id="{11D39A52-9764-4EB4-A13B-38E7E2EBF51B}"/>
              </a:ext>
            </a:extLst>
          </p:cNvPr>
          <p:cNvSpPr>
            <a:spLocks xmlns:a="http://schemas.openxmlformats.org/drawingml/2006/main" noGrp="1"/>
          </p:cNvSpPr>
          <p:nvPr/>
        </p:nvSpPr>
        <p:spPr>
          <a:xfrm xmlns:a="http://schemas.openxmlformats.org/drawingml/2006/main">
            <a:off x="3894775" y="1139118"/>
            <a:ext cx="49519" cy="18813"/>
          </a:xfrm>
          <a:custGeom xmlns:a="http://schemas.openxmlformats.org/drawingml/2006/main">
            <a:pathLst>
              <a:path w="49519" h="18813">
                <a:moveTo>
                  <a:pt x="0" y="0"/>
                </a:moveTo>
                <a:lnTo>
                  <a:pt x="49519" y="18813"/>
                </a:lnTo>
              </a:path>
            </a:pathLst>
          </a:custGeom>
          <a:noFill xmlns:a="http://schemas.openxmlformats.org/drawingml/2006/main"/>
          <a:ln xmlns:a="http://schemas.openxmlformats.org/drawingml/2006/main" w="9631">
            <a:solidFill>
              <a:srgbClr val="A7A9A8"/>
            </a:solidFill>
          </a:ln>
        </p:spPr>
      </p:sp>
      <p:sp>
        <p:nvSpPr>
          <p:cNvPr id="124" name="R1|117">
            <a:extLst xmlns:a="http://schemas.openxmlformats.org/drawingml/2006/main">
              <a:ext uri="{FF2B5EF4-FFF2-40B4-BE49-F238E27FC236}">
                <a16:creationId xmlns:a16="http://schemas.microsoft.com/office/drawing/2014/main" id="{D35A7A7C-5D28-4D4D-8244-2A61D35A9F16}"/>
              </a:ext>
            </a:extLst>
          </p:cNvPr>
          <p:cNvSpPr>
            <a:spLocks xmlns:a="http://schemas.openxmlformats.org/drawingml/2006/main" noGrp="1"/>
          </p:cNvSpPr>
          <p:nvPr/>
        </p:nvSpPr>
        <p:spPr>
          <a:xfrm xmlns:a="http://schemas.openxmlformats.org/drawingml/2006/main">
            <a:off x="3980308" y="1171612"/>
            <a:ext cx="49519" cy="18813"/>
          </a:xfrm>
          <a:custGeom xmlns:a="http://schemas.openxmlformats.org/drawingml/2006/main">
            <a:pathLst>
              <a:path w="49519" h="18813">
                <a:moveTo>
                  <a:pt x="0" y="0"/>
                </a:moveTo>
                <a:lnTo>
                  <a:pt x="49519" y="18813"/>
                </a:lnTo>
              </a:path>
            </a:pathLst>
          </a:custGeom>
          <a:noFill xmlns:a="http://schemas.openxmlformats.org/drawingml/2006/main"/>
          <a:ln xmlns:a="http://schemas.openxmlformats.org/drawingml/2006/main" w="9631">
            <a:solidFill>
              <a:srgbClr val="A7A9A8"/>
            </a:solidFill>
          </a:ln>
        </p:spPr>
      </p:sp>
      <p:sp>
        <p:nvSpPr>
          <p:cNvPr id="125" name="R1|118">
            <a:extLst xmlns:a="http://schemas.openxmlformats.org/drawingml/2006/main">
              <a:ext uri="{FF2B5EF4-FFF2-40B4-BE49-F238E27FC236}">
                <a16:creationId xmlns:a16="http://schemas.microsoft.com/office/drawing/2014/main" id="{46036EA8-91C4-4E92-96F3-836041906A95}"/>
              </a:ext>
            </a:extLst>
          </p:cNvPr>
          <p:cNvSpPr>
            <a:spLocks xmlns:a="http://schemas.openxmlformats.org/drawingml/2006/main" noGrp="1"/>
          </p:cNvSpPr>
          <p:nvPr/>
        </p:nvSpPr>
        <p:spPr>
          <a:xfrm xmlns:a="http://schemas.openxmlformats.org/drawingml/2006/main">
            <a:off x="4065842" y="1204107"/>
            <a:ext cx="49519" cy="18813"/>
          </a:xfrm>
          <a:custGeom xmlns:a="http://schemas.openxmlformats.org/drawingml/2006/main">
            <a:pathLst>
              <a:path w="49519" h="18813">
                <a:moveTo>
                  <a:pt x="0" y="0"/>
                </a:moveTo>
                <a:lnTo>
                  <a:pt x="49519" y="18813"/>
                </a:lnTo>
              </a:path>
            </a:pathLst>
          </a:custGeom>
          <a:noFill xmlns:a="http://schemas.openxmlformats.org/drawingml/2006/main"/>
          <a:ln xmlns:a="http://schemas.openxmlformats.org/drawingml/2006/main" w="9631">
            <a:solidFill>
              <a:srgbClr val="A7A9A8"/>
            </a:solidFill>
          </a:ln>
        </p:spPr>
      </p:sp>
      <p:sp>
        <p:nvSpPr>
          <p:cNvPr id="126" name="R1|119">
            <a:extLst xmlns:a="http://schemas.openxmlformats.org/drawingml/2006/main">
              <a:ext uri="{FF2B5EF4-FFF2-40B4-BE49-F238E27FC236}">
                <a16:creationId xmlns:a16="http://schemas.microsoft.com/office/drawing/2014/main" id="{44F60812-A989-4895-815B-28508C0E039E}"/>
              </a:ext>
            </a:extLst>
          </p:cNvPr>
          <p:cNvSpPr>
            <a:spLocks xmlns:a="http://schemas.openxmlformats.org/drawingml/2006/main" noGrp="1"/>
          </p:cNvSpPr>
          <p:nvPr/>
        </p:nvSpPr>
        <p:spPr>
          <a:xfrm xmlns:a="http://schemas.openxmlformats.org/drawingml/2006/main">
            <a:off x="4151375" y="1236601"/>
            <a:ext cx="49519" cy="18813"/>
          </a:xfrm>
          <a:custGeom xmlns:a="http://schemas.openxmlformats.org/drawingml/2006/main">
            <a:pathLst>
              <a:path w="49519" h="18813">
                <a:moveTo>
                  <a:pt x="0" y="0"/>
                </a:moveTo>
                <a:lnTo>
                  <a:pt x="49519" y="18813"/>
                </a:lnTo>
              </a:path>
            </a:pathLst>
          </a:custGeom>
          <a:noFill xmlns:a="http://schemas.openxmlformats.org/drawingml/2006/main"/>
          <a:ln xmlns:a="http://schemas.openxmlformats.org/drawingml/2006/main" w="9631">
            <a:solidFill>
              <a:srgbClr val="A7A9A8"/>
            </a:solidFill>
          </a:ln>
        </p:spPr>
      </p:sp>
      <p:sp>
        <p:nvSpPr>
          <p:cNvPr id="127" name="R1|120">
            <a:extLst xmlns:a="http://schemas.openxmlformats.org/drawingml/2006/main">
              <a:ext uri="{FF2B5EF4-FFF2-40B4-BE49-F238E27FC236}">
                <a16:creationId xmlns:a16="http://schemas.microsoft.com/office/drawing/2014/main" id="{E5E367BB-7A99-4815-BA55-D89A90743E8C}"/>
              </a:ext>
            </a:extLst>
          </p:cNvPr>
          <p:cNvSpPr>
            <a:spLocks xmlns:a="http://schemas.openxmlformats.org/drawingml/2006/main" noGrp="1"/>
          </p:cNvSpPr>
          <p:nvPr/>
        </p:nvSpPr>
        <p:spPr>
          <a:xfrm xmlns:a="http://schemas.openxmlformats.org/drawingml/2006/main">
            <a:off x="4236909" y="1269096"/>
            <a:ext cx="49519" cy="18813"/>
          </a:xfrm>
          <a:custGeom xmlns:a="http://schemas.openxmlformats.org/drawingml/2006/main">
            <a:pathLst>
              <a:path w="49519" h="18813">
                <a:moveTo>
                  <a:pt x="0" y="0"/>
                </a:moveTo>
                <a:lnTo>
                  <a:pt x="49519" y="18813"/>
                </a:lnTo>
              </a:path>
            </a:pathLst>
          </a:custGeom>
          <a:noFill xmlns:a="http://schemas.openxmlformats.org/drawingml/2006/main"/>
          <a:ln xmlns:a="http://schemas.openxmlformats.org/drawingml/2006/main" w="9631">
            <a:solidFill>
              <a:srgbClr val="A7A9A8"/>
            </a:solidFill>
          </a:ln>
        </p:spPr>
      </p:sp>
      <p:sp>
        <p:nvSpPr>
          <p:cNvPr id="128" name="R1|121">
            <a:extLst xmlns:a="http://schemas.openxmlformats.org/drawingml/2006/main">
              <a:ext uri="{FF2B5EF4-FFF2-40B4-BE49-F238E27FC236}">
                <a16:creationId xmlns:a16="http://schemas.microsoft.com/office/drawing/2014/main" id="{A44D4CF2-A35A-41AC-8B6A-84CD9703B43D}"/>
              </a:ext>
            </a:extLst>
          </p:cNvPr>
          <p:cNvSpPr>
            <a:spLocks xmlns:a="http://schemas.openxmlformats.org/drawingml/2006/main" noGrp="1"/>
          </p:cNvSpPr>
          <p:nvPr/>
        </p:nvSpPr>
        <p:spPr>
          <a:xfrm xmlns:a="http://schemas.openxmlformats.org/drawingml/2006/main">
            <a:off x="4322442" y="1301590"/>
            <a:ext cx="49519" cy="18813"/>
          </a:xfrm>
          <a:custGeom xmlns:a="http://schemas.openxmlformats.org/drawingml/2006/main">
            <a:pathLst>
              <a:path w="49519" h="18813">
                <a:moveTo>
                  <a:pt x="0" y="0"/>
                </a:moveTo>
                <a:lnTo>
                  <a:pt x="49519" y="18813"/>
                </a:lnTo>
              </a:path>
            </a:pathLst>
          </a:custGeom>
          <a:noFill xmlns:a="http://schemas.openxmlformats.org/drawingml/2006/main"/>
          <a:ln xmlns:a="http://schemas.openxmlformats.org/drawingml/2006/main" w="9631">
            <a:solidFill>
              <a:srgbClr val="A7A9A8"/>
            </a:solidFill>
          </a:ln>
        </p:spPr>
      </p:sp>
      <p:sp>
        <p:nvSpPr>
          <p:cNvPr id="129" name="R1|122">
            <a:extLst xmlns:a="http://schemas.openxmlformats.org/drawingml/2006/main">
              <a:ext uri="{FF2B5EF4-FFF2-40B4-BE49-F238E27FC236}">
                <a16:creationId xmlns:a16="http://schemas.microsoft.com/office/drawing/2014/main" id="{2AF971BA-8FC3-45CD-85C8-502B6AB3953F}"/>
              </a:ext>
            </a:extLst>
          </p:cNvPr>
          <p:cNvSpPr>
            <a:spLocks xmlns:a="http://schemas.openxmlformats.org/drawingml/2006/main" noGrp="1"/>
          </p:cNvSpPr>
          <p:nvPr/>
        </p:nvSpPr>
        <p:spPr>
          <a:xfrm xmlns:a="http://schemas.openxmlformats.org/drawingml/2006/main">
            <a:off x="4407976" y="1334085"/>
            <a:ext cx="49519" cy="18813"/>
          </a:xfrm>
          <a:custGeom xmlns:a="http://schemas.openxmlformats.org/drawingml/2006/main">
            <a:pathLst>
              <a:path w="49519" h="18813">
                <a:moveTo>
                  <a:pt x="0" y="0"/>
                </a:moveTo>
                <a:lnTo>
                  <a:pt x="49519" y="18813"/>
                </a:lnTo>
              </a:path>
            </a:pathLst>
          </a:custGeom>
          <a:noFill xmlns:a="http://schemas.openxmlformats.org/drawingml/2006/main"/>
          <a:ln xmlns:a="http://schemas.openxmlformats.org/drawingml/2006/main" w="9631">
            <a:solidFill>
              <a:srgbClr val="A7A9A8"/>
            </a:solidFill>
          </a:ln>
        </p:spPr>
      </p:sp>
      <p:sp>
        <p:nvSpPr>
          <p:cNvPr id="130" name="R1|123">
            <a:extLst xmlns:a="http://schemas.openxmlformats.org/drawingml/2006/main">
              <a:ext uri="{FF2B5EF4-FFF2-40B4-BE49-F238E27FC236}">
                <a16:creationId xmlns:a16="http://schemas.microsoft.com/office/drawing/2014/main" id="{F8E8B84F-FA4B-4553-A0E1-24D224F251CE}"/>
              </a:ext>
            </a:extLst>
          </p:cNvPr>
          <p:cNvSpPr>
            <a:spLocks xmlns:a="http://schemas.openxmlformats.org/drawingml/2006/main" noGrp="1"/>
          </p:cNvSpPr>
          <p:nvPr/>
        </p:nvSpPr>
        <p:spPr>
          <a:xfrm xmlns:a="http://schemas.openxmlformats.org/drawingml/2006/main">
            <a:off x="4493509" y="1366579"/>
            <a:ext cx="49519" cy="18813"/>
          </a:xfrm>
          <a:custGeom xmlns:a="http://schemas.openxmlformats.org/drawingml/2006/main">
            <a:pathLst>
              <a:path w="49519" h="18813">
                <a:moveTo>
                  <a:pt x="0" y="0"/>
                </a:moveTo>
                <a:lnTo>
                  <a:pt x="49519" y="18813"/>
                </a:lnTo>
              </a:path>
            </a:pathLst>
          </a:custGeom>
          <a:noFill xmlns:a="http://schemas.openxmlformats.org/drawingml/2006/main"/>
          <a:ln xmlns:a="http://schemas.openxmlformats.org/drawingml/2006/main" w="9631">
            <a:solidFill>
              <a:srgbClr val="A7A9A8"/>
            </a:solidFill>
          </a:ln>
        </p:spPr>
      </p:sp>
      <p:sp>
        <p:nvSpPr>
          <p:cNvPr id="131" name="R1|124">
            <a:extLst xmlns:a="http://schemas.openxmlformats.org/drawingml/2006/main">
              <a:ext uri="{FF2B5EF4-FFF2-40B4-BE49-F238E27FC236}">
                <a16:creationId xmlns:a16="http://schemas.microsoft.com/office/drawing/2014/main" id="{DF6246AF-CBCB-4EDA-956B-947E228F6274}"/>
              </a:ext>
            </a:extLst>
          </p:cNvPr>
          <p:cNvSpPr>
            <a:spLocks xmlns:a="http://schemas.openxmlformats.org/drawingml/2006/main" noGrp="1"/>
          </p:cNvSpPr>
          <p:nvPr/>
        </p:nvSpPr>
        <p:spPr>
          <a:xfrm xmlns:a="http://schemas.openxmlformats.org/drawingml/2006/main">
            <a:off x="4579043" y="1399074"/>
            <a:ext cx="49519" cy="18813"/>
          </a:xfrm>
          <a:custGeom xmlns:a="http://schemas.openxmlformats.org/drawingml/2006/main">
            <a:pathLst>
              <a:path w="49519" h="18813">
                <a:moveTo>
                  <a:pt x="0" y="0"/>
                </a:moveTo>
                <a:lnTo>
                  <a:pt x="49519" y="18813"/>
                </a:lnTo>
              </a:path>
            </a:pathLst>
          </a:custGeom>
          <a:noFill xmlns:a="http://schemas.openxmlformats.org/drawingml/2006/main"/>
          <a:ln xmlns:a="http://schemas.openxmlformats.org/drawingml/2006/main" w="9631">
            <a:solidFill>
              <a:srgbClr val="A7A9A8"/>
            </a:solidFill>
          </a:ln>
        </p:spPr>
      </p:sp>
      <p:sp>
        <p:nvSpPr>
          <p:cNvPr id="132" name="R1|125">
            <a:extLst xmlns:a="http://schemas.openxmlformats.org/drawingml/2006/main">
              <a:ext uri="{FF2B5EF4-FFF2-40B4-BE49-F238E27FC236}">
                <a16:creationId xmlns:a16="http://schemas.microsoft.com/office/drawing/2014/main" id="{6BEF1349-FE9E-42FC-8EDB-5FA669AE47F6}"/>
              </a:ext>
            </a:extLst>
          </p:cNvPr>
          <p:cNvSpPr>
            <a:spLocks xmlns:a="http://schemas.openxmlformats.org/drawingml/2006/main" noGrp="1"/>
          </p:cNvSpPr>
          <p:nvPr/>
        </p:nvSpPr>
        <p:spPr>
          <a:xfrm xmlns:a="http://schemas.openxmlformats.org/drawingml/2006/main">
            <a:off x="4664576" y="1431568"/>
            <a:ext cx="49519" cy="18813"/>
          </a:xfrm>
          <a:custGeom xmlns:a="http://schemas.openxmlformats.org/drawingml/2006/main">
            <a:pathLst>
              <a:path w="49519" h="18813">
                <a:moveTo>
                  <a:pt x="0" y="0"/>
                </a:moveTo>
                <a:lnTo>
                  <a:pt x="49519" y="18813"/>
                </a:lnTo>
              </a:path>
            </a:pathLst>
          </a:custGeom>
          <a:noFill xmlns:a="http://schemas.openxmlformats.org/drawingml/2006/main"/>
          <a:ln xmlns:a="http://schemas.openxmlformats.org/drawingml/2006/main" w="9631">
            <a:solidFill>
              <a:srgbClr val="A7A9A8"/>
            </a:solidFill>
          </a:ln>
        </p:spPr>
      </p:sp>
      <p:sp>
        <p:nvSpPr>
          <p:cNvPr id="133" name="R1|126">
            <a:extLst xmlns:a="http://schemas.openxmlformats.org/drawingml/2006/main">
              <a:ext uri="{FF2B5EF4-FFF2-40B4-BE49-F238E27FC236}">
                <a16:creationId xmlns:a16="http://schemas.microsoft.com/office/drawing/2014/main" id="{CC3A311A-53DD-41D3-8355-6E913034CD71}"/>
              </a:ext>
            </a:extLst>
          </p:cNvPr>
          <p:cNvSpPr>
            <a:spLocks xmlns:a="http://schemas.openxmlformats.org/drawingml/2006/main" noGrp="1"/>
          </p:cNvSpPr>
          <p:nvPr/>
        </p:nvSpPr>
        <p:spPr>
          <a:xfrm xmlns:a="http://schemas.openxmlformats.org/drawingml/2006/main">
            <a:off x="4750110" y="1464063"/>
            <a:ext cx="49519" cy="18813"/>
          </a:xfrm>
          <a:custGeom xmlns:a="http://schemas.openxmlformats.org/drawingml/2006/main">
            <a:pathLst>
              <a:path w="49519" h="18813">
                <a:moveTo>
                  <a:pt x="0" y="0"/>
                </a:moveTo>
                <a:lnTo>
                  <a:pt x="49519" y="18813"/>
                </a:lnTo>
              </a:path>
            </a:pathLst>
          </a:custGeom>
          <a:noFill xmlns:a="http://schemas.openxmlformats.org/drawingml/2006/main"/>
          <a:ln xmlns:a="http://schemas.openxmlformats.org/drawingml/2006/main" w="9631">
            <a:solidFill>
              <a:srgbClr val="A7A9A8"/>
            </a:solidFill>
          </a:ln>
        </p:spPr>
      </p:sp>
      <p:sp>
        <p:nvSpPr>
          <p:cNvPr id="134" name="R1|127">
            <a:extLst xmlns:a="http://schemas.openxmlformats.org/drawingml/2006/main">
              <a:ext uri="{FF2B5EF4-FFF2-40B4-BE49-F238E27FC236}">
                <a16:creationId xmlns:a16="http://schemas.microsoft.com/office/drawing/2014/main" id="{B271BD98-C184-4E35-96BA-F9229A508AE9}"/>
              </a:ext>
            </a:extLst>
          </p:cNvPr>
          <p:cNvSpPr>
            <a:spLocks xmlns:a="http://schemas.openxmlformats.org/drawingml/2006/main" noGrp="1"/>
          </p:cNvSpPr>
          <p:nvPr/>
        </p:nvSpPr>
        <p:spPr>
          <a:xfrm xmlns:a="http://schemas.openxmlformats.org/drawingml/2006/main">
            <a:off x="4835643" y="1496557"/>
            <a:ext cx="49519" cy="18813"/>
          </a:xfrm>
          <a:custGeom xmlns:a="http://schemas.openxmlformats.org/drawingml/2006/main">
            <a:pathLst>
              <a:path w="49519" h="18813">
                <a:moveTo>
                  <a:pt x="0" y="0"/>
                </a:moveTo>
                <a:lnTo>
                  <a:pt x="49519" y="18813"/>
                </a:lnTo>
              </a:path>
            </a:pathLst>
          </a:custGeom>
          <a:noFill xmlns:a="http://schemas.openxmlformats.org/drawingml/2006/main"/>
          <a:ln xmlns:a="http://schemas.openxmlformats.org/drawingml/2006/main" w="9631">
            <a:solidFill>
              <a:srgbClr val="A7A9A8"/>
            </a:solidFill>
          </a:ln>
        </p:spPr>
      </p:sp>
      <p:sp>
        <p:nvSpPr>
          <p:cNvPr id="135" name="R1|128">
            <a:extLst xmlns:a="http://schemas.openxmlformats.org/drawingml/2006/main">
              <a:ext uri="{FF2B5EF4-FFF2-40B4-BE49-F238E27FC236}">
                <a16:creationId xmlns:a16="http://schemas.microsoft.com/office/drawing/2014/main" id="{F0D9F357-9568-4A0E-B269-D49E20A31C13}"/>
              </a:ext>
            </a:extLst>
          </p:cNvPr>
          <p:cNvSpPr>
            <a:spLocks xmlns:a="http://schemas.openxmlformats.org/drawingml/2006/main" noGrp="1"/>
          </p:cNvSpPr>
          <p:nvPr/>
        </p:nvSpPr>
        <p:spPr>
          <a:xfrm xmlns:a="http://schemas.openxmlformats.org/drawingml/2006/main">
            <a:off x="4921177" y="1529052"/>
            <a:ext cx="29321" cy="11139"/>
          </a:xfrm>
          <a:custGeom xmlns:a="http://schemas.openxmlformats.org/drawingml/2006/main">
            <a:pathLst>
              <a:path w="29321" h="11139">
                <a:moveTo>
                  <a:pt x="0" y="0"/>
                </a:moveTo>
                <a:lnTo>
                  <a:pt x="29321" y="11139"/>
                </a:lnTo>
              </a:path>
            </a:pathLst>
          </a:custGeom>
          <a:noFill xmlns:a="http://schemas.openxmlformats.org/drawingml/2006/main"/>
          <a:ln xmlns:a="http://schemas.openxmlformats.org/drawingml/2006/main" w="9631">
            <a:solidFill>
              <a:srgbClr val="A7A9A8"/>
            </a:solidFill>
          </a:ln>
        </p:spPr>
      </p:sp>
      <p:sp>
        <p:nvSpPr>
          <p:cNvPr id="136" name="R1|129">
            <a:extLst xmlns:a="http://schemas.openxmlformats.org/drawingml/2006/main">
              <a:ext uri="{FF2B5EF4-FFF2-40B4-BE49-F238E27FC236}">
                <a16:creationId xmlns:a16="http://schemas.microsoft.com/office/drawing/2014/main" id="{5AF66480-CF6C-4997-B8CB-54C6356BD956}"/>
              </a:ext>
            </a:extLst>
          </p:cNvPr>
          <p:cNvSpPr>
            <a:spLocks xmlns:a="http://schemas.openxmlformats.org/drawingml/2006/main" noGrp="1"/>
          </p:cNvSpPr>
          <p:nvPr/>
        </p:nvSpPr>
        <p:spPr>
          <a:xfrm xmlns:a="http://schemas.openxmlformats.org/drawingml/2006/main">
            <a:off x="3809241" y="1106623"/>
            <a:ext cx="34124" cy="40530"/>
          </a:xfrm>
          <a:custGeom xmlns:a="http://schemas.openxmlformats.org/drawingml/2006/main">
            <a:pathLst>
              <a:path w="34124" h="40530">
                <a:moveTo>
                  <a:pt x="0" y="0"/>
                </a:moveTo>
                <a:lnTo>
                  <a:pt x="34124" y="40530"/>
                </a:lnTo>
              </a:path>
            </a:pathLst>
          </a:custGeom>
          <a:noFill xmlns:a="http://schemas.openxmlformats.org/drawingml/2006/main"/>
          <a:ln xmlns:a="http://schemas.openxmlformats.org/drawingml/2006/main" w="9631">
            <a:solidFill>
              <a:srgbClr val="A7A9A8"/>
            </a:solidFill>
          </a:ln>
        </p:spPr>
      </p:sp>
      <p:sp>
        <p:nvSpPr>
          <p:cNvPr id="137" name="R1|130">
            <a:extLst xmlns:a="http://schemas.openxmlformats.org/drawingml/2006/main">
              <a:ext uri="{FF2B5EF4-FFF2-40B4-BE49-F238E27FC236}">
                <a16:creationId xmlns:a16="http://schemas.microsoft.com/office/drawing/2014/main" id="{5F06C5C5-B779-46F9-BFD2-A6CA637F7826}"/>
              </a:ext>
            </a:extLst>
          </p:cNvPr>
          <p:cNvSpPr>
            <a:spLocks xmlns:a="http://schemas.openxmlformats.org/drawingml/2006/main" noGrp="1"/>
          </p:cNvSpPr>
          <p:nvPr/>
        </p:nvSpPr>
        <p:spPr>
          <a:xfrm xmlns:a="http://schemas.openxmlformats.org/drawingml/2006/main">
            <a:off x="3868183" y="1176630"/>
            <a:ext cx="34124" cy="40530"/>
          </a:xfrm>
          <a:custGeom xmlns:a="http://schemas.openxmlformats.org/drawingml/2006/main">
            <a:pathLst>
              <a:path w="34124" h="40530">
                <a:moveTo>
                  <a:pt x="0" y="0"/>
                </a:moveTo>
                <a:lnTo>
                  <a:pt x="34124" y="40530"/>
                </a:lnTo>
              </a:path>
            </a:pathLst>
          </a:custGeom>
          <a:noFill xmlns:a="http://schemas.openxmlformats.org/drawingml/2006/main"/>
          <a:ln xmlns:a="http://schemas.openxmlformats.org/drawingml/2006/main" w="9631">
            <a:solidFill>
              <a:srgbClr val="A7A9A8"/>
            </a:solidFill>
          </a:ln>
        </p:spPr>
      </p:sp>
      <p:sp>
        <p:nvSpPr>
          <p:cNvPr id="138" name="R1|131">
            <a:extLst xmlns:a="http://schemas.openxmlformats.org/drawingml/2006/main">
              <a:ext uri="{FF2B5EF4-FFF2-40B4-BE49-F238E27FC236}">
                <a16:creationId xmlns:a16="http://schemas.microsoft.com/office/drawing/2014/main" id="{288D35FD-1466-495B-B5C1-6C123F786D61}"/>
              </a:ext>
            </a:extLst>
          </p:cNvPr>
          <p:cNvSpPr>
            <a:spLocks xmlns:a="http://schemas.openxmlformats.org/drawingml/2006/main" noGrp="1"/>
          </p:cNvSpPr>
          <p:nvPr/>
        </p:nvSpPr>
        <p:spPr>
          <a:xfrm xmlns:a="http://schemas.openxmlformats.org/drawingml/2006/main">
            <a:off x="3927125" y="1246636"/>
            <a:ext cx="34124" cy="40530"/>
          </a:xfrm>
          <a:custGeom xmlns:a="http://schemas.openxmlformats.org/drawingml/2006/main">
            <a:pathLst>
              <a:path w="34124" h="40530">
                <a:moveTo>
                  <a:pt x="0" y="0"/>
                </a:moveTo>
                <a:lnTo>
                  <a:pt x="34124" y="40530"/>
                </a:lnTo>
              </a:path>
            </a:pathLst>
          </a:custGeom>
          <a:noFill xmlns:a="http://schemas.openxmlformats.org/drawingml/2006/main"/>
          <a:ln xmlns:a="http://schemas.openxmlformats.org/drawingml/2006/main" w="9631">
            <a:solidFill>
              <a:srgbClr val="A7A9A8"/>
            </a:solidFill>
          </a:ln>
        </p:spPr>
      </p:sp>
      <p:sp>
        <p:nvSpPr>
          <p:cNvPr id="139" name="R1|132">
            <a:extLst xmlns:a="http://schemas.openxmlformats.org/drawingml/2006/main">
              <a:ext uri="{FF2B5EF4-FFF2-40B4-BE49-F238E27FC236}">
                <a16:creationId xmlns:a16="http://schemas.microsoft.com/office/drawing/2014/main" id="{E78EE835-2F4E-4094-B9DE-FE2FAA8DE957}"/>
              </a:ext>
            </a:extLst>
          </p:cNvPr>
          <p:cNvSpPr>
            <a:spLocks xmlns:a="http://schemas.openxmlformats.org/drawingml/2006/main" noGrp="1"/>
          </p:cNvSpPr>
          <p:nvPr/>
        </p:nvSpPr>
        <p:spPr>
          <a:xfrm xmlns:a="http://schemas.openxmlformats.org/drawingml/2006/main">
            <a:off x="3986066" y="1316643"/>
            <a:ext cx="34124" cy="40530"/>
          </a:xfrm>
          <a:custGeom xmlns:a="http://schemas.openxmlformats.org/drawingml/2006/main">
            <a:pathLst>
              <a:path w="34124" h="40530">
                <a:moveTo>
                  <a:pt x="0" y="0"/>
                </a:moveTo>
                <a:lnTo>
                  <a:pt x="34124" y="40530"/>
                </a:lnTo>
              </a:path>
            </a:pathLst>
          </a:custGeom>
          <a:noFill xmlns:a="http://schemas.openxmlformats.org/drawingml/2006/main"/>
          <a:ln xmlns:a="http://schemas.openxmlformats.org/drawingml/2006/main" w="9631">
            <a:solidFill>
              <a:srgbClr val="A7A9A8"/>
            </a:solidFill>
          </a:ln>
        </p:spPr>
      </p:sp>
      <p:sp>
        <p:nvSpPr>
          <p:cNvPr id="140" name="R1|133">
            <a:extLst xmlns:a="http://schemas.openxmlformats.org/drawingml/2006/main">
              <a:ext uri="{FF2B5EF4-FFF2-40B4-BE49-F238E27FC236}">
                <a16:creationId xmlns:a16="http://schemas.microsoft.com/office/drawing/2014/main" id="{43816B81-AE4E-4B16-8219-732E468BA948}"/>
              </a:ext>
            </a:extLst>
          </p:cNvPr>
          <p:cNvSpPr>
            <a:spLocks xmlns:a="http://schemas.openxmlformats.org/drawingml/2006/main" noGrp="1"/>
          </p:cNvSpPr>
          <p:nvPr/>
        </p:nvSpPr>
        <p:spPr>
          <a:xfrm xmlns:a="http://schemas.openxmlformats.org/drawingml/2006/main">
            <a:off x="4045008" y="1386649"/>
            <a:ext cx="34124" cy="40530"/>
          </a:xfrm>
          <a:custGeom xmlns:a="http://schemas.openxmlformats.org/drawingml/2006/main">
            <a:pathLst>
              <a:path w="34124" h="40530">
                <a:moveTo>
                  <a:pt x="0" y="0"/>
                </a:moveTo>
                <a:lnTo>
                  <a:pt x="34124" y="40530"/>
                </a:lnTo>
              </a:path>
            </a:pathLst>
          </a:custGeom>
          <a:noFill xmlns:a="http://schemas.openxmlformats.org/drawingml/2006/main"/>
          <a:ln xmlns:a="http://schemas.openxmlformats.org/drawingml/2006/main" w="9631">
            <a:solidFill>
              <a:srgbClr val="A7A9A8"/>
            </a:solidFill>
          </a:ln>
        </p:spPr>
      </p:sp>
      <p:sp>
        <p:nvSpPr>
          <p:cNvPr id="141" name="R1|134">
            <a:extLst xmlns:a="http://schemas.openxmlformats.org/drawingml/2006/main">
              <a:ext uri="{FF2B5EF4-FFF2-40B4-BE49-F238E27FC236}">
                <a16:creationId xmlns:a16="http://schemas.microsoft.com/office/drawing/2014/main" id="{16AEF14C-A1AC-45E0-8E4D-D53F5AA01FD6}"/>
              </a:ext>
            </a:extLst>
          </p:cNvPr>
          <p:cNvSpPr>
            <a:spLocks xmlns:a="http://schemas.openxmlformats.org/drawingml/2006/main" noGrp="1"/>
          </p:cNvSpPr>
          <p:nvPr/>
        </p:nvSpPr>
        <p:spPr>
          <a:xfrm xmlns:a="http://schemas.openxmlformats.org/drawingml/2006/main">
            <a:off x="4103950" y="1456656"/>
            <a:ext cx="34124" cy="40530"/>
          </a:xfrm>
          <a:custGeom xmlns:a="http://schemas.openxmlformats.org/drawingml/2006/main">
            <a:pathLst>
              <a:path w="34124" h="40530">
                <a:moveTo>
                  <a:pt x="0" y="0"/>
                </a:moveTo>
                <a:lnTo>
                  <a:pt x="34124" y="40530"/>
                </a:lnTo>
              </a:path>
            </a:pathLst>
          </a:custGeom>
          <a:noFill xmlns:a="http://schemas.openxmlformats.org/drawingml/2006/main"/>
          <a:ln xmlns:a="http://schemas.openxmlformats.org/drawingml/2006/main" w="9631">
            <a:solidFill>
              <a:srgbClr val="A7A9A8"/>
            </a:solidFill>
          </a:ln>
        </p:spPr>
      </p:sp>
      <p:sp>
        <p:nvSpPr>
          <p:cNvPr id="142" name="R1|135">
            <a:extLst xmlns:a="http://schemas.openxmlformats.org/drawingml/2006/main">
              <a:ext uri="{FF2B5EF4-FFF2-40B4-BE49-F238E27FC236}">
                <a16:creationId xmlns:a16="http://schemas.microsoft.com/office/drawing/2014/main" id="{78961766-F627-4BFF-8DD6-2D30903C91BA}"/>
              </a:ext>
            </a:extLst>
          </p:cNvPr>
          <p:cNvSpPr>
            <a:spLocks xmlns:a="http://schemas.openxmlformats.org/drawingml/2006/main" noGrp="1"/>
          </p:cNvSpPr>
          <p:nvPr/>
        </p:nvSpPr>
        <p:spPr>
          <a:xfrm xmlns:a="http://schemas.openxmlformats.org/drawingml/2006/main">
            <a:off x="4162892" y="1526662"/>
            <a:ext cx="34124" cy="40530"/>
          </a:xfrm>
          <a:custGeom xmlns:a="http://schemas.openxmlformats.org/drawingml/2006/main">
            <a:pathLst>
              <a:path w="34124" h="40530">
                <a:moveTo>
                  <a:pt x="0" y="0"/>
                </a:moveTo>
                <a:lnTo>
                  <a:pt x="34124" y="40530"/>
                </a:lnTo>
              </a:path>
            </a:pathLst>
          </a:custGeom>
          <a:noFill xmlns:a="http://schemas.openxmlformats.org/drawingml/2006/main"/>
          <a:ln xmlns:a="http://schemas.openxmlformats.org/drawingml/2006/main" w="9631">
            <a:solidFill>
              <a:srgbClr val="A7A9A8"/>
            </a:solidFill>
          </a:ln>
        </p:spPr>
      </p:sp>
      <p:sp>
        <p:nvSpPr>
          <p:cNvPr id="143" name="R1|136">
            <a:extLst xmlns:a="http://schemas.openxmlformats.org/drawingml/2006/main">
              <a:ext uri="{FF2B5EF4-FFF2-40B4-BE49-F238E27FC236}">
                <a16:creationId xmlns:a16="http://schemas.microsoft.com/office/drawing/2014/main" id="{E1CAB118-E822-4A65-A771-8FF66810556B}"/>
              </a:ext>
            </a:extLst>
          </p:cNvPr>
          <p:cNvSpPr>
            <a:spLocks xmlns:a="http://schemas.openxmlformats.org/drawingml/2006/main" noGrp="1"/>
          </p:cNvSpPr>
          <p:nvPr/>
        </p:nvSpPr>
        <p:spPr>
          <a:xfrm xmlns:a="http://schemas.openxmlformats.org/drawingml/2006/main">
            <a:off x="4221833" y="1596669"/>
            <a:ext cx="34124" cy="40530"/>
          </a:xfrm>
          <a:custGeom xmlns:a="http://schemas.openxmlformats.org/drawingml/2006/main">
            <a:pathLst>
              <a:path w="34124" h="40530">
                <a:moveTo>
                  <a:pt x="0" y="0"/>
                </a:moveTo>
                <a:lnTo>
                  <a:pt x="34124" y="40530"/>
                </a:lnTo>
              </a:path>
            </a:pathLst>
          </a:custGeom>
          <a:noFill xmlns:a="http://schemas.openxmlformats.org/drawingml/2006/main"/>
          <a:ln xmlns:a="http://schemas.openxmlformats.org/drawingml/2006/main" w="9631">
            <a:solidFill>
              <a:srgbClr val="A7A9A8"/>
            </a:solidFill>
          </a:ln>
        </p:spPr>
      </p:sp>
      <p:sp>
        <p:nvSpPr>
          <p:cNvPr id="144" name="R1|137">
            <a:extLst xmlns:a="http://schemas.openxmlformats.org/drawingml/2006/main">
              <a:ext uri="{FF2B5EF4-FFF2-40B4-BE49-F238E27FC236}">
                <a16:creationId xmlns:a16="http://schemas.microsoft.com/office/drawing/2014/main" id="{7781E3D0-D43E-41A8-A4D9-B5533F064BC0}"/>
              </a:ext>
            </a:extLst>
          </p:cNvPr>
          <p:cNvSpPr>
            <a:spLocks xmlns:a="http://schemas.openxmlformats.org/drawingml/2006/main" noGrp="1"/>
          </p:cNvSpPr>
          <p:nvPr/>
        </p:nvSpPr>
        <p:spPr>
          <a:xfrm xmlns:a="http://schemas.openxmlformats.org/drawingml/2006/main">
            <a:off x="4280775" y="1666675"/>
            <a:ext cx="34124" cy="40530"/>
          </a:xfrm>
          <a:custGeom xmlns:a="http://schemas.openxmlformats.org/drawingml/2006/main">
            <a:pathLst>
              <a:path w="34124" h="40530">
                <a:moveTo>
                  <a:pt x="0" y="0"/>
                </a:moveTo>
                <a:lnTo>
                  <a:pt x="34124" y="40530"/>
                </a:lnTo>
              </a:path>
            </a:pathLst>
          </a:custGeom>
          <a:noFill xmlns:a="http://schemas.openxmlformats.org/drawingml/2006/main"/>
          <a:ln xmlns:a="http://schemas.openxmlformats.org/drawingml/2006/main" w="9631">
            <a:solidFill>
              <a:srgbClr val="A7A9A8"/>
            </a:solidFill>
          </a:ln>
        </p:spPr>
      </p:sp>
      <p:sp>
        <p:nvSpPr>
          <p:cNvPr id="145" name="R1|138">
            <a:extLst xmlns:a="http://schemas.openxmlformats.org/drawingml/2006/main">
              <a:ext uri="{FF2B5EF4-FFF2-40B4-BE49-F238E27FC236}">
                <a16:creationId xmlns:a16="http://schemas.microsoft.com/office/drawing/2014/main" id="{D2EF529A-E93F-46D2-8D16-87468337443B}"/>
              </a:ext>
            </a:extLst>
          </p:cNvPr>
          <p:cNvSpPr>
            <a:spLocks xmlns:a="http://schemas.openxmlformats.org/drawingml/2006/main" noGrp="1"/>
          </p:cNvSpPr>
          <p:nvPr/>
        </p:nvSpPr>
        <p:spPr>
          <a:xfrm xmlns:a="http://schemas.openxmlformats.org/drawingml/2006/main">
            <a:off x="4339717" y="1736682"/>
            <a:ext cx="34124" cy="40530"/>
          </a:xfrm>
          <a:custGeom xmlns:a="http://schemas.openxmlformats.org/drawingml/2006/main">
            <a:pathLst>
              <a:path w="34124" h="40530">
                <a:moveTo>
                  <a:pt x="0" y="0"/>
                </a:moveTo>
                <a:lnTo>
                  <a:pt x="34124" y="40530"/>
                </a:lnTo>
              </a:path>
            </a:pathLst>
          </a:custGeom>
          <a:noFill xmlns:a="http://schemas.openxmlformats.org/drawingml/2006/main"/>
          <a:ln xmlns:a="http://schemas.openxmlformats.org/drawingml/2006/main" w="9631">
            <a:solidFill>
              <a:srgbClr val="A7A9A8"/>
            </a:solidFill>
          </a:ln>
        </p:spPr>
      </p:sp>
      <p:sp>
        <p:nvSpPr>
          <p:cNvPr id="146" name="R1|139">
            <a:extLst xmlns:a="http://schemas.openxmlformats.org/drawingml/2006/main">
              <a:ext uri="{FF2B5EF4-FFF2-40B4-BE49-F238E27FC236}">
                <a16:creationId xmlns:a16="http://schemas.microsoft.com/office/drawing/2014/main" id="{C10687E0-20CE-49EC-A784-103FA683E70B}"/>
              </a:ext>
            </a:extLst>
          </p:cNvPr>
          <p:cNvSpPr>
            <a:spLocks xmlns:a="http://schemas.openxmlformats.org/drawingml/2006/main" noGrp="1"/>
          </p:cNvSpPr>
          <p:nvPr/>
        </p:nvSpPr>
        <p:spPr>
          <a:xfrm xmlns:a="http://schemas.openxmlformats.org/drawingml/2006/main">
            <a:off x="4398659" y="1806688"/>
            <a:ext cx="34124" cy="40530"/>
          </a:xfrm>
          <a:custGeom xmlns:a="http://schemas.openxmlformats.org/drawingml/2006/main">
            <a:pathLst>
              <a:path w="34124" h="40530">
                <a:moveTo>
                  <a:pt x="0" y="0"/>
                </a:moveTo>
                <a:lnTo>
                  <a:pt x="34124" y="40530"/>
                </a:lnTo>
              </a:path>
            </a:pathLst>
          </a:custGeom>
          <a:noFill xmlns:a="http://schemas.openxmlformats.org/drawingml/2006/main"/>
          <a:ln xmlns:a="http://schemas.openxmlformats.org/drawingml/2006/main" w="9631">
            <a:solidFill>
              <a:srgbClr val="A7A9A8"/>
            </a:solidFill>
          </a:ln>
        </p:spPr>
      </p:sp>
      <p:sp>
        <p:nvSpPr>
          <p:cNvPr id="147" name="R1|140">
            <a:extLst xmlns:a="http://schemas.openxmlformats.org/drawingml/2006/main">
              <a:ext uri="{FF2B5EF4-FFF2-40B4-BE49-F238E27FC236}">
                <a16:creationId xmlns:a16="http://schemas.microsoft.com/office/drawing/2014/main" id="{86A1A9F3-7C9F-41ED-A347-6D53C6DED562}"/>
              </a:ext>
            </a:extLst>
          </p:cNvPr>
          <p:cNvSpPr>
            <a:spLocks xmlns:a="http://schemas.openxmlformats.org/drawingml/2006/main" noGrp="1"/>
          </p:cNvSpPr>
          <p:nvPr/>
        </p:nvSpPr>
        <p:spPr>
          <a:xfrm xmlns:a="http://schemas.openxmlformats.org/drawingml/2006/main">
            <a:off x="4457600" y="1876695"/>
            <a:ext cx="34124" cy="40530"/>
          </a:xfrm>
          <a:custGeom xmlns:a="http://schemas.openxmlformats.org/drawingml/2006/main">
            <a:pathLst>
              <a:path w="34124" h="40530">
                <a:moveTo>
                  <a:pt x="0" y="0"/>
                </a:moveTo>
                <a:lnTo>
                  <a:pt x="34124" y="40530"/>
                </a:lnTo>
              </a:path>
            </a:pathLst>
          </a:custGeom>
          <a:noFill xmlns:a="http://schemas.openxmlformats.org/drawingml/2006/main"/>
          <a:ln xmlns:a="http://schemas.openxmlformats.org/drawingml/2006/main" w="9631">
            <a:solidFill>
              <a:srgbClr val="A7A9A8"/>
            </a:solidFill>
          </a:ln>
        </p:spPr>
      </p:sp>
      <p:sp>
        <p:nvSpPr>
          <p:cNvPr id="148" name="R1|141">
            <a:extLst xmlns:a="http://schemas.openxmlformats.org/drawingml/2006/main">
              <a:ext uri="{FF2B5EF4-FFF2-40B4-BE49-F238E27FC236}">
                <a16:creationId xmlns:a16="http://schemas.microsoft.com/office/drawing/2014/main" id="{1F1FA5DE-CF1A-4832-9839-F0A1876A3727}"/>
              </a:ext>
            </a:extLst>
          </p:cNvPr>
          <p:cNvSpPr>
            <a:spLocks xmlns:a="http://schemas.openxmlformats.org/drawingml/2006/main" noGrp="1"/>
          </p:cNvSpPr>
          <p:nvPr/>
        </p:nvSpPr>
        <p:spPr>
          <a:xfrm xmlns:a="http://schemas.openxmlformats.org/drawingml/2006/main">
            <a:off x="4516542" y="1946701"/>
            <a:ext cx="34124" cy="40530"/>
          </a:xfrm>
          <a:custGeom xmlns:a="http://schemas.openxmlformats.org/drawingml/2006/main">
            <a:pathLst>
              <a:path w="34124" h="40530">
                <a:moveTo>
                  <a:pt x="0" y="0"/>
                </a:moveTo>
                <a:lnTo>
                  <a:pt x="34124" y="40530"/>
                </a:lnTo>
              </a:path>
            </a:pathLst>
          </a:custGeom>
          <a:noFill xmlns:a="http://schemas.openxmlformats.org/drawingml/2006/main"/>
          <a:ln xmlns:a="http://schemas.openxmlformats.org/drawingml/2006/main" w="9631">
            <a:solidFill>
              <a:srgbClr val="A7A9A8"/>
            </a:solidFill>
          </a:ln>
        </p:spPr>
      </p:sp>
      <p:sp>
        <p:nvSpPr>
          <p:cNvPr id="149" name="R1|142">
            <a:extLst xmlns:a="http://schemas.openxmlformats.org/drawingml/2006/main">
              <a:ext uri="{FF2B5EF4-FFF2-40B4-BE49-F238E27FC236}">
                <a16:creationId xmlns:a16="http://schemas.microsoft.com/office/drawing/2014/main" id="{BD0D7FC6-BA06-450E-947C-673D0981C7B3}"/>
              </a:ext>
            </a:extLst>
          </p:cNvPr>
          <p:cNvSpPr>
            <a:spLocks xmlns:a="http://schemas.openxmlformats.org/drawingml/2006/main" noGrp="1"/>
          </p:cNvSpPr>
          <p:nvPr/>
        </p:nvSpPr>
        <p:spPr>
          <a:xfrm xmlns:a="http://schemas.openxmlformats.org/drawingml/2006/main">
            <a:off x="4575484" y="2016708"/>
            <a:ext cx="34124" cy="40530"/>
          </a:xfrm>
          <a:custGeom xmlns:a="http://schemas.openxmlformats.org/drawingml/2006/main">
            <a:pathLst>
              <a:path w="34124" h="40530">
                <a:moveTo>
                  <a:pt x="0" y="0"/>
                </a:moveTo>
                <a:lnTo>
                  <a:pt x="34124" y="40530"/>
                </a:lnTo>
              </a:path>
            </a:pathLst>
          </a:custGeom>
          <a:noFill xmlns:a="http://schemas.openxmlformats.org/drawingml/2006/main"/>
          <a:ln xmlns:a="http://schemas.openxmlformats.org/drawingml/2006/main" w="9631">
            <a:solidFill>
              <a:srgbClr val="A7A9A8"/>
            </a:solidFill>
          </a:ln>
        </p:spPr>
      </p:sp>
      <p:sp>
        <p:nvSpPr>
          <p:cNvPr id="150" name="R1|143">
            <a:extLst xmlns:a="http://schemas.openxmlformats.org/drawingml/2006/main">
              <a:ext uri="{FF2B5EF4-FFF2-40B4-BE49-F238E27FC236}">
                <a16:creationId xmlns:a16="http://schemas.microsoft.com/office/drawing/2014/main" id="{F7B60B24-EB87-41E4-A479-F673A6FF2F7D}"/>
              </a:ext>
            </a:extLst>
          </p:cNvPr>
          <p:cNvSpPr>
            <a:spLocks xmlns:a="http://schemas.openxmlformats.org/drawingml/2006/main" noGrp="1"/>
          </p:cNvSpPr>
          <p:nvPr/>
        </p:nvSpPr>
        <p:spPr>
          <a:xfrm xmlns:a="http://schemas.openxmlformats.org/drawingml/2006/main">
            <a:off x="4634425" y="2086714"/>
            <a:ext cx="34124" cy="40530"/>
          </a:xfrm>
          <a:custGeom xmlns:a="http://schemas.openxmlformats.org/drawingml/2006/main">
            <a:pathLst>
              <a:path w="34124" h="40530">
                <a:moveTo>
                  <a:pt x="0" y="0"/>
                </a:moveTo>
                <a:lnTo>
                  <a:pt x="34124" y="40530"/>
                </a:lnTo>
              </a:path>
            </a:pathLst>
          </a:custGeom>
          <a:noFill xmlns:a="http://schemas.openxmlformats.org/drawingml/2006/main"/>
          <a:ln xmlns:a="http://schemas.openxmlformats.org/drawingml/2006/main" w="9631">
            <a:solidFill>
              <a:srgbClr val="A7A9A8"/>
            </a:solidFill>
          </a:ln>
        </p:spPr>
      </p:sp>
      <p:sp>
        <p:nvSpPr>
          <p:cNvPr id="151" name="R1|144">
            <a:extLst xmlns:a="http://schemas.openxmlformats.org/drawingml/2006/main">
              <a:ext uri="{FF2B5EF4-FFF2-40B4-BE49-F238E27FC236}">
                <a16:creationId xmlns:a16="http://schemas.microsoft.com/office/drawing/2014/main" id="{7D034B26-192C-4FD9-8D57-AB24E21CED9C}"/>
              </a:ext>
            </a:extLst>
          </p:cNvPr>
          <p:cNvSpPr>
            <a:spLocks xmlns:a="http://schemas.openxmlformats.org/drawingml/2006/main" noGrp="1"/>
          </p:cNvSpPr>
          <p:nvPr/>
        </p:nvSpPr>
        <p:spPr>
          <a:xfrm xmlns:a="http://schemas.openxmlformats.org/drawingml/2006/main">
            <a:off x="4693367" y="2156721"/>
            <a:ext cx="34124" cy="40530"/>
          </a:xfrm>
          <a:custGeom xmlns:a="http://schemas.openxmlformats.org/drawingml/2006/main">
            <a:pathLst>
              <a:path w="34124" h="40530">
                <a:moveTo>
                  <a:pt x="0" y="0"/>
                </a:moveTo>
                <a:lnTo>
                  <a:pt x="34124" y="40530"/>
                </a:lnTo>
              </a:path>
            </a:pathLst>
          </a:custGeom>
          <a:noFill xmlns:a="http://schemas.openxmlformats.org/drawingml/2006/main"/>
          <a:ln xmlns:a="http://schemas.openxmlformats.org/drawingml/2006/main" w="9631">
            <a:solidFill>
              <a:srgbClr val="A7A9A8"/>
            </a:solidFill>
          </a:ln>
        </p:spPr>
      </p:sp>
      <p:sp>
        <p:nvSpPr>
          <p:cNvPr id="152" name="R1|145">
            <a:extLst xmlns:a="http://schemas.openxmlformats.org/drawingml/2006/main">
              <a:ext uri="{FF2B5EF4-FFF2-40B4-BE49-F238E27FC236}">
                <a16:creationId xmlns:a16="http://schemas.microsoft.com/office/drawing/2014/main" id="{CDB67CF9-6CF8-4FBC-BE18-CBCEA6643A6E}"/>
              </a:ext>
            </a:extLst>
          </p:cNvPr>
          <p:cNvSpPr>
            <a:spLocks xmlns:a="http://schemas.openxmlformats.org/drawingml/2006/main" noGrp="1"/>
          </p:cNvSpPr>
          <p:nvPr/>
        </p:nvSpPr>
        <p:spPr>
          <a:xfrm xmlns:a="http://schemas.openxmlformats.org/drawingml/2006/main">
            <a:off x="4752309" y="2226727"/>
            <a:ext cx="34124" cy="40530"/>
          </a:xfrm>
          <a:custGeom xmlns:a="http://schemas.openxmlformats.org/drawingml/2006/main">
            <a:pathLst>
              <a:path w="34124" h="40530">
                <a:moveTo>
                  <a:pt x="0" y="0"/>
                </a:moveTo>
                <a:lnTo>
                  <a:pt x="34124" y="40530"/>
                </a:lnTo>
              </a:path>
            </a:pathLst>
          </a:custGeom>
          <a:noFill xmlns:a="http://schemas.openxmlformats.org/drawingml/2006/main"/>
          <a:ln xmlns:a="http://schemas.openxmlformats.org/drawingml/2006/main" w="9631">
            <a:solidFill>
              <a:srgbClr val="A7A9A8"/>
            </a:solidFill>
          </a:ln>
        </p:spPr>
      </p:sp>
      <p:sp>
        <p:nvSpPr>
          <p:cNvPr id="153" name="R1|146">
            <a:extLst xmlns:a="http://schemas.openxmlformats.org/drawingml/2006/main">
              <a:ext uri="{FF2B5EF4-FFF2-40B4-BE49-F238E27FC236}">
                <a16:creationId xmlns:a16="http://schemas.microsoft.com/office/drawing/2014/main" id="{381532EC-4156-4E44-B342-C4D0A38DF3F9}"/>
              </a:ext>
            </a:extLst>
          </p:cNvPr>
          <p:cNvSpPr>
            <a:spLocks xmlns:a="http://schemas.openxmlformats.org/drawingml/2006/main" noGrp="1"/>
          </p:cNvSpPr>
          <p:nvPr/>
        </p:nvSpPr>
        <p:spPr>
          <a:xfrm xmlns:a="http://schemas.openxmlformats.org/drawingml/2006/main">
            <a:off x="4811251" y="2296734"/>
            <a:ext cx="34124" cy="40530"/>
          </a:xfrm>
          <a:custGeom xmlns:a="http://schemas.openxmlformats.org/drawingml/2006/main">
            <a:pathLst>
              <a:path w="34124" h="40530">
                <a:moveTo>
                  <a:pt x="0" y="0"/>
                </a:moveTo>
                <a:lnTo>
                  <a:pt x="34124" y="40530"/>
                </a:lnTo>
              </a:path>
            </a:pathLst>
          </a:custGeom>
          <a:noFill xmlns:a="http://schemas.openxmlformats.org/drawingml/2006/main"/>
          <a:ln xmlns:a="http://schemas.openxmlformats.org/drawingml/2006/main" w="9631">
            <a:solidFill>
              <a:srgbClr val="A7A9A8"/>
            </a:solidFill>
          </a:ln>
        </p:spPr>
      </p:sp>
      <p:sp>
        <p:nvSpPr>
          <p:cNvPr id="154" name="R1|147">
            <a:extLst xmlns:a="http://schemas.openxmlformats.org/drawingml/2006/main">
              <a:ext uri="{FF2B5EF4-FFF2-40B4-BE49-F238E27FC236}">
                <a16:creationId xmlns:a16="http://schemas.microsoft.com/office/drawing/2014/main" id="{BD043ADA-6B42-4334-AEEB-460C09D819C3}"/>
              </a:ext>
            </a:extLst>
          </p:cNvPr>
          <p:cNvSpPr>
            <a:spLocks xmlns:a="http://schemas.openxmlformats.org/drawingml/2006/main" noGrp="1"/>
          </p:cNvSpPr>
          <p:nvPr/>
        </p:nvSpPr>
        <p:spPr>
          <a:xfrm xmlns:a="http://schemas.openxmlformats.org/drawingml/2006/main">
            <a:off x="4870192" y="2366740"/>
            <a:ext cx="34124" cy="40530"/>
          </a:xfrm>
          <a:custGeom xmlns:a="http://schemas.openxmlformats.org/drawingml/2006/main">
            <a:pathLst>
              <a:path w="34124" h="40530">
                <a:moveTo>
                  <a:pt x="0" y="0"/>
                </a:moveTo>
                <a:lnTo>
                  <a:pt x="34124" y="40530"/>
                </a:lnTo>
              </a:path>
            </a:pathLst>
          </a:custGeom>
          <a:noFill xmlns:a="http://schemas.openxmlformats.org/drawingml/2006/main"/>
          <a:ln xmlns:a="http://schemas.openxmlformats.org/drawingml/2006/main" w="9631">
            <a:solidFill>
              <a:srgbClr val="A7A9A8"/>
            </a:solidFill>
          </a:ln>
        </p:spPr>
      </p:sp>
      <p:sp>
        <p:nvSpPr>
          <p:cNvPr id="155" name="R1|148">
            <a:extLst xmlns:a="http://schemas.openxmlformats.org/drawingml/2006/main">
              <a:ext uri="{FF2B5EF4-FFF2-40B4-BE49-F238E27FC236}">
                <a16:creationId xmlns:a16="http://schemas.microsoft.com/office/drawing/2014/main" id="{11A55F39-4B44-46CE-8839-2190663AB6B8}"/>
              </a:ext>
            </a:extLst>
          </p:cNvPr>
          <p:cNvSpPr>
            <a:spLocks xmlns:a="http://schemas.openxmlformats.org/drawingml/2006/main" noGrp="1"/>
          </p:cNvSpPr>
          <p:nvPr/>
        </p:nvSpPr>
        <p:spPr>
          <a:xfrm xmlns:a="http://schemas.openxmlformats.org/drawingml/2006/main">
            <a:off x="4929134" y="2436747"/>
            <a:ext cx="11733" cy="13935"/>
          </a:xfrm>
          <a:custGeom xmlns:a="http://schemas.openxmlformats.org/drawingml/2006/main">
            <a:pathLst>
              <a:path w="11733" h="13935">
                <a:moveTo>
                  <a:pt x="0" y="0"/>
                </a:moveTo>
                <a:lnTo>
                  <a:pt x="11733" y="13935"/>
                </a:lnTo>
              </a:path>
            </a:pathLst>
          </a:custGeom>
          <a:noFill xmlns:a="http://schemas.openxmlformats.org/drawingml/2006/main"/>
          <a:ln xmlns:a="http://schemas.openxmlformats.org/drawingml/2006/main" w="9631">
            <a:solidFill>
              <a:srgbClr val="A7A9A8"/>
            </a:solidFill>
          </a:ln>
        </p:spPr>
      </p:sp>
      <p:sp>
        <p:nvSpPr>
          <p:cNvPr id="156" name="R1|149">
            <a:extLst xmlns:a="http://schemas.openxmlformats.org/drawingml/2006/main">
              <a:ext uri="{FF2B5EF4-FFF2-40B4-BE49-F238E27FC236}">
                <a16:creationId xmlns:a16="http://schemas.microsoft.com/office/drawing/2014/main" id="{B59749DB-2483-42A0-9A92-4D4F00EE7027}"/>
              </a:ext>
            </a:extLst>
          </p:cNvPr>
          <p:cNvSpPr>
            <a:spLocks xmlns:a="http://schemas.openxmlformats.org/drawingml/2006/main" noGrp="1"/>
          </p:cNvSpPr>
          <p:nvPr/>
        </p:nvSpPr>
        <p:spPr>
          <a:xfrm xmlns:a="http://schemas.openxmlformats.org/drawingml/2006/main">
            <a:off x="3809241" y="1572348"/>
            <a:ext cx="52947" cy="1564"/>
          </a:xfrm>
          <a:custGeom xmlns:a="http://schemas.openxmlformats.org/drawingml/2006/main">
            <a:pathLst>
              <a:path w="52947" h="1564">
                <a:moveTo>
                  <a:pt x="0" y="1564"/>
                </a:moveTo>
                <a:lnTo>
                  <a:pt x="52947" y="0"/>
                </a:lnTo>
              </a:path>
            </a:pathLst>
          </a:custGeom>
          <a:noFill xmlns:a="http://schemas.openxmlformats.org/drawingml/2006/main"/>
          <a:ln xmlns:a="http://schemas.openxmlformats.org/drawingml/2006/main" w="9631">
            <a:solidFill>
              <a:srgbClr val="A7A9A8"/>
            </a:solidFill>
          </a:ln>
        </p:spPr>
      </p:sp>
      <p:sp>
        <p:nvSpPr>
          <p:cNvPr id="157" name="R1|150">
            <a:extLst xmlns:a="http://schemas.openxmlformats.org/drawingml/2006/main">
              <a:ext uri="{FF2B5EF4-FFF2-40B4-BE49-F238E27FC236}">
                <a16:creationId xmlns:a16="http://schemas.microsoft.com/office/drawing/2014/main" id="{071B732C-E4B4-4B97-844C-FEBD196AFEAC}"/>
              </a:ext>
            </a:extLst>
          </p:cNvPr>
          <p:cNvSpPr>
            <a:spLocks xmlns:a="http://schemas.openxmlformats.org/drawingml/2006/main" noGrp="1"/>
          </p:cNvSpPr>
          <p:nvPr/>
        </p:nvSpPr>
        <p:spPr>
          <a:xfrm xmlns:a="http://schemas.openxmlformats.org/drawingml/2006/main">
            <a:off x="3900695" y="1569646"/>
            <a:ext cx="52947" cy="1564"/>
          </a:xfrm>
          <a:custGeom xmlns:a="http://schemas.openxmlformats.org/drawingml/2006/main">
            <a:pathLst>
              <a:path w="52947" h="1564">
                <a:moveTo>
                  <a:pt x="0" y="1564"/>
                </a:moveTo>
                <a:lnTo>
                  <a:pt x="52947" y="0"/>
                </a:lnTo>
              </a:path>
            </a:pathLst>
          </a:custGeom>
          <a:noFill xmlns:a="http://schemas.openxmlformats.org/drawingml/2006/main"/>
          <a:ln xmlns:a="http://schemas.openxmlformats.org/drawingml/2006/main" w="9631">
            <a:solidFill>
              <a:srgbClr val="A7A9A8"/>
            </a:solidFill>
          </a:ln>
        </p:spPr>
      </p:sp>
      <p:sp>
        <p:nvSpPr>
          <p:cNvPr id="158" name="R1|151">
            <a:extLst xmlns:a="http://schemas.openxmlformats.org/drawingml/2006/main">
              <a:ext uri="{FF2B5EF4-FFF2-40B4-BE49-F238E27FC236}">
                <a16:creationId xmlns:a16="http://schemas.microsoft.com/office/drawing/2014/main" id="{39FE6755-7124-44FF-B1D4-B3B68A298AB0}"/>
              </a:ext>
            </a:extLst>
          </p:cNvPr>
          <p:cNvSpPr>
            <a:spLocks xmlns:a="http://schemas.openxmlformats.org/drawingml/2006/main" noGrp="1"/>
          </p:cNvSpPr>
          <p:nvPr/>
        </p:nvSpPr>
        <p:spPr>
          <a:xfrm xmlns:a="http://schemas.openxmlformats.org/drawingml/2006/main">
            <a:off x="3992148" y="1566944"/>
            <a:ext cx="52947" cy="1564"/>
          </a:xfrm>
          <a:custGeom xmlns:a="http://schemas.openxmlformats.org/drawingml/2006/main">
            <a:pathLst>
              <a:path w="52947" h="1564">
                <a:moveTo>
                  <a:pt x="0" y="1564"/>
                </a:moveTo>
                <a:lnTo>
                  <a:pt x="52947" y="0"/>
                </a:lnTo>
              </a:path>
            </a:pathLst>
          </a:custGeom>
          <a:noFill xmlns:a="http://schemas.openxmlformats.org/drawingml/2006/main"/>
          <a:ln xmlns:a="http://schemas.openxmlformats.org/drawingml/2006/main" w="9631">
            <a:solidFill>
              <a:srgbClr val="A7A9A8"/>
            </a:solidFill>
          </a:ln>
        </p:spPr>
      </p:sp>
      <p:sp>
        <p:nvSpPr>
          <p:cNvPr id="159" name="R1|152">
            <a:extLst xmlns:a="http://schemas.openxmlformats.org/drawingml/2006/main">
              <a:ext uri="{FF2B5EF4-FFF2-40B4-BE49-F238E27FC236}">
                <a16:creationId xmlns:a16="http://schemas.microsoft.com/office/drawing/2014/main" id="{77892519-6670-4518-8E44-0488280E22F8}"/>
              </a:ext>
            </a:extLst>
          </p:cNvPr>
          <p:cNvSpPr>
            <a:spLocks xmlns:a="http://schemas.openxmlformats.org/drawingml/2006/main" noGrp="1"/>
          </p:cNvSpPr>
          <p:nvPr/>
        </p:nvSpPr>
        <p:spPr>
          <a:xfrm xmlns:a="http://schemas.openxmlformats.org/drawingml/2006/main">
            <a:off x="4083601" y="1564241"/>
            <a:ext cx="52947" cy="1564"/>
          </a:xfrm>
          <a:custGeom xmlns:a="http://schemas.openxmlformats.org/drawingml/2006/main">
            <a:pathLst>
              <a:path w="52947" h="1564">
                <a:moveTo>
                  <a:pt x="0" y="1564"/>
                </a:moveTo>
                <a:lnTo>
                  <a:pt x="52947" y="0"/>
                </a:lnTo>
              </a:path>
            </a:pathLst>
          </a:custGeom>
          <a:noFill xmlns:a="http://schemas.openxmlformats.org/drawingml/2006/main"/>
          <a:ln xmlns:a="http://schemas.openxmlformats.org/drawingml/2006/main" w="9631">
            <a:solidFill>
              <a:srgbClr val="A7A9A8"/>
            </a:solidFill>
          </a:ln>
        </p:spPr>
      </p:sp>
      <p:sp>
        <p:nvSpPr>
          <p:cNvPr id="160" name="R1|153">
            <a:extLst xmlns:a="http://schemas.openxmlformats.org/drawingml/2006/main">
              <a:ext uri="{FF2B5EF4-FFF2-40B4-BE49-F238E27FC236}">
                <a16:creationId xmlns:a16="http://schemas.microsoft.com/office/drawing/2014/main" id="{C10C5A57-E11E-49AC-9069-86FBDF797436}"/>
              </a:ext>
            </a:extLst>
          </p:cNvPr>
          <p:cNvSpPr>
            <a:spLocks xmlns:a="http://schemas.openxmlformats.org/drawingml/2006/main" noGrp="1"/>
          </p:cNvSpPr>
          <p:nvPr/>
        </p:nvSpPr>
        <p:spPr>
          <a:xfrm xmlns:a="http://schemas.openxmlformats.org/drawingml/2006/main">
            <a:off x="4175054" y="1561539"/>
            <a:ext cx="52947" cy="1564"/>
          </a:xfrm>
          <a:custGeom xmlns:a="http://schemas.openxmlformats.org/drawingml/2006/main">
            <a:pathLst>
              <a:path w="52947" h="1564">
                <a:moveTo>
                  <a:pt x="0" y="1564"/>
                </a:moveTo>
                <a:lnTo>
                  <a:pt x="52947" y="0"/>
                </a:lnTo>
              </a:path>
            </a:pathLst>
          </a:custGeom>
          <a:noFill xmlns:a="http://schemas.openxmlformats.org/drawingml/2006/main"/>
          <a:ln xmlns:a="http://schemas.openxmlformats.org/drawingml/2006/main" w="9631">
            <a:solidFill>
              <a:srgbClr val="A7A9A8"/>
            </a:solidFill>
          </a:ln>
        </p:spPr>
      </p:sp>
      <p:sp>
        <p:nvSpPr>
          <p:cNvPr id="161" name="R1|154">
            <a:extLst xmlns:a="http://schemas.openxmlformats.org/drawingml/2006/main">
              <a:ext uri="{FF2B5EF4-FFF2-40B4-BE49-F238E27FC236}">
                <a16:creationId xmlns:a16="http://schemas.microsoft.com/office/drawing/2014/main" id="{4B0A74C2-12DE-4BA4-A70B-80955D207479}"/>
              </a:ext>
            </a:extLst>
          </p:cNvPr>
          <p:cNvSpPr>
            <a:spLocks xmlns:a="http://schemas.openxmlformats.org/drawingml/2006/main" noGrp="1"/>
          </p:cNvSpPr>
          <p:nvPr/>
        </p:nvSpPr>
        <p:spPr>
          <a:xfrm xmlns:a="http://schemas.openxmlformats.org/drawingml/2006/main">
            <a:off x="4266508" y="1558837"/>
            <a:ext cx="52947" cy="1564"/>
          </a:xfrm>
          <a:custGeom xmlns:a="http://schemas.openxmlformats.org/drawingml/2006/main">
            <a:pathLst>
              <a:path w="52947" h="1564">
                <a:moveTo>
                  <a:pt x="0" y="1564"/>
                </a:moveTo>
                <a:lnTo>
                  <a:pt x="52947" y="0"/>
                </a:lnTo>
              </a:path>
            </a:pathLst>
          </a:custGeom>
          <a:noFill xmlns:a="http://schemas.openxmlformats.org/drawingml/2006/main"/>
          <a:ln xmlns:a="http://schemas.openxmlformats.org/drawingml/2006/main" w="9631">
            <a:solidFill>
              <a:srgbClr val="A7A9A8"/>
            </a:solidFill>
          </a:ln>
        </p:spPr>
      </p:sp>
      <p:sp>
        <p:nvSpPr>
          <p:cNvPr id="162" name="R1|155">
            <a:extLst xmlns:a="http://schemas.openxmlformats.org/drawingml/2006/main">
              <a:ext uri="{FF2B5EF4-FFF2-40B4-BE49-F238E27FC236}">
                <a16:creationId xmlns:a16="http://schemas.microsoft.com/office/drawing/2014/main" id="{4DF02535-2E3D-4850-83E0-CA2283788192}"/>
              </a:ext>
            </a:extLst>
          </p:cNvPr>
          <p:cNvSpPr>
            <a:spLocks xmlns:a="http://schemas.openxmlformats.org/drawingml/2006/main" noGrp="1"/>
          </p:cNvSpPr>
          <p:nvPr/>
        </p:nvSpPr>
        <p:spPr>
          <a:xfrm xmlns:a="http://schemas.openxmlformats.org/drawingml/2006/main">
            <a:off x="4357961" y="1556135"/>
            <a:ext cx="52947" cy="1564"/>
          </a:xfrm>
          <a:custGeom xmlns:a="http://schemas.openxmlformats.org/drawingml/2006/main">
            <a:pathLst>
              <a:path w="52947" h="1564">
                <a:moveTo>
                  <a:pt x="0" y="1564"/>
                </a:moveTo>
                <a:lnTo>
                  <a:pt x="52947" y="0"/>
                </a:lnTo>
              </a:path>
            </a:pathLst>
          </a:custGeom>
          <a:noFill xmlns:a="http://schemas.openxmlformats.org/drawingml/2006/main"/>
          <a:ln xmlns:a="http://schemas.openxmlformats.org/drawingml/2006/main" w="9631">
            <a:solidFill>
              <a:srgbClr val="A7A9A8"/>
            </a:solidFill>
          </a:ln>
        </p:spPr>
      </p:sp>
      <p:sp>
        <p:nvSpPr>
          <p:cNvPr id="163" name="R1|156">
            <a:extLst xmlns:a="http://schemas.openxmlformats.org/drawingml/2006/main">
              <a:ext uri="{FF2B5EF4-FFF2-40B4-BE49-F238E27FC236}">
                <a16:creationId xmlns:a16="http://schemas.microsoft.com/office/drawing/2014/main" id="{CEF69EFB-6E90-4FED-983D-C1BC66944A28}"/>
              </a:ext>
            </a:extLst>
          </p:cNvPr>
          <p:cNvSpPr>
            <a:spLocks xmlns:a="http://schemas.openxmlformats.org/drawingml/2006/main" noGrp="1"/>
          </p:cNvSpPr>
          <p:nvPr/>
        </p:nvSpPr>
        <p:spPr>
          <a:xfrm xmlns:a="http://schemas.openxmlformats.org/drawingml/2006/main">
            <a:off x="4449414" y="1553432"/>
            <a:ext cx="52947" cy="1564"/>
          </a:xfrm>
          <a:custGeom xmlns:a="http://schemas.openxmlformats.org/drawingml/2006/main">
            <a:pathLst>
              <a:path w="52947" h="1564">
                <a:moveTo>
                  <a:pt x="0" y="1564"/>
                </a:moveTo>
                <a:lnTo>
                  <a:pt x="52947" y="0"/>
                </a:lnTo>
              </a:path>
            </a:pathLst>
          </a:custGeom>
          <a:noFill xmlns:a="http://schemas.openxmlformats.org/drawingml/2006/main"/>
          <a:ln xmlns:a="http://schemas.openxmlformats.org/drawingml/2006/main" w="9631">
            <a:solidFill>
              <a:srgbClr val="A7A9A8"/>
            </a:solidFill>
          </a:ln>
        </p:spPr>
      </p:sp>
      <p:sp>
        <p:nvSpPr>
          <p:cNvPr id="164" name="R1|157">
            <a:extLst xmlns:a="http://schemas.openxmlformats.org/drawingml/2006/main">
              <a:ext uri="{FF2B5EF4-FFF2-40B4-BE49-F238E27FC236}">
                <a16:creationId xmlns:a16="http://schemas.microsoft.com/office/drawing/2014/main" id="{F61A0C2D-6A9C-40BD-B3A9-D8BEDFFC4474}"/>
              </a:ext>
            </a:extLst>
          </p:cNvPr>
          <p:cNvSpPr>
            <a:spLocks xmlns:a="http://schemas.openxmlformats.org/drawingml/2006/main" noGrp="1"/>
          </p:cNvSpPr>
          <p:nvPr/>
        </p:nvSpPr>
        <p:spPr>
          <a:xfrm xmlns:a="http://schemas.openxmlformats.org/drawingml/2006/main">
            <a:off x="4540867" y="1550730"/>
            <a:ext cx="52947" cy="1564"/>
          </a:xfrm>
          <a:custGeom xmlns:a="http://schemas.openxmlformats.org/drawingml/2006/main">
            <a:pathLst>
              <a:path w="52947" h="1564">
                <a:moveTo>
                  <a:pt x="0" y="1564"/>
                </a:moveTo>
                <a:lnTo>
                  <a:pt x="52947" y="0"/>
                </a:lnTo>
              </a:path>
            </a:pathLst>
          </a:custGeom>
          <a:noFill xmlns:a="http://schemas.openxmlformats.org/drawingml/2006/main"/>
          <a:ln xmlns:a="http://schemas.openxmlformats.org/drawingml/2006/main" w="9631">
            <a:solidFill>
              <a:srgbClr val="A7A9A8"/>
            </a:solidFill>
          </a:ln>
        </p:spPr>
      </p:sp>
      <p:sp>
        <p:nvSpPr>
          <p:cNvPr id="165" name="R1|158">
            <a:extLst xmlns:a="http://schemas.openxmlformats.org/drawingml/2006/main">
              <a:ext uri="{FF2B5EF4-FFF2-40B4-BE49-F238E27FC236}">
                <a16:creationId xmlns:a16="http://schemas.microsoft.com/office/drawing/2014/main" id="{BBB846C2-AC0F-47D1-AE2F-3CAB20098217}"/>
              </a:ext>
            </a:extLst>
          </p:cNvPr>
          <p:cNvSpPr>
            <a:spLocks xmlns:a="http://schemas.openxmlformats.org/drawingml/2006/main" noGrp="1"/>
          </p:cNvSpPr>
          <p:nvPr/>
        </p:nvSpPr>
        <p:spPr>
          <a:xfrm xmlns:a="http://schemas.openxmlformats.org/drawingml/2006/main">
            <a:off x="4632321" y="1548028"/>
            <a:ext cx="52947" cy="1564"/>
          </a:xfrm>
          <a:custGeom xmlns:a="http://schemas.openxmlformats.org/drawingml/2006/main">
            <a:pathLst>
              <a:path w="52947" h="1564">
                <a:moveTo>
                  <a:pt x="0" y="1564"/>
                </a:moveTo>
                <a:lnTo>
                  <a:pt x="52947" y="0"/>
                </a:lnTo>
              </a:path>
            </a:pathLst>
          </a:custGeom>
          <a:noFill xmlns:a="http://schemas.openxmlformats.org/drawingml/2006/main"/>
          <a:ln xmlns:a="http://schemas.openxmlformats.org/drawingml/2006/main" w="9631">
            <a:solidFill>
              <a:srgbClr val="A7A9A8"/>
            </a:solidFill>
          </a:ln>
        </p:spPr>
      </p:sp>
      <p:sp>
        <p:nvSpPr>
          <p:cNvPr id="166" name="R1|159">
            <a:extLst xmlns:a="http://schemas.openxmlformats.org/drawingml/2006/main">
              <a:ext uri="{FF2B5EF4-FFF2-40B4-BE49-F238E27FC236}">
                <a16:creationId xmlns:a16="http://schemas.microsoft.com/office/drawing/2014/main" id="{2195B657-95C2-47FC-BBBD-C274936839E7}"/>
              </a:ext>
            </a:extLst>
          </p:cNvPr>
          <p:cNvSpPr>
            <a:spLocks xmlns:a="http://schemas.openxmlformats.org/drawingml/2006/main" noGrp="1"/>
          </p:cNvSpPr>
          <p:nvPr/>
        </p:nvSpPr>
        <p:spPr>
          <a:xfrm xmlns:a="http://schemas.openxmlformats.org/drawingml/2006/main">
            <a:off x="4723774" y="1545326"/>
            <a:ext cx="52947" cy="1564"/>
          </a:xfrm>
          <a:custGeom xmlns:a="http://schemas.openxmlformats.org/drawingml/2006/main">
            <a:pathLst>
              <a:path w="52947" h="1564">
                <a:moveTo>
                  <a:pt x="0" y="1564"/>
                </a:moveTo>
                <a:lnTo>
                  <a:pt x="52947" y="0"/>
                </a:lnTo>
              </a:path>
            </a:pathLst>
          </a:custGeom>
          <a:noFill xmlns:a="http://schemas.openxmlformats.org/drawingml/2006/main"/>
          <a:ln xmlns:a="http://schemas.openxmlformats.org/drawingml/2006/main" w="9631">
            <a:solidFill>
              <a:srgbClr val="A7A9A8"/>
            </a:solidFill>
          </a:ln>
        </p:spPr>
      </p:sp>
      <p:sp>
        <p:nvSpPr>
          <p:cNvPr id="167" name="R1|160">
            <a:extLst xmlns:a="http://schemas.openxmlformats.org/drawingml/2006/main">
              <a:ext uri="{FF2B5EF4-FFF2-40B4-BE49-F238E27FC236}">
                <a16:creationId xmlns:a16="http://schemas.microsoft.com/office/drawing/2014/main" id="{00A1AC19-033B-4602-865B-EE591FE67C12}"/>
              </a:ext>
            </a:extLst>
          </p:cNvPr>
          <p:cNvSpPr>
            <a:spLocks xmlns:a="http://schemas.openxmlformats.org/drawingml/2006/main" noGrp="1"/>
          </p:cNvSpPr>
          <p:nvPr/>
        </p:nvSpPr>
        <p:spPr>
          <a:xfrm xmlns:a="http://schemas.openxmlformats.org/drawingml/2006/main">
            <a:off x="4815227" y="1542623"/>
            <a:ext cx="52947" cy="1564"/>
          </a:xfrm>
          <a:custGeom xmlns:a="http://schemas.openxmlformats.org/drawingml/2006/main">
            <a:pathLst>
              <a:path w="52947" h="1564">
                <a:moveTo>
                  <a:pt x="0" y="1564"/>
                </a:moveTo>
                <a:lnTo>
                  <a:pt x="52947" y="0"/>
                </a:lnTo>
              </a:path>
            </a:pathLst>
          </a:custGeom>
          <a:noFill xmlns:a="http://schemas.openxmlformats.org/drawingml/2006/main"/>
          <a:ln xmlns:a="http://schemas.openxmlformats.org/drawingml/2006/main" w="9631">
            <a:solidFill>
              <a:srgbClr val="A7A9A8"/>
            </a:solidFill>
          </a:ln>
        </p:spPr>
      </p:sp>
      <p:sp>
        <p:nvSpPr>
          <p:cNvPr id="168" name="R1|161">
            <a:extLst xmlns:a="http://schemas.openxmlformats.org/drawingml/2006/main">
              <a:ext uri="{FF2B5EF4-FFF2-40B4-BE49-F238E27FC236}">
                <a16:creationId xmlns:a16="http://schemas.microsoft.com/office/drawing/2014/main" id="{05A67AC5-2DD6-48AF-8620-C95E5320B288}"/>
              </a:ext>
            </a:extLst>
          </p:cNvPr>
          <p:cNvSpPr>
            <a:spLocks xmlns:a="http://schemas.openxmlformats.org/drawingml/2006/main" noGrp="1"/>
          </p:cNvSpPr>
          <p:nvPr/>
        </p:nvSpPr>
        <p:spPr>
          <a:xfrm xmlns:a="http://schemas.openxmlformats.org/drawingml/2006/main">
            <a:off x="4906680" y="1540191"/>
            <a:ext cx="43817" cy="1295"/>
          </a:xfrm>
          <a:custGeom xmlns:a="http://schemas.openxmlformats.org/drawingml/2006/main">
            <a:pathLst>
              <a:path w="43817" h="1295">
                <a:moveTo>
                  <a:pt x="0" y="1295"/>
                </a:moveTo>
                <a:lnTo>
                  <a:pt x="43817" y="0"/>
                </a:lnTo>
              </a:path>
            </a:pathLst>
          </a:custGeom>
          <a:noFill xmlns:a="http://schemas.openxmlformats.org/drawingml/2006/main"/>
          <a:ln xmlns:a="http://schemas.openxmlformats.org/drawingml/2006/main" w="9631">
            <a:solidFill>
              <a:srgbClr val="A7A9A8"/>
            </a:solidFill>
          </a:ln>
        </p:spPr>
      </p:sp>
      <p:sp>
        <p:nvSpPr>
          <p:cNvPr id="169" name="R1|162">
            <a:extLst xmlns:a="http://schemas.openxmlformats.org/drawingml/2006/main">
              <a:ext uri="{FF2B5EF4-FFF2-40B4-BE49-F238E27FC236}">
                <a16:creationId xmlns:a16="http://schemas.microsoft.com/office/drawing/2014/main" id="{DAD76CD2-3E18-4195-99F1-24848136B520}"/>
              </a:ext>
            </a:extLst>
          </p:cNvPr>
          <p:cNvSpPr>
            <a:spLocks xmlns:a="http://schemas.openxmlformats.org/drawingml/2006/main" noGrp="1"/>
          </p:cNvSpPr>
          <p:nvPr/>
        </p:nvSpPr>
        <p:spPr>
          <a:xfrm xmlns:a="http://schemas.openxmlformats.org/drawingml/2006/main">
            <a:off x="3809241" y="2041202"/>
            <a:ext cx="49811" cy="18024"/>
          </a:xfrm>
          <a:custGeom xmlns:a="http://schemas.openxmlformats.org/drawingml/2006/main">
            <a:pathLst>
              <a:path w="49811" h="18024">
                <a:moveTo>
                  <a:pt x="0" y="0"/>
                </a:moveTo>
                <a:lnTo>
                  <a:pt x="49811" y="18024"/>
                </a:lnTo>
              </a:path>
            </a:pathLst>
          </a:custGeom>
          <a:noFill xmlns:a="http://schemas.openxmlformats.org/drawingml/2006/main"/>
          <a:ln xmlns:a="http://schemas.openxmlformats.org/drawingml/2006/main" w="9631">
            <a:solidFill>
              <a:srgbClr val="A7A9A8"/>
            </a:solidFill>
          </a:ln>
        </p:spPr>
      </p:sp>
      <p:sp>
        <p:nvSpPr>
          <p:cNvPr id="170" name="R1|163">
            <a:extLst xmlns:a="http://schemas.openxmlformats.org/drawingml/2006/main">
              <a:ext uri="{FF2B5EF4-FFF2-40B4-BE49-F238E27FC236}">
                <a16:creationId xmlns:a16="http://schemas.microsoft.com/office/drawing/2014/main" id="{025396AB-9F81-4998-8B0C-331F9E4A2E5A}"/>
              </a:ext>
            </a:extLst>
          </p:cNvPr>
          <p:cNvSpPr>
            <a:spLocks xmlns:a="http://schemas.openxmlformats.org/drawingml/2006/main" noGrp="1"/>
          </p:cNvSpPr>
          <p:nvPr/>
        </p:nvSpPr>
        <p:spPr>
          <a:xfrm xmlns:a="http://schemas.openxmlformats.org/drawingml/2006/main">
            <a:off x="3895279" y="2072335"/>
            <a:ext cx="49811" cy="18024"/>
          </a:xfrm>
          <a:custGeom xmlns:a="http://schemas.openxmlformats.org/drawingml/2006/main">
            <a:pathLst>
              <a:path w="49811" h="18024">
                <a:moveTo>
                  <a:pt x="0" y="0"/>
                </a:moveTo>
                <a:lnTo>
                  <a:pt x="49811" y="18024"/>
                </a:lnTo>
              </a:path>
            </a:pathLst>
          </a:custGeom>
          <a:noFill xmlns:a="http://schemas.openxmlformats.org/drawingml/2006/main"/>
          <a:ln xmlns:a="http://schemas.openxmlformats.org/drawingml/2006/main" w="9631">
            <a:solidFill>
              <a:srgbClr val="A7A9A8"/>
            </a:solidFill>
          </a:ln>
        </p:spPr>
      </p:sp>
      <p:sp>
        <p:nvSpPr>
          <p:cNvPr id="171" name="R1|164">
            <a:extLst xmlns:a="http://schemas.openxmlformats.org/drawingml/2006/main">
              <a:ext uri="{FF2B5EF4-FFF2-40B4-BE49-F238E27FC236}">
                <a16:creationId xmlns:a16="http://schemas.microsoft.com/office/drawing/2014/main" id="{7EF952A2-FE3A-4FD5-BB9E-9F9E48D6D863}"/>
              </a:ext>
            </a:extLst>
          </p:cNvPr>
          <p:cNvSpPr>
            <a:spLocks xmlns:a="http://schemas.openxmlformats.org/drawingml/2006/main" noGrp="1"/>
          </p:cNvSpPr>
          <p:nvPr/>
        </p:nvSpPr>
        <p:spPr>
          <a:xfrm xmlns:a="http://schemas.openxmlformats.org/drawingml/2006/main">
            <a:off x="3981317" y="2103468"/>
            <a:ext cx="49811" cy="18024"/>
          </a:xfrm>
          <a:custGeom xmlns:a="http://schemas.openxmlformats.org/drawingml/2006/main">
            <a:pathLst>
              <a:path w="49811" h="18024">
                <a:moveTo>
                  <a:pt x="0" y="0"/>
                </a:moveTo>
                <a:lnTo>
                  <a:pt x="49811" y="18024"/>
                </a:lnTo>
              </a:path>
            </a:pathLst>
          </a:custGeom>
          <a:noFill xmlns:a="http://schemas.openxmlformats.org/drawingml/2006/main"/>
          <a:ln xmlns:a="http://schemas.openxmlformats.org/drawingml/2006/main" w="9631">
            <a:solidFill>
              <a:srgbClr val="A7A9A8"/>
            </a:solidFill>
          </a:ln>
        </p:spPr>
      </p:sp>
      <p:sp>
        <p:nvSpPr>
          <p:cNvPr id="172" name="R1|165">
            <a:extLst xmlns:a="http://schemas.openxmlformats.org/drawingml/2006/main">
              <a:ext uri="{FF2B5EF4-FFF2-40B4-BE49-F238E27FC236}">
                <a16:creationId xmlns:a16="http://schemas.microsoft.com/office/drawing/2014/main" id="{2CD09BAD-9665-410F-945E-DB5DCEA02548}"/>
              </a:ext>
            </a:extLst>
          </p:cNvPr>
          <p:cNvSpPr>
            <a:spLocks xmlns:a="http://schemas.openxmlformats.org/drawingml/2006/main" noGrp="1"/>
          </p:cNvSpPr>
          <p:nvPr/>
        </p:nvSpPr>
        <p:spPr>
          <a:xfrm xmlns:a="http://schemas.openxmlformats.org/drawingml/2006/main">
            <a:off x="4067355" y="2134601"/>
            <a:ext cx="49811" cy="18024"/>
          </a:xfrm>
          <a:custGeom xmlns:a="http://schemas.openxmlformats.org/drawingml/2006/main">
            <a:pathLst>
              <a:path w="49811" h="18024">
                <a:moveTo>
                  <a:pt x="0" y="0"/>
                </a:moveTo>
                <a:lnTo>
                  <a:pt x="49811" y="18024"/>
                </a:lnTo>
              </a:path>
            </a:pathLst>
          </a:custGeom>
          <a:noFill xmlns:a="http://schemas.openxmlformats.org/drawingml/2006/main"/>
          <a:ln xmlns:a="http://schemas.openxmlformats.org/drawingml/2006/main" w="9631">
            <a:solidFill>
              <a:srgbClr val="A7A9A8"/>
            </a:solidFill>
          </a:ln>
        </p:spPr>
      </p:sp>
      <p:sp>
        <p:nvSpPr>
          <p:cNvPr id="173" name="R1|166">
            <a:extLst xmlns:a="http://schemas.openxmlformats.org/drawingml/2006/main">
              <a:ext uri="{FF2B5EF4-FFF2-40B4-BE49-F238E27FC236}">
                <a16:creationId xmlns:a16="http://schemas.microsoft.com/office/drawing/2014/main" id="{8A8758CD-6B20-4D89-B946-58FFBDB7F763}"/>
              </a:ext>
            </a:extLst>
          </p:cNvPr>
          <p:cNvSpPr>
            <a:spLocks xmlns:a="http://schemas.openxmlformats.org/drawingml/2006/main" noGrp="1"/>
          </p:cNvSpPr>
          <p:nvPr/>
        </p:nvSpPr>
        <p:spPr>
          <a:xfrm xmlns:a="http://schemas.openxmlformats.org/drawingml/2006/main">
            <a:off x="4153393" y="2165734"/>
            <a:ext cx="49811" cy="18024"/>
          </a:xfrm>
          <a:custGeom xmlns:a="http://schemas.openxmlformats.org/drawingml/2006/main">
            <a:pathLst>
              <a:path w="49811" h="18024">
                <a:moveTo>
                  <a:pt x="0" y="0"/>
                </a:moveTo>
                <a:lnTo>
                  <a:pt x="49811" y="18024"/>
                </a:lnTo>
              </a:path>
            </a:pathLst>
          </a:custGeom>
          <a:noFill xmlns:a="http://schemas.openxmlformats.org/drawingml/2006/main"/>
          <a:ln xmlns:a="http://schemas.openxmlformats.org/drawingml/2006/main" w="9631">
            <a:solidFill>
              <a:srgbClr val="A7A9A8"/>
            </a:solidFill>
          </a:ln>
        </p:spPr>
      </p:sp>
      <p:sp>
        <p:nvSpPr>
          <p:cNvPr id="174" name="R1|167">
            <a:extLst xmlns:a="http://schemas.openxmlformats.org/drawingml/2006/main">
              <a:ext uri="{FF2B5EF4-FFF2-40B4-BE49-F238E27FC236}">
                <a16:creationId xmlns:a16="http://schemas.microsoft.com/office/drawing/2014/main" id="{09F7ACA4-53FB-4DB9-9566-87BAB98A817D}"/>
              </a:ext>
            </a:extLst>
          </p:cNvPr>
          <p:cNvSpPr>
            <a:spLocks xmlns:a="http://schemas.openxmlformats.org/drawingml/2006/main" noGrp="1"/>
          </p:cNvSpPr>
          <p:nvPr/>
        </p:nvSpPr>
        <p:spPr>
          <a:xfrm xmlns:a="http://schemas.openxmlformats.org/drawingml/2006/main">
            <a:off x="4239431" y="2196867"/>
            <a:ext cx="49811" cy="18024"/>
          </a:xfrm>
          <a:custGeom xmlns:a="http://schemas.openxmlformats.org/drawingml/2006/main">
            <a:pathLst>
              <a:path w="49811" h="18024">
                <a:moveTo>
                  <a:pt x="0" y="0"/>
                </a:moveTo>
                <a:lnTo>
                  <a:pt x="49811" y="18024"/>
                </a:lnTo>
              </a:path>
            </a:pathLst>
          </a:custGeom>
          <a:noFill xmlns:a="http://schemas.openxmlformats.org/drawingml/2006/main"/>
          <a:ln xmlns:a="http://schemas.openxmlformats.org/drawingml/2006/main" w="9631">
            <a:solidFill>
              <a:srgbClr val="A7A9A8"/>
            </a:solidFill>
          </a:ln>
        </p:spPr>
      </p:sp>
      <p:sp>
        <p:nvSpPr>
          <p:cNvPr id="175" name="R1|168">
            <a:extLst xmlns:a="http://schemas.openxmlformats.org/drawingml/2006/main">
              <a:ext uri="{FF2B5EF4-FFF2-40B4-BE49-F238E27FC236}">
                <a16:creationId xmlns:a16="http://schemas.microsoft.com/office/drawing/2014/main" id="{EEA4BB8B-FE2F-4DD4-8B52-3862DA715ABB}"/>
              </a:ext>
            </a:extLst>
          </p:cNvPr>
          <p:cNvSpPr>
            <a:spLocks xmlns:a="http://schemas.openxmlformats.org/drawingml/2006/main" noGrp="1"/>
          </p:cNvSpPr>
          <p:nvPr/>
        </p:nvSpPr>
        <p:spPr>
          <a:xfrm xmlns:a="http://schemas.openxmlformats.org/drawingml/2006/main">
            <a:off x="4325469" y="2228000"/>
            <a:ext cx="49811" cy="18024"/>
          </a:xfrm>
          <a:custGeom xmlns:a="http://schemas.openxmlformats.org/drawingml/2006/main">
            <a:pathLst>
              <a:path w="49811" h="18024">
                <a:moveTo>
                  <a:pt x="0" y="0"/>
                </a:moveTo>
                <a:lnTo>
                  <a:pt x="49811" y="18024"/>
                </a:lnTo>
              </a:path>
            </a:pathLst>
          </a:custGeom>
          <a:noFill xmlns:a="http://schemas.openxmlformats.org/drawingml/2006/main"/>
          <a:ln xmlns:a="http://schemas.openxmlformats.org/drawingml/2006/main" w="9631">
            <a:solidFill>
              <a:srgbClr val="A7A9A8"/>
            </a:solidFill>
          </a:ln>
        </p:spPr>
      </p:sp>
      <p:sp>
        <p:nvSpPr>
          <p:cNvPr id="176" name="R1|169">
            <a:extLst xmlns:a="http://schemas.openxmlformats.org/drawingml/2006/main">
              <a:ext uri="{FF2B5EF4-FFF2-40B4-BE49-F238E27FC236}">
                <a16:creationId xmlns:a16="http://schemas.microsoft.com/office/drawing/2014/main" id="{ADE29978-E7C6-4CDA-A78A-FAC66C5A01FB}"/>
              </a:ext>
            </a:extLst>
          </p:cNvPr>
          <p:cNvSpPr>
            <a:spLocks xmlns:a="http://schemas.openxmlformats.org/drawingml/2006/main" noGrp="1"/>
          </p:cNvSpPr>
          <p:nvPr/>
        </p:nvSpPr>
        <p:spPr>
          <a:xfrm xmlns:a="http://schemas.openxmlformats.org/drawingml/2006/main">
            <a:off x="4411507" y="2259133"/>
            <a:ext cx="49811" cy="18024"/>
          </a:xfrm>
          <a:custGeom xmlns:a="http://schemas.openxmlformats.org/drawingml/2006/main">
            <a:pathLst>
              <a:path w="49811" h="18024">
                <a:moveTo>
                  <a:pt x="0" y="0"/>
                </a:moveTo>
                <a:lnTo>
                  <a:pt x="49811" y="18024"/>
                </a:lnTo>
              </a:path>
            </a:pathLst>
          </a:custGeom>
          <a:noFill xmlns:a="http://schemas.openxmlformats.org/drawingml/2006/main"/>
          <a:ln xmlns:a="http://schemas.openxmlformats.org/drawingml/2006/main" w="9631">
            <a:solidFill>
              <a:srgbClr val="A7A9A8"/>
            </a:solidFill>
          </a:ln>
        </p:spPr>
      </p:sp>
      <p:sp>
        <p:nvSpPr>
          <p:cNvPr id="177" name="R1|170">
            <a:extLst xmlns:a="http://schemas.openxmlformats.org/drawingml/2006/main">
              <a:ext uri="{FF2B5EF4-FFF2-40B4-BE49-F238E27FC236}">
                <a16:creationId xmlns:a16="http://schemas.microsoft.com/office/drawing/2014/main" id="{5DC2AF9C-6F3A-4B4F-8BA0-CCACF7395FD2}"/>
              </a:ext>
            </a:extLst>
          </p:cNvPr>
          <p:cNvSpPr>
            <a:spLocks xmlns:a="http://schemas.openxmlformats.org/drawingml/2006/main" noGrp="1"/>
          </p:cNvSpPr>
          <p:nvPr/>
        </p:nvSpPr>
        <p:spPr>
          <a:xfrm xmlns:a="http://schemas.openxmlformats.org/drawingml/2006/main">
            <a:off x="4497545" y="2290266"/>
            <a:ext cx="49811" cy="18024"/>
          </a:xfrm>
          <a:custGeom xmlns:a="http://schemas.openxmlformats.org/drawingml/2006/main">
            <a:pathLst>
              <a:path w="49811" h="18024">
                <a:moveTo>
                  <a:pt x="0" y="0"/>
                </a:moveTo>
                <a:lnTo>
                  <a:pt x="49811" y="18024"/>
                </a:lnTo>
              </a:path>
            </a:pathLst>
          </a:custGeom>
          <a:noFill xmlns:a="http://schemas.openxmlformats.org/drawingml/2006/main"/>
          <a:ln xmlns:a="http://schemas.openxmlformats.org/drawingml/2006/main" w="9631">
            <a:solidFill>
              <a:srgbClr val="A7A9A8"/>
            </a:solidFill>
          </a:ln>
        </p:spPr>
      </p:sp>
      <p:sp>
        <p:nvSpPr>
          <p:cNvPr id="178" name="R1|171">
            <a:extLst xmlns:a="http://schemas.openxmlformats.org/drawingml/2006/main">
              <a:ext uri="{FF2B5EF4-FFF2-40B4-BE49-F238E27FC236}">
                <a16:creationId xmlns:a16="http://schemas.microsoft.com/office/drawing/2014/main" id="{48A19459-58F6-49B4-AB6D-2094993B37F8}"/>
              </a:ext>
            </a:extLst>
          </p:cNvPr>
          <p:cNvSpPr>
            <a:spLocks xmlns:a="http://schemas.openxmlformats.org/drawingml/2006/main" noGrp="1"/>
          </p:cNvSpPr>
          <p:nvPr/>
        </p:nvSpPr>
        <p:spPr>
          <a:xfrm xmlns:a="http://schemas.openxmlformats.org/drawingml/2006/main">
            <a:off x="4583583" y="2321399"/>
            <a:ext cx="49811" cy="18024"/>
          </a:xfrm>
          <a:custGeom xmlns:a="http://schemas.openxmlformats.org/drawingml/2006/main">
            <a:pathLst>
              <a:path w="49811" h="18024">
                <a:moveTo>
                  <a:pt x="0" y="0"/>
                </a:moveTo>
                <a:lnTo>
                  <a:pt x="49811" y="18024"/>
                </a:lnTo>
              </a:path>
            </a:pathLst>
          </a:custGeom>
          <a:noFill xmlns:a="http://schemas.openxmlformats.org/drawingml/2006/main"/>
          <a:ln xmlns:a="http://schemas.openxmlformats.org/drawingml/2006/main" w="9631">
            <a:solidFill>
              <a:srgbClr val="A7A9A8"/>
            </a:solidFill>
          </a:ln>
        </p:spPr>
      </p:sp>
      <p:sp>
        <p:nvSpPr>
          <p:cNvPr id="179" name="R1|172">
            <a:extLst xmlns:a="http://schemas.openxmlformats.org/drawingml/2006/main">
              <a:ext uri="{FF2B5EF4-FFF2-40B4-BE49-F238E27FC236}">
                <a16:creationId xmlns:a16="http://schemas.microsoft.com/office/drawing/2014/main" id="{14E048F9-1478-4232-9406-155B86D78ACC}"/>
              </a:ext>
            </a:extLst>
          </p:cNvPr>
          <p:cNvSpPr>
            <a:spLocks xmlns:a="http://schemas.openxmlformats.org/drawingml/2006/main" noGrp="1"/>
          </p:cNvSpPr>
          <p:nvPr/>
        </p:nvSpPr>
        <p:spPr>
          <a:xfrm xmlns:a="http://schemas.openxmlformats.org/drawingml/2006/main">
            <a:off x="4669621" y="2352532"/>
            <a:ext cx="49811" cy="18024"/>
          </a:xfrm>
          <a:custGeom xmlns:a="http://schemas.openxmlformats.org/drawingml/2006/main">
            <a:pathLst>
              <a:path w="49811" h="18024">
                <a:moveTo>
                  <a:pt x="0" y="0"/>
                </a:moveTo>
                <a:lnTo>
                  <a:pt x="49811" y="18024"/>
                </a:lnTo>
              </a:path>
            </a:pathLst>
          </a:custGeom>
          <a:noFill xmlns:a="http://schemas.openxmlformats.org/drawingml/2006/main"/>
          <a:ln xmlns:a="http://schemas.openxmlformats.org/drawingml/2006/main" w="9631">
            <a:solidFill>
              <a:srgbClr val="A7A9A8"/>
            </a:solidFill>
          </a:ln>
        </p:spPr>
      </p:sp>
      <p:sp>
        <p:nvSpPr>
          <p:cNvPr id="180" name="R1|173">
            <a:extLst xmlns:a="http://schemas.openxmlformats.org/drawingml/2006/main">
              <a:ext uri="{FF2B5EF4-FFF2-40B4-BE49-F238E27FC236}">
                <a16:creationId xmlns:a16="http://schemas.microsoft.com/office/drawing/2014/main" id="{F0FBEF17-95A7-40D1-B9CB-6F83D5CC4FD5}"/>
              </a:ext>
            </a:extLst>
          </p:cNvPr>
          <p:cNvSpPr>
            <a:spLocks xmlns:a="http://schemas.openxmlformats.org/drawingml/2006/main" noGrp="1"/>
          </p:cNvSpPr>
          <p:nvPr/>
        </p:nvSpPr>
        <p:spPr>
          <a:xfrm xmlns:a="http://schemas.openxmlformats.org/drawingml/2006/main">
            <a:off x="4755659" y="2383665"/>
            <a:ext cx="49811" cy="18024"/>
          </a:xfrm>
          <a:custGeom xmlns:a="http://schemas.openxmlformats.org/drawingml/2006/main">
            <a:pathLst>
              <a:path w="49811" h="18024">
                <a:moveTo>
                  <a:pt x="0" y="0"/>
                </a:moveTo>
                <a:lnTo>
                  <a:pt x="49811" y="18024"/>
                </a:lnTo>
              </a:path>
            </a:pathLst>
          </a:custGeom>
          <a:noFill xmlns:a="http://schemas.openxmlformats.org/drawingml/2006/main"/>
          <a:ln xmlns:a="http://schemas.openxmlformats.org/drawingml/2006/main" w="9631">
            <a:solidFill>
              <a:srgbClr val="A7A9A8"/>
            </a:solidFill>
          </a:ln>
        </p:spPr>
      </p:sp>
      <p:sp>
        <p:nvSpPr>
          <p:cNvPr id="181" name="R1|174">
            <a:extLst xmlns:a="http://schemas.openxmlformats.org/drawingml/2006/main">
              <a:ext uri="{FF2B5EF4-FFF2-40B4-BE49-F238E27FC236}">
                <a16:creationId xmlns:a16="http://schemas.microsoft.com/office/drawing/2014/main" id="{2552769C-EC5C-47F5-AF16-2336F287DAA5}"/>
              </a:ext>
            </a:extLst>
          </p:cNvPr>
          <p:cNvSpPr>
            <a:spLocks xmlns:a="http://schemas.openxmlformats.org/drawingml/2006/main" noGrp="1"/>
          </p:cNvSpPr>
          <p:nvPr/>
        </p:nvSpPr>
        <p:spPr>
          <a:xfrm xmlns:a="http://schemas.openxmlformats.org/drawingml/2006/main">
            <a:off x="4841697" y="2414798"/>
            <a:ext cx="49811" cy="18024"/>
          </a:xfrm>
          <a:custGeom xmlns:a="http://schemas.openxmlformats.org/drawingml/2006/main">
            <a:pathLst>
              <a:path w="49811" h="18024">
                <a:moveTo>
                  <a:pt x="0" y="0"/>
                </a:moveTo>
                <a:lnTo>
                  <a:pt x="49811" y="18024"/>
                </a:lnTo>
              </a:path>
            </a:pathLst>
          </a:custGeom>
          <a:noFill xmlns:a="http://schemas.openxmlformats.org/drawingml/2006/main"/>
          <a:ln xmlns:a="http://schemas.openxmlformats.org/drawingml/2006/main" w="9631">
            <a:solidFill>
              <a:srgbClr val="A7A9A8"/>
            </a:solidFill>
          </a:ln>
        </p:spPr>
      </p:sp>
      <p:sp>
        <p:nvSpPr>
          <p:cNvPr id="182" name="R1|175">
            <a:extLst xmlns:a="http://schemas.openxmlformats.org/drawingml/2006/main">
              <a:ext uri="{FF2B5EF4-FFF2-40B4-BE49-F238E27FC236}">
                <a16:creationId xmlns:a16="http://schemas.microsoft.com/office/drawing/2014/main" id="{C18D6DC4-48F1-482B-BA05-A0C1D8DA5ADE}"/>
              </a:ext>
            </a:extLst>
          </p:cNvPr>
          <p:cNvSpPr>
            <a:spLocks xmlns:a="http://schemas.openxmlformats.org/drawingml/2006/main" noGrp="1"/>
          </p:cNvSpPr>
          <p:nvPr/>
        </p:nvSpPr>
        <p:spPr>
          <a:xfrm xmlns:a="http://schemas.openxmlformats.org/drawingml/2006/main">
            <a:off x="4927735" y="2445931"/>
            <a:ext cx="13132" cy="4752"/>
          </a:xfrm>
          <a:custGeom xmlns:a="http://schemas.openxmlformats.org/drawingml/2006/main">
            <a:pathLst>
              <a:path w="13132" h="4752">
                <a:moveTo>
                  <a:pt x="0" y="0"/>
                </a:moveTo>
                <a:lnTo>
                  <a:pt x="13132" y="4752"/>
                </a:lnTo>
              </a:path>
            </a:pathLst>
          </a:custGeom>
          <a:noFill xmlns:a="http://schemas.openxmlformats.org/drawingml/2006/main"/>
          <a:ln xmlns:a="http://schemas.openxmlformats.org/drawingml/2006/main" w="9631">
            <a:solidFill>
              <a:srgbClr val="A7A9A8"/>
            </a:solidFill>
          </a:ln>
        </p:spPr>
      </p:sp>
      <p:sp>
        <p:nvSpPr>
          <p:cNvPr id="183" name="R1|176">
            <a:extLst xmlns:a="http://schemas.openxmlformats.org/drawingml/2006/main">
              <a:ext uri="{FF2B5EF4-FFF2-40B4-BE49-F238E27FC236}">
                <a16:creationId xmlns:a16="http://schemas.microsoft.com/office/drawing/2014/main" id="{E13524F4-FB56-4F0A-BDD1-33D799156330}"/>
              </a:ext>
            </a:extLst>
          </p:cNvPr>
          <p:cNvSpPr>
            <a:spLocks xmlns:a="http://schemas.openxmlformats.org/drawingml/2006/main" noGrp="1"/>
          </p:cNvSpPr>
          <p:nvPr/>
        </p:nvSpPr>
        <p:spPr>
          <a:xfrm xmlns:a="http://schemas.openxmlformats.org/drawingml/2006/main">
            <a:off x="3809241" y="2397691"/>
            <a:ext cx="52912" cy="2478"/>
          </a:xfrm>
          <a:custGeom xmlns:a="http://schemas.openxmlformats.org/drawingml/2006/main">
            <a:pathLst>
              <a:path w="52912" h="2478">
                <a:moveTo>
                  <a:pt x="0" y="0"/>
                </a:moveTo>
                <a:lnTo>
                  <a:pt x="52912" y="2478"/>
                </a:lnTo>
              </a:path>
            </a:pathLst>
          </a:custGeom>
          <a:noFill xmlns:a="http://schemas.openxmlformats.org/drawingml/2006/main"/>
          <a:ln xmlns:a="http://schemas.openxmlformats.org/drawingml/2006/main" w="9631">
            <a:solidFill>
              <a:srgbClr val="A7A9A8"/>
            </a:solidFill>
          </a:ln>
        </p:spPr>
      </p:sp>
      <p:sp>
        <p:nvSpPr>
          <p:cNvPr id="184" name="R1|177">
            <a:extLst xmlns:a="http://schemas.openxmlformats.org/drawingml/2006/main">
              <a:ext uri="{FF2B5EF4-FFF2-40B4-BE49-F238E27FC236}">
                <a16:creationId xmlns:a16="http://schemas.microsoft.com/office/drawing/2014/main" id="{662CCC59-1987-4120-BB08-6FE6877BF6B0}"/>
              </a:ext>
            </a:extLst>
          </p:cNvPr>
          <p:cNvSpPr>
            <a:spLocks xmlns:a="http://schemas.openxmlformats.org/drawingml/2006/main" noGrp="1"/>
          </p:cNvSpPr>
          <p:nvPr/>
        </p:nvSpPr>
        <p:spPr>
          <a:xfrm xmlns:a="http://schemas.openxmlformats.org/drawingml/2006/main">
            <a:off x="3900634" y="2401971"/>
            <a:ext cx="52912" cy="2478"/>
          </a:xfrm>
          <a:custGeom xmlns:a="http://schemas.openxmlformats.org/drawingml/2006/main">
            <a:pathLst>
              <a:path w="52912" h="2478">
                <a:moveTo>
                  <a:pt x="0" y="0"/>
                </a:moveTo>
                <a:lnTo>
                  <a:pt x="52912" y="2478"/>
                </a:lnTo>
              </a:path>
            </a:pathLst>
          </a:custGeom>
          <a:noFill xmlns:a="http://schemas.openxmlformats.org/drawingml/2006/main"/>
          <a:ln xmlns:a="http://schemas.openxmlformats.org/drawingml/2006/main" w="9631">
            <a:solidFill>
              <a:srgbClr val="A7A9A8"/>
            </a:solidFill>
          </a:ln>
        </p:spPr>
      </p:sp>
      <p:sp>
        <p:nvSpPr>
          <p:cNvPr id="185" name="R1|178">
            <a:extLst xmlns:a="http://schemas.openxmlformats.org/drawingml/2006/main">
              <a:ext uri="{FF2B5EF4-FFF2-40B4-BE49-F238E27FC236}">
                <a16:creationId xmlns:a16="http://schemas.microsoft.com/office/drawing/2014/main" id="{09BC6B45-F417-4833-81E4-0DEB803EBC27}"/>
              </a:ext>
            </a:extLst>
          </p:cNvPr>
          <p:cNvSpPr>
            <a:spLocks xmlns:a="http://schemas.openxmlformats.org/drawingml/2006/main" noGrp="1"/>
          </p:cNvSpPr>
          <p:nvPr/>
        </p:nvSpPr>
        <p:spPr>
          <a:xfrm xmlns:a="http://schemas.openxmlformats.org/drawingml/2006/main">
            <a:off x="3992027" y="2406250"/>
            <a:ext cx="52912" cy="2478"/>
          </a:xfrm>
          <a:custGeom xmlns:a="http://schemas.openxmlformats.org/drawingml/2006/main">
            <a:pathLst>
              <a:path w="52912" h="2478">
                <a:moveTo>
                  <a:pt x="0" y="0"/>
                </a:moveTo>
                <a:lnTo>
                  <a:pt x="52912" y="2478"/>
                </a:lnTo>
              </a:path>
            </a:pathLst>
          </a:custGeom>
          <a:noFill xmlns:a="http://schemas.openxmlformats.org/drawingml/2006/main"/>
          <a:ln xmlns:a="http://schemas.openxmlformats.org/drawingml/2006/main" w="9631">
            <a:solidFill>
              <a:srgbClr val="A7A9A8"/>
            </a:solidFill>
          </a:ln>
        </p:spPr>
      </p:sp>
      <p:sp>
        <p:nvSpPr>
          <p:cNvPr id="186" name="R1|179">
            <a:extLst xmlns:a="http://schemas.openxmlformats.org/drawingml/2006/main">
              <a:ext uri="{FF2B5EF4-FFF2-40B4-BE49-F238E27FC236}">
                <a16:creationId xmlns:a16="http://schemas.microsoft.com/office/drawing/2014/main" id="{07BF8BEB-EC64-4462-B975-D5618B9D5177}"/>
              </a:ext>
            </a:extLst>
          </p:cNvPr>
          <p:cNvSpPr>
            <a:spLocks xmlns:a="http://schemas.openxmlformats.org/drawingml/2006/main" noGrp="1"/>
          </p:cNvSpPr>
          <p:nvPr/>
        </p:nvSpPr>
        <p:spPr>
          <a:xfrm xmlns:a="http://schemas.openxmlformats.org/drawingml/2006/main">
            <a:off x="4083420" y="2410530"/>
            <a:ext cx="52912" cy="2478"/>
          </a:xfrm>
          <a:custGeom xmlns:a="http://schemas.openxmlformats.org/drawingml/2006/main">
            <a:pathLst>
              <a:path w="52912" h="2478">
                <a:moveTo>
                  <a:pt x="0" y="0"/>
                </a:moveTo>
                <a:lnTo>
                  <a:pt x="52912" y="2478"/>
                </a:lnTo>
              </a:path>
            </a:pathLst>
          </a:custGeom>
          <a:noFill xmlns:a="http://schemas.openxmlformats.org/drawingml/2006/main"/>
          <a:ln xmlns:a="http://schemas.openxmlformats.org/drawingml/2006/main" w="9631">
            <a:solidFill>
              <a:srgbClr val="A7A9A8"/>
            </a:solidFill>
          </a:ln>
        </p:spPr>
      </p:sp>
      <p:sp>
        <p:nvSpPr>
          <p:cNvPr id="187" name="R1|180">
            <a:extLst xmlns:a="http://schemas.openxmlformats.org/drawingml/2006/main">
              <a:ext uri="{FF2B5EF4-FFF2-40B4-BE49-F238E27FC236}">
                <a16:creationId xmlns:a16="http://schemas.microsoft.com/office/drawing/2014/main" id="{7150E3CC-CCB8-4C8A-8DE7-C984245AB58D}"/>
              </a:ext>
            </a:extLst>
          </p:cNvPr>
          <p:cNvSpPr>
            <a:spLocks xmlns:a="http://schemas.openxmlformats.org/drawingml/2006/main" noGrp="1"/>
          </p:cNvSpPr>
          <p:nvPr/>
        </p:nvSpPr>
        <p:spPr>
          <a:xfrm xmlns:a="http://schemas.openxmlformats.org/drawingml/2006/main">
            <a:off x="4174814" y="2414810"/>
            <a:ext cx="52912" cy="2478"/>
          </a:xfrm>
          <a:custGeom xmlns:a="http://schemas.openxmlformats.org/drawingml/2006/main">
            <a:pathLst>
              <a:path w="52912" h="2478">
                <a:moveTo>
                  <a:pt x="0" y="0"/>
                </a:moveTo>
                <a:lnTo>
                  <a:pt x="52912" y="2478"/>
                </a:lnTo>
              </a:path>
            </a:pathLst>
          </a:custGeom>
          <a:noFill xmlns:a="http://schemas.openxmlformats.org/drawingml/2006/main"/>
          <a:ln xmlns:a="http://schemas.openxmlformats.org/drawingml/2006/main" w="9631">
            <a:solidFill>
              <a:srgbClr val="A7A9A8"/>
            </a:solidFill>
          </a:ln>
        </p:spPr>
      </p:sp>
      <p:sp>
        <p:nvSpPr>
          <p:cNvPr id="188" name="R1|181">
            <a:extLst xmlns:a="http://schemas.openxmlformats.org/drawingml/2006/main">
              <a:ext uri="{FF2B5EF4-FFF2-40B4-BE49-F238E27FC236}">
                <a16:creationId xmlns:a16="http://schemas.microsoft.com/office/drawing/2014/main" id="{ACFEDAEB-0E43-4761-99B1-AE9875E3C6BC}"/>
              </a:ext>
            </a:extLst>
          </p:cNvPr>
          <p:cNvSpPr>
            <a:spLocks xmlns:a="http://schemas.openxmlformats.org/drawingml/2006/main" noGrp="1"/>
          </p:cNvSpPr>
          <p:nvPr/>
        </p:nvSpPr>
        <p:spPr>
          <a:xfrm xmlns:a="http://schemas.openxmlformats.org/drawingml/2006/main">
            <a:off x="4266207" y="2419090"/>
            <a:ext cx="52912" cy="2478"/>
          </a:xfrm>
          <a:custGeom xmlns:a="http://schemas.openxmlformats.org/drawingml/2006/main">
            <a:pathLst>
              <a:path w="52912" h="2478">
                <a:moveTo>
                  <a:pt x="0" y="0"/>
                </a:moveTo>
                <a:lnTo>
                  <a:pt x="52912" y="2478"/>
                </a:lnTo>
              </a:path>
            </a:pathLst>
          </a:custGeom>
          <a:noFill xmlns:a="http://schemas.openxmlformats.org/drawingml/2006/main"/>
          <a:ln xmlns:a="http://schemas.openxmlformats.org/drawingml/2006/main" w="9631">
            <a:solidFill>
              <a:srgbClr val="A7A9A8"/>
            </a:solidFill>
          </a:ln>
        </p:spPr>
      </p:sp>
      <p:sp>
        <p:nvSpPr>
          <p:cNvPr id="189" name="R1|182">
            <a:extLst xmlns:a="http://schemas.openxmlformats.org/drawingml/2006/main">
              <a:ext uri="{FF2B5EF4-FFF2-40B4-BE49-F238E27FC236}">
                <a16:creationId xmlns:a16="http://schemas.microsoft.com/office/drawing/2014/main" id="{7199704B-6DA5-444B-AEF5-2C4EFCA57337}"/>
              </a:ext>
            </a:extLst>
          </p:cNvPr>
          <p:cNvSpPr>
            <a:spLocks xmlns:a="http://schemas.openxmlformats.org/drawingml/2006/main" noGrp="1"/>
          </p:cNvSpPr>
          <p:nvPr/>
        </p:nvSpPr>
        <p:spPr>
          <a:xfrm xmlns:a="http://schemas.openxmlformats.org/drawingml/2006/main">
            <a:off x="4357600" y="2423369"/>
            <a:ext cx="52912" cy="2478"/>
          </a:xfrm>
          <a:custGeom xmlns:a="http://schemas.openxmlformats.org/drawingml/2006/main">
            <a:pathLst>
              <a:path w="52912" h="2478">
                <a:moveTo>
                  <a:pt x="0" y="0"/>
                </a:moveTo>
                <a:lnTo>
                  <a:pt x="52912" y="2478"/>
                </a:lnTo>
              </a:path>
            </a:pathLst>
          </a:custGeom>
          <a:noFill xmlns:a="http://schemas.openxmlformats.org/drawingml/2006/main"/>
          <a:ln xmlns:a="http://schemas.openxmlformats.org/drawingml/2006/main" w="9631">
            <a:solidFill>
              <a:srgbClr val="A7A9A8"/>
            </a:solidFill>
          </a:ln>
        </p:spPr>
      </p:sp>
      <p:sp>
        <p:nvSpPr>
          <p:cNvPr id="190" name="R1|183">
            <a:extLst xmlns:a="http://schemas.openxmlformats.org/drawingml/2006/main">
              <a:ext uri="{FF2B5EF4-FFF2-40B4-BE49-F238E27FC236}">
                <a16:creationId xmlns:a16="http://schemas.microsoft.com/office/drawing/2014/main" id="{617F2BF6-E7DE-494E-BE72-5CCB87162935}"/>
              </a:ext>
            </a:extLst>
          </p:cNvPr>
          <p:cNvSpPr>
            <a:spLocks xmlns:a="http://schemas.openxmlformats.org/drawingml/2006/main" noGrp="1"/>
          </p:cNvSpPr>
          <p:nvPr/>
        </p:nvSpPr>
        <p:spPr>
          <a:xfrm xmlns:a="http://schemas.openxmlformats.org/drawingml/2006/main">
            <a:off x="4448993" y="2427649"/>
            <a:ext cx="52912" cy="2478"/>
          </a:xfrm>
          <a:custGeom xmlns:a="http://schemas.openxmlformats.org/drawingml/2006/main">
            <a:pathLst>
              <a:path w="52912" h="2478">
                <a:moveTo>
                  <a:pt x="0" y="0"/>
                </a:moveTo>
                <a:lnTo>
                  <a:pt x="52912" y="2478"/>
                </a:lnTo>
              </a:path>
            </a:pathLst>
          </a:custGeom>
          <a:noFill xmlns:a="http://schemas.openxmlformats.org/drawingml/2006/main"/>
          <a:ln xmlns:a="http://schemas.openxmlformats.org/drawingml/2006/main" w="9631">
            <a:solidFill>
              <a:srgbClr val="A7A9A8"/>
            </a:solidFill>
          </a:ln>
        </p:spPr>
      </p:sp>
      <p:sp>
        <p:nvSpPr>
          <p:cNvPr id="191" name="R1|184">
            <a:extLst xmlns:a="http://schemas.openxmlformats.org/drawingml/2006/main">
              <a:ext uri="{FF2B5EF4-FFF2-40B4-BE49-F238E27FC236}">
                <a16:creationId xmlns:a16="http://schemas.microsoft.com/office/drawing/2014/main" id="{E8DA38A9-7A5D-481B-A6A4-403351194B5E}"/>
              </a:ext>
            </a:extLst>
          </p:cNvPr>
          <p:cNvSpPr>
            <a:spLocks xmlns:a="http://schemas.openxmlformats.org/drawingml/2006/main" noGrp="1"/>
          </p:cNvSpPr>
          <p:nvPr/>
        </p:nvSpPr>
        <p:spPr>
          <a:xfrm xmlns:a="http://schemas.openxmlformats.org/drawingml/2006/main">
            <a:off x="4540386" y="2431929"/>
            <a:ext cx="52912" cy="2478"/>
          </a:xfrm>
          <a:custGeom xmlns:a="http://schemas.openxmlformats.org/drawingml/2006/main">
            <a:pathLst>
              <a:path w="52912" h="2478">
                <a:moveTo>
                  <a:pt x="0" y="0"/>
                </a:moveTo>
                <a:lnTo>
                  <a:pt x="52912" y="2478"/>
                </a:lnTo>
              </a:path>
            </a:pathLst>
          </a:custGeom>
          <a:noFill xmlns:a="http://schemas.openxmlformats.org/drawingml/2006/main"/>
          <a:ln xmlns:a="http://schemas.openxmlformats.org/drawingml/2006/main" w="9631">
            <a:solidFill>
              <a:srgbClr val="A7A9A8"/>
            </a:solidFill>
          </a:ln>
        </p:spPr>
      </p:sp>
      <p:sp>
        <p:nvSpPr>
          <p:cNvPr id="192" name="R1|185">
            <a:extLst xmlns:a="http://schemas.openxmlformats.org/drawingml/2006/main">
              <a:ext uri="{FF2B5EF4-FFF2-40B4-BE49-F238E27FC236}">
                <a16:creationId xmlns:a16="http://schemas.microsoft.com/office/drawing/2014/main" id="{272CE640-4C97-489C-9FCF-FE4A8CBF94F9}"/>
              </a:ext>
            </a:extLst>
          </p:cNvPr>
          <p:cNvSpPr>
            <a:spLocks xmlns:a="http://schemas.openxmlformats.org/drawingml/2006/main" noGrp="1"/>
          </p:cNvSpPr>
          <p:nvPr/>
        </p:nvSpPr>
        <p:spPr>
          <a:xfrm xmlns:a="http://schemas.openxmlformats.org/drawingml/2006/main">
            <a:off x="4631779" y="2436209"/>
            <a:ext cx="52912" cy="2478"/>
          </a:xfrm>
          <a:custGeom xmlns:a="http://schemas.openxmlformats.org/drawingml/2006/main">
            <a:pathLst>
              <a:path w="52912" h="2478">
                <a:moveTo>
                  <a:pt x="0" y="0"/>
                </a:moveTo>
                <a:lnTo>
                  <a:pt x="52912" y="2478"/>
                </a:lnTo>
              </a:path>
            </a:pathLst>
          </a:custGeom>
          <a:noFill xmlns:a="http://schemas.openxmlformats.org/drawingml/2006/main"/>
          <a:ln xmlns:a="http://schemas.openxmlformats.org/drawingml/2006/main" w="9631">
            <a:solidFill>
              <a:srgbClr val="A7A9A8"/>
            </a:solidFill>
          </a:ln>
        </p:spPr>
      </p:sp>
      <p:sp>
        <p:nvSpPr>
          <p:cNvPr id="193" name="R1|186">
            <a:extLst xmlns:a="http://schemas.openxmlformats.org/drawingml/2006/main">
              <a:ext uri="{FF2B5EF4-FFF2-40B4-BE49-F238E27FC236}">
                <a16:creationId xmlns:a16="http://schemas.microsoft.com/office/drawing/2014/main" id="{37324811-66A4-4607-9BA9-F68B7D8ECA47}"/>
              </a:ext>
            </a:extLst>
          </p:cNvPr>
          <p:cNvSpPr>
            <a:spLocks xmlns:a="http://schemas.openxmlformats.org/drawingml/2006/main" noGrp="1"/>
          </p:cNvSpPr>
          <p:nvPr/>
        </p:nvSpPr>
        <p:spPr>
          <a:xfrm xmlns:a="http://schemas.openxmlformats.org/drawingml/2006/main">
            <a:off x="4723172" y="2440488"/>
            <a:ext cx="52912" cy="2478"/>
          </a:xfrm>
          <a:custGeom xmlns:a="http://schemas.openxmlformats.org/drawingml/2006/main">
            <a:pathLst>
              <a:path w="52912" h="2478">
                <a:moveTo>
                  <a:pt x="0" y="0"/>
                </a:moveTo>
                <a:lnTo>
                  <a:pt x="52912" y="2478"/>
                </a:lnTo>
              </a:path>
            </a:pathLst>
          </a:custGeom>
          <a:noFill xmlns:a="http://schemas.openxmlformats.org/drawingml/2006/main"/>
          <a:ln xmlns:a="http://schemas.openxmlformats.org/drawingml/2006/main" w="9631">
            <a:solidFill>
              <a:srgbClr val="A7A9A8"/>
            </a:solidFill>
          </a:ln>
        </p:spPr>
      </p:sp>
      <p:sp>
        <p:nvSpPr>
          <p:cNvPr id="194" name="R1|187">
            <a:extLst xmlns:a="http://schemas.openxmlformats.org/drawingml/2006/main">
              <a:ext uri="{FF2B5EF4-FFF2-40B4-BE49-F238E27FC236}">
                <a16:creationId xmlns:a16="http://schemas.microsoft.com/office/drawing/2014/main" id="{7591F8C8-82D6-4481-87C3-9E01F389FDFF}"/>
              </a:ext>
            </a:extLst>
          </p:cNvPr>
          <p:cNvSpPr>
            <a:spLocks xmlns:a="http://schemas.openxmlformats.org/drawingml/2006/main" noGrp="1"/>
          </p:cNvSpPr>
          <p:nvPr/>
        </p:nvSpPr>
        <p:spPr>
          <a:xfrm xmlns:a="http://schemas.openxmlformats.org/drawingml/2006/main">
            <a:off x="4814565" y="2444768"/>
            <a:ext cx="52912" cy="2478"/>
          </a:xfrm>
          <a:custGeom xmlns:a="http://schemas.openxmlformats.org/drawingml/2006/main">
            <a:pathLst>
              <a:path w="52912" h="2478">
                <a:moveTo>
                  <a:pt x="0" y="0"/>
                </a:moveTo>
                <a:lnTo>
                  <a:pt x="52912" y="2478"/>
                </a:lnTo>
              </a:path>
            </a:pathLst>
          </a:custGeom>
          <a:noFill xmlns:a="http://schemas.openxmlformats.org/drawingml/2006/main"/>
          <a:ln xmlns:a="http://schemas.openxmlformats.org/drawingml/2006/main" w="9631">
            <a:solidFill>
              <a:srgbClr val="A7A9A8"/>
            </a:solidFill>
          </a:ln>
        </p:spPr>
      </p:sp>
      <p:sp>
        <p:nvSpPr>
          <p:cNvPr id="195" name="R1|188">
            <a:extLst xmlns:a="http://schemas.openxmlformats.org/drawingml/2006/main">
              <a:ext uri="{FF2B5EF4-FFF2-40B4-BE49-F238E27FC236}">
                <a16:creationId xmlns:a16="http://schemas.microsoft.com/office/drawing/2014/main" id="{87F5B986-B15A-4AE7-A1C6-6DAE76C1AC51}"/>
              </a:ext>
            </a:extLst>
          </p:cNvPr>
          <p:cNvSpPr>
            <a:spLocks xmlns:a="http://schemas.openxmlformats.org/drawingml/2006/main" noGrp="1"/>
          </p:cNvSpPr>
          <p:nvPr/>
        </p:nvSpPr>
        <p:spPr>
          <a:xfrm xmlns:a="http://schemas.openxmlformats.org/drawingml/2006/main">
            <a:off x="4905958" y="2449048"/>
            <a:ext cx="34909" cy="1635"/>
          </a:xfrm>
          <a:custGeom xmlns:a="http://schemas.openxmlformats.org/drawingml/2006/main">
            <a:pathLst>
              <a:path w="34909" h="1635">
                <a:moveTo>
                  <a:pt x="0" y="0"/>
                </a:moveTo>
                <a:lnTo>
                  <a:pt x="34909" y="1635"/>
                </a:lnTo>
              </a:path>
            </a:pathLst>
          </a:custGeom>
          <a:noFill xmlns:a="http://schemas.openxmlformats.org/drawingml/2006/main"/>
          <a:ln xmlns:a="http://schemas.openxmlformats.org/drawingml/2006/main" w="9631">
            <a:solidFill>
              <a:srgbClr val="A7A9A8"/>
            </a:solidFill>
          </a:ln>
        </p:spPr>
      </p:sp>
      <p:sp>
        <p:nvSpPr>
          <p:cNvPr id="196" name="R1|189">
            <a:extLst xmlns:a="http://schemas.openxmlformats.org/drawingml/2006/main">
              <a:ext uri="{FF2B5EF4-FFF2-40B4-BE49-F238E27FC236}">
                <a16:creationId xmlns:a16="http://schemas.microsoft.com/office/drawing/2014/main" id="{C20BC91C-D258-488B-BF56-B6DA20DF1B29}"/>
              </a:ext>
            </a:extLst>
          </p:cNvPr>
          <p:cNvSpPr>
            <a:spLocks xmlns:a="http://schemas.openxmlformats.org/drawingml/2006/main" noGrp="1"/>
          </p:cNvSpPr>
          <p:nvPr/>
        </p:nvSpPr>
        <p:spPr>
          <a:xfrm xmlns:a="http://schemas.openxmlformats.org/drawingml/2006/main">
            <a:off x="4878266" y="663421"/>
            <a:ext cx="52967" cy="493"/>
          </a:xfrm>
          <a:custGeom xmlns:a="http://schemas.openxmlformats.org/drawingml/2006/main">
            <a:pathLst>
              <a:path w="52967" h="493">
                <a:moveTo>
                  <a:pt x="0" y="0"/>
                </a:moveTo>
                <a:lnTo>
                  <a:pt x="52967" y="493"/>
                </a:lnTo>
              </a:path>
            </a:pathLst>
          </a:custGeom>
          <a:noFill xmlns:a="http://schemas.openxmlformats.org/drawingml/2006/main"/>
          <a:ln xmlns:a="http://schemas.openxmlformats.org/drawingml/2006/main" w="9631">
            <a:solidFill>
              <a:srgbClr val="A7A9A8"/>
            </a:solidFill>
          </a:ln>
        </p:spPr>
      </p:sp>
      <p:sp>
        <p:nvSpPr>
          <p:cNvPr id="197" name="R1|190">
            <a:extLst xmlns:a="http://schemas.openxmlformats.org/drawingml/2006/main">
              <a:ext uri="{FF2B5EF4-FFF2-40B4-BE49-F238E27FC236}">
                <a16:creationId xmlns:a16="http://schemas.microsoft.com/office/drawing/2014/main" id="{AF675D0B-B84A-499C-8510-2F837B48019C}"/>
              </a:ext>
            </a:extLst>
          </p:cNvPr>
          <p:cNvSpPr>
            <a:spLocks xmlns:a="http://schemas.openxmlformats.org/drawingml/2006/main" noGrp="1"/>
          </p:cNvSpPr>
          <p:nvPr/>
        </p:nvSpPr>
        <p:spPr>
          <a:xfrm xmlns:a="http://schemas.openxmlformats.org/drawingml/2006/main">
            <a:off x="4969756" y="664273"/>
            <a:ext cx="52967" cy="493"/>
          </a:xfrm>
          <a:custGeom xmlns:a="http://schemas.openxmlformats.org/drawingml/2006/main">
            <a:pathLst>
              <a:path w="52967" h="493">
                <a:moveTo>
                  <a:pt x="0" y="0"/>
                </a:moveTo>
                <a:lnTo>
                  <a:pt x="52967" y="493"/>
                </a:lnTo>
              </a:path>
            </a:pathLst>
          </a:custGeom>
          <a:noFill xmlns:a="http://schemas.openxmlformats.org/drawingml/2006/main"/>
          <a:ln xmlns:a="http://schemas.openxmlformats.org/drawingml/2006/main" w="9631">
            <a:solidFill>
              <a:srgbClr val="A7A9A8"/>
            </a:solidFill>
          </a:ln>
        </p:spPr>
      </p:sp>
      <p:sp>
        <p:nvSpPr>
          <p:cNvPr id="198" name="R1|191">
            <a:extLst xmlns:a="http://schemas.openxmlformats.org/drawingml/2006/main">
              <a:ext uri="{FF2B5EF4-FFF2-40B4-BE49-F238E27FC236}">
                <a16:creationId xmlns:a16="http://schemas.microsoft.com/office/drawing/2014/main" id="{AA90EA46-38FD-4381-9622-9666CCD0F944}"/>
              </a:ext>
            </a:extLst>
          </p:cNvPr>
          <p:cNvSpPr>
            <a:spLocks xmlns:a="http://schemas.openxmlformats.org/drawingml/2006/main" noGrp="1"/>
          </p:cNvSpPr>
          <p:nvPr/>
        </p:nvSpPr>
        <p:spPr>
          <a:xfrm xmlns:a="http://schemas.openxmlformats.org/drawingml/2006/main">
            <a:off x="5061245" y="665124"/>
            <a:ext cx="52967" cy="493"/>
          </a:xfrm>
          <a:custGeom xmlns:a="http://schemas.openxmlformats.org/drawingml/2006/main">
            <a:pathLst>
              <a:path w="52967" h="493">
                <a:moveTo>
                  <a:pt x="0" y="0"/>
                </a:moveTo>
                <a:lnTo>
                  <a:pt x="52967" y="493"/>
                </a:lnTo>
              </a:path>
            </a:pathLst>
          </a:custGeom>
          <a:noFill xmlns:a="http://schemas.openxmlformats.org/drawingml/2006/main"/>
          <a:ln xmlns:a="http://schemas.openxmlformats.org/drawingml/2006/main" w="9631">
            <a:solidFill>
              <a:srgbClr val="A7A9A8"/>
            </a:solidFill>
          </a:ln>
        </p:spPr>
      </p:sp>
      <p:sp>
        <p:nvSpPr>
          <p:cNvPr id="199" name="R1|192">
            <a:extLst xmlns:a="http://schemas.openxmlformats.org/drawingml/2006/main">
              <a:ext uri="{FF2B5EF4-FFF2-40B4-BE49-F238E27FC236}">
                <a16:creationId xmlns:a16="http://schemas.microsoft.com/office/drawing/2014/main" id="{69F1FBA7-6FEE-42FA-8FF7-0B714DA7BFA1}"/>
              </a:ext>
            </a:extLst>
          </p:cNvPr>
          <p:cNvSpPr>
            <a:spLocks xmlns:a="http://schemas.openxmlformats.org/drawingml/2006/main" noGrp="1"/>
          </p:cNvSpPr>
          <p:nvPr/>
        </p:nvSpPr>
        <p:spPr>
          <a:xfrm xmlns:a="http://schemas.openxmlformats.org/drawingml/2006/main">
            <a:off x="5152734" y="665975"/>
            <a:ext cx="52967" cy="493"/>
          </a:xfrm>
          <a:custGeom xmlns:a="http://schemas.openxmlformats.org/drawingml/2006/main">
            <a:pathLst>
              <a:path w="52967" h="493">
                <a:moveTo>
                  <a:pt x="0" y="0"/>
                </a:moveTo>
                <a:lnTo>
                  <a:pt x="52967" y="493"/>
                </a:lnTo>
              </a:path>
            </a:pathLst>
          </a:custGeom>
          <a:noFill xmlns:a="http://schemas.openxmlformats.org/drawingml/2006/main"/>
          <a:ln xmlns:a="http://schemas.openxmlformats.org/drawingml/2006/main" w="9631">
            <a:solidFill>
              <a:srgbClr val="A7A9A8"/>
            </a:solidFill>
          </a:ln>
        </p:spPr>
      </p:sp>
      <p:sp>
        <p:nvSpPr>
          <p:cNvPr id="200" name="R1|193">
            <a:extLst xmlns:a="http://schemas.openxmlformats.org/drawingml/2006/main">
              <a:ext uri="{FF2B5EF4-FFF2-40B4-BE49-F238E27FC236}">
                <a16:creationId xmlns:a16="http://schemas.microsoft.com/office/drawing/2014/main" id="{D72085EA-B68E-41B1-9C78-959703D546D1}"/>
              </a:ext>
            </a:extLst>
          </p:cNvPr>
          <p:cNvSpPr>
            <a:spLocks xmlns:a="http://schemas.openxmlformats.org/drawingml/2006/main" noGrp="1"/>
          </p:cNvSpPr>
          <p:nvPr/>
        </p:nvSpPr>
        <p:spPr>
          <a:xfrm xmlns:a="http://schemas.openxmlformats.org/drawingml/2006/main">
            <a:off x="5244223" y="666827"/>
            <a:ext cx="52967" cy="493"/>
          </a:xfrm>
          <a:custGeom xmlns:a="http://schemas.openxmlformats.org/drawingml/2006/main">
            <a:pathLst>
              <a:path w="52967" h="493">
                <a:moveTo>
                  <a:pt x="0" y="0"/>
                </a:moveTo>
                <a:lnTo>
                  <a:pt x="52967" y="493"/>
                </a:lnTo>
              </a:path>
            </a:pathLst>
          </a:custGeom>
          <a:noFill xmlns:a="http://schemas.openxmlformats.org/drawingml/2006/main"/>
          <a:ln xmlns:a="http://schemas.openxmlformats.org/drawingml/2006/main" w="9631">
            <a:solidFill>
              <a:srgbClr val="A7A9A8"/>
            </a:solidFill>
          </a:ln>
        </p:spPr>
      </p:sp>
      <p:sp>
        <p:nvSpPr>
          <p:cNvPr id="201" name="R1|194">
            <a:extLst xmlns:a="http://schemas.openxmlformats.org/drawingml/2006/main">
              <a:ext uri="{FF2B5EF4-FFF2-40B4-BE49-F238E27FC236}">
                <a16:creationId xmlns:a16="http://schemas.microsoft.com/office/drawing/2014/main" id="{D102CA00-2901-4342-A08A-68A6F4D09704}"/>
              </a:ext>
            </a:extLst>
          </p:cNvPr>
          <p:cNvSpPr>
            <a:spLocks xmlns:a="http://schemas.openxmlformats.org/drawingml/2006/main" noGrp="1"/>
          </p:cNvSpPr>
          <p:nvPr/>
        </p:nvSpPr>
        <p:spPr>
          <a:xfrm xmlns:a="http://schemas.openxmlformats.org/drawingml/2006/main">
            <a:off x="5335712" y="667678"/>
            <a:ext cx="52967" cy="493"/>
          </a:xfrm>
          <a:custGeom xmlns:a="http://schemas.openxmlformats.org/drawingml/2006/main">
            <a:pathLst>
              <a:path w="52967" h="493">
                <a:moveTo>
                  <a:pt x="0" y="0"/>
                </a:moveTo>
                <a:lnTo>
                  <a:pt x="52967" y="493"/>
                </a:lnTo>
              </a:path>
            </a:pathLst>
          </a:custGeom>
          <a:noFill xmlns:a="http://schemas.openxmlformats.org/drawingml/2006/main"/>
          <a:ln xmlns:a="http://schemas.openxmlformats.org/drawingml/2006/main" w="9631">
            <a:solidFill>
              <a:srgbClr val="A7A9A8"/>
            </a:solidFill>
          </a:ln>
        </p:spPr>
      </p:sp>
      <p:sp>
        <p:nvSpPr>
          <p:cNvPr id="202" name="R1|195">
            <a:extLst xmlns:a="http://schemas.openxmlformats.org/drawingml/2006/main">
              <a:ext uri="{FF2B5EF4-FFF2-40B4-BE49-F238E27FC236}">
                <a16:creationId xmlns:a16="http://schemas.microsoft.com/office/drawing/2014/main" id="{57AC0852-3294-4D09-855F-1FD59CC29FF7}"/>
              </a:ext>
            </a:extLst>
          </p:cNvPr>
          <p:cNvSpPr>
            <a:spLocks xmlns:a="http://schemas.openxmlformats.org/drawingml/2006/main" noGrp="1"/>
          </p:cNvSpPr>
          <p:nvPr/>
        </p:nvSpPr>
        <p:spPr>
          <a:xfrm xmlns:a="http://schemas.openxmlformats.org/drawingml/2006/main">
            <a:off x="5427202" y="668530"/>
            <a:ext cx="52967" cy="493"/>
          </a:xfrm>
          <a:custGeom xmlns:a="http://schemas.openxmlformats.org/drawingml/2006/main">
            <a:pathLst>
              <a:path w="52967" h="493">
                <a:moveTo>
                  <a:pt x="0" y="0"/>
                </a:moveTo>
                <a:lnTo>
                  <a:pt x="52967" y="493"/>
                </a:lnTo>
              </a:path>
            </a:pathLst>
          </a:custGeom>
          <a:noFill xmlns:a="http://schemas.openxmlformats.org/drawingml/2006/main"/>
          <a:ln xmlns:a="http://schemas.openxmlformats.org/drawingml/2006/main" w="9631">
            <a:solidFill>
              <a:srgbClr val="A7A9A8"/>
            </a:solidFill>
          </a:ln>
        </p:spPr>
      </p:sp>
      <p:sp>
        <p:nvSpPr>
          <p:cNvPr id="203" name="R1|196">
            <a:extLst xmlns:a="http://schemas.openxmlformats.org/drawingml/2006/main">
              <a:ext uri="{FF2B5EF4-FFF2-40B4-BE49-F238E27FC236}">
                <a16:creationId xmlns:a16="http://schemas.microsoft.com/office/drawing/2014/main" id="{80F9429C-DA8C-4BFA-BA82-B5C73B7678AD}"/>
              </a:ext>
            </a:extLst>
          </p:cNvPr>
          <p:cNvSpPr>
            <a:spLocks xmlns:a="http://schemas.openxmlformats.org/drawingml/2006/main" noGrp="1"/>
          </p:cNvSpPr>
          <p:nvPr/>
        </p:nvSpPr>
        <p:spPr>
          <a:xfrm xmlns:a="http://schemas.openxmlformats.org/drawingml/2006/main">
            <a:off x="5518691" y="669381"/>
            <a:ext cx="52967" cy="493"/>
          </a:xfrm>
          <a:custGeom xmlns:a="http://schemas.openxmlformats.org/drawingml/2006/main">
            <a:pathLst>
              <a:path w="52967" h="493">
                <a:moveTo>
                  <a:pt x="0" y="0"/>
                </a:moveTo>
                <a:lnTo>
                  <a:pt x="52967" y="493"/>
                </a:lnTo>
              </a:path>
            </a:pathLst>
          </a:custGeom>
          <a:noFill xmlns:a="http://schemas.openxmlformats.org/drawingml/2006/main"/>
          <a:ln xmlns:a="http://schemas.openxmlformats.org/drawingml/2006/main" w="9631">
            <a:solidFill>
              <a:srgbClr val="A7A9A8"/>
            </a:solidFill>
          </a:ln>
        </p:spPr>
      </p:sp>
      <p:sp>
        <p:nvSpPr>
          <p:cNvPr id="204" name="R1|197">
            <a:extLst xmlns:a="http://schemas.openxmlformats.org/drawingml/2006/main">
              <a:ext uri="{FF2B5EF4-FFF2-40B4-BE49-F238E27FC236}">
                <a16:creationId xmlns:a16="http://schemas.microsoft.com/office/drawing/2014/main" id="{74D8EB0B-0531-4EAB-9B71-132E8E323069}"/>
              </a:ext>
            </a:extLst>
          </p:cNvPr>
          <p:cNvSpPr>
            <a:spLocks xmlns:a="http://schemas.openxmlformats.org/drawingml/2006/main" noGrp="1"/>
          </p:cNvSpPr>
          <p:nvPr/>
        </p:nvSpPr>
        <p:spPr>
          <a:xfrm xmlns:a="http://schemas.openxmlformats.org/drawingml/2006/main">
            <a:off x="5610180" y="670232"/>
            <a:ext cx="52967" cy="493"/>
          </a:xfrm>
          <a:custGeom xmlns:a="http://schemas.openxmlformats.org/drawingml/2006/main">
            <a:pathLst>
              <a:path w="52967" h="493">
                <a:moveTo>
                  <a:pt x="0" y="0"/>
                </a:moveTo>
                <a:lnTo>
                  <a:pt x="52967" y="493"/>
                </a:lnTo>
              </a:path>
            </a:pathLst>
          </a:custGeom>
          <a:noFill xmlns:a="http://schemas.openxmlformats.org/drawingml/2006/main"/>
          <a:ln xmlns:a="http://schemas.openxmlformats.org/drawingml/2006/main" w="9631">
            <a:solidFill>
              <a:srgbClr val="A7A9A8"/>
            </a:solidFill>
          </a:ln>
        </p:spPr>
      </p:sp>
      <p:sp>
        <p:nvSpPr>
          <p:cNvPr id="205" name="R1|198">
            <a:extLst xmlns:a="http://schemas.openxmlformats.org/drawingml/2006/main">
              <a:ext uri="{FF2B5EF4-FFF2-40B4-BE49-F238E27FC236}">
                <a16:creationId xmlns:a16="http://schemas.microsoft.com/office/drawing/2014/main" id="{CC544150-9DFA-4C68-BF62-E83F6179A815}"/>
              </a:ext>
            </a:extLst>
          </p:cNvPr>
          <p:cNvSpPr>
            <a:spLocks xmlns:a="http://schemas.openxmlformats.org/drawingml/2006/main" noGrp="1"/>
          </p:cNvSpPr>
          <p:nvPr/>
        </p:nvSpPr>
        <p:spPr>
          <a:xfrm xmlns:a="http://schemas.openxmlformats.org/drawingml/2006/main">
            <a:off x="5701669" y="671084"/>
            <a:ext cx="52967" cy="493"/>
          </a:xfrm>
          <a:custGeom xmlns:a="http://schemas.openxmlformats.org/drawingml/2006/main">
            <a:pathLst>
              <a:path w="52967" h="493">
                <a:moveTo>
                  <a:pt x="0" y="0"/>
                </a:moveTo>
                <a:lnTo>
                  <a:pt x="52967" y="493"/>
                </a:lnTo>
              </a:path>
            </a:pathLst>
          </a:custGeom>
          <a:noFill xmlns:a="http://schemas.openxmlformats.org/drawingml/2006/main"/>
          <a:ln xmlns:a="http://schemas.openxmlformats.org/drawingml/2006/main" w="9631">
            <a:solidFill>
              <a:srgbClr val="A7A9A8"/>
            </a:solidFill>
          </a:ln>
        </p:spPr>
      </p:sp>
      <p:sp>
        <p:nvSpPr>
          <p:cNvPr id="206" name="R1|199">
            <a:extLst xmlns:a="http://schemas.openxmlformats.org/drawingml/2006/main">
              <a:ext uri="{FF2B5EF4-FFF2-40B4-BE49-F238E27FC236}">
                <a16:creationId xmlns:a16="http://schemas.microsoft.com/office/drawing/2014/main" id="{80D85EDA-FF80-4163-95AA-B10642D0825A}"/>
              </a:ext>
            </a:extLst>
          </p:cNvPr>
          <p:cNvSpPr>
            <a:spLocks xmlns:a="http://schemas.openxmlformats.org/drawingml/2006/main" noGrp="1"/>
          </p:cNvSpPr>
          <p:nvPr/>
        </p:nvSpPr>
        <p:spPr>
          <a:xfrm xmlns:a="http://schemas.openxmlformats.org/drawingml/2006/main">
            <a:off x="5793158" y="671935"/>
            <a:ext cx="52967" cy="493"/>
          </a:xfrm>
          <a:custGeom xmlns:a="http://schemas.openxmlformats.org/drawingml/2006/main">
            <a:pathLst>
              <a:path w="52967" h="493">
                <a:moveTo>
                  <a:pt x="0" y="0"/>
                </a:moveTo>
                <a:lnTo>
                  <a:pt x="52967" y="493"/>
                </a:lnTo>
              </a:path>
            </a:pathLst>
          </a:custGeom>
          <a:noFill xmlns:a="http://schemas.openxmlformats.org/drawingml/2006/main"/>
          <a:ln xmlns:a="http://schemas.openxmlformats.org/drawingml/2006/main" w="9631">
            <a:solidFill>
              <a:srgbClr val="A7A9A8"/>
            </a:solidFill>
          </a:ln>
        </p:spPr>
      </p:sp>
      <p:sp>
        <p:nvSpPr>
          <p:cNvPr id="207" name="R1|200">
            <a:extLst xmlns:a="http://schemas.openxmlformats.org/drawingml/2006/main">
              <a:ext uri="{FF2B5EF4-FFF2-40B4-BE49-F238E27FC236}">
                <a16:creationId xmlns:a16="http://schemas.microsoft.com/office/drawing/2014/main" id="{835EB4F4-0224-49FD-A2C3-AE8495D8E744}"/>
              </a:ext>
            </a:extLst>
          </p:cNvPr>
          <p:cNvSpPr>
            <a:spLocks xmlns:a="http://schemas.openxmlformats.org/drawingml/2006/main" noGrp="1"/>
          </p:cNvSpPr>
          <p:nvPr/>
        </p:nvSpPr>
        <p:spPr>
          <a:xfrm xmlns:a="http://schemas.openxmlformats.org/drawingml/2006/main">
            <a:off x="5884648" y="672787"/>
            <a:ext cx="28936" cy="269"/>
          </a:xfrm>
          <a:custGeom xmlns:a="http://schemas.openxmlformats.org/drawingml/2006/main">
            <a:pathLst>
              <a:path w="28936" h="269">
                <a:moveTo>
                  <a:pt x="0" y="0"/>
                </a:moveTo>
                <a:lnTo>
                  <a:pt x="28936" y="269"/>
                </a:lnTo>
              </a:path>
            </a:pathLst>
          </a:custGeom>
          <a:noFill xmlns:a="http://schemas.openxmlformats.org/drawingml/2006/main"/>
          <a:ln xmlns:a="http://schemas.openxmlformats.org/drawingml/2006/main" w="9631">
            <a:solidFill>
              <a:srgbClr val="A7A9A8"/>
            </a:solidFill>
          </a:ln>
        </p:spPr>
      </p:sp>
      <p:sp>
        <p:nvSpPr>
          <p:cNvPr id="208" name="R1|201">
            <a:extLst xmlns:a="http://schemas.openxmlformats.org/drawingml/2006/main">
              <a:ext uri="{FF2B5EF4-FFF2-40B4-BE49-F238E27FC236}">
                <a16:creationId xmlns:a16="http://schemas.microsoft.com/office/drawing/2014/main" id="{DC7B2664-5676-4B92-B4DB-F344D87232A7}"/>
              </a:ext>
            </a:extLst>
          </p:cNvPr>
          <p:cNvSpPr>
            <a:spLocks xmlns:a="http://schemas.openxmlformats.org/drawingml/2006/main" noGrp="1"/>
          </p:cNvSpPr>
          <p:nvPr/>
        </p:nvSpPr>
        <p:spPr>
          <a:xfrm xmlns:a="http://schemas.openxmlformats.org/drawingml/2006/main">
            <a:off x="4878266" y="663421"/>
            <a:ext cx="48616" cy="21038"/>
          </a:xfrm>
          <a:custGeom xmlns:a="http://schemas.openxmlformats.org/drawingml/2006/main">
            <a:pathLst>
              <a:path w="48616" h="21038">
                <a:moveTo>
                  <a:pt x="0" y="0"/>
                </a:moveTo>
                <a:lnTo>
                  <a:pt x="48616" y="21038"/>
                </a:lnTo>
              </a:path>
            </a:pathLst>
          </a:custGeom>
          <a:noFill xmlns:a="http://schemas.openxmlformats.org/drawingml/2006/main"/>
          <a:ln xmlns:a="http://schemas.openxmlformats.org/drawingml/2006/main" w="9631">
            <a:solidFill>
              <a:srgbClr val="A7A9A8"/>
            </a:solidFill>
          </a:ln>
        </p:spPr>
      </p:sp>
      <p:sp>
        <p:nvSpPr>
          <p:cNvPr id="209" name="R1|202">
            <a:extLst xmlns:a="http://schemas.openxmlformats.org/drawingml/2006/main">
              <a:ext uri="{FF2B5EF4-FFF2-40B4-BE49-F238E27FC236}">
                <a16:creationId xmlns:a16="http://schemas.microsoft.com/office/drawing/2014/main" id="{91C496AC-C537-42F2-8924-01AA2BF8FD43}"/>
              </a:ext>
            </a:extLst>
          </p:cNvPr>
          <p:cNvSpPr>
            <a:spLocks xmlns:a="http://schemas.openxmlformats.org/drawingml/2006/main" noGrp="1"/>
          </p:cNvSpPr>
          <p:nvPr/>
        </p:nvSpPr>
        <p:spPr>
          <a:xfrm xmlns:a="http://schemas.openxmlformats.org/drawingml/2006/main">
            <a:off x="4962240" y="699760"/>
            <a:ext cx="48616" cy="21038"/>
          </a:xfrm>
          <a:custGeom xmlns:a="http://schemas.openxmlformats.org/drawingml/2006/main">
            <a:pathLst>
              <a:path w="48616" h="21038">
                <a:moveTo>
                  <a:pt x="0" y="0"/>
                </a:moveTo>
                <a:lnTo>
                  <a:pt x="48616" y="21038"/>
                </a:lnTo>
              </a:path>
            </a:pathLst>
          </a:custGeom>
          <a:noFill xmlns:a="http://schemas.openxmlformats.org/drawingml/2006/main"/>
          <a:ln xmlns:a="http://schemas.openxmlformats.org/drawingml/2006/main" w="9631">
            <a:solidFill>
              <a:srgbClr val="A7A9A8"/>
            </a:solidFill>
          </a:ln>
        </p:spPr>
      </p:sp>
      <p:sp>
        <p:nvSpPr>
          <p:cNvPr id="210" name="R1|203">
            <a:extLst xmlns:a="http://schemas.openxmlformats.org/drawingml/2006/main">
              <a:ext uri="{FF2B5EF4-FFF2-40B4-BE49-F238E27FC236}">
                <a16:creationId xmlns:a16="http://schemas.microsoft.com/office/drawing/2014/main" id="{40821726-F4D9-45DC-9D30-E76F2C683F54}"/>
              </a:ext>
            </a:extLst>
          </p:cNvPr>
          <p:cNvSpPr>
            <a:spLocks xmlns:a="http://schemas.openxmlformats.org/drawingml/2006/main" noGrp="1"/>
          </p:cNvSpPr>
          <p:nvPr/>
        </p:nvSpPr>
        <p:spPr>
          <a:xfrm xmlns:a="http://schemas.openxmlformats.org/drawingml/2006/main">
            <a:off x="5046214" y="736098"/>
            <a:ext cx="48616" cy="21038"/>
          </a:xfrm>
          <a:custGeom xmlns:a="http://schemas.openxmlformats.org/drawingml/2006/main">
            <a:pathLst>
              <a:path w="48616" h="21038">
                <a:moveTo>
                  <a:pt x="0" y="0"/>
                </a:moveTo>
                <a:lnTo>
                  <a:pt x="48616" y="21038"/>
                </a:lnTo>
              </a:path>
            </a:pathLst>
          </a:custGeom>
          <a:noFill xmlns:a="http://schemas.openxmlformats.org/drawingml/2006/main"/>
          <a:ln xmlns:a="http://schemas.openxmlformats.org/drawingml/2006/main" w="9631">
            <a:solidFill>
              <a:srgbClr val="A7A9A8"/>
            </a:solidFill>
          </a:ln>
        </p:spPr>
      </p:sp>
      <p:sp>
        <p:nvSpPr>
          <p:cNvPr id="211" name="R1|204">
            <a:extLst xmlns:a="http://schemas.openxmlformats.org/drawingml/2006/main">
              <a:ext uri="{FF2B5EF4-FFF2-40B4-BE49-F238E27FC236}">
                <a16:creationId xmlns:a16="http://schemas.microsoft.com/office/drawing/2014/main" id="{A648E951-15FE-4B25-B660-21AC8D9F335B}"/>
              </a:ext>
            </a:extLst>
          </p:cNvPr>
          <p:cNvSpPr>
            <a:spLocks xmlns:a="http://schemas.openxmlformats.org/drawingml/2006/main" noGrp="1"/>
          </p:cNvSpPr>
          <p:nvPr/>
        </p:nvSpPr>
        <p:spPr>
          <a:xfrm xmlns:a="http://schemas.openxmlformats.org/drawingml/2006/main">
            <a:off x="5130188" y="772437"/>
            <a:ext cx="48616" cy="21038"/>
          </a:xfrm>
          <a:custGeom xmlns:a="http://schemas.openxmlformats.org/drawingml/2006/main">
            <a:pathLst>
              <a:path w="48616" h="21038">
                <a:moveTo>
                  <a:pt x="0" y="0"/>
                </a:moveTo>
                <a:lnTo>
                  <a:pt x="48616" y="21038"/>
                </a:lnTo>
              </a:path>
            </a:pathLst>
          </a:custGeom>
          <a:noFill xmlns:a="http://schemas.openxmlformats.org/drawingml/2006/main"/>
          <a:ln xmlns:a="http://schemas.openxmlformats.org/drawingml/2006/main" w="9631">
            <a:solidFill>
              <a:srgbClr val="A7A9A8"/>
            </a:solidFill>
          </a:ln>
        </p:spPr>
      </p:sp>
      <p:sp>
        <p:nvSpPr>
          <p:cNvPr id="212" name="R1|205">
            <a:extLst xmlns:a="http://schemas.openxmlformats.org/drawingml/2006/main">
              <a:ext uri="{FF2B5EF4-FFF2-40B4-BE49-F238E27FC236}">
                <a16:creationId xmlns:a16="http://schemas.microsoft.com/office/drawing/2014/main" id="{D69971DE-B742-4554-9234-2D033C26D693}"/>
              </a:ext>
            </a:extLst>
          </p:cNvPr>
          <p:cNvSpPr>
            <a:spLocks xmlns:a="http://schemas.openxmlformats.org/drawingml/2006/main" noGrp="1"/>
          </p:cNvSpPr>
          <p:nvPr/>
        </p:nvSpPr>
        <p:spPr>
          <a:xfrm xmlns:a="http://schemas.openxmlformats.org/drawingml/2006/main">
            <a:off x="5214162" y="808775"/>
            <a:ext cx="48616" cy="21038"/>
          </a:xfrm>
          <a:custGeom xmlns:a="http://schemas.openxmlformats.org/drawingml/2006/main">
            <a:pathLst>
              <a:path w="48616" h="21038">
                <a:moveTo>
                  <a:pt x="0" y="0"/>
                </a:moveTo>
                <a:lnTo>
                  <a:pt x="48616" y="21038"/>
                </a:lnTo>
              </a:path>
            </a:pathLst>
          </a:custGeom>
          <a:noFill xmlns:a="http://schemas.openxmlformats.org/drawingml/2006/main"/>
          <a:ln xmlns:a="http://schemas.openxmlformats.org/drawingml/2006/main" w="9631">
            <a:solidFill>
              <a:srgbClr val="A7A9A8"/>
            </a:solidFill>
          </a:ln>
        </p:spPr>
      </p:sp>
      <p:sp>
        <p:nvSpPr>
          <p:cNvPr id="213" name="R1|206">
            <a:extLst xmlns:a="http://schemas.openxmlformats.org/drawingml/2006/main">
              <a:ext uri="{FF2B5EF4-FFF2-40B4-BE49-F238E27FC236}">
                <a16:creationId xmlns:a16="http://schemas.microsoft.com/office/drawing/2014/main" id="{03984BD7-8F86-4682-95F7-89C4F62C56DD}"/>
              </a:ext>
            </a:extLst>
          </p:cNvPr>
          <p:cNvSpPr>
            <a:spLocks xmlns:a="http://schemas.openxmlformats.org/drawingml/2006/main" noGrp="1"/>
          </p:cNvSpPr>
          <p:nvPr/>
        </p:nvSpPr>
        <p:spPr>
          <a:xfrm xmlns:a="http://schemas.openxmlformats.org/drawingml/2006/main">
            <a:off x="5298135" y="845114"/>
            <a:ext cx="48616" cy="21038"/>
          </a:xfrm>
          <a:custGeom xmlns:a="http://schemas.openxmlformats.org/drawingml/2006/main">
            <a:pathLst>
              <a:path w="48616" h="21038">
                <a:moveTo>
                  <a:pt x="0" y="0"/>
                </a:moveTo>
                <a:lnTo>
                  <a:pt x="48616" y="21038"/>
                </a:lnTo>
              </a:path>
            </a:pathLst>
          </a:custGeom>
          <a:noFill xmlns:a="http://schemas.openxmlformats.org/drawingml/2006/main"/>
          <a:ln xmlns:a="http://schemas.openxmlformats.org/drawingml/2006/main" w="9631">
            <a:solidFill>
              <a:srgbClr val="A7A9A8"/>
            </a:solidFill>
          </a:ln>
        </p:spPr>
      </p:sp>
      <p:sp>
        <p:nvSpPr>
          <p:cNvPr id="214" name="R1|207">
            <a:extLst xmlns:a="http://schemas.openxmlformats.org/drawingml/2006/main">
              <a:ext uri="{FF2B5EF4-FFF2-40B4-BE49-F238E27FC236}">
                <a16:creationId xmlns:a16="http://schemas.microsoft.com/office/drawing/2014/main" id="{81C6F194-2475-4765-ADE8-CE3FAF28864B}"/>
              </a:ext>
            </a:extLst>
          </p:cNvPr>
          <p:cNvSpPr>
            <a:spLocks xmlns:a="http://schemas.openxmlformats.org/drawingml/2006/main" noGrp="1"/>
          </p:cNvSpPr>
          <p:nvPr/>
        </p:nvSpPr>
        <p:spPr>
          <a:xfrm xmlns:a="http://schemas.openxmlformats.org/drawingml/2006/main">
            <a:off x="5382109" y="881452"/>
            <a:ext cx="48616" cy="21038"/>
          </a:xfrm>
          <a:custGeom xmlns:a="http://schemas.openxmlformats.org/drawingml/2006/main">
            <a:pathLst>
              <a:path w="48616" h="21038">
                <a:moveTo>
                  <a:pt x="0" y="0"/>
                </a:moveTo>
                <a:lnTo>
                  <a:pt x="48616" y="21038"/>
                </a:lnTo>
              </a:path>
            </a:pathLst>
          </a:custGeom>
          <a:noFill xmlns:a="http://schemas.openxmlformats.org/drawingml/2006/main"/>
          <a:ln xmlns:a="http://schemas.openxmlformats.org/drawingml/2006/main" w="9631">
            <a:solidFill>
              <a:srgbClr val="A7A9A8"/>
            </a:solidFill>
          </a:ln>
        </p:spPr>
      </p:sp>
      <p:sp>
        <p:nvSpPr>
          <p:cNvPr id="215" name="R1|208">
            <a:extLst xmlns:a="http://schemas.openxmlformats.org/drawingml/2006/main">
              <a:ext uri="{FF2B5EF4-FFF2-40B4-BE49-F238E27FC236}">
                <a16:creationId xmlns:a16="http://schemas.microsoft.com/office/drawing/2014/main" id="{FBA2260C-FBFE-47EC-920E-8D31CE33CA82}"/>
              </a:ext>
            </a:extLst>
          </p:cNvPr>
          <p:cNvSpPr>
            <a:spLocks xmlns:a="http://schemas.openxmlformats.org/drawingml/2006/main" noGrp="1"/>
          </p:cNvSpPr>
          <p:nvPr/>
        </p:nvSpPr>
        <p:spPr>
          <a:xfrm xmlns:a="http://schemas.openxmlformats.org/drawingml/2006/main">
            <a:off x="5466083" y="917791"/>
            <a:ext cx="48616" cy="21038"/>
          </a:xfrm>
          <a:custGeom xmlns:a="http://schemas.openxmlformats.org/drawingml/2006/main">
            <a:pathLst>
              <a:path w="48616" h="21038">
                <a:moveTo>
                  <a:pt x="0" y="0"/>
                </a:moveTo>
                <a:lnTo>
                  <a:pt x="48616" y="21038"/>
                </a:lnTo>
              </a:path>
            </a:pathLst>
          </a:custGeom>
          <a:noFill xmlns:a="http://schemas.openxmlformats.org/drawingml/2006/main"/>
          <a:ln xmlns:a="http://schemas.openxmlformats.org/drawingml/2006/main" w="9631">
            <a:solidFill>
              <a:srgbClr val="A7A9A8"/>
            </a:solidFill>
          </a:ln>
        </p:spPr>
      </p:sp>
      <p:sp>
        <p:nvSpPr>
          <p:cNvPr id="216" name="R1|209">
            <a:extLst xmlns:a="http://schemas.openxmlformats.org/drawingml/2006/main">
              <a:ext uri="{FF2B5EF4-FFF2-40B4-BE49-F238E27FC236}">
                <a16:creationId xmlns:a16="http://schemas.microsoft.com/office/drawing/2014/main" id="{16BADE1A-37C1-4C3F-A938-688245EDAE5E}"/>
              </a:ext>
            </a:extLst>
          </p:cNvPr>
          <p:cNvSpPr>
            <a:spLocks xmlns:a="http://schemas.openxmlformats.org/drawingml/2006/main" noGrp="1"/>
          </p:cNvSpPr>
          <p:nvPr/>
        </p:nvSpPr>
        <p:spPr>
          <a:xfrm xmlns:a="http://schemas.openxmlformats.org/drawingml/2006/main">
            <a:off x="5550057" y="954129"/>
            <a:ext cx="48616" cy="21038"/>
          </a:xfrm>
          <a:custGeom xmlns:a="http://schemas.openxmlformats.org/drawingml/2006/main">
            <a:pathLst>
              <a:path w="48616" h="21038">
                <a:moveTo>
                  <a:pt x="0" y="0"/>
                </a:moveTo>
                <a:lnTo>
                  <a:pt x="48616" y="21038"/>
                </a:lnTo>
              </a:path>
            </a:pathLst>
          </a:custGeom>
          <a:noFill xmlns:a="http://schemas.openxmlformats.org/drawingml/2006/main"/>
          <a:ln xmlns:a="http://schemas.openxmlformats.org/drawingml/2006/main" w="9631">
            <a:solidFill>
              <a:srgbClr val="A7A9A8"/>
            </a:solidFill>
          </a:ln>
        </p:spPr>
      </p:sp>
      <p:sp>
        <p:nvSpPr>
          <p:cNvPr id="217" name="R1|210">
            <a:extLst xmlns:a="http://schemas.openxmlformats.org/drawingml/2006/main">
              <a:ext uri="{FF2B5EF4-FFF2-40B4-BE49-F238E27FC236}">
                <a16:creationId xmlns:a16="http://schemas.microsoft.com/office/drawing/2014/main" id="{82050C4A-B6B4-4D38-AE03-7DE32DDB2E42}"/>
              </a:ext>
            </a:extLst>
          </p:cNvPr>
          <p:cNvSpPr>
            <a:spLocks xmlns:a="http://schemas.openxmlformats.org/drawingml/2006/main" noGrp="1"/>
          </p:cNvSpPr>
          <p:nvPr/>
        </p:nvSpPr>
        <p:spPr>
          <a:xfrm xmlns:a="http://schemas.openxmlformats.org/drawingml/2006/main">
            <a:off x="5634031" y="990468"/>
            <a:ext cx="48616" cy="21038"/>
          </a:xfrm>
          <a:custGeom xmlns:a="http://schemas.openxmlformats.org/drawingml/2006/main">
            <a:pathLst>
              <a:path w="48616" h="21038">
                <a:moveTo>
                  <a:pt x="0" y="0"/>
                </a:moveTo>
                <a:lnTo>
                  <a:pt x="48616" y="21038"/>
                </a:lnTo>
              </a:path>
            </a:pathLst>
          </a:custGeom>
          <a:noFill xmlns:a="http://schemas.openxmlformats.org/drawingml/2006/main"/>
          <a:ln xmlns:a="http://schemas.openxmlformats.org/drawingml/2006/main" w="9631">
            <a:solidFill>
              <a:srgbClr val="A7A9A8"/>
            </a:solidFill>
          </a:ln>
        </p:spPr>
      </p:sp>
      <p:sp>
        <p:nvSpPr>
          <p:cNvPr id="218" name="R1|211">
            <a:extLst xmlns:a="http://schemas.openxmlformats.org/drawingml/2006/main">
              <a:ext uri="{FF2B5EF4-FFF2-40B4-BE49-F238E27FC236}">
                <a16:creationId xmlns:a16="http://schemas.microsoft.com/office/drawing/2014/main" id="{C448645A-DAC3-4E05-93BC-A8D49CD81B88}"/>
              </a:ext>
            </a:extLst>
          </p:cNvPr>
          <p:cNvSpPr>
            <a:spLocks xmlns:a="http://schemas.openxmlformats.org/drawingml/2006/main" noGrp="1"/>
          </p:cNvSpPr>
          <p:nvPr/>
        </p:nvSpPr>
        <p:spPr>
          <a:xfrm xmlns:a="http://schemas.openxmlformats.org/drawingml/2006/main">
            <a:off x="5718004" y="1026806"/>
            <a:ext cx="48616" cy="21038"/>
          </a:xfrm>
          <a:custGeom xmlns:a="http://schemas.openxmlformats.org/drawingml/2006/main">
            <a:pathLst>
              <a:path w="48616" h="21038">
                <a:moveTo>
                  <a:pt x="0" y="0"/>
                </a:moveTo>
                <a:lnTo>
                  <a:pt x="48616" y="21038"/>
                </a:lnTo>
              </a:path>
            </a:pathLst>
          </a:custGeom>
          <a:noFill xmlns:a="http://schemas.openxmlformats.org/drawingml/2006/main"/>
          <a:ln xmlns:a="http://schemas.openxmlformats.org/drawingml/2006/main" w="9631">
            <a:solidFill>
              <a:srgbClr val="A7A9A8"/>
            </a:solidFill>
          </a:ln>
        </p:spPr>
      </p:sp>
      <p:sp>
        <p:nvSpPr>
          <p:cNvPr id="219" name="R1|212">
            <a:extLst xmlns:a="http://schemas.openxmlformats.org/drawingml/2006/main">
              <a:ext uri="{FF2B5EF4-FFF2-40B4-BE49-F238E27FC236}">
                <a16:creationId xmlns:a16="http://schemas.microsoft.com/office/drawing/2014/main" id="{AF929ECA-06D6-46A5-ADF2-4CCA65883723}"/>
              </a:ext>
            </a:extLst>
          </p:cNvPr>
          <p:cNvSpPr>
            <a:spLocks xmlns:a="http://schemas.openxmlformats.org/drawingml/2006/main" noGrp="1"/>
          </p:cNvSpPr>
          <p:nvPr/>
        </p:nvSpPr>
        <p:spPr>
          <a:xfrm xmlns:a="http://schemas.openxmlformats.org/drawingml/2006/main">
            <a:off x="5801978" y="1063145"/>
            <a:ext cx="48616" cy="21038"/>
          </a:xfrm>
          <a:custGeom xmlns:a="http://schemas.openxmlformats.org/drawingml/2006/main">
            <a:pathLst>
              <a:path w="48616" h="21038">
                <a:moveTo>
                  <a:pt x="0" y="0"/>
                </a:moveTo>
                <a:lnTo>
                  <a:pt x="48616" y="21038"/>
                </a:lnTo>
              </a:path>
            </a:pathLst>
          </a:custGeom>
          <a:noFill xmlns:a="http://schemas.openxmlformats.org/drawingml/2006/main"/>
          <a:ln xmlns:a="http://schemas.openxmlformats.org/drawingml/2006/main" w="9631">
            <a:solidFill>
              <a:srgbClr val="A7A9A8"/>
            </a:solidFill>
          </a:ln>
        </p:spPr>
      </p:sp>
      <p:sp>
        <p:nvSpPr>
          <p:cNvPr id="220" name="R1|213">
            <a:extLst xmlns:a="http://schemas.openxmlformats.org/drawingml/2006/main">
              <a:ext uri="{FF2B5EF4-FFF2-40B4-BE49-F238E27FC236}">
                <a16:creationId xmlns:a16="http://schemas.microsoft.com/office/drawing/2014/main" id="{D95108C1-2464-4199-8BE2-06025611B2D0}"/>
              </a:ext>
            </a:extLst>
          </p:cNvPr>
          <p:cNvSpPr>
            <a:spLocks xmlns:a="http://schemas.openxmlformats.org/drawingml/2006/main" noGrp="1"/>
          </p:cNvSpPr>
          <p:nvPr/>
        </p:nvSpPr>
        <p:spPr>
          <a:xfrm xmlns:a="http://schemas.openxmlformats.org/drawingml/2006/main">
            <a:off x="5885952" y="1099484"/>
            <a:ext cx="27632" cy="11957"/>
          </a:xfrm>
          <a:custGeom xmlns:a="http://schemas.openxmlformats.org/drawingml/2006/main">
            <a:pathLst>
              <a:path w="27632" h="11957">
                <a:moveTo>
                  <a:pt x="0" y="0"/>
                </a:moveTo>
                <a:lnTo>
                  <a:pt x="27632" y="11957"/>
                </a:lnTo>
              </a:path>
            </a:pathLst>
          </a:custGeom>
          <a:noFill xmlns:a="http://schemas.openxmlformats.org/drawingml/2006/main"/>
          <a:ln xmlns:a="http://schemas.openxmlformats.org/drawingml/2006/main" w="9631">
            <a:solidFill>
              <a:srgbClr val="A7A9A8"/>
            </a:solidFill>
          </a:ln>
        </p:spPr>
      </p:sp>
      <p:sp>
        <p:nvSpPr>
          <p:cNvPr id="221" name="R1|214">
            <a:extLst xmlns:a="http://schemas.openxmlformats.org/drawingml/2006/main">
              <a:ext uri="{FF2B5EF4-FFF2-40B4-BE49-F238E27FC236}">
                <a16:creationId xmlns:a16="http://schemas.microsoft.com/office/drawing/2014/main" id="{D1D72ADA-9D24-40B0-8E3A-BA04904257FD}"/>
              </a:ext>
            </a:extLst>
          </p:cNvPr>
          <p:cNvSpPr>
            <a:spLocks xmlns:a="http://schemas.openxmlformats.org/drawingml/2006/main" noGrp="1"/>
          </p:cNvSpPr>
          <p:nvPr/>
        </p:nvSpPr>
        <p:spPr>
          <a:xfrm xmlns:a="http://schemas.openxmlformats.org/drawingml/2006/main">
            <a:off x="4878266" y="663421"/>
            <a:ext cx="31972" cy="42250"/>
          </a:xfrm>
          <a:custGeom xmlns:a="http://schemas.openxmlformats.org/drawingml/2006/main">
            <a:pathLst>
              <a:path w="31972" h="42250">
                <a:moveTo>
                  <a:pt x="0" y="0"/>
                </a:moveTo>
                <a:lnTo>
                  <a:pt x="31972" y="42250"/>
                </a:lnTo>
              </a:path>
            </a:pathLst>
          </a:custGeom>
          <a:noFill xmlns:a="http://schemas.openxmlformats.org/drawingml/2006/main"/>
          <a:ln xmlns:a="http://schemas.openxmlformats.org/drawingml/2006/main" w="9631">
            <a:solidFill>
              <a:srgbClr val="A7A9A8"/>
            </a:solidFill>
          </a:ln>
        </p:spPr>
      </p:sp>
      <p:sp>
        <p:nvSpPr>
          <p:cNvPr id="222" name="R1|215">
            <a:extLst xmlns:a="http://schemas.openxmlformats.org/drawingml/2006/main">
              <a:ext uri="{FF2B5EF4-FFF2-40B4-BE49-F238E27FC236}">
                <a16:creationId xmlns:a16="http://schemas.microsoft.com/office/drawing/2014/main" id="{138218AF-9CBF-41F1-A7C5-DE7B1AFB2B5A}"/>
              </a:ext>
            </a:extLst>
          </p:cNvPr>
          <p:cNvSpPr>
            <a:spLocks xmlns:a="http://schemas.openxmlformats.org/drawingml/2006/main" noGrp="1"/>
          </p:cNvSpPr>
          <p:nvPr/>
        </p:nvSpPr>
        <p:spPr>
          <a:xfrm xmlns:a="http://schemas.openxmlformats.org/drawingml/2006/main">
            <a:off x="4933491" y="736398"/>
            <a:ext cx="31972" cy="42250"/>
          </a:xfrm>
          <a:custGeom xmlns:a="http://schemas.openxmlformats.org/drawingml/2006/main">
            <a:pathLst>
              <a:path w="31972" h="42250">
                <a:moveTo>
                  <a:pt x="0" y="0"/>
                </a:moveTo>
                <a:lnTo>
                  <a:pt x="31972" y="42250"/>
                </a:lnTo>
              </a:path>
            </a:pathLst>
          </a:custGeom>
          <a:noFill xmlns:a="http://schemas.openxmlformats.org/drawingml/2006/main"/>
          <a:ln xmlns:a="http://schemas.openxmlformats.org/drawingml/2006/main" w="9631">
            <a:solidFill>
              <a:srgbClr val="A7A9A8"/>
            </a:solidFill>
          </a:ln>
        </p:spPr>
      </p:sp>
      <p:sp>
        <p:nvSpPr>
          <p:cNvPr id="223" name="R1|216">
            <a:extLst xmlns:a="http://schemas.openxmlformats.org/drawingml/2006/main">
              <a:ext uri="{FF2B5EF4-FFF2-40B4-BE49-F238E27FC236}">
                <a16:creationId xmlns:a16="http://schemas.microsoft.com/office/drawing/2014/main" id="{A8D52FAB-33D6-4682-9F64-26801B493AD3}"/>
              </a:ext>
            </a:extLst>
          </p:cNvPr>
          <p:cNvSpPr>
            <a:spLocks xmlns:a="http://schemas.openxmlformats.org/drawingml/2006/main" noGrp="1"/>
          </p:cNvSpPr>
          <p:nvPr/>
        </p:nvSpPr>
        <p:spPr>
          <a:xfrm xmlns:a="http://schemas.openxmlformats.org/drawingml/2006/main">
            <a:off x="4988715" y="809376"/>
            <a:ext cx="31972" cy="42250"/>
          </a:xfrm>
          <a:custGeom xmlns:a="http://schemas.openxmlformats.org/drawingml/2006/main">
            <a:pathLst>
              <a:path w="31972" h="42250">
                <a:moveTo>
                  <a:pt x="0" y="0"/>
                </a:moveTo>
                <a:lnTo>
                  <a:pt x="31972" y="42250"/>
                </a:lnTo>
              </a:path>
            </a:pathLst>
          </a:custGeom>
          <a:noFill xmlns:a="http://schemas.openxmlformats.org/drawingml/2006/main"/>
          <a:ln xmlns:a="http://schemas.openxmlformats.org/drawingml/2006/main" w="9631">
            <a:solidFill>
              <a:srgbClr val="A7A9A8"/>
            </a:solidFill>
          </a:ln>
        </p:spPr>
      </p:sp>
      <p:sp>
        <p:nvSpPr>
          <p:cNvPr id="224" name="R1|217">
            <a:extLst xmlns:a="http://schemas.openxmlformats.org/drawingml/2006/main">
              <a:ext uri="{FF2B5EF4-FFF2-40B4-BE49-F238E27FC236}">
                <a16:creationId xmlns:a16="http://schemas.microsoft.com/office/drawing/2014/main" id="{E310081B-15FD-4844-B0ED-F1B1961B5B28}"/>
              </a:ext>
            </a:extLst>
          </p:cNvPr>
          <p:cNvSpPr>
            <a:spLocks xmlns:a="http://schemas.openxmlformats.org/drawingml/2006/main" noGrp="1"/>
          </p:cNvSpPr>
          <p:nvPr/>
        </p:nvSpPr>
        <p:spPr>
          <a:xfrm xmlns:a="http://schemas.openxmlformats.org/drawingml/2006/main">
            <a:off x="5043939" y="882353"/>
            <a:ext cx="31972" cy="42250"/>
          </a:xfrm>
          <a:custGeom xmlns:a="http://schemas.openxmlformats.org/drawingml/2006/main">
            <a:pathLst>
              <a:path w="31972" h="42250">
                <a:moveTo>
                  <a:pt x="0" y="0"/>
                </a:moveTo>
                <a:lnTo>
                  <a:pt x="31972" y="42250"/>
                </a:lnTo>
              </a:path>
            </a:pathLst>
          </a:custGeom>
          <a:noFill xmlns:a="http://schemas.openxmlformats.org/drawingml/2006/main"/>
          <a:ln xmlns:a="http://schemas.openxmlformats.org/drawingml/2006/main" w="9631">
            <a:solidFill>
              <a:srgbClr val="A7A9A8"/>
            </a:solidFill>
          </a:ln>
        </p:spPr>
      </p:sp>
      <p:sp>
        <p:nvSpPr>
          <p:cNvPr id="225" name="R1|218">
            <a:extLst xmlns:a="http://schemas.openxmlformats.org/drawingml/2006/main">
              <a:ext uri="{FF2B5EF4-FFF2-40B4-BE49-F238E27FC236}">
                <a16:creationId xmlns:a16="http://schemas.microsoft.com/office/drawing/2014/main" id="{FF57BA62-1E7B-4264-9149-D654213A43D2}"/>
              </a:ext>
            </a:extLst>
          </p:cNvPr>
          <p:cNvSpPr>
            <a:spLocks xmlns:a="http://schemas.openxmlformats.org/drawingml/2006/main" noGrp="1"/>
          </p:cNvSpPr>
          <p:nvPr/>
        </p:nvSpPr>
        <p:spPr>
          <a:xfrm xmlns:a="http://schemas.openxmlformats.org/drawingml/2006/main">
            <a:off x="5099163" y="955330"/>
            <a:ext cx="31972" cy="42250"/>
          </a:xfrm>
          <a:custGeom xmlns:a="http://schemas.openxmlformats.org/drawingml/2006/main">
            <a:pathLst>
              <a:path w="31972" h="42250">
                <a:moveTo>
                  <a:pt x="0" y="0"/>
                </a:moveTo>
                <a:lnTo>
                  <a:pt x="31972" y="42250"/>
                </a:lnTo>
              </a:path>
            </a:pathLst>
          </a:custGeom>
          <a:noFill xmlns:a="http://schemas.openxmlformats.org/drawingml/2006/main"/>
          <a:ln xmlns:a="http://schemas.openxmlformats.org/drawingml/2006/main" w="9631">
            <a:solidFill>
              <a:srgbClr val="A7A9A8"/>
            </a:solidFill>
          </a:ln>
        </p:spPr>
      </p:sp>
      <p:sp>
        <p:nvSpPr>
          <p:cNvPr id="226" name="R1|219">
            <a:extLst xmlns:a="http://schemas.openxmlformats.org/drawingml/2006/main">
              <a:ext uri="{FF2B5EF4-FFF2-40B4-BE49-F238E27FC236}">
                <a16:creationId xmlns:a16="http://schemas.microsoft.com/office/drawing/2014/main" id="{CD816320-1F6A-4157-8031-2603A5EAB2AF}"/>
              </a:ext>
            </a:extLst>
          </p:cNvPr>
          <p:cNvSpPr>
            <a:spLocks xmlns:a="http://schemas.openxmlformats.org/drawingml/2006/main" noGrp="1"/>
          </p:cNvSpPr>
          <p:nvPr/>
        </p:nvSpPr>
        <p:spPr>
          <a:xfrm xmlns:a="http://schemas.openxmlformats.org/drawingml/2006/main">
            <a:off x="5154387" y="1028308"/>
            <a:ext cx="31972" cy="42250"/>
          </a:xfrm>
          <a:custGeom xmlns:a="http://schemas.openxmlformats.org/drawingml/2006/main">
            <a:pathLst>
              <a:path w="31972" h="42250">
                <a:moveTo>
                  <a:pt x="0" y="0"/>
                </a:moveTo>
                <a:lnTo>
                  <a:pt x="31972" y="42250"/>
                </a:lnTo>
              </a:path>
            </a:pathLst>
          </a:custGeom>
          <a:noFill xmlns:a="http://schemas.openxmlformats.org/drawingml/2006/main"/>
          <a:ln xmlns:a="http://schemas.openxmlformats.org/drawingml/2006/main" w="9631">
            <a:solidFill>
              <a:srgbClr val="A7A9A8"/>
            </a:solidFill>
          </a:ln>
        </p:spPr>
      </p:sp>
      <p:sp>
        <p:nvSpPr>
          <p:cNvPr id="227" name="R1|220">
            <a:extLst xmlns:a="http://schemas.openxmlformats.org/drawingml/2006/main">
              <a:ext uri="{FF2B5EF4-FFF2-40B4-BE49-F238E27FC236}">
                <a16:creationId xmlns:a16="http://schemas.microsoft.com/office/drawing/2014/main" id="{E2E8CC3E-0CAF-4E7E-B46B-02FE8C3F1F53}"/>
              </a:ext>
            </a:extLst>
          </p:cNvPr>
          <p:cNvSpPr>
            <a:spLocks xmlns:a="http://schemas.openxmlformats.org/drawingml/2006/main" noGrp="1"/>
          </p:cNvSpPr>
          <p:nvPr/>
        </p:nvSpPr>
        <p:spPr>
          <a:xfrm xmlns:a="http://schemas.openxmlformats.org/drawingml/2006/main">
            <a:off x="5209611" y="1101285"/>
            <a:ext cx="31972" cy="42250"/>
          </a:xfrm>
          <a:custGeom xmlns:a="http://schemas.openxmlformats.org/drawingml/2006/main">
            <a:pathLst>
              <a:path w="31972" h="42250">
                <a:moveTo>
                  <a:pt x="0" y="0"/>
                </a:moveTo>
                <a:lnTo>
                  <a:pt x="31972" y="42250"/>
                </a:lnTo>
              </a:path>
            </a:pathLst>
          </a:custGeom>
          <a:noFill xmlns:a="http://schemas.openxmlformats.org/drawingml/2006/main"/>
          <a:ln xmlns:a="http://schemas.openxmlformats.org/drawingml/2006/main" w="9631">
            <a:solidFill>
              <a:srgbClr val="A7A9A8"/>
            </a:solidFill>
          </a:ln>
        </p:spPr>
      </p:sp>
      <p:sp>
        <p:nvSpPr>
          <p:cNvPr id="228" name="R1|221">
            <a:extLst xmlns:a="http://schemas.openxmlformats.org/drawingml/2006/main">
              <a:ext uri="{FF2B5EF4-FFF2-40B4-BE49-F238E27FC236}">
                <a16:creationId xmlns:a16="http://schemas.microsoft.com/office/drawing/2014/main" id="{E1BCD3C8-5851-47BB-BF15-90E3CFAD88F8}"/>
              </a:ext>
            </a:extLst>
          </p:cNvPr>
          <p:cNvSpPr>
            <a:spLocks xmlns:a="http://schemas.openxmlformats.org/drawingml/2006/main" noGrp="1"/>
          </p:cNvSpPr>
          <p:nvPr/>
        </p:nvSpPr>
        <p:spPr>
          <a:xfrm xmlns:a="http://schemas.openxmlformats.org/drawingml/2006/main">
            <a:off x="5264835" y="1174262"/>
            <a:ext cx="31972" cy="42250"/>
          </a:xfrm>
          <a:custGeom xmlns:a="http://schemas.openxmlformats.org/drawingml/2006/main">
            <a:pathLst>
              <a:path w="31972" h="42250">
                <a:moveTo>
                  <a:pt x="0" y="0"/>
                </a:moveTo>
                <a:lnTo>
                  <a:pt x="31972" y="42250"/>
                </a:lnTo>
              </a:path>
            </a:pathLst>
          </a:custGeom>
          <a:noFill xmlns:a="http://schemas.openxmlformats.org/drawingml/2006/main"/>
          <a:ln xmlns:a="http://schemas.openxmlformats.org/drawingml/2006/main" w="9631">
            <a:solidFill>
              <a:srgbClr val="A7A9A8"/>
            </a:solidFill>
          </a:ln>
        </p:spPr>
      </p:sp>
      <p:sp>
        <p:nvSpPr>
          <p:cNvPr id="229" name="R1|222">
            <a:extLst xmlns:a="http://schemas.openxmlformats.org/drawingml/2006/main">
              <a:ext uri="{FF2B5EF4-FFF2-40B4-BE49-F238E27FC236}">
                <a16:creationId xmlns:a16="http://schemas.microsoft.com/office/drawing/2014/main" id="{7BDFD5AC-9601-4338-81A6-9A1E19664BFC}"/>
              </a:ext>
            </a:extLst>
          </p:cNvPr>
          <p:cNvSpPr>
            <a:spLocks xmlns:a="http://schemas.openxmlformats.org/drawingml/2006/main" noGrp="1"/>
          </p:cNvSpPr>
          <p:nvPr/>
        </p:nvSpPr>
        <p:spPr>
          <a:xfrm xmlns:a="http://schemas.openxmlformats.org/drawingml/2006/main">
            <a:off x="5320059" y="1247240"/>
            <a:ext cx="31972" cy="42250"/>
          </a:xfrm>
          <a:custGeom xmlns:a="http://schemas.openxmlformats.org/drawingml/2006/main">
            <a:pathLst>
              <a:path w="31972" h="42250">
                <a:moveTo>
                  <a:pt x="0" y="0"/>
                </a:moveTo>
                <a:lnTo>
                  <a:pt x="31972" y="42250"/>
                </a:lnTo>
              </a:path>
            </a:pathLst>
          </a:custGeom>
          <a:noFill xmlns:a="http://schemas.openxmlformats.org/drawingml/2006/main"/>
          <a:ln xmlns:a="http://schemas.openxmlformats.org/drawingml/2006/main" w="9631">
            <a:solidFill>
              <a:srgbClr val="A7A9A8"/>
            </a:solidFill>
          </a:ln>
        </p:spPr>
      </p:sp>
      <p:sp>
        <p:nvSpPr>
          <p:cNvPr id="230" name="R1|223">
            <a:extLst xmlns:a="http://schemas.openxmlformats.org/drawingml/2006/main">
              <a:ext uri="{FF2B5EF4-FFF2-40B4-BE49-F238E27FC236}">
                <a16:creationId xmlns:a16="http://schemas.microsoft.com/office/drawing/2014/main" id="{FE3AD2D3-C683-4262-BEE9-21E650A55A8E}"/>
              </a:ext>
            </a:extLst>
          </p:cNvPr>
          <p:cNvSpPr>
            <a:spLocks xmlns:a="http://schemas.openxmlformats.org/drawingml/2006/main" noGrp="1"/>
          </p:cNvSpPr>
          <p:nvPr/>
        </p:nvSpPr>
        <p:spPr>
          <a:xfrm xmlns:a="http://schemas.openxmlformats.org/drawingml/2006/main">
            <a:off x="5375283" y="1320217"/>
            <a:ext cx="31972" cy="42250"/>
          </a:xfrm>
          <a:custGeom xmlns:a="http://schemas.openxmlformats.org/drawingml/2006/main">
            <a:pathLst>
              <a:path w="31972" h="42250">
                <a:moveTo>
                  <a:pt x="0" y="0"/>
                </a:moveTo>
                <a:lnTo>
                  <a:pt x="31972" y="42250"/>
                </a:lnTo>
              </a:path>
            </a:pathLst>
          </a:custGeom>
          <a:noFill xmlns:a="http://schemas.openxmlformats.org/drawingml/2006/main"/>
          <a:ln xmlns:a="http://schemas.openxmlformats.org/drawingml/2006/main" w="9631">
            <a:solidFill>
              <a:srgbClr val="A7A9A8"/>
            </a:solidFill>
          </a:ln>
        </p:spPr>
      </p:sp>
      <p:sp>
        <p:nvSpPr>
          <p:cNvPr id="231" name="R1|224">
            <a:extLst xmlns:a="http://schemas.openxmlformats.org/drawingml/2006/main">
              <a:ext uri="{FF2B5EF4-FFF2-40B4-BE49-F238E27FC236}">
                <a16:creationId xmlns:a16="http://schemas.microsoft.com/office/drawing/2014/main" id="{36E2A7E1-5DE3-4AA2-88D5-3DCBD7D2CA8A}"/>
              </a:ext>
            </a:extLst>
          </p:cNvPr>
          <p:cNvSpPr>
            <a:spLocks xmlns:a="http://schemas.openxmlformats.org/drawingml/2006/main" noGrp="1"/>
          </p:cNvSpPr>
          <p:nvPr/>
        </p:nvSpPr>
        <p:spPr>
          <a:xfrm xmlns:a="http://schemas.openxmlformats.org/drawingml/2006/main">
            <a:off x="5430508" y="1393194"/>
            <a:ext cx="31972" cy="42250"/>
          </a:xfrm>
          <a:custGeom xmlns:a="http://schemas.openxmlformats.org/drawingml/2006/main">
            <a:pathLst>
              <a:path w="31972" h="42250">
                <a:moveTo>
                  <a:pt x="0" y="0"/>
                </a:moveTo>
                <a:lnTo>
                  <a:pt x="31972" y="42250"/>
                </a:lnTo>
              </a:path>
            </a:pathLst>
          </a:custGeom>
          <a:noFill xmlns:a="http://schemas.openxmlformats.org/drawingml/2006/main"/>
          <a:ln xmlns:a="http://schemas.openxmlformats.org/drawingml/2006/main" w="9631">
            <a:solidFill>
              <a:srgbClr val="A7A9A8"/>
            </a:solidFill>
          </a:ln>
        </p:spPr>
      </p:sp>
      <p:sp>
        <p:nvSpPr>
          <p:cNvPr id="232" name="R1|225">
            <a:extLst xmlns:a="http://schemas.openxmlformats.org/drawingml/2006/main">
              <a:ext uri="{FF2B5EF4-FFF2-40B4-BE49-F238E27FC236}">
                <a16:creationId xmlns:a16="http://schemas.microsoft.com/office/drawing/2014/main" id="{7650DCFF-FB8C-493C-9047-3C009DB797A8}"/>
              </a:ext>
            </a:extLst>
          </p:cNvPr>
          <p:cNvSpPr>
            <a:spLocks xmlns:a="http://schemas.openxmlformats.org/drawingml/2006/main" noGrp="1"/>
          </p:cNvSpPr>
          <p:nvPr/>
        </p:nvSpPr>
        <p:spPr>
          <a:xfrm xmlns:a="http://schemas.openxmlformats.org/drawingml/2006/main">
            <a:off x="5485732" y="1466171"/>
            <a:ext cx="31972" cy="42250"/>
          </a:xfrm>
          <a:custGeom xmlns:a="http://schemas.openxmlformats.org/drawingml/2006/main">
            <a:pathLst>
              <a:path w="31972" h="42250">
                <a:moveTo>
                  <a:pt x="0" y="0"/>
                </a:moveTo>
                <a:lnTo>
                  <a:pt x="31972" y="42250"/>
                </a:lnTo>
              </a:path>
            </a:pathLst>
          </a:custGeom>
          <a:noFill xmlns:a="http://schemas.openxmlformats.org/drawingml/2006/main"/>
          <a:ln xmlns:a="http://schemas.openxmlformats.org/drawingml/2006/main" w="9631">
            <a:solidFill>
              <a:srgbClr val="A7A9A8"/>
            </a:solidFill>
          </a:ln>
        </p:spPr>
      </p:sp>
      <p:sp>
        <p:nvSpPr>
          <p:cNvPr id="233" name="R1|226">
            <a:extLst xmlns:a="http://schemas.openxmlformats.org/drawingml/2006/main">
              <a:ext uri="{FF2B5EF4-FFF2-40B4-BE49-F238E27FC236}">
                <a16:creationId xmlns:a16="http://schemas.microsoft.com/office/drawing/2014/main" id="{647B73AE-A79A-4593-B0B7-2ABD47E2BEC0}"/>
              </a:ext>
            </a:extLst>
          </p:cNvPr>
          <p:cNvSpPr>
            <a:spLocks xmlns:a="http://schemas.openxmlformats.org/drawingml/2006/main" noGrp="1"/>
          </p:cNvSpPr>
          <p:nvPr/>
        </p:nvSpPr>
        <p:spPr>
          <a:xfrm xmlns:a="http://schemas.openxmlformats.org/drawingml/2006/main">
            <a:off x="5540956" y="1539149"/>
            <a:ext cx="31972" cy="42250"/>
          </a:xfrm>
          <a:custGeom xmlns:a="http://schemas.openxmlformats.org/drawingml/2006/main">
            <a:pathLst>
              <a:path w="31972" h="42250">
                <a:moveTo>
                  <a:pt x="0" y="0"/>
                </a:moveTo>
                <a:lnTo>
                  <a:pt x="31972" y="42250"/>
                </a:lnTo>
              </a:path>
            </a:pathLst>
          </a:custGeom>
          <a:noFill xmlns:a="http://schemas.openxmlformats.org/drawingml/2006/main"/>
          <a:ln xmlns:a="http://schemas.openxmlformats.org/drawingml/2006/main" w="9631">
            <a:solidFill>
              <a:srgbClr val="A7A9A8"/>
            </a:solidFill>
          </a:ln>
        </p:spPr>
      </p:sp>
      <p:sp>
        <p:nvSpPr>
          <p:cNvPr id="234" name="R1|227">
            <a:extLst xmlns:a="http://schemas.openxmlformats.org/drawingml/2006/main">
              <a:ext uri="{FF2B5EF4-FFF2-40B4-BE49-F238E27FC236}">
                <a16:creationId xmlns:a16="http://schemas.microsoft.com/office/drawing/2014/main" id="{D94177BA-2307-4D96-8E84-6679A54B1B9C}"/>
              </a:ext>
            </a:extLst>
          </p:cNvPr>
          <p:cNvSpPr>
            <a:spLocks xmlns:a="http://schemas.openxmlformats.org/drawingml/2006/main" noGrp="1"/>
          </p:cNvSpPr>
          <p:nvPr/>
        </p:nvSpPr>
        <p:spPr>
          <a:xfrm xmlns:a="http://schemas.openxmlformats.org/drawingml/2006/main">
            <a:off x="5596180" y="1612126"/>
            <a:ext cx="31972" cy="42250"/>
          </a:xfrm>
          <a:custGeom xmlns:a="http://schemas.openxmlformats.org/drawingml/2006/main">
            <a:pathLst>
              <a:path w="31972" h="42250">
                <a:moveTo>
                  <a:pt x="0" y="0"/>
                </a:moveTo>
                <a:lnTo>
                  <a:pt x="31972" y="42250"/>
                </a:lnTo>
              </a:path>
            </a:pathLst>
          </a:custGeom>
          <a:noFill xmlns:a="http://schemas.openxmlformats.org/drawingml/2006/main"/>
          <a:ln xmlns:a="http://schemas.openxmlformats.org/drawingml/2006/main" w="9631">
            <a:solidFill>
              <a:srgbClr val="A7A9A8"/>
            </a:solidFill>
          </a:ln>
        </p:spPr>
      </p:sp>
      <p:sp>
        <p:nvSpPr>
          <p:cNvPr id="235" name="R1|228">
            <a:extLst xmlns:a="http://schemas.openxmlformats.org/drawingml/2006/main">
              <a:ext uri="{FF2B5EF4-FFF2-40B4-BE49-F238E27FC236}">
                <a16:creationId xmlns:a16="http://schemas.microsoft.com/office/drawing/2014/main" id="{53DE2C5E-E87B-4182-A89E-2465CE343B32}"/>
              </a:ext>
            </a:extLst>
          </p:cNvPr>
          <p:cNvSpPr>
            <a:spLocks xmlns:a="http://schemas.openxmlformats.org/drawingml/2006/main" noGrp="1"/>
          </p:cNvSpPr>
          <p:nvPr/>
        </p:nvSpPr>
        <p:spPr>
          <a:xfrm xmlns:a="http://schemas.openxmlformats.org/drawingml/2006/main">
            <a:off x="5651404" y="1685103"/>
            <a:ext cx="31972" cy="42250"/>
          </a:xfrm>
          <a:custGeom xmlns:a="http://schemas.openxmlformats.org/drawingml/2006/main">
            <a:pathLst>
              <a:path w="31972" h="42250">
                <a:moveTo>
                  <a:pt x="0" y="0"/>
                </a:moveTo>
                <a:lnTo>
                  <a:pt x="31972" y="42250"/>
                </a:lnTo>
              </a:path>
            </a:pathLst>
          </a:custGeom>
          <a:noFill xmlns:a="http://schemas.openxmlformats.org/drawingml/2006/main"/>
          <a:ln xmlns:a="http://schemas.openxmlformats.org/drawingml/2006/main" w="9631">
            <a:solidFill>
              <a:srgbClr val="A7A9A8"/>
            </a:solidFill>
          </a:ln>
        </p:spPr>
      </p:sp>
      <p:sp>
        <p:nvSpPr>
          <p:cNvPr id="236" name="R1|229">
            <a:extLst xmlns:a="http://schemas.openxmlformats.org/drawingml/2006/main">
              <a:ext uri="{FF2B5EF4-FFF2-40B4-BE49-F238E27FC236}">
                <a16:creationId xmlns:a16="http://schemas.microsoft.com/office/drawing/2014/main" id="{BFF05B28-F289-4A69-9757-07235EF7D399}"/>
              </a:ext>
            </a:extLst>
          </p:cNvPr>
          <p:cNvSpPr>
            <a:spLocks xmlns:a="http://schemas.openxmlformats.org/drawingml/2006/main" noGrp="1"/>
          </p:cNvSpPr>
          <p:nvPr/>
        </p:nvSpPr>
        <p:spPr>
          <a:xfrm xmlns:a="http://schemas.openxmlformats.org/drawingml/2006/main">
            <a:off x="5706628" y="1758081"/>
            <a:ext cx="31972" cy="42250"/>
          </a:xfrm>
          <a:custGeom xmlns:a="http://schemas.openxmlformats.org/drawingml/2006/main">
            <a:pathLst>
              <a:path w="31972" h="42250">
                <a:moveTo>
                  <a:pt x="0" y="0"/>
                </a:moveTo>
                <a:lnTo>
                  <a:pt x="31972" y="42250"/>
                </a:lnTo>
              </a:path>
            </a:pathLst>
          </a:custGeom>
          <a:noFill xmlns:a="http://schemas.openxmlformats.org/drawingml/2006/main"/>
          <a:ln xmlns:a="http://schemas.openxmlformats.org/drawingml/2006/main" w="9631">
            <a:solidFill>
              <a:srgbClr val="A7A9A8"/>
            </a:solidFill>
          </a:ln>
        </p:spPr>
      </p:sp>
      <p:sp>
        <p:nvSpPr>
          <p:cNvPr id="237" name="R1|230">
            <a:extLst xmlns:a="http://schemas.openxmlformats.org/drawingml/2006/main">
              <a:ext uri="{FF2B5EF4-FFF2-40B4-BE49-F238E27FC236}">
                <a16:creationId xmlns:a16="http://schemas.microsoft.com/office/drawing/2014/main" id="{5A7848C7-E358-4C34-A92A-09BCFFBBAD77}"/>
              </a:ext>
            </a:extLst>
          </p:cNvPr>
          <p:cNvSpPr>
            <a:spLocks xmlns:a="http://schemas.openxmlformats.org/drawingml/2006/main" noGrp="1"/>
          </p:cNvSpPr>
          <p:nvPr/>
        </p:nvSpPr>
        <p:spPr>
          <a:xfrm xmlns:a="http://schemas.openxmlformats.org/drawingml/2006/main">
            <a:off x="5761852" y="1831058"/>
            <a:ext cx="31972" cy="42250"/>
          </a:xfrm>
          <a:custGeom xmlns:a="http://schemas.openxmlformats.org/drawingml/2006/main">
            <a:pathLst>
              <a:path w="31972" h="42250">
                <a:moveTo>
                  <a:pt x="0" y="0"/>
                </a:moveTo>
                <a:lnTo>
                  <a:pt x="31972" y="42250"/>
                </a:lnTo>
              </a:path>
            </a:pathLst>
          </a:custGeom>
          <a:noFill xmlns:a="http://schemas.openxmlformats.org/drawingml/2006/main"/>
          <a:ln xmlns:a="http://schemas.openxmlformats.org/drawingml/2006/main" w="9631">
            <a:solidFill>
              <a:srgbClr val="A7A9A8"/>
            </a:solidFill>
          </a:ln>
        </p:spPr>
      </p:sp>
      <p:sp>
        <p:nvSpPr>
          <p:cNvPr id="238" name="R1|231">
            <a:extLst xmlns:a="http://schemas.openxmlformats.org/drawingml/2006/main">
              <a:ext uri="{FF2B5EF4-FFF2-40B4-BE49-F238E27FC236}">
                <a16:creationId xmlns:a16="http://schemas.microsoft.com/office/drawing/2014/main" id="{B159EAA9-B224-4E4B-9948-A9433C974706}"/>
              </a:ext>
            </a:extLst>
          </p:cNvPr>
          <p:cNvSpPr>
            <a:spLocks xmlns:a="http://schemas.openxmlformats.org/drawingml/2006/main" noGrp="1"/>
          </p:cNvSpPr>
          <p:nvPr/>
        </p:nvSpPr>
        <p:spPr>
          <a:xfrm xmlns:a="http://schemas.openxmlformats.org/drawingml/2006/main">
            <a:off x="5817076" y="1904035"/>
            <a:ext cx="31972" cy="42250"/>
          </a:xfrm>
          <a:custGeom xmlns:a="http://schemas.openxmlformats.org/drawingml/2006/main">
            <a:pathLst>
              <a:path w="31972" h="42250">
                <a:moveTo>
                  <a:pt x="0" y="0"/>
                </a:moveTo>
                <a:lnTo>
                  <a:pt x="31972" y="42250"/>
                </a:lnTo>
              </a:path>
            </a:pathLst>
          </a:custGeom>
          <a:noFill xmlns:a="http://schemas.openxmlformats.org/drawingml/2006/main"/>
          <a:ln xmlns:a="http://schemas.openxmlformats.org/drawingml/2006/main" w="9631">
            <a:solidFill>
              <a:srgbClr val="A7A9A8"/>
            </a:solidFill>
          </a:ln>
        </p:spPr>
      </p:sp>
      <p:sp>
        <p:nvSpPr>
          <p:cNvPr id="239" name="R1|232">
            <a:extLst xmlns:a="http://schemas.openxmlformats.org/drawingml/2006/main">
              <a:ext uri="{FF2B5EF4-FFF2-40B4-BE49-F238E27FC236}">
                <a16:creationId xmlns:a16="http://schemas.microsoft.com/office/drawing/2014/main" id="{B839D971-B495-4564-B65E-78A2B470C493}"/>
              </a:ext>
            </a:extLst>
          </p:cNvPr>
          <p:cNvSpPr>
            <a:spLocks xmlns:a="http://schemas.openxmlformats.org/drawingml/2006/main" noGrp="1"/>
          </p:cNvSpPr>
          <p:nvPr/>
        </p:nvSpPr>
        <p:spPr>
          <a:xfrm xmlns:a="http://schemas.openxmlformats.org/drawingml/2006/main">
            <a:off x="5872301" y="1977013"/>
            <a:ext cx="31972" cy="42250"/>
          </a:xfrm>
          <a:custGeom xmlns:a="http://schemas.openxmlformats.org/drawingml/2006/main">
            <a:pathLst>
              <a:path w="31972" h="42250">
                <a:moveTo>
                  <a:pt x="0" y="0"/>
                </a:moveTo>
                <a:lnTo>
                  <a:pt x="31972" y="42250"/>
                </a:lnTo>
              </a:path>
            </a:pathLst>
          </a:custGeom>
          <a:noFill xmlns:a="http://schemas.openxmlformats.org/drawingml/2006/main"/>
          <a:ln xmlns:a="http://schemas.openxmlformats.org/drawingml/2006/main" w="9631">
            <a:solidFill>
              <a:srgbClr val="A7A9A8"/>
            </a:solidFill>
          </a:ln>
        </p:spPr>
      </p:sp>
      <p:sp>
        <p:nvSpPr>
          <p:cNvPr id="240" name="R1|233">
            <a:extLst xmlns:a="http://schemas.openxmlformats.org/drawingml/2006/main">
              <a:ext uri="{FF2B5EF4-FFF2-40B4-BE49-F238E27FC236}">
                <a16:creationId xmlns:a16="http://schemas.microsoft.com/office/drawing/2014/main" id="{419A60B9-41D7-49C0-9ADF-AA77247F133A}"/>
              </a:ext>
            </a:extLst>
          </p:cNvPr>
          <p:cNvSpPr>
            <a:spLocks xmlns:a="http://schemas.openxmlformats.org/drawingml/2006/main" noGrp="1"/>
          </p:cNvSpPr>
          <p:nvPr/>
        </p:nvSpPr>
        <p:spPr>
          <a:xfrm xmlns:a="http://schemas.openxmlformats.org/drawingml/2006/main">
            <a:off x="4950498" y="1504741"/>
            <a:ext cx="39372" cy="35449"/>
          </a:xfrm>
          <a:custGeom xmlns:a="http://schemas.openxmlformats.org/drawingml/2006/main">
            <a:pathLst>
              <a:path w="39372" h="35449">
                <a:moveTo>
                  <a:pt x="0" y="35449"/>
                </a:moveTo>
                <a:lnTo>
                  <a:pt x="39372" y="0"/>
                </a:lnTo>
              </a:path>
            </a:pathLst>
          </a:custGeom>
          <a:noFill xmlns:a="http://schemas.openxmlformats.org/drawingml/2006/main"/>
          <a:ln xmlns:a="http://schemas.openxmlformats.org/drawingml/2006/main" w="9631">
            <a:solidFill>
              <a:srgbClr val="A7A9A8"/>
            </a:solidFill>
          </a:ln>
        </p:spPr>
      </p:sp>
      <p:sp>
        <p:nvSpPr>
          <p:cNvPr id="241" name="R1|234">
            <a:extLst xmlns:a="http://schemas.openxmlformats.org/drawingml/2006/main">
              <a:ext uri="{FF2B5EF4-FFF2-40B4-BE49-F238E27FC236}">
                <a16:creationId xmlns:a16="http://schemas.microsoft.com/office/drawing/2014/main" id="{7E179650-9366-4D47-92AE-73A6CA1FE739}"/>
              </a:ext>
            </a:extLst>
          </p:cNvPr>
          <p:cNvSpPr>
            <a:spLocks xmlns:a="http://schemas.openxmlformats.org/drawingml/2006/main" noGrp="1"/>
          </p:cNvSpPr>
          <p:nvPr/>
        </p:nvSpPr>
        <p:spPr>
          <a:xfrm xmlns:a="http://schemas.openxmlformats.org/drawingml/2006/main">
            <a:off x="5018504" y="1443510"/>
            <a:ext cx="39372" cy="35449"/>
          </a:xfrm>
          <a:custGeom xmlns:a="http://schemas.openxmlformats.org/drawingml/2006/main">
            <a:pathLst>
              <a:path w="39372" h="35449">
                <a:moveTo>
                  <a:pt x="0" y="35449"/>
                </a:moveTo>
                <a:lnTo>
                  <a:pt x="39372" y="0"/>
                </a:lnTo>
              </a:path>
            </a:pathLst>
          </a:custGeom>
          <a:noFill xmlns:a="http://schemas.openxmlformats.org/drawingml/2006/main"/>
          <a:ln xmlns:a="http://schemas.openxmlformats.org/drawingml/2006/main" w="9631">
            <a:solidFill>
              <a:srgbClr val="A7A9A8"/>
            </a:solidFill>
          </a:ln>
        </p:spPr>
      </p:sp>
      <p:sp>
        <p:nvSpPr>
          <p:cNvPr id="242" name="R1|235">
            <a:extLst xmlns:a="http://schemas.openxmlformats.org/drawingml/2006/main">
              <a:ext uri="{FF2B5EF4-FFF2-40B4-BE49-F238E27FC236}">
                <a16:creationId xmlns:a16="http://schemas.microsoft.com/office/drawing/2014/main" id="{2758BB66-B008-4ADC-9D6F-B5224A034A8B}"/>
              </a:ext>
            </a:extLst>
          </p:cNvPr>
          <p:cNvSpPr>
            <a:spLocks xmlns:a="http://schemas.openxmlformats.org/drawingml/2006/main" noGrp="1"/>
          </p:cNvSpPr>
          <p:nvPr/>
        </p:nvSpPr>
        <p:spPr>
          <a:xfrm xmlns:a="http://schemas.openxmlformats.org/drawingml/2006/main">
            <a:off x="5086511" y="1382279"/>
            <a:ext cx="39372" cy="35449"/>
          </a:xfrm>
          <a:custGeom xmlns:a="http://schemas.openxmlformats.org/drawingml/2006/main">
            <a:pathLst>
              <a:path w="39372" h="35449">
                <a:moveTo>
                  <a:pt x="0" y="35449"/>
                </a:moveTo>
                <a:lnTo>
                  <a:pt x="39372" y="0"/>
                </a:lnTo>
              </a:path>
            </a:pathLst>
          </a:custGeom>
          <a:noFill xmlns:a="http://schemas.openxmlformats.org/drawingml/2006/main"/>
          <a:ln xmlns:a="http://schemas.openxmlformats.org/drawingml/2006/main" w="9631">
            <a:solidFill>
              <a:srgbClr val="A7A9A8"/>
            </a:solidFill>
          </a:ln>
        </p:spPr>
      </p:sp>
      <p:sp>
        <p:nvSpPr>
          <p:cNvPr id="243" name="R1|236">
            <a:extLst xmlns:a="http://schemas.openxmlformats.org/drawingml/2006/main">
              <a:ext uri="{FF2B5EF4-FFF2-40B4-BE49-F238E27FC236}">
                <a16:creationId xmlns:a16="http://schemas.microsoft.com/office/drawing/2014/main" id="{C33B1158-E632-4AF0-820F-1FC607234D3A}"/>
              </a:ext>
            </a:extLst>
          </p:cNvPr>
          <p:cNvSpPr>
            <a:spLocks xmlns:a="http://schemas.openxmlformats.org/drawingml/2006/main" noGrp="1"/>
          </p:cNvSpPr>
          <p:nvPr/>
        </p:nvSpPr>
        <p:spPr>
          <a:xfrm xmlns:a="http://schemas.openxmlformats.org/drawingml/2006/main">
            <a:off x="5154517" y="1321049"/>
            <a:ext cx="39372" cy="35449"/>
          </a:xfrm>
          <a:custGeom xmlns:a="http://schemas.openxmlformats.org/drawingml/2006/main">
            <a:pathLst>
              <a:path w="39372" h="35449">
                <a:moveTo>
                  <a:pt x="0" y="35449"/>
                </a:moveTo>
                <a:lnTo>
                  <a:pt x="39372" y="0"/>
                </a:lnTo>
              </a:path>
            </a:pathLst>
          </a:custGeom>
          <a:noFill xmlns:a="http://schemas.openxmlformats.org/drawingml/2006/main"/>
          <a:ln xmlns:a="http://schemas.openxmlformats.org/drawingml/2006/main" w="9631">
            <a:solidFill>
              <a:srgbClr val="A7A9A8"/>
            </a:solidFill>
          </a:ln>
        </p:spPr>
      </p:sp>
      <p:sp>
        <p:nvSpPr>
          <p:cNvPr id="244" name="R1|237">
            <a:extLst xmlns:a="http://schemas.openxmlformats.org/drawingml/2006/main">
              <a:ext uri="{FF2B5EF4-FFF2-40B4-BE49-F238E27FC236}">
                <a16:creationId xmlns:a16="http://schemas.microsoft.com/office/drawing/2014/main" id="{FE031F52-6C1A-45A3-8EDE-1EA93A6E25C9}"/>
              </a:ext>
            </a:extLst>
          </p:cNvPr>
          <p:cNvSpPr>
            <a:spLocks xmlns:a="http://schemas.openxmlformats.org/drawingml/2006/main" noGrp="1"/>
          </p:cNvSpPr>
          <p:nvPr/>
        </p:nvSpPr>
        <p:spPr>
          <a:xfrm xmlns:a="http://schemas.openxmlformats.org/drawingml/2006/main">
            <a:off x="5222523" y="1259818"/>
            <a:ext cx="39372" cy="35449"/>
          </a:xfrm>
          <a:custGeom xmlns:a="http://schemas.openxmlformats.org/drawingml/2006/main">
            <a:pathLst>
              <a:path w="39372" h="35449">
                <a:moveTo>
                  <a:pt x="0" y="35449"/>
                </a:moveTo>
                <a:lnTo>
                  <a:pt x="39372" y="0"/>
                </a:lnTo>
              </a:path>
            </a:pathLst>
          </a:custGeom>
          <a:noFill xmlns:a="http://schemas.openxmlformats.org/drawingml/2006/main"/>
          <a:ln xmlns:a="http://schemas.openxmlformats.org/drawingml/2006/main" w="9631">
            <a:solidFill>
              <a:srgbClr val="A7A9A8"/>
            </a:solidFill>
          </a:ln>
        </p:spPr>
      </p:sp>
      <p:sp>
        <p:nvSpPr>
          <p:cNvPr id="245" name="R1|238">
            <a:extLst xmlns:a="http://schemas.openxmlformats.org/drawingml/2006/main">
              <a:ext uri="{FF2B5EF4-FFF2-40B4-BE49-F238E27FC236}">
                <a16:creationId xmlns:a16="http://schemas.microsoft.com/office/drawing/2014/main" id="{741C2DB8-C732-4FC1-B511-269652273F43}"/>
              </a:ext>
            </a:extLst>
          </p:cNvPr>
          <p:cNvSpPr>
            <a:spLocks xmlns:a="http://schemas.openxmlformats.org/drawingml/2006/main" noGrp="1"/>
          </p:cNvSpPr>
          <p:nvPr/>
        </p:nvSpPr>
        <p:spPr>
          <a:xfrm xmlns:a="http://schemas.openxmlformats.org/drawingml/2006/main">
            <a:off x="5290530" y="1198587"/>
            <a:ext cx="39372" cy="35449"/>
          </a:xfrm>
          <a:custGeom xmlns:a="http://schemas.openxmlformats.org/drawingml/2006/main">
            <a:pathLst>
              <a:path w="39372" h="35449">
                <a:moveTo>
                  <a:pt x="0" y="35449"/>
                </a:moveTo>
                <a:lnTo>
                  <a:pt x="39372" y="0"/>
                </a:lnTo>
              </a:path>
            </a:pathLst>
          </a:custGeom>
          <a:noFill xmlns:a="http://schemas.openxmlformats.org/drawingml/2006/main"/>
          <a:ln xmlns:a="http://schemas.openxmlformats.org/drawingml/2006/main" w="9631">
            <a:solidFill>
              <a:srgbClr val="A7A9A8"/>
            </a:solidFill>
          </a:ln>
        </p:spPr>
      </p:sp>
      <p:sp>
        <p:nvSpPr>
          <p:cNvPr id="246" name="R1|239">
            <a:extLst xmlns:a="http://schemas.openxmlformats.org/drawingml/2006/main">
              <a:ext uri="{FF2B5EF4-FFF2-40B4-BE49-F238E27FC236}">
                <a16:creationId xmlns:a16="http://schemas.microsoft.com/office/drawing/2014/main" id="{6308B40E-A836-4EB4-9491-7ECEC4BF77D0}"/>
              </a:ext>
            </a:extLst>
          </p:cNvPr>
          <p:cNvSpPr>
            <a:spLocks xmlns:a="http://schemas.openxmlformats.org/drawingml/2006/main" noGrp="1"/>
          </p:cNvSpPr>
          <p:nvPr/>
        </p:nvSpPr>
        <p:spPr>
          <a:xfrm xmlns:a="http://schemas.openxmlformats.org/drawingml/2006/main">
            <a:off x="5358536" y="1137356"/>
            <a:ext cx="39372" cy="35449"/>
          </a:xfrm>
          <a:custGeom xmlns:a="http://schemas.openxmlformats.org/drawingml/2006/main">
            <a:pathLst>
              <a:path w="39372" h="35449">
                <a:moveTo>
                  <a:pt x="0" y="35449"/>
                </a:moveTo>
                <a:lnTo>
                  <a:pt x="39372" y="0"/>
                </a:lnTo>
              </a:path>
            </a:pathLst>
          </a:custGeom>
          <a:noFill xmlns:a="http://schemas.openxmlformats.org/drawingml/2006/main"/>
          <a:ln xmlns:a="http://schemas.openxmlformats.org/drawingml/2006/main" w="9631">
            <a:solidFill>
              <a:srgbClr val="A7A9A8"/>
            </a:solidFill>
          </a:ln>
        </p:spPr>
      </p:sp>
      <p:sp>
        <p:nvSpPr>
          <p:cNvPr id="247" name="R1|240">
            <a:extLst xmlns:a="http://schemas.openxmlformats.org/drawingml/2006/main">
              <a:ext uri="{FF2B5EF4-FFF2-40B4-BE49-F238E27FC236}">
                <a16:creationId xmlns:a16="http://schemas.microsoft.com/office/drawing/2014/main" id="{2BA24EC6-62A2-4158-8ACE-E8206D829363}"/>
              </a:ext>
            </a:extLst>
          </p:cNvPr>
          <p:cNvSpPr>
            <a:spLocks xmlns:a="http://schemas.openxmlformats.org/drawingml/2006/main" noGrp="1"/>
          </p:cNvSpPr>
          <p:nvPr/>
        </p:nvSpPr>
        <p:spPr>
          <a:xfrm xmlns:a="http://schemas.openxmlformats.org/drawingml/2006/main">
            <a:off x="5426542" y="1076125"/>
            <a:ext cx="39372" cy="35449"/>
          </a:xfrm>
          <a:custGeom xmlns:a="http://schemas.openxmlformats.org/drawingml/2006/main">
            <a:pathLst>
              <a:path w="39372" h="35449">
                <a:moveTo>
                  <a:pt x="0" y="35449"/>
                </a:moveTo>
                <a:lnTo>
                  <a:pt x="39372" y="0"/>
                </a:lnTo>
              </a:path>
            </a:pathLst>
          </a:custGeom>
          <a:noFill xmlns:a="http://schemas.openxmlformats.org/drawingml/2006/main"/>
          <a:ln xmlns:a="http://schemas.openxmlformats.org/drawingml/2006/main" w="9631">
            <a:solidFill>
              <a:srgbClr val="A7A9A8"/>
            </a:solidFill>
          </a:ln>
        </p:spPr>
      </p:sp>
      <p:sp>
        <p:nvSpPr>
          <p:cNvPr id="248" name="R1|241">
            <a:extLst xmlns:a="http://schemas.openxmlformats.org/drawingml/2006/main">
              <a:ext uri="{FF2B5EF4-FFF2-40B4-BE49-F238E27FC236}">
                <a16:creationId xmlns:a16="http://schemas.microsoft.com/office/drawing/2014/main" id="{A71E48B7-78F8-40FD-9757-D63CF47E42DE}"/>
              </a:ext>
            </a:extLst>
          </p:cNvPr>
          <p:cNvSpPr>
            <a:spLocks xmlns:a="http://schemas.openxmlformats.org/drawingml/2006/main" noGrp="1"/>
          </p:cNvSpPr>
          <p:nvPr/>
        </p:nvSpPr>
        <p:spPr>
          <a:xfrm xmlns:a="http://schemas.openxmlformats.org/drawingml/2006/main">
            <a:off x="5494548" y="1014894"/>
            <a:ext cx="39372" cy="35449"/>
          </a:xfrm>
          <a:custGeom xmlns:a="http://schemas.openxmlformats.org/drawingml/2006/main">
            <a:pathLst>
              <a:path w="39372" h="35449">
                <a:moveTo>
                  <a:pt x="0" y="35449"/>
                </a:moveTo>
                <a:lnTo>
                  <a:pt x="39372" y="0"/>
                </a:lnTo>
              </a:path>
            </a:pathLst>
          </a:custGeom>
          <a:noFill xmlns:a="http://schemas.openxmlformats.org/drawingml/2006/main"/>
          <a:ln xmlns:a="http://schemas.openxmlformats.org/drawingml/2006/main" w="9631">
            <a:solidFill>
              <a:srgbClr val="A7A9A8"/>
            </a:solidFill>
          </a:ln>
        </p:spPr>
      </p:sp>
      <p:sp>
        <p:nvSpPr>
          <p:cNvPr id="249" name="R1|242">
            <a:extLst xmlns:a="http://schemas.openxmlformats.org/drawingml/2006/main">
              <a:ext uri="{FF2B5EF4-FFF2-40B4-BE49-F238E27FC236}">
                <a16:creationId xmlns:a16="http://schemas.microsoft.com/office/drawing/2014/main" id="{D7E50B0E-2093-4CD6-B8C3-120B7D4BA028}"/>
              </a:ext>
            </a:extLst>
          </p:cNvPr>
          <p:cNvSpPr>
            <a:spLocks xmlns:a="http://schemas.openxmlformats.org/drawingml/2006/main" noGrp="1"/>
          </p:cNvSpPr>
          <p:nvPr/>
        </p:nvSpPr>
        <p:spPr>
          <a:xfrm xmlns:a="http://schemas.openxmlformats.org/drawingml/2006/main">
            <a:off x="5562555" y="953663"/>
            <a:ext cx="39372" cy="35449"/>
          </a:xfrm>
          <a:custGeom xmlns:a="http://schemas.openxmlformats.org/drawingml/2006/main">
            <a:pathLst>
              <a:path w="39372" h="35449">
                <a:moveTo>
                  <a:pt x="0" y="35449"/>
                </a:moveTo>
                <a:lnTo>
                  <a:pt x="39372" y="0"/>
                </a:lnTo>
              </a:path>
            </a:pathLst>
          </a:custGeom>
          <a:noFill xmlns:a="http://schemas.openxmlformats.org/drawingml/2006/main"/>
          <a:ln xmlns:a="http://schemas.openxmlformats.org/drawingml/2006/main" w="9631">
            <a:solidFill>
              <a:srgbClr val="A7A9A8"/>
            </a:solidFill>
          </a:ln>
        </p:spPr>
      </p:sp>
      <p:sp>
        <p:nvSpPr>
          <p:cNvPr id="250" name="R1|243">
            <a:extLst xmlns:a="http://schemas.openxmlformats.org/drawingml/2006/main">
              <a:ext uri="{FF2B5EF4-FFF2-40B4-BE49-F238E27FC236}">
                <a16:creationId xmlns:a16="http://schemas.microsoft.com/office/drawing/2014/main" id="{703F69B6-72AE-4C9C-8397-E47D92F7EFF6}"/>
              </a:ext>
            </a:extLst>
          </p:cNvPr>
          <p:cNvSpPr>
            <a:spLocks xmlns:a="http://schemas.openxmlformats.org/drawingml/2006/main" noGrp="1"/>
          </p:cNvSpPr>
          <p:nvPr/>
        </p:nvSpPr>
        <p:spPr>
          <a:xfrm xmlns:a="http://schemas.openxmlformats.org/drawingml/2006/main">
            <a:off x="5630561" y="892432"/>
            <a:ext cx="39372" cy="35449"/>
          </a:xfrm>
          <a:custGeom xmlns:a="http://schemas.openxmlformats.org/drawingml/2006/main">
            <a:pathLst>
              <a:path w="39372" h="35449">
                <a:moveTo>
                  <a:pt x="0" y="35449"/>
                </a:moveTo>
                <a:lnTo>
                  <a:pt x="39372" y="0"/>
                </a:lnTo>
              </a:path>
            </a:pathLst>
          </a:custGeom>
          <a:noFill xmlns:a="http://schemas.openxmlformats.org/drawingml/2006/main"/>
          <a:ln xmlns:a="http://schemas.openxmlformats.org/drawingml/2006/main" w="9631">
            <a:solidFill>
              <a:srgbClr val="A7A9A8"/>
            </a:solidFill>
          </a:ln>
        </p:spPr>
      </p:sp>
      <p:sp>
        <p:nvSpPr>
          <p:cNvPr id="251" name="R1|244">
            <a:extLst xmlns:a="http://schemas.openxmlformats.org/drawingml/2006/main">
              <a:ext uri="{FF2B5EF4-FFF2-40B4-BE49-F238E27FC236}">
                <a16:creationId xmlns:a16="http://schemas.microsoft.com/office/drawing/2014/main" id="{049A7480-28CD-4422-B61C-AE13724571BB}"/>
              </a:ext>
            </a:extLst>
          </p:cNvPr>
          <p:cNvSpPr>
            <a:spLocks xmlns:a="http://schemas.openxmlformats.org/drawingml/2006/main" noGrp="1"/>
          </p:cNvSpPr>
          <p:nvPr/>
        </p:nvSpPr>
        <p:spPr>
          <a:xfrm xmlns:a="http://schemas.openxmlformats.org/drawingml/2006/main">
            <a:off x="5698567" y="831201"/>
            <a:ext cx="39372" cy="35449"/>
          </a:xfrm>
          <a:custGeom xmlns:a="http://schemas.openxmlformats.org/drawingml/2006/main">
            <a:pathLst>
              <a:path w="39372" h="35449">
                <a:moveTo>
                  <a:pt x="0" y="35449"/>
                </a:moveTo>
                <a:lnTo>
                  <a:pt x="39372" y="0"/>
                </a:lnTo>
              </a:path>
            </a:pathLst>
          </a:custGeom>
          <a:noFill xmlns:a="http://schemas.openxmlformats.org/drawingml/2006/main"/>
          <a:ln xmlns:a="http://schemas.openxmlformats.org/drawingml/2006/main" w="9631">
            <a:solidFill>
              <a:srgbClr val="A7A9A8"/>
            </a:solidFill>
          </a:ln>
        </p:spPr>
      </p:sp>
      <p:sp>
        <p:nvSpPr>
          <p:cNvPr id="252" name="R1|245">
            <a:extLst xmlns:a="http://schemas.openxmlformats.org/drawingml/2006/main">
              <a:ext uri="{FF2B5EF4-FFF2-40B4-BE49-F238E27FC236}">
                <a16:creationId xmlns:a16="http://schemas.microsoft.com/office/drawing/2014/main" id="{9F192446-4644-4B56-9DAC-6D1835B140B3}"/>
              </a:ext>
            </a:extLst>
          </p:cNvPr>
          <p:cNvSpPr>
            <a:spLocks xmlns:a="http://schemas.openxmlformats.org/drawingml/2006/main" noGrp="1"/>
          </p:cNvSpPr>
          <p:nvPr/>
        </p:nvSpPr>
        <p:spPr>
          <a:xfrm xmlns:a="http://schemas.openxmlformats.org/drawingml/2006/main">
            <a:off x="5766574" y="769970"/>
            <a:ext cx="39372" cy="35449"/>
          </a:xfrm>
          <a:custGeom xmlns:a="http://schemas.openxmlformats.org/drawingml/2006/main">
            <a:pathLst>
              <a:path w="39372" h="35449">
                <a:moveTo>
                  <a:pt x="0" y="35449"/>
                </a:moveTo>
                <a:lnTo>
                  <a:pt x="39372" y="0"/>
                </a:lnTo>
              </a:path>
            </a:pathLst>
          </a:custGeom>
          <a:noFill xmlns:a="http://schemas.openxmlformats.org/drawingml/2006/main"/>
          <a:ln xmlns:a="http://schemas.openxmlformats.org/drawingml/2006/main" w="9631">
            <a:solidFill>
              <a:srgbClr val="A7A9A8"/>
            </a:solidFill>
          </a:ln>
        </p:spPr>
      </p:sp>
      <p:sp>
        <p:nvSpPr>
          <p:cNvPr id="253" name="R1|246">
            <a:extLst xmlns:a="http://schemas.openxmlformats.org/drawingml/2006/main">
              <a:ext uri="{FF2B5EF4-FFF2-40B4-BE49-F238E27FC236}">
                <a16:creationId xmlns:a16="http://schemas.microsoft.com/office/drawing/2014/main" id="{60200F4F-87B0-4580-9C25-EAB0EE16DDC2}"/>
              </a:ext>
            </a:extLst>
          </p:cNvPr>
          <p:cNvSpPr>
            <a:spLocks xmlns:a="http://schemas.openxmlformats.org/drawingml/2006/main" noGrp="1"/>
          </p:cNvSpPr>
          <p:nvPr/>
        </p:nvSpPr>
        <p:spPr>
          <a:xfrm xmlns:a="http://schemas.openxmlformats.org/drawingml/2006/main">
            <a:off x="5834580" y="708739"/>
            <a:ext cx="39372" cy="35449"/>
          </a:xfrm>
          <a:custGeom xmlns:a="http://schemas.openxmlformats.org/drawingml/2006/main">
            <a:pathLst>
              <a:path w="39372" h="35449">
                <a:moveTo>
                  <a:pt x="0" y="35449"/>
                </a:moveTo>
                <a:lnTo>
                  <a:pt x="39372" y="0"/>
                </a:lnTo>
              </a:path>
            </a:pathLst>
          </a:custGeom>
          <a:noFill xmlns:a="http://schemas.openxmlformats.org/drawingml/2006/main"/>
          <a:ln xmlns:a="http://schemas.openxmlformats.org/drawingml/2006/main" w="9631">
            <a:solidFill>
              <a:srgbClr val="A7A9A8"/>
            </a:solidFill>
          </a:ln>
        </p:spPr>
      </p:sp>
      <p:sp>
        <p:nvSpPr>
          <p:cNvPr id="254" name="R1|247">
            <a:extLst xmlns:a="http://schemas.openxmlformats.org/drawingml/2006/main">
              <a:ext uri="{FF2B5EF4-FFF2-40B4-BE49-F238E27FC236}">
                <a16:creationId xmlns:a16="http://schemas.microsoft.com/office/drawing/2014/main" id="{C5EBF8B8-39DA-4E2B-A8AB-38347BF7AF49}"/>
              </a:ext>
            </a:extLst>
          </p:cNvPr>
          <p:cNvSpPr>
            <a:spLocks xmlns:a="http://schemas.openxmlformats.org/drawingml/2006/main" noGrp="1"/>
          </p:cNvSpPr>
          <p:nvPr/>
        </p:nvSpPr>
        <p:spPr>
          <a:xfrm xmlns:a="http://schemas.openxmlformats.org/drawingml/2006/main">
            <a:off x="5902586" y="673056"/>
            <a:ext cx="10997" cy="9902"/>
          </a:xfrm>
          <a:custGeom xmlns:a="http://schemas.openxmlformats.org/drawingml/2006/main">
            <a:pathLst>
              <a:path w="10997" h="9902">
                <a:moveTo>
                  <a:pt x="0" y="9902"/>
                </a:moveTo>
                <a:lnTo>
                  <a:pt x="10997" y="0"/>
                </a:lnTo>
              </a:path>
            </a:pathLst>
          </a:custGeom>
          <a:noFill xmlns:a="http://schemas.openxmlformats.org/drawingml/2006/main"/>
          <a:ln xmlns:a="http://schemas.openxmlformats.org/drawingml/2006/main" w="9631">
            <a:solidFill>
              <a:srgbClr val="A7A9A8"/>
            </a:solidFill>
          </a:ln>
        </p:spPr>
      </p:sp>
      <p:sp>
        <p:nvSpPr>
          <p:cNvPr id="255" name="R1|248">
            <a:extLst xmlns:a="http://schemas.openxmlformats.org/drawingml/2006/main">
              <a:ext uri="{FF2B5EF4-FFF2-40B4-BE49-F238E27FC236}">
                <a16:creationId xmlns:a16="http://schemas.microsoft.com/office/drawing/2014/main" id="{6953AA6F-FF20-4F93-AB0D-8ABD9039029E}"/>
              </a:ext>
            </a:extLst>
          </p:cNvPr>
          <p:cNvSpPr>
            <a:spLocks xmlns:a="http://schemas.openxmlformats.org/drawingml/2006/main" noGrp="1"/>
          </p:cNvSpPr>
          <p:nvPr/>
        </p:nvSpPr>
        <p:spPr>
          <a:xfrm xmlns:a="http://schemas.openxmlformats.org/drawingml/2006/main">
            <a:off x="4950498" y="1518646"/>
            <a:ext cx="48394" cy="21544"/>
          </a:xfrm>
          <a:custGeom xmlns:a="http://schemas.openxmlformats.org/drawingml/2006/main">
            <a:pathLst>
              <a:path w="48394" h="21544">
                <a:moveTo>
                  <a:pt x="0" y="21544"/>
                </a:moveTo>
                <a:lnTo>
                  <a:pt x="48394" y="0"/>
                </a:lnTo>
              </a:path>
            </a:pathLst>
          </a:custGeom>
          <a:noFill xmlns:a="http://schemas.openxmlformats.org/drawingml/2006/main"/>
          <a:ln xmlns:a="http://schemas.openxmlformats.org/drawingml/2006/main" w="9631">
            <a:solidFill>
              <a:srgbClr val="A7A9A8"/>
            </a:solidFill>
          </a:ln>
        </p:spPr>
      </p:sp>
      <p:sp>
        <p:nvSpPr>
          <p:cNvPr id="256" name="R1|249">
            <a:extLst xmlns:a="http://schemas.openxmlformats.org/drawingml/2006/main">
              <a:ext uri="{FF2B5EF4-FFF2-40B4-BE49-F238E27FC236}">
                <a16:creationId xmlns:a16="http://schemas.microsoft.com/office/drawing/2014/main" id="{2BC74E87-E5B6-46EE-B909-03DC423F3141}"/>
              </a:ext>
            </a:extLst>
          </p:cNvPr>
          <p:cNvSpPr>
            <a:spLocks xmlns:a="http://schemas.openxmlformats.org/drawingml/2006/main" noGrp="1"/>
          </p:cNvSpPr>
          <p:nvPr/>
        </p:nvSpPr>
        <p:spPr>
          <a:xfrm xmlns:a="http://schemas.openxmlformats.org/drawingml/2006/main">
            <a:off x="5034088" y="1481433"/>
            <a:ext cx="48394" cy="21544"/>
          </a:xfrm>
          <a:custGeom xmlns:a="http://schemas.openxmlformats.org/drawingml/2006/main">
            <a:pathLst>
              <a:path w="48394" h="21544">
                <a:moveTo>
                  <a:pt x="0" y="21544"/>
                </a:moveTo>
                <a:lnTo>
                  <a:pt x="48394" y="0"/>
                </a:lnTo>
              </a:path>
            </a:pathLst>
          </a:custGeom>
          <a:noFill xmlns:a="http://schemas.openxmlformats.org/drawingml/2006/main"/>
          <a:ln xmlns:a="http://schemas.openxmlformats.org/drawingml/2006/main" w="9631">
            <a:solidFill>
              <a:srgbClr val="A7A9A8"/>
            </a:solidFill>
          </a:ln>
        </p:spPr>
      </p:sp>
      <p:sp>
        <p:nvSpPr>
          <p:cNvPr id="257" name="R1|250">
            <a:extLst xmlns:a="http://schemas.openxmlformats.org/drawingml/2006/main">
              <a:ext uri="{FF2B5EF4-FFF2-40B4-BE49-F238E27FC236}">
                <a16:creationId xmlns:a16="http://schemas.microsoft.com/office/drawing/2014/main" id="{D77283CB-3758-4771-A9C9-C5CAE96D6D61}"/>
              </a:ext>
            </a:extLst>
          </p:cNvPr>
          <p:cNvSpPr>
            <a:spLocks xmlns:a="http://schemas.openxmlformats.org/drawingml/2006/main" noGrp="1"/>
          </p:cNvSpPr>
          <p:nvPr/>
        </p:nvSpPr>
        <p:spPr>
          <a:xfrm xmlns:a="http://schemas.openxmlformats.org/drawingml/2006/main">
            <a:off x="5117678" y="1444220"/>
            <a:ext cx="48394" cy="21544"/>
          </a:xfrm>
          <a:custGeom xmlns:a="http://schemas.openxmlformats.org/drawingml/2006/main">
            <a:pathLst>
              <a:path w="48394" h="21544">
                <a:moveTo>
                  <a:pt x="0" y="21544"/>
                </a:moveTo>
                <a:lnTo>
                  <a:pt x="48394" y="0"/>
                </a:lnTo>
              </a:path>
            </a:pathLst>
          </a:custGeom>
          <a:noFill xmlns:a="http://schemas.openxmlformats.org/drawingml/2006/main"/>
          <a:ln xmlns:a="http://schemas.openxmlformats.org/drawingml/2006/main" w="9631">
            <a:solidFill>
              <a:srgbClr val="A7A9A8"/>
            </a:solidFill>
          </a:ln>
        </p:spPr>
      </p:sp>
      <p:sp>
        <p:nvSpPr>
          <p:cNvPr id="258" name="R1|251">
            <a:extLst xmlns:a="http://schemas.openxmlformats.org/drawingml/2006/main">
              <a:ext uri="{FF2B5EF4-FFF2-40B4-BE49-F238E27FC236}">
                <a16:creationId xmlns:a16="http://schemas.microsoft.com/office/drawing/2014/main" id="{D1261612-AB43-418D-B080-84E288445AE9}"/>
              </a:ext>
            </a:extLst>
          </p:cNvPr>
          <p:cNvSpPr>
            <a:spLocks xmlns:a="http://schemas.openxmlformats.org/drawingml/2006/main" noGrp="1"/>
          </p:cNvSpPr>
          <p:nvPr/>
        </p:nvSpPr>
        <p:spPr>
          <a:xfrm xmlns:a="http://schemas.openxmlformats.org/drawingml/2006/main">
            <a:off x="5201269" y="1407007"/>
            <a:ext cx="48394" cy="21544"/>
          </a:xfrm>
          <a:custGeom xmlns:a="http://schemas.openxmlformats.org/drawingml/2006/main">
            <a:pathLst>
              <a:path w="48394" h="21544">
                <a:moveTo>
                  <a:pt x="0" y="21544"/>
                </a:moveTo>
                <a:lnTo>
                  <a:pt x="48394" y="0"/>
                </a:lnTo>
              </a:path>
            </a:pathLst>
          </a:custGeom>
          <a:noFill xmlns:a="http://schemas.openxmlformats.org/drawingml/2006/main"/>
          <a:ln xmlns:a="http://schemas.openxmlformats.org/drawingml/2006/main" w="9631">
            <a:solidFill>
              <a:srgbClr val="A7A9A8"/>
            </a:solidFill>
          </a:ln>
        </p:spPr>
      </p:sp>
      <p:sp>
        <p:nvSpPr>
          <p:cNvPr id="259" name="R1|252">
            <a:extLst xmlns:a="http://schemas.openxmlformats.org/drawingml/2006/main">
              <a:ext uri="{FF2B5EF4-FFF2-40B4-BE49-F238E27FC236}">
                <a16:creationId xmlns:a16="http://schemas.microsoft.com/office/drawing/2014/main" id="{CBC48679-4F55-456B-941C-68914F4F3591}"/>
              </a:ext>
            </a:extLst>
          </p:cNvPr>
          <p:cNvSpPr>
            <a:spLocks xmlns:a="http://schemas.openxmlformats.org/drawingml/2006/main" noGrp="1"/>
          </p:cNvSpPr>
          <p:nvPr/>
        </p:nvSpPr>
        <p:spPr>
          <a:xfrm xmlns:a="http://schemas.openxmlformats.org/drawingml/2006/main">
            <a:off x="5284859" y="1369794"/>
            <a:ext cx="48394" cy="21544"/>
          </a:xfrm>
          <a:custGeom xmlns:a="http://schemas.openxmlformats.org/drawingml/2006/main">
            <a:pathLst>
              <a:path w="48394" h="21544">
                <a:moveTo>
                  <a:pt x="0" y="21544"/>
                </a:moveTo>
                <a:lnTo>
                  <a:pt x="48394" y="0"/>
                </a:lnTo>
              </a:path>
            </a:pathLst>
          </a:custGeom>
          <a:noFill xmlns:a="http://schemas.openxmlformats.org/drawingml/2006/main"/>
          <a:ln xmlns:a="http://schemas.openxmlformats.org/drawingml/2006/main" w="9631">
            <a:solidFill>
              <a:srgbClr val="A7A9A8"/>
            </a:solidFill>
          </a:ln>
        </p:spPr>
      </p:sp>
      <p:sp>
        <p:nvSpPr>
          <p:cNvPr id="260" name="R1|253">
            <a:extLst xmlns:a="http://schemas.openxmlformats.org/drawingml/2006/main">
              <a:ext uri="{FF2B5EF4-FFF2-40B4-BE49-F238E27FC236}">
                <a16:creationId xmlns:a16="http://schemas.microsoft.com/office/drawing/2014/main" id="{D2F8A81D-87A2-4D8B-A848-1B88ED8BED5A}"/>
              </a:ext>
            </a:extLst>
          </p:cNvPr>
          <p:cNvSpPr>
            <a:spLocks xmlns:a="http://schemas.openxmlformats.org/drawingml/2006/main" noGrp="1"/>
          </p:cNvSpPr>
          <p:nvPr/>
        </p:nvSpPr>
        <p:spPr>
          <a:xfrm xmlns:a="http://schemas.openxmlformats.org/drawingml/2006/main">
            <a:off x="5368449" y="1332581"/>
            <a:ext cx="48394" cy="21544"/>
          </a:xfrm>
          <a:custGeom xmlns:a="http://schemas.openxmlformats.org/drawingml/2006/main">
            <a:pathLst>
              <a:path w="48394" h="21544">
                <a:moveTo>
                  <a:pt x="0" y="21544"/>
                </a:moveTo>
                <a:lnTo>
                  <a:pt x="48394" y="0"/>
                </a:lnTo>
              </a:path>
            </a:pathLst>
          </a:custGeom>
          <a:noFill xmlns:a="http://schemas.openxmlformats.org/drawingml/2006/main"/>
          <a:ln xmlns:a="http://schemas.openxmlformats.org/drawingml/2006/main" w="9631">
            <a:solidFill>
              <a:srgbClr val="A7A9A8"/>
            </a:solidFill>
          </a:ln>
        </p:spPr>
      </p:sp>
      <p:sp>
        <p:nvSpPr>
          <p:cNvPr id="261" name="R1|254">
            <a:extLst xmlns:a="http://schemas.openxmlformats.org/drawingml/2006/main">
              <a:ext uri="{FF2B5EF4-FFF2-40B4-BE49-F238E27FC236}">
                <a16:creationId xmlns:a16="http://schemas.microsoft.com/office/drawing/2014/main" id="{68FA5692-E939-4D90-91DB-E4B495A6EBBF}"/>
              </a:ext>
            </a:extLst>
          </p:cNvPr>
          <p:cNvSpPr>
            <a:spLocks xmlns:a="http://schemas.openxmlformats.org/drawingml/2006/main" noGrp="1"/>
          </p:cNvSpPr>
          <p:nvPr/>
        </p:nvSpPr>
        <p:spPr>
          <a:xfrm xmlns:a="http://schemas.openxmlformats.org/drawingml/2006/main">
            <a:off x="5452039" y="1295368"/>
            <a:ext cx="48394" cy="21544"/>
          </a:xfrm>
          <a:custGeom xmlns:a="http://schemas.openxmlformats.org/drawingml/2006/main">
            <a:pathLst>
              <a:path w="48394" h="21544">
                <a:moveTo>
                  <a:pt x="0" y="21544"/>
                </a:moveTo>
                <a:lnTo>
                  <a:pt x="48394" y="0"/>
                </a:lnTo>
              </a:path>
            </a:pathLst>
          </a:custGeom>
          <a:noFill xmlns:a="http://schemas.openxmlformats.org/drawingml/2006/main"/>
          <a:ln xmlns:a="http://schemas.openxmlformats.org/drawingml/2006/main" w="9631">
            <a:solidFill>
              <a:srgbClr val="A7A9A8"/>
            </a:solidFill>
          </a:ln>
        </p:spPr>
      </p:sp>
      <p:sp>
        <p:nvSpPr>
          <p:cNvPr id="262" name="R1|255">
            <a:extLst xmlns:a="http://schemas.openxmlformats.org/drawingml/2006/main">
              <a:ext uri="{FF2B5EF4-FFF2-40B4-BE49-F238E27FC236}">
                <a16:creationId xmlns:a16="http://schemas.microsoft.com/office/drawing/2014/main" id="{81474576-1104-4AF0-AAE3-2D38304A0EF5}"/>
              </a:ext>
            </a:extLst>
          </p:cNvPr>
          <p:cNvSpPr>
            <a:spLocks xmlns:a="http://schemas.openxmlformats.org/drawingml/2006/main" noGrp="1"/>
          </p:cNvSpPr>
          <p:nvPr/>
        </p:nvSpPr>
        <p:spPr>
          <a:xfrm xmlns:a="http://schemas.openxmlformats.org/drawingml/2006/main">
            <a:off x="5535630" y="1258155"/>
            <a:ext cx="48394" cy="21544"/>
          </a:xfrm>
          <a:custGeom xmlns:a="http://schemas.openxmlformats.org/drawingml/2006/main">
            <a:pathLst>
              <a:path w="48394" h="21544">
                <a:moveTo>
                  <a:pt x="0" y="21544"/>
                </a:moveTo>
                <a:lnTo>
                  <a:pt x="48394" y="0"/>
                </a:lnTo>
              </a:path>
            </a:pathLst>
          </a:custGeom>
          <a:noFill xmlns:a="http://schemas.openxmlformats.org/drawingml/2006/main"/>
          <a:ln xmlns:a="http://schemas.openxmlformats.org/drawingml/2006/main" w="9631">
            <a:solidFill>
              <a:srgbClr val="A7A9A8"/>
            </a:solidFill>
          </a:ln>
        </p:spPr>
      </p:sp>
      <p:sp>
        <p:nvSpPr>
          <p:cNvPr id="263" name="R1|256">
            <a:extLst xmlns:a="http://schemas.openxmlformats.org/drawingml/2006/main">
              <a:ext uri="{FF2B5EF4-FFF2-40B4-BE49-F238E27FC236}">
                <a16:creationId xmlns:a16="http://schemas.microsoft.com/office/drawing/2014/main" id="{5227CB1E-E0BF-4DBA-9EE5-FC2BED7C81EF}"/>
              </a:ext>
            </a:extLst>
          </p:cNvPr>
          <p:cNvSpPr>
            <a:spLocks xmlns:a="http://schemas.openxmlformats.org/drawingml/2006/main" noGrp="1"/>
          </p:cNvSpPr>
          <p:nvPr/>
        </p:nvSpPr>
        <p:spPr>
          <a:xfrm xmlns:a="http://schemas.openxmlformats.org/drawingml/2006/main">
            <a:off x="5619220" y="1220942"/>
            <a:ext cx="48394" cy="21544"/>
          </a:xfrm>
          <a:custGeom xmlns:a="http://schemas.openxmlformats.org/drawingml/2006/main">
            <a:pathLst>
              <a:path w="48394" h="21544">
                <a:moveTo>
                  <a:pt x="0" y="21544"/>
                </a:moveTo>
                <a:lnTo>
                  <a:pt x="48394" y="0"/>
                </a:lnTo>
              </a:path>
            </a:pathLst>
          </a:custGeom>
          <a:noFill xmlns:a="http://schemas.openxmlformats.org/drawingml/2006/main"/>
          <a:ln xmlns:a="http://schemas.openxmlformats.org/drawingml/2006/main" w="9631">
            <a:solidFill>
              <a:srgbClr val="A7A9A8"/>
            </a:solidFill>
          </a:ln>
        </p:spPr>
      </p:sp>
      <p:sp>
        <p:nvSpPr>
          <p:cNvPr id="264" name="R1|257">
            <a:extLst xmlns:a="http://schemas.openxmlformats.org/drawingml/2006/main">
              <a:ext uri="{FF2B5EF4-FFF2-40B4-BE49-F238E27FC236}">
                <a16:creationId xmlns:a16="http://schemas.microsoft.com/office/drawing/2014/main" id="{6F8256AD-CA34-42BD-9CDC-ACED85C05A49}"/>
              </a:ext>
            </a:extLst>
          </p:cNvPr>
          <p:cNvSpPr>
            <a:spLocks xmlns:a="http://schemas.openxmlformats.org/drawingml/2006/main" noGrp="1"/>
          </p:cNvSpPr>
          <p:nvPr/>
        </p:nvSpPr>
        <p:spPr>
          <a:xfrm xmlns:a="http://schemas.openxmlformats.org/drawingml/2006/main">
            <a:off x="5702810" y="1183729"/>
            <a:ext cx="48394" cy="21544"/>
          </a:xfrm>
          <a:custGeom xmlns:a="http://schemas.openxmlformats.org/drawingml/2006/main">
            <a:pathLst>
              <a:path w="48394" h="21544">
                <a:moveTo>
                  <a:pt x="0" y="21544"/>
                </a:moveTo>
                <a:lnTo>
                  <a:pt x="48394" y="0"/>
                </a:lnTo>
              </a:path>
            </a:pathLst>
          </a:custGeom>
          <a:noFill xmlns:a="http://schemas.openxmlformats.org/drawingml/2006/main"/>
          <a:ln xmlns:a="http://schemas.openxmlformats.org/drawingml/2006/main" w="9631">
            <a:solidFill>
              <a:srgbClr val="A7A9A8"/>
            </a:solidFill>
          </a:ln>
        </p:spPr>
      </p:sp>
      <p:sp>
        <p:nvSpPr>
          <p:cNvPr id="265" name="R1|258">
            <a:extLst xmlns:a="http://schemas.openxmlformats.org/drawingml/2006/main">
              <a:ext uri="{FF2B5EF4-FFF2-40B4-BE49-F238E27FC236}">
                <a16:creationId xmlns:a16="http://schemas.microsoft.com/office/drawing/2014/main" id="{78E6C3D0-0BD8-4F4C-AEDC-AC7B36F865C6}"/>
              </a:ext>
            </a:extLst>
          </p:cNvPr>
          <p:cNvSpPr>
            <a:spLocks xmlns:a="http://schemas.openxmlformats.org/drawingml/2006/main" noGrp="1"/>
          </p:cNvSpPr>
          <p:nvPr/>
        </p:nvSpPr>
        <p:spPr>
          <a:xfrm xmlns:a="http://schemas.openxmlformats.org/drawingml/2006/main">
            <a:off x="5786400" y="1146516"/>
            <a:ext cx="48394" cy="21544"/>
          </a:xfrm>
          <a:custGeom xmlns:a="http://schemas.openxmlformats.org/drawingml/2006/main">
            <a:pathLst>
              <a:path w="48394" h="21544">
                <a:moveTo>
                  <a:pt x="0" y="21544"/>
                </a:moveTo>
                <a:lnTo>
                  <a:pt x="48394" y="0"/>
                </a:lnTo>
              </a:path>
            </a:pathLst>
          </a:custGeom>
          <a:noFill xmlns:a="http://schemas.openxmlformats.org/drawingml/2006/main"/>
          <a:ln xmlns:a="http://schemas.openxmlformats.org/drawingml/2006/main" w="9631">
            <a:solidFill>
              <a:srgbClr val="A7A9A8"/>
            </a:solidFill>
          </a:ln>
        </p:spPr>
      </p:sp>
      <p:sp>
        <p:nvSpPr>
          <p:cNvPr id="266" name="R1|259">
            <a:extLst xmlns:a="http://schemas.openxmlformats.org/drawingml/2006/main">
              <a:ext uri="{FF2B5EF4-FFF2-40B4-BE49-F238E27FC236}">
                <a16:creationId xmlns:a16="http://schemas.microsoft.com/office/drawing/2014/main" id="{B5D2966F-5975-4304-8450-AF7B61F13D64}"/>
              </a:ext>
            </a:extLst>
          </p:cNvPr>
          <p:cNvSpPr>
            <a:spLocks xmlns:a="http://schemas.openxmlformats.org/drawingml/2006/main" noGrp="1"/>
          </p:cNvSpPr>
          <p:nvPr/>
        </p:nvSpPr>
        <p:spPr>
          <a:xfrm xmlns:a="http://schemas.openxmlformats.org/drawingml/2006/main">
            <a:off x="5869991" y="1111441"/>
            <a:ext cx="43593" cy="19407"/>
          </a:xfrm>
          <a:custGeom xmlns:a="http://schemas.openxmlformats.org/drawingml/2006/main">
            <a:pathLst>
              <a:path w="43593" h="19407">
                <a:moveTo>
                  <a:pt x="0" y="19407"/>
                </a:moveTo>
                <a:lnTo>
                  <a:pt x="43593" y="0"/>
                </a:lnTo>
              </a:path>
            </a:pathLst>
          </a:custGeom>
          <a:noFill xmlns:a="http://schemas.openxmlformats.org/drawingml/2006/main"/>
          <a:ln xmlns:a="http://schemas.openxmlformats.org/drawingml/2006/main" w="9631">
            <a:solidFill>
              <a:srgbClr val="A7A9A8"/>
            </a:solidFill>
          </a:ln>
        </p:spPr>
      </p:sp>
      <p:sp>
        <p:nvSpPr>
          <p:cNvPr id="267" name="R1|260">
            <a:extLst xmlns:a="http://schemas.openxmlformats.org/drawingml/2006/main">
              <a:ext uri="{FF2B5EF4-FFF2-40B4-BE49-F238E27FC236}">
                <a16:creationId xmlns:a16="http://schemas.microsoft.com/office/drawing/2014/main" id="{8C5FE97D-2861-4A6E-BDD6-76DB3D231498}"/>
              </a:ext>
            </a:extLst>
          </p:cNvPr>
          <p:cNvSpPr>
            <a:spLocks xmlns:a="http://schemas.openxmlformats.org/drawingml/2006/main" noGrp="1"/>
          </p:cNvSpPr>
          <p:nvPr/>
        </p:nvSpPr>
        <p:spPr>
          <a:xfrm xmlns:a="http://schemas.openxmlformats.org/drawingml/2006/main">
            <a:off x="4950498" y="1540191"/>
            <a:ext cx="52953" cy="1324"/>
          </a:xfrm>
          <a:custGeom xmlns:a="http://schemas.openxmlformats.org/drawingml/2006/main">
            <a:pathLst>
              <a:path w="52953" h="1324">
                <a:moveTo>
                  <a:pt x="0" y="0"/>
                </a:moveTo>
                <a:lnTo>
                  <a:pt x="52953" y="1324"/>
                </a:lnTo>
              </a:path>
            </a:pathLst>
          </a:custGeom>
          <a:noFill xmlns:a="http://schemas.openxmlformats.org/drawingml/2006/main"/>
          <a:ln xmlns:a="http://schemas.openxmlformats.org/drawingml/2006/main" w="9631">
            <a:solidFill>
              <a:srgbClr val="A7A9A8"/>
            </a:solidFill>
          </a:ln>
        </p:spPr>
      </p:sp>
      <p:sp>
        <p:nvSpPr>
          <p:cNvPr id="268" name="R1|261">
            <a:extLst xmlns:a="http://schemas.openxmlformats.org/drawingml/2006/main">
              <a:ext uri="{FF2B5EF4-FFF2-40B4-BE49-F238E27FC236}">
                <a16:creationId xmlns:a16="http://schemas.microsoft.com/office/drawing/2014/main" id="{EEC31390-AB63-4FA2-B125-5DBE5BBCEE79}"/>
              </a:ext>
            </a:extLst>
          </p:cNvPr>
          <p:cNvSpPr>
            <a:spLocks xmlns:a="http://schemas.openxmlformats.org/drawingml/2006/main" noGrp="1"/>
          </p:cNvSpPr>
          <p:nvPr/>
        </p:nvSpPr>
        <p:spPr>
          <a:xfrm xmlns:a="http://schemas.openxmlformats.org/drawingml/2006/main">
            <a:off x="5041962" y="1542478"/>
            <a:ext cx="52953" cy="1324"/>
          </a:xfrm>
          <a:custGeom xmlns:a="http://schemas.openxmlformats.org/drawingml/2006/main">
            <a:pathLst>
              <a:path w="52953" h="1324">
                <a:moveTo>
                  <a:pt x="0" y="0"/>
                </a:moveTo>
                <a:lnTo>
                  <a:pt x="52953" y="1324"/>
                </a:lnTo>
              </a:path>
            </a:pathLst>
          </a:custGeom>
          <a:noFill xmlns:a="http://schemas.openxmlformats.org/drawingml/2006/main"/>
          <a:ln xmlns:a="http://schemas.openxmlformats.org/drawingml/2006/main" w="9631">
            <a:solidFill>
              <a:srgbClr val="A7A9A8"/>
            </a:solidFill>
          </a:ln>
        </p:spPr>
      </p:sp>
      <p:sp>
        <p:nvSpPr>
          <p:cNvPr id="269" name="R1|262">
            <a:extLst xmlns:a="http://schemas.openxmlformats.org/drawingml/2006/main">
              <a:ext uri="{FF2B5EF4-FFF2-40B4-BE49-F238E27FC236}">
                <a16:creationId xmlns:a16="http://schemas.microsoft.com/office/drawing/2014/main" id="{134633E3-785C-4F2A-95A9-CDDD8D26AB33}"/>
              </a:ext>
            </a:extLst>
          </p:cNvPr>
          <p:cNvSpPr>
            <a:spLocks xmlns:a="http://schemas.openxmlformats.org/drawingml/2006/main" noGrp="1"/>
          </p:cNvSpPr>
          <p:nvPr/>
        </p:nvSpPr>
        <p:spPr>
          <a:xfrm xmlns:a="http://schemas.openxmlformats.org/drawingml/2006/main">
            <a:off x="5133427" y="1544766"/>
            <a:ext cx="52953" cy="1324"/>
          </a:xfrm>
          <a:custGeom xmlns:a="http://schemas.openxmlformats.org/drawingml/2006/main">
            <a:pathLst>
              <a:path w="52953" h="1324">
                <a:moveTo>
                  <a:pt x="0" y="0"/>
                </a:moveTo>
                <a:lnTo>
                  <a:pt x="52953" y="1324"/>
                </a:lnTo>
              </a:path>
            </a:pathLst>
          </a:custGeom>
          <a:noFill xmlns:a="http://schemas.openxmlformats.org/drawingml/2006/main"/>
          <a:ln xmlns:a="http://schemas.openxmlformats.org/drawingml/2006/main" w="9631">
            <a:solidFill>
              <a:srgbClr val="A7A9A8"/>
            </a:solidFill>
          </a:ln>
        </p:spPr>
      </p:sp>
      <p:sp>
        <p:nvSpPr>
          <p:cNvPr id="270" name="R1|263">
            <a:extLst xmlns:a="http://schemas.openxmlformats.org/drawingml/2006/main">
              <a:ext uri="{FF2B5EF4-FFF2-40B4-BE49-F238E27FC236}">
                <a16:creationId xmlns:a16="http://schemas.microsoft.com/office/drawing/2014/main" id="{99B7499B-0B80-41CA-B2BF-27AB985DD812}"/>
              </a:ext>
            </a:extLst>
          </p:cNvPr>
          <p:cNvSpPr>
            <a:spLocks xmlns:a="http://schemas.openxmlformats.org/drawingml/2006/main" noGrp="1"/>
          </p:cNvSpPr>
          <p:nvPr/>
        </p:nvSpPr>
        <p:spPr>
          <a:xfrm xmlns:a="http://schemas.openxmlformats.org/drawingml/2006/main">
            <a:off x="5224892" y="1547054"/>
            <a:ext cx="52953" cy="1324"/>
          </a:xfrm>
          <a:custGeom xmlns:a="http://schemas.openxmlformats.org/drawingml/2006/main">
            <a:pathLst>
              <a:path w="52953" h="1324">
                <a:moveTo>
                  <a:pt x="0" y="0"/>
                </a:moveTo>
                <a:lnTo>
                  <a:pt x="52953" y="1324"/>
                </a:lnTo>
              </a:path>
            </a:pathLst>
          </a:custGeom>
          <a:noFill xmlns:a="http://schemas.openxmlformats.org/drawingml/2006/main"/>
          <a:ln xmlns:a="http://schemas.openxmlformats.org/drawingml/2006/main" w="9631">
            <a:solidFill>
              <a:srgbClr val="A7A9A8"/>
            </a:solidFill>
          </a:ln>
        </p:spPr>
      </p:sp>
      <p:sp>
        <p:nvSpPr>
          <p:cNvPr id="271" name="R1|264">
            <a:extLst xmlns:a="http://schemas.openxmlformats.org/drawingml/2006/main">
              <a:ext uri="{FF2B5EF4-FFF2-40B4-BE49-F238E27FC236}">
                <a16:creationId xmlns:a16="http://schemas.microsoft.com/office/drawing/2014/main" id="{E0B112CA-314B-4FFF-ABAB-E6CA41BC02B4}"/>
              </a:ext>
            </a:extLst>
          </p:cNvPr>
          <p:cNvSpPr>
            <a:spLocks xmlns:a="http://schemas.openxmlformats.org/drawingml/2006/main" noGrp="1"/>
          </p:cNvSpPr>
          <p:nvPr/>
        </p:nvSpPr>
        <p:spPr>
          <a:xfrm xmlns:a="http://schemas.openxmlformats.org/drawingml/2006/main">
            <a:off x="5316356" y="1549341"/>
            <a:ext cx="52953" cy="1324"/>
          </a:xfrm>
          <a:custGeom xmlns:a="http://schemas.openxmlformats.org/drawingml/2006/main">
            <a:pathLst>
              <a:path w="52953" h="1324">
                <a:moveTo>
                  <a:pt x="0" y="0"/>
                </a:moveTo>
                <a:lnTo>
                  <a:pt x="52953" y="1324"/>
                </a:lnTo>
              </a:path>
            </a:pathLst>
          </a:custGeom>
          <a:noFill xmlns:a="http://schemas.openxmlformats.org/drawingml/2006/main"/>
          <a:ln xmlns:a="http://schemas.openxmlformats.org/drawingml/2006/main" w="9631">
            <a:solidFill>
              <a:srgbClr val="A7A9A8"/>
            </a:solidFill>
          </a:ln>
        </p:spPr>
      </p:sp>
      <p:sp>
        <p:nvSpPr>
          <p:cNvPr id="272" name="R1|265">
            <a:extLst xmlns:a="http://schemas.openxmlformats.org/drawingml/2006/main">
              <a:ext uri="{FF2B5EF4-FFF2-40B4-BE49-F238E27FC236}">
                <a16:creationId xmlns:a16="http://schemas.microsoft.com/office/drawing/2014/main" id="{5EED1DF7-A24F-46BB-A848-FAB21F6D494F}"/>
              </a:ext>
            </a:extLst>
          </p:cNvPr>
          <p:cNvSpPr>
            <a:spLocks xmlns:a="http://schemas.openxmlformats.org/drawingml/2006/main" noGrp="1"/>
          </p:cNvSpPr>
          <p:nvPr/>
        </p:nvSpPr>
        <p:spPr>
          <a:xfrm xmlns:a="http://schemas.openxmlformats.org/drawingml/2006/main">
            <a:off x="5407821" y="1551629"/>
            <a:ext cx="52953" cy="1324"/>
          </a:xfrm>
          <a:custGeom xmlns:a="http://schemas.openxmlformats.org/drawingml/2006/main">
            <a:pathLst>
              <a:path w="52953" h="1324">
                <a:moveTo>
                  <a:pt x="0" y="0"/>
                </a:moveTo>
                <a:lnTo>
                  <a:pt x="52953" y="1324"/>
                </a:lnTo>
              </a:path>
            </a:pathLst>
          </a:custGeom>
          <a:noFill xmlns:a="http://schemas.openxmlformats.org/drawingml/2006/main"/>
          <a:ln xmlns:a="http://schemas.openxmlformats.org/drawingml/2006/main" w="9631">
            <a:solidFill>
              <a:srgbClr val="A7A9A8"/>
            </a:solidFill>
          </a:ln>
        </p:spPr>
      </p:sp>
      <p:sp>
        <p:nvSpPr>
          <p:cNvPr id="273" name="R1|266">
            <a:extLst xmlns:a="http://schemas.openxmlformats.org/drawingml/2006/main">
              <a:ext uri="{FF2B5EF4-FFF2-40B4-BE49-F238E27FC236}">
                <a16:creationId xmlns:a16="http://schemas.microsoft.com/office/drawing/2014/main" id="{1573BC38-7862-49A1-8C72-8553EF880320}"/>
              </a:ext>
            </a:extLst>
          </p:cNvPr>
          <p:cNvSpPr>
            <a:spLocks xmlns:a="http://schemas.openxmlformats.org/drawingml/2006/main" noGrp="1"/>
          </p:cNvSpPr>
          <p:nvPr/>
        </p:nvSpPr>
        <p:spPr>
          <a:xfrm xmlns:a="http://schemas.openxmlformats.org/drawingml/2006/main">
            <a:off x="5499285" y="1553916"/>
            <a:ext cx="52953" cy="1324"/>
          </a:xfrm>
          <a:custGeom xmlns:a="http://schemas.openxmlformats.org/drawingml/2006/main">
            <a:pathLst>
              <a:path w="52953" h="1324">
                <a:moveTo>
                  <a:pt x="0" y="0"/>
                </a:moveTo>
                <a:lnTo>
                  <a:pt x="52953" y="1324"/>
                </a:lnTo>
              </a:path>
            </a:pathLst>
          </a:custGeom>
          <a:noFill xmlns:a="http://schemas.openxmlformats.org/drawingml/2006/main"/>
          <a:ln xmlns:a="http://schemas.openxmlformats.org/drawingml/2006/main" w="9631">
            <a:solidFill>
              <a:srgbClr val="A7A9A8"/>
            </a:solidFill>
          </a:ln>
        </p:spPr>
      </p:sp>
      <p:sp>
        <p:nvSpPr>
          <p:cNvPr id="274" name="R1|267">
            <a:extLst xmlns:a="http://schemas.openxmlformats.org/drawingml/2006/main">
              <a:ext uri="{FF2B5EF4-FFF2-40B4-BE49-F238E27FC236}">
                <a16:creationId xmlns:a16="http://schemas.microsoft.com/office/drawing/2014/main" id="{A0E7EE9F-5887-402D-A801-8508D4B7828E}"/>
              </a:ext>
            </a:extLst>
          </p:cNvPr>
          <p:cNvSpPr>
            <a:spLocks xmlns:a="http://schemas.openxmlformats.org/drawingml/2006/main" noGrp="1"/>
          </p:cNvSpPr>
          <p:nvPr/>
        </p:nvSpPr>
        <p:spPr>
          <a:xfrm xmlns:a="http://schemas.openxmlformats.org/drawingml/2006/main">
            <a:off x="5590750" y="1556204"/>
            <a:ext cx="52953" cy="1324"/>
          </a:xfrm>
          <a:custGeom xmlns:a="http://schemas.openxmlformats.org/drawingml/2006/main">
            <a:pathLst>
              <a:path w="52953" h="1324">
                <a:moveTo>
                  <a:pt x="0" y="0"/>
                </a:moveTo>
                <a:lnTo>
                  <a:pt x="52953" y="1324"/>
                </a:lnTo>
              </a:path>
            </a:pathLst>
          </a:custGeom>
          <a:noFill xmlns:a="http://schemas.openxmlformats.org/drawingml/2006/main"/>
          <a:ln xmlns:a="http://schemas.openxmlformats.org/drawingml/2006/main" w="9631">
            <a:solidFill>
              <a:srgbClr val="A7A9A8"/>
            </a:solidFill>
          </a:ln>
        </p:spPr>
      </p:sp>
      <p:sp>
        <p:nvSpPr>
          <p:cNvPr id="275" name="R1|268">
            <a:extLst xmlns:a="http://schemas.openxmlformats.org/drawingml/2006/main">
              <a:ext uri="{FF2B5EF4-FFF2-40B4-BE49-F238E27FC236}">
                <a16:creationId xmlns:a16="http://schemas.microsoft.com/office/drawing/2014/main" id="{A497B7A7-8AF7-4B6D-A351-2F25F80E8654}"/>
              </a:ext>
            </a:extLst>
          </p:cNvPr>
          <p:cNvSpPr>
            <a:spLocks xmlns:a="http://schemas.openxmlformats.org/drawingml/2006/main" noGrp="1"/>
          </p:cNvSpPr>
          <p:nvPr/>
        </p:nvSpPr>
        <p:spPr>
          <a:xfrm xmlns:a="http://schemas.openxmlformats.org/drawingml/2006/main">
            <a:off x="5682214" y="1558491"/>
            <a:ext cx="52953" cy="1324"/>
          </a:xfrm>
          <a:custGeom xmlns:a="http://schemas.openxmlformats.org/drawingml/2006/main">
            <a:pathLst>
              <a:path w="52953" h="1324">
                <a:moveTo>
                  <a:pt x="0" y="0"/>
                </a:moveTo>
                <a:lnTo>
                  <a:pt x="52953" y="1324"/>
                </a:lnTo>
              </a:path>
            </a:pathLst>
          </a:custGeom>
          <a:noFill xmlns:a="http://schemas.openxmlformats.org/drawingml/2006/main"/>
          <a:ln xmlns:a="http://schemas.openxmlformats.org/drawingml/2006/main" w="9631">
            <a:solidFill>
              <a:srgbClr val="A7A9A8"/>
            </a:solidFill>
          </a:ln>
        </p:spPr>
      </p:sp>
      <p:sp>
        <p:nvSpPr>
          <p:cNvPr id="276" name="R1|269">
            <a:extLst xmlns:a="http://schemas.openxmlformats.org/drawingml/2006/main">
              <a:ext uri="{FF2B5EF4-FFF2-40B4-BE49-F238E27FC236}">
                <a16:creationId xmlns:a16="http://schemas.microsoft.com/office/drawing/2014/main" id="{809CE3D6-CAC2-4F7B-9447-37B1F354BDB2}"/>
              </a:ext>
            </a:extLst>
          </p:cNvPr>
          <p:cNvSpPr>
            <a:spLocks xmlns:a="http://schemas.openxmlformats.org/drawingml/2006/main" noGrp="1"/>
          </p:cNvSpPr>
          <p:nvPr/>
        </p:nvSpPr>
        <p:spPr>
          <a:xfrm xmlns:a="http://schemas.openxmlformats.org/drawingml/2006/main">
            <a:off x="5773679" y="1560779"/>
            <a:ext cx="52953" cy="1324"/>
          </a:xfrm>
          <a:custGeom xmlns:a="http://schemas.openxmlformats.org/drawingml/2006/main">
            <a:pathLst>
              <a:path w="52953" h="1324">
                <a:moveTo>
                  <a:pt x="0" y="0"/>
                </a:moveTo>
                <a:lnTo>
                  <a:pt x="52953" y="1324"/>
                </a:lnTo>
              </a:path>
            </a:pathLst>
          </a:custGeom>
          <a:noFill xmlns:a="http://schemas.openxmlformats.org/drawingml/2006/main"/>
          <a:ln xmlns:a="http://schemas.openxmlformats.org/drawingml/2006/main" w="9631">
            <a:solidFill>
              <a:srgbClr val="A7A9A8"/>
            </a:solidFill>
          </a:ln>
        </p:spPr>
      </p:sp>
      <p:sp>
        <p:nvSpPr>
          <p:cNvPr id="277" name="R1|270">
            <a:extLst xmlns:a="http://schemas.openxmlformats.org/drawingml/2006/main">
              <a:ext uri="{FF2B5EF4-FFF2-40B4-BE49-F238E27FC236}">
                <a16:creationId xmlns:a16="http://schemas.microsoft.com/office/drawing/2014/main" id="{A0E8D264-617C-44E1-AED9-AE421C32D8CF}"/>
              </a:ext>
            </a:extLst>
          </p:cNvPr>
          <p:cNvSpPr>
            <a:spLocks xmlns:a="http://schemas.openxmlformats.org/drawingml/2006/main" noGrp="1"/>
          </p:cNvSpPr>
          <p:nvPr/>
        </p:nvSpPr>
        <p:spPr>
          <a:xfrm xmlns:a="http://schemas.openxmlformats.org/drawingml/2006/main">
            <a:off x="5865144" y="1563066"/>
            <a:ext cx="48440" cy="1212"/>
          </a:xfrm>
          <a:custGeom xmlns:a="http://schemas.openxmlformats.org/drawingml/2006/main">
            <a:pathLst>
              <a:path w="48440" h="1212">
                <a:moveTo>
                  <a:pt x="0" y="0"/>
                </a:moveTo>
                <a:lnTo>
                  <a:pt x="48440" y="1212"/>
                </a:lnTo>
              </a:path>
            </a:pathLst>
          </a:custGeom>
          <a:noFill xmlns:a="http://schemas.openxmlformats.org/drawingml/2006/main"/>
          <a:ln xmlns:a="http://schemas.openxmlformats.org/drawingml/2006/main" w="9631">
            <a:solidFill>
              <a:srgbClr val="A7A9A8"/>
            </a:solidFill>
          </a:ln>
        </p:spPr>
      </p:sp>
      <p:sp>
        <p:nvSpPr>
          <p:cNvPr id="278" name="R1|271">
            <a:extLst xmlns:a="http://schemas.openxmlformats.org/drawingml/2006/main">
              <a:ext uri="{FF2B5EF4-FFF2-40B4-BE49-F238E27FC236}">
                <a16:creationId xmlns:a16="http://schemas.microsoft.com/office/drawing/2014/main" id="{3374CECF-631E-4839-8992-C24FADB9D9F1}"/>
              </a:ext>
            </a:extLst>
          </p:cNvPr>
          <p:cNvSpPr>
            <a:spLocks xmlns:a="http://schemas.openxmlformats.org/drawingml/2006/main" noGrp="1"/>
          </p:cNvSpPr>
          <p:nvPr/>
        </p:nvSpPr>
        <p:spPr>
          <a:xfrm xmlns:a="http://schemas.openxmlformats.org/drawingml/2006/main">
            <a:off x="4940867" y="2404200"/>
            <a:ext cx="25435" cy="46483"/>
          </a:xfrm>
          <a:custGeom xmlns:a="http://schemas.openxmlformats.org/drawingml/2006/main">
            <a:pathLst>
              <a:path w="25435" h="46483">
                <a:moveTo>
                  <a:pt x="0" y="46483"/>
                </a:moveTo>
                <a:lnTo>
                  <a:pt x="25435" y="0"/>
                </a:lnTo>
              </a:path>
            </a:pathLst>
          </a:custGeom>
          <a:noFill xmlns:a="http://schemas.openxmlformats.org/drawingml/2006/main"/>
          <a:ln xmlns:a="http://schemas.openxmlformats.org/drawingml/2006/main" w="9631">
            <a:solidFill>
              <a:srgbClr val="A7A9A8"/>
            </a:solidFill>
          </a:ln>
        </p:spPr>
      </p:sp>
      <p:sp>
        <p:nvSpPr>
          <p:cNvPr id="279" name="R1|272">
            <a:extLst xmlns:a="http://schemas.openxmlformats.org/drawingml/2006/main">
              <a:ext uri="{FF2B5EF4-FFF2-40B4-BE49-F238E27FC236}">
                <a16:creationId xmlns:a16="http://schemas.microsoft.com/office/drawing/2014/main" id="{7F24310A-459E-426A-BD04-FA7BB5F04D1D}"/>
              </a:ext>
            </a:extLst>
          </p:cNvPr>
          <p:cNvSpPr>
            <a:spLocks xmlns:a="http://schemas.openxmlformats.org/drawingml/2006/main" noGrp="1"/>
          </p:cNvSpPr>
          <p:nvPr/>
        </p:nvSpPr>
        <p:spPr>
          <a:xfrm xmlns:a="http://schemas.openxmlformats.org/drawingml/2006/main">
            <a:off x="4984801" y="2323912"/>
            <a:ext cx="25435" cy="46483"/>
          </a:xfrm>
          <a:custGeom xmlns:a="http://schemas.openxmlformats.org/drawingml/2006/main">
            <a:pathLst>
              <a:path w="25435" h="46483">
                <a:moveTo>
                  <a:pt x="0" y="46483"/>
                </a:moveTo>
                <a:lnTo>
                  <a:pt x="25435" y="0"/>
                </a:lnTo>
              </a:path>
            </a:pathLst>
          </a:custGeom>
          <a:noFill xmlns:a="http://schemas.openxmlformats.org/drawingml/2006/main"/>
          <a:ln xmlns:a="http://schemas.openxmlformats.org/drawingml/2006/main" w="9631">
            <a:solidFill>
              <a:srgbClr val="A7A9A8"/>
            </a:solidFill>
          </a:ln>
        </p:spPr>
      </p:sp>
      <p:sp>
        <p:nvSpPr>
          <p:cNvPr id="280" name="R1|273">
            <a:extLst xmlns:a="http://schemas.openxmlformats.org/drawingml/2006/main">
              <a:ext uri="{FF2B5EF4-FFF2-40B4-BE49-F238E27FC236}">
                <a16:creationId xmlns:a16="http://schemas.microsoft.com/office/drawing/2014/main" id="{76AF0A11-7986-474D-9839-681D419D27AF}"/>
              </a:ext>
            </a:extLst>
          </p:cNvPr>
          <p:cNvSpPr>
            <a:spLocks xmlns:a="http://schemas.openxmlformats.org/drawingml/2006/main" noGrp="1"/>
          </p:cNvSpPr>
          <p:nvPr/>
        </p:nvSpPr>
        <p:spPr>
          <a:xfrm xmlns:a="http://schemas.openxmlformats.org/drawingml/2006/main">
            <a:off x="5028734" y="2243624"/>
            <a:ext cx="25435" cy="46483"/>
          </a:xfrm>
          <a:custGeom xmlns:a="http://schemas.openxmlformats.org/drawingml/2006/main">
            <a:pathLst>
              <a:path w="25435" h="46483">
                <a:moveTo>
                  <a:pt x="0" y="46483"/>
                </a:moveTo>
                <a:lnTo>
                  <a:pt x="25435" y="0"/>
                </a:lnTo>
              </a:path>
            </a:pathLst>
          </a:custGeom>
          <a:noFill xmlns:a="http://schemas.openxmlformats.org/drawingml/2006/main"/>
          <a:ln xmlns:a="http://schemas.openxmlformats.org/drawingml/2006/main" w="9631">
            <a:solidFill>
              <a:srgbClr val="A7A9A8"/>
            </a:solidFill>
          </a:ln>
        </p:spPr>
      </p:sp>
      <p:sp>
        <p:nvSpPr>
          <p:cNvPr id="281" name="R1|274">
            <a:extLst xmlns:a="http://schemas.openxmlformats.org/drawingml/2006/main">
              <a:ext uri="{FF2B5EF4-FFF2-40B4-BE49-F238E27FC236}">
                <a16:creationId xmlns:a16="http://schemas.microsoft.com/office/drawing/2014/main" id="{6DC10C6E-405C-4814-96B5-6A9B20FECCCB}"/>
              </a:ext>
            </a:extLst>
          </p:cNvPr>
          <p:cNvSpPr>
            <a:spLocks xmlns:a="http://schemas.openxmlformats.org/drawingml/2006/main" noGrp="1"/>
          </p:cNvSpPr>
          <p:nvPr/>
        </p:nvSpPr>
        <p:spPr>
          <a:xfrm xmlns:a="http://schemas.openxmlformats.org/drawingml/2006/main">
            <a:off x="5072668" y="2163336"/>
            <a:ext cx="25435" cy="46483"/>
          </a:xfrm>
          <a:custGeom xmlns:a="http://schemas.openxmlformats.org/drawingml/2006/main">
            <a:pathLst>
              <a:path w="25435" h="46483">
                <a:moveTo>
                  <a:pt x="0" y="46483"/>
                </a:moveTo>
                <a:lnTo>
                  <a:pt x="25435" y="0"/>
                </a:lnTo>
              </a:path>
            </a:pathLst>
          </a:custGeom>
          <a:noFill xmlns:a="http://schemas.openxmlformats.org/drawingml/2006/main"/>
          <a:ln xmlns:a="http://schemas.openxmlformats.org/drawingml/2006/main" w="9631">
            <a:solidFill>
              <a:srgbClr val="A7A9A8"/>
            </a:solidFill>
          </a:ln>
        </p:spPr>
      </p:sp>
      <p:sp>
        <p:nvSpPr>
          <p:cNvPr id="282" name="R1|275">
            <a:extLst xmlns:a="http://schemas.openxmlformats.org/drawingml/2006/main">
              <a:ext uri="{FF2B5EF4-FFF2-40B4-BE49-F238E27FC236}">
                <a16:creationId xmlns:a16="http://schemas.microsoft.com/office/drawing/2014/main" id="{880B882C-5A99-4CC5-AC2F-A02FDE16E72B}"/>
              </a:ext>
            </a:extLst>
          </p:cNvPr>
          <p:cNvSpPr>
            <a:spLocks xmlns:a="http://schemas.openxmlformats.org/drawingml/2006/main" noGrp="1"/>
          </p:cNvSpPr>
          <p:nvPr/>
        </p:nvSpPr>
        <p:spPr>
          <a:xfrm xmlns:a="http://schemas.openxmlformats.org/drawingml/2006/main">
            <a:off x="5116601" y="2083048"/>
            <a:ext cx="25435" cy="46483"/>
          </a:xfrm>
          <a:custGeom xmlns:a="http://schemas.openxmlformats.org/drawingml/2006/main">
            <a:pathLst>
              <a:path w="25435" h="46483">
                <a:moveTo>
                  <a:pt x="0" y="46483"/>
                </a:moveTo>
                <a:lnTo>
                  <a:pt x="25435" y="0"/>
                </a:lnTo>
              </a:path>
            </a:pathLst>
          </a:custGeom>
          <a:noFill xmlns:a="http://schemas.openxmlformats.org/drawingml/2006/main"/>
          <a:ln xmlns:a="http://schemas.openxmlformats.org/drawingml/2006/main" w="9631">
            <a:solidFill>
              <a:srgbClr val="A7A9A8"/>
            </a:solidFill>
          </a:ln>
        </p:spPr>
      </p:sp>
      <p:sp>
        <p:nvSpPr>
          <p:cNvPr id="283" name="R1|276">
            <a:extLst xmlns:a="http://schemas.openxmlformats.org/drawingml/2006/main">
              <a:ext uri="{FF2B5EF4-FFF2-40B4-BE49-F238E27FC236}">
                <a16:creationId xmlns:a16="http://schemas.microsoft.com/office/drawing/2014/main" id="{8A51DD13-2777-4EFD-935B-970FFF78582D}"/>
              </a:ext>
            </a:extLst>
          </p:cNvPr>
          <p:cNvSpPr>
            <a:spLocks xmlns:a="http://schemas.openxmlformats.org/drawingml/2006/main" noGrp="1"/>
          </p:cNvSpPr>
          <p:nvPr/>
        </p:nvSpPr>
        <p:spPr>
          <a:xfrm xmlns:a="http://schemas.openxmlformats.org/drawingml/2006/main">
            <a:off x="5160535" y="2002760"/>
            <a:ext cx="25435" cy="46483"/>
          </a:xfrm>
          <a:custGeom xmlns:a="http://schemas.openxmlformats.org/drawingml/2006/main">
            <a:pathLst>
              <a:path w="25435" h="46483">
                <a:moveTo>
                  <a:pt x="0" y="46483"/>
                </a:moveTo>
                <a:lnTo>
                  <a:pt x="25435" y="0"/>
                </a:lnTo>
              </a:path>
            </a:pathLst>
          </a:custGeom>
          <a:noFill xmlns:a="http://schemas.openxmlformats.org/drawingml/2006/main"/>
          <a:ln xmlns:a="http://schemas.openxmlformats.org/drawingml/2006/main" w="9631">
            <a:solidFill>
              <a:srgbClr val="A7A9A8"/>
            </a:solidFill>
          </a:ln>
        </p:spPr>
      </p:sp>
      <p:sp>
        <p:nvSpPr>
          <p:cNvPr id="284" name="R1|277">
            <a:extLst xmlns:a="http://schemas.openxmlformats.org/drawingml/2006/main">
              <a:ext uri="{FF2B5EF4-FFF2-40B4-BE49-F238E27FC236}">
                <a16:creationId xmlns:a16="http://schemas.microsoft.com/office/drawing/2014/main" id="{8A7005A6-B612-4706-82E7-BF036A9CA707}"/>
              </a:ext>
            </a:extLst>
          </p:cNvPr>
          <p:cNvSpPr>
            <a:spLocks xmlns:a="http://schemas.openxmlformats.org/drawingml/2006/main" noGrp="1"/>
          </p:cNvSpPr>
          <p:nvPr/>
        </p:nvSpPr>
        <p:spPr>
          <a:xfrm xmlns:a="http://schemas.openxmlformats.org/drawingml/2006/main">
            <a:off x="5204468" y="1922472"/>
            <a:ext cx="25435" cy="46483"/>
          </a:xfrm>
          <a:custGeom xmlns:a="http://schemas.openxmlformats.org/drawingml/2006/main">
            <a:pathLst>
              <a:path w="25435" h="46483">
                <a:moveTo>
                  <a:pt x="0" y="46483"/>
                </a:moveTo>
                <a:lnTo>
                  <a:pt x="25435" y="0"/>
                </a:lnTo>
              </a:path>
            </a:pathLst>
          </a:custGeom>
          <a:noFill xmlns:a="http://schemas.openxmlformats.org/drawingml/2006/main"/>
          <a:ln xmlns:a="http://schemas.openxmlformats.org/drawingml/2006/main" w="9631">
            <a:solidFill>
              <a:srgbClr val="A7A9A8"/>
            </a:solidFill>
          </a:ln>
        </p:spPr>
      </p:sp>
      <p:sp>
        <p:nvSpPr>
          <p:cNvPr id="285" name="R1|278">
            <a:extLst xmlns:a="http://schemas.openxmlformats.org/drawingml/2006/main">
              <a:ext uri="{FF2B5EF4-FFF2-40B4-BE49-F238E27FC236}">
                <a16:creationId xmlns:a16="http://schemas.microsoft.com/office/drawing/2014/main" id="{0D0336CC-E4CA-4768-B7FB-95A10BA55C54}"/>
              </a:ext>
            </a:extLst>
          </p:cNvPr>
          <p:cNvSpPr>
            <a:spLocks xmlns:a="http://schemas.openxmlformats.org/drawingml/2006/main" noGrp="1"/>
          </p:cNvSpPr>
          <p:nvPr/>
        </p:nvSpPr>
        <p:spPr>
          <a:xfrm xmlns:a="http://schemas.openxmlformats.org/drawingml/2006/main">
            <a:off x="5248402" y="1842184"/>
            <a:ext cx="25435" cy="46483"/>
          </a:xfrm>
          <a:custGeom xmlns:a="http://schemas.openxmlformats.org/drawingml/2006/main">
            <a:pathLst>
              <a:path w="25435" h="46483">
                <a:moveTo>
                  <a:pt x="0" y="46483"/>
                </a:moveTo>
                <a:lnTo>
                  <a:pt x="25435" y="0"/>
                </a:lnTo>
              </a:path>
            </a:pathLst>
          </a:custGeom>
          <a:noFill xmlns:a="http://schemas.openxmlformats.org/drawingml/2006/main"/>
          <a:ln xmlns:a="http://schemas.openxmlformats.org/drawingml/2006/main" w="9631">
            <a:solidFill>
              <a:srgbClr val="A7A9A8"/>
            </a:solidFill>
          </a:ln>
        </p:spPr>
      </p:sp>
      <p:sp>
        <p:nvSpPr>
          <p:cNvPr id="286" name="R1|279">
            <a:extLst xmlns:a="http://schemas.openxmlformats.org/drawingml/2006/main">
              <a:ext uri="{FF2B5EF4-FFF2-40B4-BE49-F238E27FC236}">
                <a16:creationId xmlns:a16="http://schemas.microsoft.com/office/drawing/2014/main" id="{464F9A0E-6B72-4601-A2FD-F8D6091AFD62}"/>
              </a:ext>
            </a:extLst>
          </p:cNvPr>
          <p:cNvSpPr>
            <a:spLocks xmlns:a="http://schemas.openxmlformats.org/drawingml/2006/main" noGrp="1"/>
          </p:cNvSpPr>
          <p:nvPr/>
        </p:nvSpPr>
        <p:spPr>
          <a:xfrm xmlns:a="http://schemas.openxmlformats.org/drawingml/2006/main">
            <a:off x="5292335" y="1761896"/>
            <a:ext cx="25435" cy="46483"/>
          </a:xfrm>
          <a:custGeom xmlns:a="http://schemas.openxmlformats.org/drawingml/2006/main">
            <a:pathLst>
              <a:path w="25435" h="46483">
                <a:moveTo>
                  <a:pt x="0" y="46483"/>
                </a:moveTo>
                <a:lnTo>
                  <a:pt x="25435" y="0"/>
                </a:lnTo>
              </a:path>
            </a:pathLst>
          </a:custGeom>
          <a:noFill xmlns:a="http://schemas.openxmlformats.org/drawingml/2006/main"/>
          <a:ln xmlns:a="http://schemas.openxmlformats.org/drawingml/2006/main" w="9631">
            <a:solidFill>
              <a:srgbClr val="A7A9A8"/>
            </a:solidFill>
          </a:ln>
        </p:spPr>
      </p:sp>
      <p:sp>
        <p:nvSpPr>
          <p:cNvPr id="287" name="R1|280">
            <a:extLst xmlns:a="http://schemas.openxmlformats.org/drawingml/2006/main">
              <a:ext uri="{FF2B5EF4-FFF2-40B4-BE49-F238E27FC236}">
                <a16:creationId xmlns:a16="http://schemas.microsoft.com/office/drawing/2014/main" id="{730BED68-9122-4B2B-832D-D8A606B3E373}"/>
              </a:ext>
            </a:extLst>
          </p:cNvPr>
          <p:cNvSpPr>
            <a:spLocks xmlns:a="http://schemas.openxmlformats.org/drawingml/2006/main" noGrp="1"/>
          </p:cNvSpPr>
          <p:nvPr/>
        </p:nvSpPr>
        <p:spPr>
          <a:xfrm xmlns:a="http://schemas.openxmlformats.org/drawingml/2006/main">
            <a:off x="5336269" y="1681608"/>
            <a:ext cx="25435" cy="46483"/>
          </a:xfrm>
          <a:custGeom xmlns:a="http://schemas.openxmlformats.org/drawingml/2006/main">
            <a:pathLst>
              <a:path w="25435" h="46483">
                <a:moveTo>
                  <a:pt x="0" y="46483"/>
                </a:moveTo>
                <a:lnTo>
                  <a:pt x="25435" y="0"/>
                </a:lnTo>
              </a:path>
            </a:pathLst>
          </a:custGeom>
          <a:noFill xmlns:a="http://schemas.openxmlformats.org/drawingml/2006/main"/>
          <a:ln xmlns:a="http://schemas.openxmlformats.org/drawingml/2006/main" w="9631">
            <a:solidFill>
              <a:srgbClr val="A7A9A8"/>
            </a:solidFill>
          </a:ln>
        </p:spPr>
      </p:sp>
      <p:sp>
        <p:nvSpPr>
          <p:cNvPr id="288" name="R1|281">
            <a:extLst xmlns:a="http://schemas.openxmlformats.org/drawingml/2006/main">
              <a:ext uri="{FF2B5EF4-FFF2-40B4-BE49-F238E27FC236}">
                <a16:creationId xmlns:a16="http://schemas.microsoft.com/office/drawing/2014/main" id="{11FBC66E-45F3-4B8C-AE0F-25D35C88EBB7}"/>
              </a:ext>
            </a:extLst>
          </p:cNvPr>
          <p:cNvSpPr>
            <a:spLocks xmlns:a="http://schemas.openxmlformats.org/drawingml/2006/main" noGrp="1"/>
          </p:cNvSpPr>
          <p:nvPr/>
        </p:nvSpPr>
        <p:spPr>
          <a:xfrm xmlns:a="http://schemas.openxmlformats.org/drawingml/2006/main">
            <a:off x="5380203" y="1601320"/>
            <a:ext cx="25435" cy="46483"/>
          </a:xfrm>
          <a:custGeom xmlns:a="http://schemas.openxmlformats.org/drawingml/2006/main">
            <a:pathLst>
              <a:path w="25435" h="46483">
                <a:moveTo>
                  <a:pt x="0" y="46483"/>
                </a:moveTo>
                <a:lnTo>
                  <a:pt x="25435" y="0"/>
                </a:lnTo>
              </a:path>
            </a:pathLst>
          </a:custGeom>
          <a:noFill xmlns:a="http://schemas.openxmlformats.org/drawingml/2006/main"/>
          <a:ln xmlns:a="http://schemas.openxmlformats.org/drawingml/2006/main" w="9631">
            <a:solidFill>
              <a:srgbClr val="A7A9A8"/>
            </a:solidFill>
          </a:ln>
        </p:spPr>
      </p:sp>
      <p:sp>
        <p:nvSpPr>
          <p:cNvPr id="289" name="R1|282">
            <a:extLst xmlns:a="http://schemas.openxmlformats.org/drawingml/2006/main">
              <a:ext uri="{FF2B5EF4-FFF2-40B4-BE49-F238E27FC236}">
                <a16:creationId xmlns:a16="http://schemas.microsoft.com/office/drawing/2014/main" id="{4E3C01C9-5975-4FEA-8059-8B0F7C97AFC8}"/>
              </a:ext>
            </a:extLst>
          </p:cNvPr>
          <p:cNvSpPr>
            <a:spLocks xmlns:a="http://schemas.openxmlformats.org/drawingml/2006/main" noGrp="1"/>
          </p:cNvSpPr>
          <p:nvPr/>
        </p:nvSpPr>
        <p:spPr>
          <a:xfrm xmlns:a="http://schemas.openxmlformats.org/drawingml/2006/main">
            <a:off x="5424136" y="1521032"/>
            <a:ext cx="25435" cy="46483"/>
          </a:xfrm>
          <a:custGeom xmlns:a="http://schemas.openxmlformats.org/drawingml/2006/main">
            <a:pathLst>
              <a:path w="25435" h="46483">
                <a:moveTo>
                  <a:pt x="0" y="46483"/>
                </a:moveTo>
                <a:lnTo>
                  <a:pt x="25435" y="0"/>
                </a:lnTo>
              </a:path>
            </a:pathLst>
          </a:custGeom>
          <a:noFill xmlns:a="http://schemas.openxmlformats.org/drawingml/2006/main"/>
          <a:ln xmlns:a="http://schemas.openxmlformats.org/drawingml/2006/main" w="9631">
            <a:solidFill>
              <a:srgbClr val="A7A9A8"/>
            </a:solidFill>
          </a:ln>
        </p:spPr>
      </p:sp>
      <p:sp>
        <p:nvSpPr>
          <p:cNvPr id="290" name="R1|283">
            <a:extLst xmlns:a="http://schemas.openxmlformats.org/drawingml/2006/main">
              <a:ext uri="{FF2B5EF4-FFF2-40B4-BE49-F238E27FC236}">
                <a16:creationId xmlns:a16="http://schemas.microsoft.com/office/drawing/2014/main" id="{23CF35FA-F2AB-4584-B235-3E3F3D696027}"/>
              </a:ext>
            </a:extLst>
          </p:cNvPr>
          <p:cNvSpPr>
            <a:spLocks xmlns:a="http://schemas.openxmlformats.org/drawingml/2006/main" noGrp="1"/>
          </p:cNvSpPr>
          <p:nvPr/>
        </p:nvSpPr>
        <p:spPr>
          <a:xfrm xmlns:a="http://schemas.openxmlformats.org/drawingml/2006/main">
            <a:off x="5468070" y="1440744"/>
            <a:ext cx="25435" cy="46483"/>
          </a:xfrm>
          <a:custGeom xmlns:a="http://schemas.openxmlformats.org/drawingml/2006/main">
            <a:pathLst>
              <a:path w="25435" h="46483">
                <a:moveTo>
                  <a:pt x="0" y="46483"/>
                </a:moveTo>
                <a:lnTo>
                  <a:pt x="25435" y="0"/>
                </a:lnTo>
              </a:path>
            </a:pathLst>
          </a:custGeom>
          <a:noFill xmlns:a="http://schemas.openxmlformats.org/drawingml/2006/main"/>
          <a:ln xmlns:a="http://schemas.openxmlformats.org/drawingml/2006/main" w="9631">
            <a:solidFill>
              <a:srgbClr val="A7A9A8"/>
            </a:solidFill>
          </a:ln>
        </p:spPr>
      </p:sp>
      <p:sp>
        <p:nvSpPr>
          <p:cNvPr id="291" name="R1|284">
            <a:extLst xmlns:a="http://schemas.openxmlformats.org/drawingml/2006/main">
              <a:ext uri="{FF2B5EF4-FFF2-40B4-BE49-F238E27FC236}">
                <a16:creationId xmlns:a16="http://schemas.microsoft.com/office/drawing/2014/main" id="{B1B7D3E4-54FD-41F0-9686-B83419E59B8F}"/>
              </a:ext>
            </a:extLst>
          </p:cNvPr>
          <p:cNvSpPr>
            <a:spLocks xmlns:a="http://schemas.openxmlformats.org/drawingml/2006/main" noGrp="1"/>
          </p:cNvSpPr>
          <p:nvPr/>
        </p:nvSpPr>
        <p:spPr>
          <a:xfrm xmlns:a="http://schemas.openxmlformats.org/drawingml/2006/main">
            <a:off x="5512003" y="1360456"/>
            <a:ext cx="25435" cy="46483"/>
          </a:xfrm>
          <a:custGeom xmlns:a="http://schemas.openxmlformats.org/drawingml/2006/main">
            <a:pathLst>
              <a:path w="25435" h="46483">
                <a:moveTo>
                  <a:pt x="0" y="46483"/>
                </a:moveTo>
                <a:lnTo>
                  <a:pt x="25435" y="0"/>
                </a:lnTo>
              </a:path>
            </a:pathLst>
          </a:custGeom>
          <a:noFill xmlns:a="http://schemas.openxmlformats.org/drawingml/2006/main"/>
          <a:ln xmlns:a="http://schemas.openxmlformats.org/drawingml/2006/main" w="9631">
            <a:solidFill>
              <a:srgbClr val="A7A9A8"/>
            </a:solidFill>
          </a:ln>
        </p:spPr>
      </p:sp>
      <p:sp>
        <p:nvSpPr>
          <p:cNvPr id="292" name="R1|285">
            <a:extLst xmlns:a="http://schemas.openxmlformats.org/drawingml/2006/main">
              <a:ext uri="{FF2B5EF4-FFF2-40B4-BE49-F238E27FC236}">
                <a16:creationId xmlns:a16="http://schemas.microsoft.com/office/drawing/2014/main" id="{D6961A27-3B68-44C2-9360-2EE1C0541FED}"/>
              </a:ext>
            </a:extLst>
          </p:cNvPr>
          <p:cNvSpPr>
            <a:spLocks xmlns:a="http://schemas.openxmlformats.org/drawingml/2006/main" noGrp="1"/>
          </p:cNvSpPr>
          <p:nvPr/>
        </p:nvSpPr>
        <p:spPr>
          <a:xfrm xmlns:a="http://schemas.openxmlformats.org/drawingml/2006/main">
            <a:off x="5555937" y="1280169"/>
            <a:ext cx="25435" cy="46483"/>
          </a:xfrm>
          <a:custGeom xmlns:a="http://schemas.openxmlformats.org/drawingml/2006/main">
            <a:pathLst>
              <a:path w="25435" h="46483">
                <a:moveTo>
                  <a:pt x="0" y="46483"/>
                </a:moveTo>
                <a:lnTo>
                  <a:pt x="25435" y="0"/>
                </a:lnTo>
              </a:path>
            </a:pathLst>
          </a:custGeom>
          <a:noFill xmlns:a="http://schemas.openxmlformats.org/drawingml/2006/main"/>
          <a:ln xmlns:a="http://schemas.openxmlformats.org/drawingml/2006/main" w="9631">
            <a:solidFill>
              <a:srgbClr val="A7A9A8"/>
            </a:solidFill>
          </a:ln>
        </p:spPr>
      </p:sp>
      <p:sp>
        <p:nvSpPr>
          <p:cNvPr id="293" name="R1|286">
            <a:extLst xmlns:a="http://schemas.openxmlformats.org/drawingml/2006/main">
              <a:ext uri="{FF2B5EF4-FFF2-40B4-BE49-F238E27FC236}">
                <a16:creationId xmlns:a16="http://schemas.microsoft.com/office/drawing/2014/main" id="{373FB4AB-A80D-4BA7-98D6-F2C61CE71796}"/>
              </a:ext>
            </a:extLst>
          </p:cNvPr>
          <p:cNvSpPr>
            <a:spLocks xmlns:a="http://schemas.openxmlformats.org/drawingml/2006/main" noGrp="1"/>
          </p:cNvSpPr>
          <p:nvPr/>
        </p:nvSpPr>
        <p:spPr>
          <a:xfrm xmlns:a="http://schemas.openxmlformats.org/drawingml/2006/main">
            <a:off x="5599870" y="1199881"/>
            <a:ext cx="25435" cy="46483"/>
          </a:xfrm>
          <a:custGeom xmlns:a="http://schemas.openxmlformats.org/drawingml/2006/main">
            <a:pathLst>
              <a:path w="25435" h="46483">
                <a:moveTo>
                  <a:pt x="0" y="46483"/>
                </a:moveTo>
                <a:lnTo>
                  <a:pt x="25435" y="0"/>
                </a:lnTo>
              </a:path>
            </a:pathLst>
          </a:custGeom>
          <a:noFill xmlns:a="http://schemas.openxmlformats.org/drawingml/2006/main"/>
          <a:ln xmlns:a="http://schemas.openxmlformats.org/drawingml/2006/main" w="9631">
            <a:solidFill>
              <a:srgbClr val="A7A9A8"/>
            </a:solidFill>
          </a:ln>
        </p:spPr>
      </p:sp>
      <p:sp>
        <p:nvSpPr>
          <p:cNvPr id="294" name="R1|287">
            <a:extLst xmlns:a="http://schemas.openxmlformats.org/drawingml/2006/main">
              <a:ext uri="{FF2B5EF4-FFF2-40B4-BE49-F238E27FC236}">
                <a16:creationId xmlns:a16="http://schemas.microsoft.com/office/drawing/2014/main" id="{4CE50AA0-FB25-4F6A-A26B-A7288824A3AF}"/>
              </a:ext>
            </a:extLst>
          </p:cNvPr>
          <p:cNvSpPr>
            <a:spLocks xmlns:a="http://schemas.openxmlformats.org/drawingml/2006/main" noGrp="1"/>
          </p:cNvSpPr>
          <p:nvPr/>
        </p:nvSpPr>
        <p:spPr>
          <a:xfrm xmlns:a="http://schemas.openxmlformats.org/drawingml/2006/main">
            <a:off x="5643804" y="1119593"/>
            <a:ext cx="25435" cy="46483"/>
          </a:xfrm>
          <a:custGeom xmlns:a="http://schemas.openxmlformats.org/drawingml/2006/main">
            <a:pathLst>
              <a:path w="25435" h="46483">
                <a:moveTo>
                  <a:pt x="0" y="46483"/>
                </a:moveTo>
                <a:lnTo>
                  <a:pt x="25435" y="0"/>
                </a:lnTo>
              </a:path>
            </a:pathLst>
          </a:custGeom>
          <a:noFill xmlns:a="http://schemas.openxmlformats.org/drawingml/2006/main"/>
          <a:ln xmlns:a="http://schemas.openxmlformats.org/drawingml/2006/main" w="9631">
            <a:solidFill>
              <a:srgbClr val="A7A9A8"/>
            </a:solidFill>
          </a:ln>
        </p:spPr>
      </p:sp>
      <p:sp>
        <p:nvSpPr>
          <p:cNvPr id="295" name="R1|288">
            <a:extLst xmlns:a="http://schemas.openxmlformats.org/drawingml/2006/main">
              <a:ext uri="{FF2B5EF4-FFF2-40B4-BE49-F238E27FC236}">
                <a16:creationId xmlns:a16="http://schemas.microsoft.com/office/drawing/2014/main" id="{E868560F-392A-495D-94BF-AE59C64C491A}"/>
              </a:ext>
            </a:extLst>
          </p:cNvPr>
          <p:cNvSpPr>
            <a:spLocks xmlns:a="http://schemas.openxmlformats.org/drawingml/2006/main" noGrp="1"/>
          </p:cNvSpPr>
          <p:nvPr/>
        </p:nvSpPr>
        <p:spPr>
          <a:xfrm xmlns:a="http://schemas.openxmlformats.org/drawingml/2006/main">
            <a:off x="5687737" y="1039305"/>
            <a:ext cx="25435" cy="46483"/>
          </a:xfrm>
          <a:custGeom xmlns:a="http://schemas.openxmlformats.org/drawingml/2006/main">
            <a:pathLst>
              <a:path w="25435" h="46483">
                <a:moveTo>
                  <a:pt x="0" y="46483"/>
                </a:moveTo>
                <a:lnTo>
                  <a:pt x="25435" y="0"/>
                </a:lnTo>
              </a:path>
            </a:pathLst>
          </a:custGeom>
          <a:noFill xmlns:a="http://schemas.openxmlformats.org/drawingml/2006/main"/>
          <a:ln xmlns:a="http://schemas.openxmlformats.org/drawingml/2006/main" w="9631">
            <a:solidFill>
              <a:srgbClr val="A7A9A8"/>
            </a:solidFill>
          </a:ln>
        </p:spPr>
      </p:sp>
      <p:sp>
        <p:nvSpPr>
          <p:cNvPr id="296" name="R1|289">
            <a:extLst xmlns:a="http://schemas.openxmlformats.org/drawingml/2006/main">
              <a:ext uri="{FF2B5EF4-FFF2-40B4-BE49-F238E27FC236}">
                <a16:creationId xmlns:a16="http://schemas.microsoft.com/office/drawing/2014/main" id="{5430D3AC-95D0-4ED4-86B7-C80D9F0AB755}"/>
              </a:ext>
            </a:extLst>
          </p:cNvPr>
          <p:cNvSpPr>
            <a:spLocks xmlns:a="http://schemas.openxmlformats.org/drawingml/2006/main" noGrp="1"/>
          </p:cNvSpPr>
          <p:nvPr/>
        </p:nvSpPr>
        <p:spPr>
          <a:xfrm xmlns:a="http://schemas.openxmlformats.org/drawingml/2006/main">
            <a:off x="5731671" y="959017"/>
            <a:ext cx="25435" cy="46483"/>
          </a:xfrm>
          <a:custGeom xmlns:a="http://schemas.openxmlformats.org/drawingml/2006/main">
            <a:pathLst>
              <a:path w="25435" h="46483">
                <a:moveTo>
                  <a:pt x="0" y="46483"/>
                </a:moveTo>
                <a:lnTo>
                  <a:pt x="25435" y="0"/>
                </a:lnTo>
              </a:path>
            </a:pathLst>
          </a:custGeom>
          <a:noFill xmlns:a="http://schemas.openxmlformats.org/drawingml/2006/main"/>
          <a:ln xmlns:a="http://schemas.openxmlformats.org/drawingml/2006/main" w="9631">
            <a:solidFill>
              <a:srgbClr val="A7A9A8"/>
            </a:solidFill>
          </a:ln>
        </p:spPr>
      </p:sp>
      <p:sp>
        <p:nvSpPr>
          <p:cNvPr id="297" name="R1|290">
            <a:extLst xmlns:a="http://schemas.openxmlformats.org/drawingml/2006/main">
              <a:ext uri="{FF2B5EF4-FFF2-40B4-BE49-F238E27FC236}">
                <a16:creationId xmlns:a16="http://schemas.microsoft.com/office/drawing/2014/main" id="{22382CC3-4433-4723-BD33-F6FD2F35080A}"/>
              </a:ext>
            </a:extLst>
          </p:cNvPr>
          <p:cNvSpPr>
            <a:spLocks xmlns:a="http://schemas.openxmlformats.org/drawingml/2006/main" noGrp="1"/>
          </p:cNvSpPr>
          <p:nvPr/>
        </p:nvSpPr>
        <p:spPr>
          <a:xfrm xmlns:a="http://schemas.openxmlformats.org/drawingml/2006/main">
            <a:off x="5775604" y="878729"/>
            <a:ext cx="25435" cy="46483"/>
          </a:xfrm>
          <a:custGeom xmlns:a="http://schemas.openxmlformats.org/drawingml/2006/main">
            <a:pathLst>
              <a:path w="25435" h="46483">
                <a:moveTo>
                  <a:pt x="0" y="46483"/>
                </a:moveTo>
                <a:lnTo>
                  <a:pt x="25435" y="0"/>
                </a:lnTo>
              </a:path>
            </a:pathLst>
          </a:custGeom>
          <a:noFill xmlns:a="http://schemas.openxmlformats.org/drawingml/2006/main"/>
          <a:ln xmlns:a="http://schemas.openxmlformats.org/drawingml/2006/main" w="9631">
            <a:solidFill>
              <a:srgbClr val="A7A9A8"/>
            </a:solidFill>
          </a:ln>
        </p:spPr>
      </p:sp>
      <p:sp>
        <p:nvSpPr>
          <p:cNvPr id="298" name="R1|291">
            <a:extLst xmlns:a="http://schemas.openxmlformats.org/drawingml/2006/main">
              <a:ext uri="{FF2B5EF4-FFF2-40B4-BE49-F238E27FC236}">
                <a16:creationId xmlns:a16="http://schemas.microsoft.com/office/drawing/2014/main" id="{49B0BB67-5A05-4AF3-9F25-3604286519F2}"/>
              </a:ext>
            </a:extLst>
          </p:cNvPr>
          <p:cNvSpPr>
            <a:spLocks xmlns:a="http://schemas.openxmlformats.org/drawingml/2006/main" noGrp="1"/>
          </p:cNvSpPr>
          <p:nvPr/>
        </p:nvSpPr>
        <p:spPr>
          <a:xfrm xmlns:a="http://schemas.openxmlformats.org/drawingml/2006/main">
            <a:off x="5819538" y="798441"/>
            <a:ext cx="25435" cy="46483"/>
          </a:xfrm>
          <a:custGeom xmlns:a="http://schemas.openxmlformats.org/drawingml/2006/main">
            <a:pathLst>
              <a:path w="25435" h="46483">
                <a:moveTo>
                  <a:pt x="0" y="46483"/>
                </a:moveTo>
                <a:lnTo>
                  <a:pt x="25435" y="0"/>
                </a:lnTo>
              </a:path>
            </a:pathLst>
          </a:custGeom>
          <a:noFill xmlns:a="http://schemas.openxmlformats.org/drawingml/2006/main"/>
          <a:ln xmlns:a="http://schemas.openxmlformats.org/drawingml/2006/main" w="9631">
            <a:solidFill>
              <a:srgbClr val="A7A9A8"/>
            </a:solidFill>
          </a:ln>
        </p:spPr>
      </p:sp>
      <p:sp>
        <p:nvSpPr>
          <p:cNvPr id="299" name="R1|292">
            <a:extLst xmlns:a="http://schemas.openxmlformats.org/drawingml/2006/main">
              <a:ext uri="{FF2B5EF4-FFF2-40B4-BE49-F238E27FC236}">
                <a16:creationId xmlns:a16="http://schemas.microsoft.com/office/drawing/2014/main" id="{EB2218F2-DA75-48B8-BA84-C1A73EBCCFB5}"/>
              </a:ext>
            </a:extLst>
          </p:cNvPr>
          <p:cNvSpPr>
            <a:spLocks xmlns:a="http://schemas.openxmlformats.org/drawingml/2006/main" noGrp="1"/>
          </p:cNvSpPr>
          <p:nvPr/>
        </p:nvSpPr>
        <p:spPr>
          <a:xfrm xmlns:a="http://schemas.openxmlformats.org/drawingml/2006/main">
            <a:off x="5863472" y="718153"/>
            <a:ext cx="25435" cy="46483"/>
          </a:xfrm>
          <a:custGeom xmlns:a="http://schemas.openxmlformats.org/drawingml/2006/main">
            <a:pathLst>
              <a:path w="25435" h="46483">
                <a:moveTo>
                  <a:pt x="0" y="46483"/>
                </a:moveTo>
                <a:lnTo>
                  <a:pt x="25435" y="0"/>
                </a:lnTo>
              </a:path>
            </a:pathLst>
          </a:custGeom>
          <a:noFill xmlns:a="http://schemas.openxmlformats.org/drawingml/2006/main"/>
          <a:ln xmlns:a="http://schemas.openxmlformats.org/drawingml/2006/main" w="9631">
            <a:solidFill>
              <a:srgbClr val="A7A9A8"/>
            </a:solidFill>
          </a:ln>
        </p:spPr>
      </p:sp>
      <p:sp>
        <p:nvSpPr>
          <p:cNvPr id="300" name="R1|293">
            <a:extLst xmlns:a="http://schemas.openxmlformats.org/drawingml/2006/main">
              <a:ext uri="{FF2B5EF4-FFF2-40B4-BE49-F238E27FC236}">
                <a16:creationId xmlns:a16="http://schemas.microsoft.com/office/drawing/2014/main" id="{86CAE7A3-284D-42DF-BC86-C9F6E2C4BFDB}"/>
              </a:ext>
            </a:extLst>
          </p:cNvPr>
          <p:cNvSpPr>
            <a:spLocks xmlns:a="http://schemas.openxmlformats.org/drawingml/2006/main" noGrp="1"/>
          </p:cNvSpPr>
          <p:nvPr/>
        </p:nvSpPr>
        <p:spPr>
          <a:xfrm xmlns:a="http://schemas.openxmlformats.org/drawingml/2006/main">
            <a:off x="5907405" y="673056"/>
            <a:ext cx="6179" cy="11291"/>
          </a:xfrm>
          <a:custGeom xmlns:a="http://schemas.openxmlformats.org/drawingml/2006/main">
            <a:pathLst>
              <a:path w="6179" h="11291">
                <a:moveTo>
                  <a:pt x="0" y="11291"/>
                </a:moveTo>
                <a:lnTo>
                  <a:pt x="6179" y="0"/>
                </a:lnTo>
              </a:path>
            </a:pathLst>
          </a:custGeom>
          <a:noFill xmlns:a="http://schemas.openxmlformats.org/drawingml/2006/main"/>
          <a:ln xmlns:a="http://schemas.openxmlformats.org/drawingml/2006/main" w="9631">
            <a:solidFill>
              <a:srgbClr val="A7A9A8"/>
            </a:solidFill>
          </a:ln>
        </p:spPr>
      </p:sp>
      <p:sp>
        <p:nvSpPr>
          <p:cNvPr id="301" name="R1|294">
            <a:extLst xmlns:a="http://schemas.openxmlformats.org/drawingml/2006/main">
              <a:ext uri="{FF2B5EF4-FFF2-40B4-BE49-F238E27FC236}">
                <a16:creationId xmlns:a16="http://schemas.microsoft.com/office/drawing/2014/main" id="{1B34F30C-D7C1-45E3-A9D8-2E0A51D76622}"/>
              </a:ext>
            </a:extLst>
          </p:cNvPr>
          <p:cNvSpPr>
            <a:spLocks xmlns:a="http://schemas.openxmlformats.org/drawingml/2006/main" noGrp="1"/>
          </p:cNvSpPr>
          <p:nvPr/>
        </p:nvSpPr>
        <p:spPr>
          <a:xfrm xmlns:a="http://schemas.openxmlformats.org/drawingml/2006/main">
            <a:off x="4940867" y="2429721"/>
            <a:ext cx="48649" cy="20962"/>
          </a:xfrm>
          <a:custGeom xmlns:a="http://schemas.openxmlformats.org/drawingml/2006/main">
            <a:pathLst>
              <a:path w="48649" h="20962">
                <a:moveTo>
                  <a:pt x="0" y="20962"/>
                </a:moveTo>
                <a:lnTo>
                  <a:pt x="48649" y="0"/>
                </a:lnTo>
              </a:path>
            </a:pathLst>
          </a:custGeom>
          <a:noFill xmlns:a="http://schemas.openxmlformats.org/drawingml/2006/main"/>
          <a:ln xmlns:a="http://schemas.openxmlformats.org/drawingml/2006/main" w="9631">
            <a:solidFill>
              <a:srgbClr val="A7A9A8"/>
            </a:solidFill>
          </a:ln>
        </p:spPr>
      </p:sp>
      <p:sp>
        <p:nvSpPr>
          <p:cNvPr id="302" name="R1|295">
            <a:extLst xmlns:a="http://schemas.openxmlformats.org/drawingml/2006/main">
              <a:ext uri="{FF2B5EF4-FFF2-40B4-BE49-F238E27FC236}">
                <a16:creationId xmlns:a16="http://schemas.microsoft.com/office/drawing/2014/main" id="{F309FF8D-8027-4C20-A43E-232D2EB180C1}"/>
              </a:ext>
            </a:extLst>
          </p:cNvPr>
          <p:cNvSpPr>
            <a:spLocks xmlns:a="http://schemas.openxmlformats.org/drawingml/2006/main" noGrp="1"/>
          </p:cNvSpPr>
          <p:nvPr/>
        </p:nvSpPr>
        <p:spPr>
          <a:xfrm xmlns:a="http://schemas.openxmlformats.org/drawingml/2006/main">
            <a:off x="5024898" y="2393514"/>
            <a:ext cx="48649" cy="20962"/>
          </a:xfrm>
          <a:custGeom xmlns:a="http://schemas.openxmlformats.org/drawingml/2006/main">
            <a:pathLst>
              <a:path w="48649" h="20962">
                <a:moveTo>
                  <a:pt x="0" y="20962"/>
                </a:moveTo>
                <a:lnTo>
                  <a:pt x="48649" y="0"/>
                </a:lnTo>
              </a:path>
            </a:pathLst>
          </a:custGeom>
          <a:noFill xmlns:a="http://schemas.openxmlformats.org/drawingml/2006/main"/>
          <a:ln xmlns:a="http://schemas.openxmlformats.org/drawingml/2006/main" w="9631">
            <a:solidFill>
              <a:srgbClr val="A7A9A8"/>
            </a:solidFill>
          </a:ln>
        </p:spPr>
      </p:sp>
      <p:sp>
        <p:nvSpPr>
          <p:cNvPr id="303" name="R1|296">
            <a:extLst xmlns:a="http://schemas.openxmlformats.org/drawingml/2006/main">
              <a:ext uri="{FF2B5EF4-FFF2-40B4-BE49-F238E27FC236}">
                <a16:creationId xmlns:a16="http://schemas.microsoft.com/office/drawing/2014/main" id="{A41A3935-901B-415C-838A-6F7933684DC1}"/>
              </a:ext>
            </a:extLst>
          </p:cNvPr>
          <p:cNvSpPr>
            <a:spLocks xmlns:a="http://schemas.openxmlformats.org/drawingml/2006/main" noGrp="1"/>
          </p:cNvSpPr>
          <p:nvPr/>
        </p:nvSpPr>
        <p:spPr>
          <a:xfrm xmlns:a="http://schemas.openxmlformats.org/drawingml/2006/main">
            <a:off x="5108929" y="2357308"/>
            <a:ext cx="48649" cy="20962"/>
          </a:xfrm>
          <a:custGeom xmlns:a="http://schemas.openxmlformats.org/drawingml/2006/main">
            <a:pathLst>
              <a:path w="48649" h="20962">
                <a:moveTo>
                  <a:pt x="0" y="20962"/>
                </a:moveTo>
                <a:lnTo>
                  <a:pt x="48649" y="0"/>
                </a:lnTo>
              </a:path>
            </a:pathLst>
          </a:custGeom>
          <a:noFill xmlns:a="http://schemas.openxmlformats.org/drawingml/2006/main"/>
          <a:ln xmlns:a="http://schemas.openxmlformats.org/drawingml/2006/main" w="9631">
            <a:solidFill>
              <a:srgbClr val="A7A9A8"/>
            </a:solidFill>
          </a:ln>
        </p:spPr>
      </p:sp>
      <p:sp>
        <p:nvSpPr>
          <p:cNvPr id="304" name="R1|297">
            <a:extLst xmlns:a="http://schemas.openxmlformats.org/drawingml/2006/main">
              <a:ext uri="{FF2B5EF4-FFF2-40B4-BE49-F238E27FC236}">
                <a16:creationId xmlns:a16="http://schemas.microsoft.com/office/drawing/2014/main" id="{2CCC5876-3DE4-46E8-9FDD-9E03B98B623A}"/>
              </a:ext>
            </a:extLst>
          </p:cNvPr>
          <p:cNvSpPr>
            <a:spLocks xmlns:a="http://schemas.openxmlformats.org/drawingml/2006/main" noGrp="1"/>
          </p:cNvSpPr>
          <p:nvPr/>
        </p:nvSpPr>
        <p:spPr>
          <a:xfrm xmlns:a="http://schemas.openxmlformats.org/drawingml/2006/main">
            <a:off x="5192959" y="2321102"/>
            <a:ext cx="48649" cy="20962"/>
          </a:xfrm>
          <a:custGeom xmlns:a="http://schemas.openxmlformats.org/drawingml/2006/main">
            <a:pathLst>
              <a:path w="48649" h="20962">
                <a:moveTo>
                  <a:pt x="0" y="20962"/>
                </a:moveTo>
                <a:lnTo>
                  <a:pt x="48649" y="0"/>
                </a:lnTo>
              </a:path>
            </a:pathLst>
          </a:custGeom>
          <a:noFill xmlns:a="http://schemas.openxmlformats.org/drawingml/2006/main"/>
          <a:ln xmlns:a="http://schemas.openxmlformats.org/drawingml/2006/main" w="9631">
            <a:solidFill>
              <a:srgbClr val="A7A9A8"/>
            </a:solidFill>
          </a:ln>
        </p:spPr>
      </p:sp>
      <p:sp>
        <p:nvSpPr>
          <p:cNvPr id="305" name="R1|298">
            <a:extLst xmlns:a="http://schemas.openxmlformats.org/drawingml/2006/main">
              <a:ext uri="{FF2B5EF4-FFF2-40B4-BE49-F238E27FC236}">
                <a16:creationId xmlns:a16="http://schemas.microsoft.com/office/drawing/2014/main" id="{B2A5F402-5869-48F2-8BE6-8B3987D00F57}"/>
              </a:ext>
            </a:extLst>
          </p:cNvPr>
          <p:cNvSpPr>
            <a:spLocks xmlns:a="http://schemas.openxmlformats.org/drawingml/2006/main" noGrp="1"/>
          </p:cNvSpPr>
          <p:nvPr/>
        </p:nvSpPr>
        <p:spPr>
          <a:xfrm xmlns:a="http://schemas.openxmlformats.org/drawingml/2006/main">
            <a:off x="5276990" y="2284895"/>
            <a:ext cx="48649" cy="20962"/>
          </a:xfrm>
          <a:custGeom xmlns:a="http://schemas.openxmlformats.org/drawingml/2006/main">
            <a:pathLst>
              <a:path w="48649" h="20962">
                <a:moveTo>
                  <a:pt x="0" y="20962"/>
                </a:moveTo>
                <a:lnTo>
                  <a:pt x="48649" y="0"/>
                </a:lnTo>
              </a:path>
            </a:pathLst>
          </a:custGeom>
          <a:noFill xmlns:a="http://schemas.openxmlformats.org/drawingml/2006/main"/>
          <a:ln xmlns:a="http://schemas.openxmlformats.org/drawingml/2006/main" w="9631">
            <a:solidFill>
              <a:srgbClr val="A7A9A8"/>
            </a:solidFill>
          </a:ln>
        </p:spPr>
      </p:sp>
      <p:sp>
        <p:nvSpPr>
          <p:cNvPr id="306" name="R1|299">
            <a:extLst xmlns:a="http://schemas.openxmlformats.org/drawingml/2006/main">
              <a:ext uri="{FF2B5EF4-FFF2-40B4-BE49-F238E27FC236}">
                <a16:creationId xmlns:a16="http://schemas.microsoft.com/office/drawing/2014/main" id="{E91E1D5C-04FB-4708-8E28-1BA27A1CE360}"/>
              </a:ext>
            </a:extLst>
          </p:cNvPr>
          <p:cNvSpPr>
            <a:spLocks xmlns:a="http://schemas.openxmlformats.org/drawingml/2006/main" noGrp="1"/>
          </p:cNvSpPr>
          <p:nvPr/>
        </p:nvSpPr>
        <p:spPr>
          <a:xfrm xmlns:a="http://schemas.openxmlformats.org/drawingml/2006/main">
            <a:off x="5361021" y="2248689"/>
            <a:ext cx="48649" cy="20962"/>
          </a:xfrm>
          <a:custGeom xmlns:a="http://schemas.openxmlformats.org/drawingml/2006/main">
            <a:pathLst>
              <a:path w="48649" h="20962">
                <a:moveTo>
                  <a:pt x="0" y="20962"/>
                </a:moveTo>
                <a:lnTo>
                  <a:pt x="48649" y="0"/>
                </a:lnTo>
              </a:path>
            </a:pathLst>
          </a:custGeom>
          <a:noFill xmlns:a="http://schemas.openxmlformats.org/drawingml/2006/main"/>
          <a:ln xmlns:a="http://schemas.openxmlformats.org/drawingml/2006/main" w="9631">
            <a:solidFill>
              <a:srgbClr val="A7A9A8"/>
            </a:solidFill>
          </a:ln>
        </p:spPr>
      </p:sp>
      <p:sp>
        <p:nvSpPr>
          <p:cNvPr id="307" name="R1|300">
            <a:extLst xmlns:a="http://schemas.openxmlformats.org/drawingml/2006/main">
              <a:ext uri="{FF2B5EF4-FFF2-40B4-BE49-F238E27FC236}">
                <a16:creationId xmlns:a16="http://schemas.microsoft.com/office/drawing/2014/main" id="{133307B5-904E-46F0-9357-743DE911F969}"/>
              </a:ext>
            </a:extLst>
          </p:cNvPr>
          <p:cNvSpPr>
            <a:spLocks xmlns:a="http://schemas.openxmlformats.org/drawingml/2006/main" noGrp="1"/>
          </p:cNvSpPr>
          <p:nvPr/>
        </p:nvSpPr>
        <p:spPr>
          <a:xfrm xmlns:a="http://schemas.openxmlformats.org/drawingml/2006/main">
            <a:off x="5445052" y="2212482"/>
            <a:ext cx="48649" cy="20962"/>
          </a:xfrm>
          <a:custGeom xmlns:a="http://schemas.openxmlformats.org/drawingml/2006/main">
            <a:pathLst>
              <a:path w="48649" h="20962">
                <a:moveTo>
                  <a:pt x="0" y="20962"/>
                </a:moveTo>
                <a:lnTo>
                  <a:pt x="48649" y="0"/>
                </a:lnTo>
              </a:path>
            </a:pathLst>
          </a:custGeom>
          <a:noFill xmlns:a="http://schemas.openxmlformats.org/drawingml/2006/main"/>
          <a:ln xmlns:a="http://schemas.openxmlformats.org/drawingml/2006/main" w="9631">
            <a:solidFill>
              <a:srgbClr val="A7A9A8"/>
            </a:solidFill>
          </a:ln>
        </p:spPr>
      </p:sp>
      <p:sp>
        <p:nvSpPr>
          <p:cNvPr id="308" name="R1|301">
            <a:extLst xmlns:a="http://schemas.openxmlformats.org/drawingml/2006/main">
              <a:ext uri="{FF2B5EF4-FFF2-40B4-BE49-F238E27FC236}">
                <a16:creationId xmlns:a16="http://schemas.microsoft.com/office/drawing/2014/main" id="{AB2CEDED-EB94-4A4B-9F34-CBCE9E1D159B}"/>
              </a:ext>
            </a:extLst>
          </p:cNvPr>
          <p:cNvSpPr>
            <a:spLocks xmlns:a="http://schemas.openxmlformats.org/drawingml/2006/main" noGrp="1"/>
          </p:cNvSpPr>
          <p:nvPr/>
        </p:nvSpPr>
        <p:spPr>
          <a:xfrm xmlns:a="http://schemas.openxmlformats.org/drawingml/2006/main">
            <a:off x="5529083" y="2176276"/>
            <a:ext cx="48649" cy="20962"/>
          </a:xfrm>
          <a:custGeom xmlns:a="http://schemas.openxmlformats.org/drawingml/2006/main">
            <a:pathLst>
              <a:path w="48649" h="20962">
                <a:moveTo>
                  <a:pt x="0" y="20962"/>
                </a:moveTo>
                <a:lnTo>
                  <a:pt x="48649" y="0"/>
                </a:lnTo>
              </a:path>
            </a:pathLst>
          </a:custGeom>
          <a:noFill xmlns:a="http://schemas.openxmlformats.org/drawingml/2006/main"/>
          <a:ln xmlns:a="http://schemas.openxmlformats.org/drawingml/2006/main" w="9631">
            <a:solidFill>
              <a:srgbClr val="A7A9A8"/>
            </a:solidFill>
          </a:ln>
        </p:spPr>
      </p:sp>
      <p:sp>
        <p:nvSpPr>
          <p:cNvPr id="309" name="R1|302">
            <a:extLst xmlns:a="http://schemas.openxmlformats.org/drawingml/2006/main">
              <a:ext uri="{FF2B5EF4-FFF2-40B4-BE49-F238E27FC236}">
                <a16:creationId xmlns:a16="http://schemas.microsoft.com/office/drawing/2014/main" id="{E17F4A50-DB92-402D-9E6E-712E907CD7BC}"/>
              </a:ext>
            </a:extLst>
          </p:cNvPr>
          <p:cNvSpPr>
            <a:spLocks xmlns:a="http://schemas.openxmlformats.org/drawingml/2006/main" noGrp="1"/>
          </p:cNvSpPr>
          <p:nvPr/>
        </p:nvSpPr>
        <p:spPr>
          <a:xfrm xmlns:a="http://schemas.openxmlformats.org/drawingml/2006/main">
            <a:off x="5613113" y="2140070"/>
            <a:ext cx="48649" cy="20962"/>
          </a:xfrm>
          <a:custGeom xmlns:a="http://schemas.openxmlformats.org/drawingml/2006/main">
            <a:pathLst>
              <a:path w="48649" h="20962">
                <a:moveTo>
                  <a:pt x="0" y="20962"/>
                </a:moveTo>
                <a:lnTo>
                  <a:pt x="48649" y="0"/>
                </a:lnTo>
              </a:path>
            </a:pathLst>
          </a:custGeom>
          <a:noFill xmlns:a="http://schemas.openxmlformats.org/drawingml/2006/main"/>
          <a:ln xmlns:a="http://schemas.openxmlformats.org/drawingml/2006/main" w="9631">
            <a:solidFill>
              <a:srgbClr val="A7A9A8"/>
            </a:solidFill>
          </a:ln>
        </p:spPr>
      </p:sp>
      <p:sp>
        <p:nvSpPr>
          <p:cNvPr id="310" name="R1|303">
            <a:extLst xmlns:a="http://schemas.openxmlformats.org/drawingml/2006/main">
              <a:ext uri="{FF2B5EF4-FFF2-40B4-BE49-F238E27FC236}">
                <a16:creationId xmlns:a16="http://schemas.microsoft.com/office/drawing/2014/main" id="{A9C85305-8373-419D-803F-DA89F11F3122}"/>
              </a:ext>
            </a:extLst>
          </p:cNvPr>
          <p:cNvSpPr>
            <a:spLocks xmlns:a="http://schemas.openxmlformats.org/drawingml/2006/main" noGrp="1"/>
          </p:cNvSpPr>
          <p:nvPr/>
        </p:nvSpPr>
        <p:spPr>
          <a:xfrm xmlns:a="http://schemas.openxmlformats.org/drawingml/2006/main">
            <a:off x="5697144" y="2103863"/>
            <a:ext cx="48649" cy="20962"/>
          </a:xfrm>
          <a:custGeom xmlns:a="http://schemas.openxmlformats.org/drawingml/2006/main">
            <a:pathLst>
              <a:path w="48649" h="20962">
                <a:moveTo>
                  <a:pt x="0" y="20962"/>
                </a:moveTo>
                <a:lnTo>
                  <a:pt x="48649" y="0"/>
                </a:lnTo>
              </a:path>
            </a:pathLst>
          </a:custGeom>
          <a:noFill xmlns:a="http://schemas.openxmlformats.org/drawingml/2006/main"/>
          <a:ln xmlns:a="http://schemas.openxmlformats.org/drawingml/2006/main" w="9631">
            <a:solidFill>
              <a:srgbClr val="A7A9A8"/>
            </a:solidFill>
          </a:ln>
        </p:spPr>
      </p:sp>
      <p:sp>
        <p:nvSpPr>
          <p:cNvPr id="311" name="R1|304">
            <a:extLst xmlns:a="http://schemas.openxmlformats.org/drawingml/2006/main">
              <a:ext uri="{FF2B5EF4-FFF2-40B4-BE49-F238E27FC236}">
                <a16:creationId xmlns:a16="http://schemas.microsoft.com/office/drawing/2014/main" id="{D5F8BAD5-5D19-49D2-913E-B97B76C1CC9D}"/>
              </a:ext>
            </a:extLst>
          </p:cNvPr>
          <p:cNvSpPr>
            <a:spLocks xmlns:a="http://schemas.openxmlformats.org/drawingml/2006/main" noGrp="1"/>
          </p:cNvSpPr>
          <p:nvPr/>
        </p:nvSpPr>
        <p:spPr>
          <a:xfrm xmlns:a="http://schemas.openxmlformats.org/drawingml/2006/main">
            <a:off x="5781175" y="2067657"/>
            <a:ext cx="48649" cy="20962"/>
          </a:xfrm>
          <a:custGeom xmlns:a="http://schemas.openxmlformats.org/drawingml/2006/main">
            <a:pathLst>
              <a:path w="48649" h="20962">
                <a:moveTo>
                  <a:pt x="0" y="20962"/>
                </a:moveTo>
                <a:lnTo>
                  <a:pt x="48649" y="0"/>
                </a:lnTo>
              </a:path>
            </a:pathLst>
          </a:custGeom>
          <a:noFill xmlns:a="http://schemas.openxmlformats.org/drawingml/2006/main"/>
          <a:ln xmlns:a="http://schemas.openxmlformats.org/drawingml/2006/main" w="9631">
            <a:solidFill>
              <a:srgbClr val="A7A9A8"/>
            </a:solidFill>
          </a:ln>
        </p:spPr>
      </p:sp>
      <p:sp>
        <p:nvSpPr>
          <p:cNvPr id="312" name="R1|305">
            <a:extLst xmlns:a="http://schemas.openxmlformats.org/drawingml/2006/main">
              <a:ext uri="{FF2B5EF4-FFF2-40B4-BE49-F238E27FC236}">
                <a16:creationId xmlns:a16="http://schemas.microsoft.com/office/drawing/2014/main" id="{124C0D21-CF24-43C0-B35F-92B29CBD5B21}"/>
              </a:ext>
            </a:extLst>
          </p:cNvPr>
          <p:cNvSpPr>
            <a:spLocks xmlns:a="http://schemas.openxmlformats.org/drawingml/2006/main" noGrp="1"/>
          </p:cNvSpPr>
          <p:nvPr/>
        </p:nvSpPr>
        <p:spPr>
          <a:xfrm xmlns:a="http://schemas.openxmlformats.org/drawingml/2006/main">
            <a:off x="5865206" y="2031567"/>
            <a:ext cx="48378" cy="20845"/>
          </a:xfrm>
          <a:custGeom xmlns:a="http://schemas.openxmlformats.org/drawingml/2006/main">
            <a:pathLst>
              <a:path w="48378" h="20845">
                <a:moveTo>
                  <a:pt x="0" y="20845"/>
                </a:moveTo>
                <a:lnTo>
                  <a:pt x="48378" y="0"/>
                </a:lnTo>
              </a:path>
            </a:pathLst>
          </a:custGeom>
          <a:noFill xmlns:a="http://schemas.openxmlformats.org/drawingml/2006/main"/>
          <a:ln xmlns:a="http://schemas.openxmlformats.org/drawingml/2006/main" w="9631">
            <a:solidFill>
              <a:srgbClr val="A7A9A8"/>
            </a:solidFill>
          </a:ln>
        </p:spPr>
      </p:sp>
      <p:sp>
        <p:nvSpPr>
          <p:cNvPr id="313" name="R1|306">
            <a:extLst xmlns:a="http://schemas.openxmlformats.org/drawingml/2006/main">
              <a:ext uri="{FF2B5EF4-FFF2-40B4-BE49-F238E27FC236}">
                <a16:creationId xmlns:a16="http://schemas.microsoft.com/office/drawing/2014/main" id="{C8BB72B9-C94A-498D-8863-1FD8EC134C1E}"/>
              </a:ext>
            </a:extLst>
          </p:cNvPr>
          <p:cNvSpPr>
            <a:spLocks xmlns:a="http://schemas.openxmlformats.org/drawingml/2006/main" noGrp="1"/>
          </p:cNvSpPr>
          <p:nvPr/>
        </p:nvSpPr>
        <p:spPr>
          <a:xfrm xmlns:a="http://schemas.openxmlformats.org/drawingml/2006/main">
            <a:off x="4940867" y="2450682"/>
            <a:ext cx="52969" cy="262"/>
          </a:xfrm>
          <a:custGeom xmlns:a="http://schemas.openxmlformats.org/drawingml/2006/main">
            <a:pathLst>
              <a:path w="52969" h="262">
                <a:moveTo>
                  <a:pt x="0" y="0"/>
                </a:moveTo>
                <a:lnTo>
                  <a:pt x="52969" y="262"/>
                </a:lnTo>
              </a:path>
            </a:pathLst>
          </a:custGeom>
          <a:noFill xmlns:a="http://schemas.openxmlformats.org/drawingml/2006/main"/>
          <a:ln xmlns:a="http://schemas.openxmlformats.org/drawingml/2006/main" w="9631">
            <a:solidFill>
              <a:srgbClr val="A7A9A8"/>
            </a:solidFill>
          </a:ln>
        </p:spPr>
      </p:sp>
      <p:sp>
        <p:nvSpPr>
          <p:cNvPr id="314" name="R1|307">
            <a:extLst xmlns:a="http://schemas.openxmlformats.org/drawingml/2006/main">
              <a:ext uri="{FF2B5EF4-FFF2-40B4-BE49-F238E27FC236}">
                <a16:creationId xmlns:a16="http://schemas.microsoft.com/office/drawing/2014/main" id="{7A19F9B6-4A73-458C-A7CE-FE470EF57CD3}"/>
              </a:ext>
            </a:extLst>
          </p:cNvPr>
          <p:cNvSpPr>
            <a:spLocks xmlns:a="http://schemas.openxmlformats.org/drawingml/2006/main" noGrp="1"/>
          </p:cNvSpPr>
          <p:nvPr/>
        </p:nvSpPr>
        <p:spPr>
          <a:xfrm xmlns:a="http://schemas.openxmlformats.org/drawingml/2006/main">
            <a:off x="5032359" y="2451136"/>
            <a:ext cx="52969" cy="262"/>
          </a:xfrm>
          <a:custGeom xmlns:a="http://schemas.openxmlformats.org/drawingml/2006/main">
            <a:pathLst>
              <a:path w="52969" h="262">
                <a:moveTo>
                  <a:pt x="0" y="0"/>
                </a:moveTo>
                <a:lnTo>
                  <a:pt x="52969" y="262"/>
                </a:lnTo>
              </a:path>
            </a:pathLst>
          </a:custGeom>
          <a:noFill xmlns:a="http://schemas.openxmlformats.org/drawingml/2006/main"/>
          <a:ln xmlns:a="http://schemas.openxmlformats.org/drawingml/2006/main" w="9631">
            <a:solidFill>
              <a:srgbClr val="A7A9A8"/>
            </a:solidFill>
          </a:ln>
        </p:spPr>
      </p:sp>
      <p:sp>
        <p:nvSpPr>
          <p:cNvPr id="315" name="R1|308">
            <a:extLst xmlns:a="http://schemas.openxmlformats.org/drawingml/2006/main">
              <a:ext uri="{FF2B5EF4-FFF2-40B4-BE49-F238E27FC236}">
                <a16:creationId xmlns:a16="http://schemas.microsoft.com/office/drawing/2014/main" id="{BDA32065-4636-4F13-9C19-3BDEE095B863}"/>
              </a:ext>
            </a:extLst>
          </p:cNvPr>
          <p:cNvSpPr>
            <a:spLocks xmlns:a="http://schemas.openxmlformats.org/drawingml/2006/main" noGrp="1"/>
          </p:cNvSpPr>
          <p:nvPr/>
        </p:nvSpPr>
        <p:spPr>
          <a:xfrm xmlns:a="http://schemas.openxmlformats.org/drawingml/2006/main">
            <a:off x="5123851" y="2451589"/>
            <a:ext cx="52969" cy="262"/>
          </a:xfrm>
          <a:custGeom xmlns:a="http://schemas.openxmlformats.org/drawingml/2006/main">
            <a:pathLst>
              <a:path w="52969" h="262">
                <a:moveTo>
                  <a:pt x="0" y="0"/>
                </a:moveTo>
                <a:lnTo>
                  <a:pt x="52969" y="262"/>
                </a:lnTo>
              </a:path>
            </a:pathLst>
          </a:custGeom>
          <a:noFill xmlns:a="http://schemas.openxmlformats.org/drawingml/2006/main"/>
          <a:ln xmlns:a="http://schemas.openxmlformats.org/drawingml/2006/main" w="9631">
            <a:solidFill>
              <a:srgbClr val="A7A9A8"/>
            </a:solidFill>
          </a:ln>
        </p:spPr>
      </p:sp>
      <p:sp>
        <p:nvSpPr>
          <p:cNvPr id="316" name="R1|309">
            <a:extLst xmlns:a="http://schemas.openxmlformats.org/drawingml/2006/main">
              <a:ext uri="{FF2B5EF4-FFF2-40B4-BE49-F238E27FC236}">
                <a16:creationId xmlns:a16="http://schemas.microsoft.com/office/drawing/2014/main" id="{83A21816-0923-483D-9144-30A13408F013}"/>
              </a:ext>
            </a:extLst>
          </p:cNvPr>
          <p:cNvSpPr>
            <a:spLocks xmlns:a="http://schemas.openxmlformats.org/drawingml/2006/main" noGrp="1"/>
          </p:cNvSpPr>
          <p:nvPr/>
        </p:nvSpPr>
        <p:spPr>
          <a:xfrm xmlns:a="http://schemas.openxmlformats.org/drawingml/2006/main">
            <a:off x="5215343" y="2452042"/>
            <a:ext cx="52969" cy="262"/>
          </a:xfrm>
          <a:custGeom xmlns:a="http://schemas.openxmlformats.org/drawingml/2006/main">
            <a:pathLst>
              <a:path w="52969" h="262">
                <a:moveTo>
                  <a:pt x="0" y="0"/>
                </a:moveTo>
                <a:lnTo>
                  <a:pt x="52969" y="262"/>
                </a:lnTo>
              </a:path>
            </a:pathLst>
          </a:custGeom>
          <a:noFill xmlns:a="http://schemas.openxmlformats.org/drawingml/2006/main"/>
          <a:ln xmlns:a="http://schemas.openxmlformats.org/drawingml/2006/main" w="9631">
            <a:solidFill>
              <a:srgbClr val="A7A9A8"/>
            </a:solidFill>
          </a:ln>
        </p:spPr>
      </p:sp>
      <p:sp>
        <p:nvSpPr>
          <p:cNvPr id="317" name="R1|310">
            <a:extLst xmlns:a="http://schemas.openxmlformats.org/drawingml/2006/main">
              <a:ext uri="{FF2B5EF4-FFF2-40B4-BE49-F238E27FC236}">
                <a16:creationId xmlns:a16="http://schemas.microsoft.com/office/drawing/2014/main" id="{78F9D694-EBE8-47D0-A5C2-AF2CF1EC8950}"/>
              </a:ext>
            </a:extLst>
          </p:cNvPr>
          <p:cNvSpPr>
            <a:spLocks xmlns:a="http://schemas.openxmlformats.org/drawingml/2006/main" noGrp="1"/>
          </p:cNvSpPr>
          <p:nvPr/>
        </p:nvSpPr>
        <p:spPr>
          <a:xfrm xmlns:a="http://schemas.openxmlformats.org/drawingml/2006/main">
            <a:off x="5306835" y="2452495"/>
            <a:ext cx="52969" cy="262"/>
          </a:xfrm>
          <a:custGeom xmlns:a="http://schemas.openxmlformats.org/drawingml/2006/main">
            <a:pathLst>
              <a:path w="52969" h="262">
                <a:moveTo>
                  <a:pt x="0" y="0"/>
                </a:moveTo>
                <a:lnTo>
                  <a:pt x="52969" y="262"/>
                </a:lnTo>
              </a:path>
            </a:pathLst>
          </a:custGeom>
          <a:noFill xmlns:a="http://schemas.openxmlformats.org/drawingml/2006/main"/>
          <a:ln xmlns:a="http://schemas.openxmlformats.org/drawingml/2006/main" w="9631">
            <a:solidFill>
              <a:srgbClr val="A7A9A8"/>
            </a:solidFill>
          </a:ln>
        </p:spPr>
      </p:sp>
      <p:sp>
        <p:nvSpPr>
          <p:cNvPr id="318" name="R1|311">
            <a:extLst xmlns:a="http://schemas.openxmlformats.org/drawingml/2006/main">
              <a:ext uri="{FF2B5EF4-FFF2-40B4-BE49-F238E27FC236}">
                <a16:creationId xmlns:a16="http://schemas.microsoft.com/office/drawing/2014/main" id="{62F5643C-81A7-4EFB-AC05-0281904CCEC4}"/>
              </a:ext>
            </a:extLst>
          </p:cNvPr>
          <p:cNvSpPr>
            <a:spLocks xmlns:a="http://schemas.openxmlformats.org/drawingml/2006/main" noGrp="1"/>
          </p:cNvSpPr>
          <p:nvPr/>
        </p:nvSpPr>
        <p:spPr>
          <a:xfrm xmlns:a="http://schemas.openxmlformats.org/drawingml/2006/main">
            <a:off x="5398327" y="2452948"/>
            <a:ext cx="52969" cy="262"/>
          </a:xfrm>
          <a:custGeom xmlns:a="http://schemas.openxmlformats.org/drawingml/2006/main">
            <a:pathLst>
              <a:path w="52969" h="262">
                <a:moveTo>
                  <a:pt x="0" y="0"/>
                </a:moveTo>
                <a:lnTo>
                  <a:pt x="52969" y="262"/>
                </a:lnTo>
              </a:path>
            </a:pathLst>
          </a:custGeom>
          <a:noFill xmlns:a="http://schemas.openxmlformats.org/drawingml/2006/main"/>
          <a:ln xmlns:a="http://schemas.openxmlformats.org/drawingml/2006/main" w="9631">
            <a:solidFill>
              <a:srgbClr val="A7A9A8"/>
            </a:solidFill>
          </a:ln>
        </p:spPr>
      </p:sp>
      <p:sp>
        <p:nvSpPr>
          <p:cNvPr id="319" name="R1|312">
            <a:extLst xmlns:a="http://schemas.openxmlformats.org/drawingml/2006/main">
              <a:ext uri="{FF2B5EF4-FFF2-40B4-BE49-F238E27FC236}">
                <a16:creationId xmlns:a16="http://schemas.microsoft.com/office/drawing/2014/main" id="{90771577-4D2A-4789-B275-343689B7D9A3}"/>
              </a:ext>
            </a:extLst>
          </p:cNvPr>
          <p:cNvSpPr>
            <a:spLocks xmlns:a="http://schemas.openxmlformats.org/drawingml/2006/main" noGrp="1"/>
          </p:cNvSpPr>
          <p:nvPr/>
        </p:nvSpPr>
        <p:spPr>
          <a:xfrm xmlns:a="http://schemas.openxmlformats.org/drawingml/2006/main">
            <a:off x="5489819" y="2453401"/>
            <a:ext cx="52969" cy="262"/>
          </a:xfrm>
          <a:custGeom xmlns:a="http://schemas.openxmlformats.org/drawingml/2006/main">
            <a:pathLst>
              <a:path w="52969" h="262">
                <a:moveTo>
                  <a:pt x="0" y="0"/>
                </a:moveTo>
                <a:lnTo>
                  <a:pt x="52969" y="262"/>
                </a:lnTo>
              </a:path>
            </a:pathLst>
          </a:custGeom>
          <a:noFill xmlns:a="http://schemas.openxmlformats.org/drawingml/2006/main"/>
          <a:ln xmlns:a="http://schemas.openxmlformats.org/drawingml/2006/main" w="9631">
            <a:solidFill>
              <a:srgbClr val="A7A9A8"/>
            </a:solidFill>
          </a:ln>
        </p:spPr>
      </p:sp>
      <p:sp>
        <p:nvSpPr>
          <p:cNvPr id="320" name="R1|313">
            <a:extLst xmlns:a="http://schemas.openxmlformats.org/drawingml/2006/main">
              <a:ext uri="{FF2B5EF4-FFF2-40B4-BE49-F238E27FC236}">
                <a16:creationId xmlns:a16="http://schemas.microsoft.com/office/drawing/2014/main" id="{368126E4-1010-4C79-8BC0-2E9196DE029A}"/>
              </a:ext>
            </a:extLst>
          </p:cNvPr>
          <p:cNvSpPr>
            <a:spLocks xmlns:a="http://schemas.openxmlformats.org/drawingml/2006/main" noGrp="1"/>
          </p:cNvSpPr>
          <p:nvPr/>
        </p:nvSpPr>
        <p:spPr>
          <a:xfrm xmlns:a="http://schemas.openxmlformats.org/drawingml/2006/main">
            <a:off x="5581311" y="2453854"/>
            <a:ext cx="52969" cy="262"/>
          </a:xfrm>
          <a:custGeom xmlns:a="http://schemas.openxmlformats.org/drawingml/2006/main">
            <a:pathLst>
              <a:path w="52969" h="262">
                <a:moveTo>
                  <a:pt x="0" y="0"/>
                </a:moveTo>
                <a:lnTo>
                  <a:pt x="52969" y="262"/>
                </a:lnTo>
              </a:path>
            </a:pathLst>
          </a:custGeom>
          <a:noFill xmlns:a="http://schemas.openxmlformats.org/drawingml/2006/main"/>
          <a:ln xmlns:a="http://schemas.openxmlformats.org/drawingml/2006/main" w="9631">
            <a:solidFill>
              <a:srgbClr val="A7A9A8"/>
            </a:solidFill>
          </a:ln>
        </p:spPr>
      </p:sp>
      <p:sp>
        <p:nvSpPr>
          <p:cNvPr id="321" name="R1|314">
            <a:extLst xmlns:a="http://schemas.openxmlformats.org/drawingml/2006/main">
              <a:ext uri="{FF2B5EF4-FFF2-40B4-BE49-F238E27FC236}">
                <a16:creationId xmlns:a16="http://schemas.microsoft.com/office/drawing/2014/main" id="{F60FB50B-9FDD-4B5B-B6FC-684753F0A6EE}"/>
              </a:ext>
            </a:extLst>
          </p:cNvPr>
          <p:cNvSpPr>
            <a:spLocks xmlns:a="http://schemas.openxmlformats.org/drawingml/2006/main" noGrp="1"/>
          </p:cNvSpPr>
          <p:nvPr/>
        </p:nvSpPr>
        <p:spPr>
          <a:xfrm xmlns:a="http://schemas.openxmlformats.org/drawingml/2006/main">
            <a:off x="5672803" y="2454307"/>
            <a:ext cx="52969" cy="262"/>
          </a:xfrm>
          <a:custGeom xmlns:a="http://schemas.openxmlformats.org/drawingml/2006/main">
            <a:pathLst>
              <a:path w="52969" h="262">
                <a:moveTo>
                  <a:pt x="0" y="0"/>
                </a:moveTo>
                <a:lnTo>
                  <a:pt x="52969" y="262"/>
                </a:lnTo>
              </a:path>
            </a:pathLst>
          </a:custGeom>
          <a:noFill xmlns:a="http://schemas.openxmlformats.org/drawingml/2006/main"/>
          <a:ln xmlns:a="http://schemas.openxmlformats.org/drawingml/2006/main" w="9631">
            <a:solidFill>
              <a:srgbClr val="A7A9A8"/>
            </a:solidFill>
          </a:ln>
        </p:spPr>
      </p:sp>
      <p:sp>
        <p:nvSpPr>
          <p:cNvPr id="322" name="R1|315">
            <a:extLst xmlns:a="http://schemas.openxmlformats.org/drawingml/2006/main">
              <a:ext uri="{FF2B5EF4-FFF2-40B4-BE49-F238E27FC236}">
                <a16:creationId xmlns:a16="http://schemas.microsoft.com/office/drawing/2014/main" id="{01394CD3-0949-43C7-AFCF-550AF2C6873D}"/>
              </a:ext>
            </a:extLst>
          </p:cNvPr>
          <p:cNvSpPr>
            <a:spLocks xmlns:a="http://schemas.openxmlformats.org/drawingml/2006/main" noGrp="1"/>
          </p:cNvSpPr>
          <p:nvPr/>
        </p:nvSpPr>
        <p:spPr>
          <a:xfrm xmlns:a="http://schemas.openxmlformats.org/drawingml/2006/main">
            <a:off x="5764295" y="2454760"/>
            <a:ext cx="52969" cy="262"/>
          </a:xfrm>
          <a:custGeom xmlns:a="http://schemas.openxmlformats.org/drawingml/2006/main">
            <a:pathLst>
              <a:path w="52969" h="262">
                <a:moveTo>
                  <a:pt x="0" y="0"/>
                </a:moveTo>
                <a:lnTo>
                  <a:pt x="52969" y="262"/>
                </a:lnTo>
              </a:path>
            </a:pathLst>
          </a:custGeom>
          <a:noFill xmlns:a="http://schemas.openxmlformats.org/drawingml/2006/main"/>
          <a:ln xmlns:a="http://schemas.openxmlformats.org/drawingml/2006/main" w="9631">
            <a:solidFill>
              <a:srgbClr val="A7A9A8"/>
            </a:solidFill>
          </a:ln>
        </p:spPr>
      </p:sp>
      <p:sp>
        <p:nvSpPr>
          <p:cNvPr id="323" name="R1|316">
            <a:extLst xmlns:a="http://schemas.openxmlformats.org/drawingml/2006/main">
              <a:ext uri="{FF2B5EF4-FFF2-40B4-BE49-F238E27FC236}">
                <a16:creationId xmlns:a16="http://schemas.microsoft.com/office/drawing/2014/main" id="{97ADB7E3-F80C-41B4-A582-86655150D644}"/>
              </a:ext>
            </a:extLst>
          </p:cNvPr>
          <p:cNvSpPr>
            <a:spLocks xmlns:a="http://schemas.openxmlformats.org/drawingml/2006/main" noGrp="1"/>
          </p:cNvSpPr>
          <p:nvPr/>
        </p:nvSpPr>
        <p:spPr>
          <a:xfrm xmlns:a="http://schemas.openxmlformats.org/drawingml/2006/main">
            <a:off x="5855787" y="2455214"/>
            <a:ext cx="52969" cy="262"/>
          </a:xfrm>
          <a:custGeom xmlns:a="http://schemas.openxmlformats.org/drawingml/2006/main">
            <a:pathLst>
              <a:path w="52969" h="262">
                <a:moveTo>
                  <a:pt x="0" y="0"/>
                </a:moveTo>
                <a:lnTo>
                  <a:pt x="52969" y="262"/>
                </a:lnTo>
              </a:path>
            </a:pathLst>
          </a:custGeom>
          <a:noFill xmlns:a="http://schemas.openxmlformats.org/drawingml/2006/main"/>
          <a:ln xmlns:a="http://schemas.openxmlformats.org/drawingml/2006/main" w="9631">
            <a:solidFill>
              <a:srgbClr val="A7A9A8"/>
            </a:solidFill>
          </a:ln>
        </p:spPr>
      </p:sp>
      <p:sp>
        <p:nvSpPr>
          <p:cNvPr id="324" name="R1|317">
            <a:extLst xmlns:a="http://schemas.openxmlformats.org/drawingml/2006/main">
              <a:ext uri="{FF2B5EF4-FFF2-40B4-BE49-F238E27FC236}">
                <a16:creationId xmlns:a16="http://schemas.microsoft.com/office/drawing/2014/main" id="{CB4C0034-340D-4E4D-941D-22E3C3605578}"/>
              </a:ext>
            </a:extLst>
          </p:cNvPr>
          <p:cNvSpPr>
            <a:spLocks xmlns:a="http://schemas.openxmlformats.org/drawingml/2006/main" noGrp="1"/>
          </p:cNvSpPr>
          <p:nvPr/>
        </p:nvSpPr>
        <p:spPr>
          <a:xfrm xmlns:a="http://schemas.openxmlformats.org/drawingml/2006/main">
            <a:off x="3809241" y="668239"/>
            <a:ext cx="857146" cy="438385"/>
          </a:xfrm>
          <a:custGeom xmlns:a="http://schemas.openxmlformats.org/drawingml/2006/main">
            <a:pathLst>
              <a:path w="857146" h="438385">
                <a:moveTo>
                  <a:pt x="0" y="438385"/>
                </a:moveTo>
                <a:lnTo>
                  <a:pt x="857146" y="0"/>
                </a:lnTo>
              </a:path>
            </a:pathLst>
          </a:custGeom>
          <a:noFill xmlns:a="http://schemas.openxmlformats.org/drawingml/2006/main"/>
          <a:ln xmlns:a="http://schemas.openxmlformats.org/drawingml/2006/main" w="86678">
            <a:solidFill>
              <a:srgbClr val="C6413B">
                <a:alpha val="14510"/>
              </a:srgbClr>
            </a:solidFill>
          </a:ln>
        </p:spPr>
      </p:sp>
      <p:sp>
        <p:nvSpPr>
          <p:cNvPr id="325" name="R1|318">
            <a:extLst xmlns:a="http://schemas.openxmlformats.org/drawingml/2006/main">
              <a:ext uri="{FF2B5EF4-FFF2-40B4-BE49-F238E27FC236}">
                <a16:creationId xmlns:a16="http://schemas.microsoft.com/office/drawing/2014/main" id="{69273494-29DB-474C-BDFB-5A3C90E9795C}"/>
              </a:ext>
            </a:extLst>
          </p:cNvPr>
          <p:cNvSpPr>
            <a:spLocks xmlns:a="http://schemas.openxmlformats.org/drawingml/2006/main" noGrp="1"/>
          </p:cNvSpPr>
          <p:nvPr/>
        </p:nvSpPr>
        <p:spPr>
          <a:xfrm xmlns:a="http://schemas.openxmlformats.org/drawingml/2006/main">
            <a:off x="3809241" y="668239"/>
            <a:ext cx="857146" cy="438385"/>
          </a:xfrm>
          <a:custGeom xmlns:a="http://schemas.openxmlformats.org/drawingml/2006/main">
            <a:pathLst>
              <a:path w="857146" h="438385">
                <a:moveTo>
                  <a:pt x="0" y="438385"/>
                </a:moveTo>
                <a:lnTo>
                  <a:pt x="857146" y="0"/>
                </a:lnTo>
              </a:path>
            </a:pathLst>
          </a:custGeom>
          <a:noFill xmlns:a="http://schemas.openxmlformats.org/drawingml/2006/main"/>
          <a:ln xmlns:a="http://schemas.openxmlformats.org/drawingml/2006/main" w="43339">
            <a:solidFill>
              <a:srgbClr val="C6413B">
                <a:alpha val="27059"/>
              </a:srgbClr>
            </a:solidFill>
          </a:ln>
        </p:spPr>
      </p:sp>
      <p:sp>
        <p:nvSpPr>
          <p:cNvPr id="326" name="R1|319">
            <a:extLst xmlns:a="http://schemas.openxmlformats.org/drawingml/2006/main">
              <a:ext uri="{FF2B5EF4-FFF2-40B4-BE49-F238E27FC236}">
                <a16:creationId xmlns:a16="http://schemas.microsoft.com/office/drawing/2014/main" id="{A42D896E-3FB3-4B17-B7B4-C788B53441CD}"/>
              </a:ext>
            </a:extLst>
          </p:cNvPr>
          <p:cNvSpPr>
            <a:spLocks xmlns:a="http://schemas.openxmlformats.org/drawingml/2006/main" noGrp="1"/>
          </p:cNvSpPr>
          <p:nvPr/>
        </p:nvSpPr>
        <p:spPr>
          <a:xfrm xmlns:a="http://schemas.openxmlformats.org/drawingml/2006/main">
            <a:off x="3809241" y="668239"/>
            <a:ext cx="857146" cy="438385"/>
          </a:xfrm>
          <a:custGeom xmlns:a="http://schemas.openxmlformats.org/drawingml/2006/main">
            <a:pathLst>
              <a:path w="857146" h="438385">
                <a:moveTo>
                  <a:pt x="0" y="438385"/>
                </a:moveTo>
                <a:lnTo>
                  <a:pt x="857146" y="0"/>
                </a:lnTo>
              </a:path>
            </a:pathLst>
          </a:custGeom>
          <a:noFill xmlns:a="http://schemas.openxmlformats.org/drawingml/2006/main"/>
          <a:ln xmlns:a="http://schemas.openxmlformats.org/drawingml/2006/main" w="17817">
            <a:solidFill>
              <a:srgbClr val="C6413B"/>
            </a:solidFill>
          </a:ln>
        </p:spPr>
      </p:sp>
      <p:sp>
        <p:nvSpPr>
          <p:cNvPr id="327" name="R1|320">
            <a:extLst xmlns:a="http://schemas.openxmlformats.org/drawingml/2006/main">
              <a:ext uri="{FF2B5EF4-FFF2-40B4-BE49-F238E27FC236}">
                <a16:creationId xmlns:a16="http://schemas.microsoft.com/office/drawing/2014/main" id="{4FCC0F58-32F8-43BA-AA72-A87619EDC64D}"/>
              </a:ext>
            </a:extLst>
          </p:cNvPr>
          <p:cNvSpPr>
            <a:spLocks xmlns:a="http://schemas.openxmlformats.org/drawingml/2006/main" noGrp="1"/>
          </p:cNvSpPr>
          <p:nvPr/>
        </p:nvSpPr>
        <p:spPr>
          <a:xfrm xmlns:a="http://schemas.openxmlformats.org/drawingml/2006/main">
            <a:off x="4589370" y="666127"/>
            <a:ext cx="77018" cy="65806"/>
          </a:xfrm>
          <a:custGeom xmlns:a="http://schemas.openxmlformats.org/drawingml/2006/main">
            <a:pathLst>
              <a:path w="77018" h="65806">
                <a:moveTo>
                  <a:pt x="33629" y="65806"/>
                </a:moveTo>
                <a:lnTo>
                  <a:pt x="77018" y="2112"/>
                </a:lnTo>
                <a:lnTo>
                  <a:pt x="0" y="0"/>
                </a:lnTo>
                <a:close/>
              </a:path>
            </a:pathLst>
          </a:custGeom>
          <a:solidFill xmlns:a="http://schemas.openxmlformats.org/drawingml/2006/main">
            <a:srgbClr val="C6413B"/>
          </a:solidFill>
          <a:ln xmlns:a="http://schemas.openxmlformats.org/drawingml/2006/main" w="4815">
            <a:solidFill>
              <a:srgbClr val="C6413B"/>
            </a:solidFill>
          </a:ln>
        </p:spPr>
      </p:sp>
      <p:sp>
        <p:nvSpPr>
          <p:cNvPr id="328" name="R1|321">
            <a:extLst xmlns:a="http://schemas.openxmlformats.org/drawingml/2006/main">
              <a:ext uri="{FF2B5EF4-FFF2-40B4-BE49-F238E27FC236}">
                <a16:creationId xmlns:a16="http://schemas.microsoft.com/office/drawing/2014/main" id="{FEA0E6EF-32A0-4B3B-80CE-CDD26863F9E7}"/>
              </a:ext>
            </a:extLst>
          </p:cNvPr>
          <p:cNvSpPr>
            <a:spLocks xmlns:a="http://schemas.openxmlformats.org/drawingml/2006/main" noGrp="1"/>
          </p:cNvSpPr>
          <p:nvPr/>
        </p:nvSpPr>
        <p:spPr>
          <a:xfrm xmlns:a="http://schemas.openxmlformats.org/drawingml/2006/main">
            <a:off x="3809241" y="1106623"/>
            <a:ext cx="1011240" cy="433567"/>
          </a:xfrm>
          <a:custGeom xmlns:a="http://schemas.openxmlformats.org/drawingml/2006/main">
            <a:pathLst>
              <a:path w="1011240" h="433567">
                <a:moveTo>
                  <a:pt x="0" y="0"/>
                </a:moveTo>
                <a:lnTo>
                  <a:pt x="1011240" y="433567"/>
                </a:lnTo>
              </a:path>
            </a:pathLst>
          </a:custGeom>
          <a:noFill xmlns:a="http://schemas.openxmlformats.org/drawingml/2006/main"/>
          <a:ln xmlns:a="http://schemas.openxmlformats.org/drawingml/2006/main" w="86678">
            <a:solidFill>
              <a:srgbClr val="C6413B">
                <a:alpha val="14510"/>
              </a:srgbClr>
            </a:solidFill>
          </a:ln>
        </p:spPr>
      </p:sp>
      <p:sp>
        <p:nvSpPr>
          <p:cNvPr id="329" name="R1|322">
            <a:extLst xmlns:a="http://schemas.openxmlformats.org/drawingml/2006/main">
              <a:ext uri="{FF2B5EF4-FFF2-40B4-BE49-F238E27FC236}">
                <a16:creationId xmlns:a16="http://schemas.microsoft.com/office/drawing/2014/main" id="{37FE5EB4-1758-4D08-983E-426E01A9A9A5}"/>
              </a:ext>
            </a:extLst>
          </p:cNvPr>
          <p:cNvSpPr>
            <a:spLocks xmlns:a="http://schemas.openxmlformats.org/drawingml/2006/main" noGrp="1"/>
          </p:cNvSpPr>
          <p:nvPr/>
        </p:nvSpPr>
        <p:spPr>
          <a:xfrm xmlns:a="http://schemas.openxmlformats.org/drawingml/2006/main">
            <a:off x="3809241" y="1106623"/>
            <a:ext cx="1011240" cy="433567"/>
          </a:xfrm>
          <a:custGeom xmlns:a="http://schemas.openxmlformats.org/drawingml/2006/main">
            <a:pathLst>
              <a:path w="1011240" h="433567">
                <a:moveTo>
                  <a:pt x="0" y="0"/>
                </a:moveTo>
                <a:lnTo>
                  <a:pt x="1011240" y="433567"/>
                </a:lnTo>
              </a:path>
            </a:pathLst>
          </a:custGeom>
          <a:noFill xmlns:a="http://schemas.openxmlformats.org/drawingml/2006/main"/>
          <a:ln xmlns:a="http://schemas.openxmlformats.org/drawingml/2006/main" w="43339">
            <a:solidFill>
              <a:srgbClr val="C6413B">
                <a:alpha val="27059"/>
              </a:srgbClr>
            </a:solidFill>
          </a:ln>
        </p:spPr>
      </p:sp>
      <p:sp>
        <p:nvSpPr>
          <p:cNvPr id="330" name="R1|323">
            <a:extLst xmlns:a="http://schemas.openxmlformats.org/drawingml/2006/main">
              <a:ext uri="{FF2B5EF4-FFF2-40B4-BE49-F238E27FC236}">
                <a16:creationId xmlns:a16="http://schemas.microsoft.com/office/drawing/2014/main" id="{34AA3F86-BB53-45E1-A7EB-E2DBD87CAE7E}"/>
              </a:ext>
            </a:extLst>
          </p:cNvPr>
          <p:cNvSpPr>
            <a:spLocks xmlns:a="http://schemas.openxmlformats.org/drawingml/2006/main" noGrp="1"/>
          </p:cNvSpPr>
          <p:nvPr/>
        </p:nvSpPr>
        <p:spPr>
          <a:xfrm xmlns:a="http://schemas.openxmlformats.org/drawingml/2006/main">
            <a:off x="3809241" y="1106623"/>
            <a:ext cx="1011240" cy="433567"/>
          </a:xfrm>
          <a:custGeom xmlns:a="http://schemas.openxmlformats.org/drawingml/2006/main">
            <a:pathLst>
              <a:path w="1011240" h="433567">
                <a:moveTo>
                  <a:pt x="0" y="0"/>
                </a:moveTo>
                <a:lnTo>
                  <a:pt x="1011240" y="433567"/>
                </a:lnTo>
              </a:path>
            </a:pathLst>
          </a:custGeom>
          <a:noFill xmlns:a="http://schemas.openxmlformats.org/drawingml/2006/main"/>
          <a:ln xmlns:a="http://schemas.openxmlformats.org/drawingml/2006/main" w="17817">
            <a:solidFill>
              <a:srgbClr val="C6413B"/>
            </a:solidFill>
          </a:ln>
        </p:spPr>
      </p:sp>
      <p:sp>
        <p:nvSpPr>
          <p:cNvPr id="331" name="R1|324">
            <a:extLst xmlns:a="http://schemas.openxmlformats.org/drawingml/2006/main">
              <a:ext uri="{FF2B5EF4-FFF2-40B4-BE49-F238E27FC236}">
                <a16:creationId xmlns:a16="http://schemas.microsoft.com/office/drawing/2014/main" id="{BA9B9493-ACE2-4AA6-B888-BC7205CAC0DF}"/>
              </a:ext>
            </a:extLst>
          </p:cNvPr>
          <p:cNvSpPr>
            <a:spLocks xmlns:a="http://schemas.openxmlformats.org/drawingml/2006/main" noGrp="1"/>
          </p:cNvSpPr>
          <p:nvPr/>
        </p:nvSpPr>
        <p:spPr>
          <a:xfrm xmlns:a="http://schemas.openxmlformats.org/drawingml/2006/main">
            <a:off x="4743783" y="1479579"/>
            <a:ext cx="76699" cy="67931"/>
          </a:xfrm>
          <a:custGeom xmlns:a="http://schemas.openxmlformats.org/drawingml/2006/main">
            <a:pathLst>
              <a:path w="76699" h="67931">
                <a:moveTo>
                  <a:pt x="0" y="67931"/>
                </a:moveTo>
                <a:lnTo>
                  <a:pt x="76699" y="60611"/>
                </a:lnTo>
                <a:lnTo>
                  <a:pt x="29101" y="0"/>
                </a:lnTo>
                <a:close/>
              </a:path>
            </a:pathLst>
          </a:custGeom>
          <a:solidFill xmlns:a="http://schemas.openxmlformats.org/drawingml/2006/main">
            <a:srgbClr val="C6413B"/>
          </a:solidFill>
          <a:ln xmlns:a="http://schemas.openxmlformats.org/drawingml/2006/main" w="4815">
            <a:solidFill>
              <a:srgbClr val="C6413B"/>
            </a:solidFill>
          </a:ln>
        </p:spPr>
      </p:sp>
      <p:sp>
        <p:nvSpPr>
          <p:cNvPr id="332" name="R1|325">
            <a:extLst xmlns:a="http://schemas.openxmlformats.org/drawingml/2006/main">
              <a:ext uri="{FF2B5EF4-FFF2-40B4-BE49-F238E27FC236}">
                <a16:creationId xmlns:a16="http://schemas.microsoft.com/office/drawing/2014/main" id="{D3109016-D732-4B48-A1CB-347E0FE9558D}"/>
              </a:ext>
            </a:extLst>
          </p:cNvPr>
          <p:cNvSpPr>
            <a:spLocks xmlns:a="http://schemas.openxmlformats.org/drawingml/2006/main" noGrp="1"/>
          </p:cNvSpPr>
          <p:nvPr/>
        </p:nvSpPr>
        <p:spPr>
          <a:xfrm xmlns:a="http://schemas.openxmlformats.org/drawingml/2006/main">
            <a:off x="3809241" y="1106623"/>
            <a:ext cx="972717" cy="1295885"/>
          </a:xfrm>
          <a:custGeom xmlns:a="http://schemas.openxmlformats.org/drawingml/2006/main">
            <a:pathLst>
              <a:path w="972717" h="1295885">
                <a:moveTo>
                  <a:pt x="0" y="0"/>
                </a:moveTo>
                <a:lnTo>
                  <a:pt x="972717" y="1295885"/>
                </a:lnTo>
              </a:path>
            </a:pathLst>
          </a:custGeom>
          <a:noFill xmlns:a="http://schemas.openxmlformats.org/drawingml/2006/main"/>
          <a:ln xmlns:a="http://schemas.openxmlformats.org/drawingml/2006/main" w="86678">
            <a:solidFill>
              <a:srgbClr val="C6413B">
                <a:alpha val="14510"/>
              </a:srgbClr>
            </a:solidFill>
          </a:ln>
        </p:spPr>
      </p:sp>
      <p:sp>
        <p:nvSpPr>
          <p:cNvPr id="333" name="R1|326">
            <a:extLst xmlns:a="http://schemas.openxmlformats.org/drawingml/2006/main">
              <a:ext uri="{FF2B5EF4-FFF2-40B4-BE49-F238E27FC236}">
                <a16:creationId xmlns:a16="http://schemas.microsoft.com/office/drawing/2014/main" id="{4313CF8F-7404-46B6-A8BC-9DCEE92CD800}"/>
              </a:ext>
            </a:extLst>
          </p:cNvPr>
          <p:cNvSpPr>
            <a:spLocks xmlns:a="http://schemas.openxmlformats.org/drawingml/2006/main" noGrp="1"/>
          </p:cNvSpPr>
          <p:nvPr/>
        </p:nvSpPr>
        <p:spPr>
          <a:xfrm xmlns:a="http://schemas.openxmlformats.org/drawingml/2006/main">
            <a:off x="3809241" y="1106623"/>
            <a:ext cx="972717" cy="1295885"/>
          </a:xfrm>
          <a:custGeom xmlns:a="http://schemas.openxmlformats.org/drawingml/2006/main">
            <a:pathLst>
              <a:path w="972717" h="1295885">
                <a:moveTo>
                  <a:pt x="0" y="0"/>
                </a:moveTo>
                <a:lnTo>
                  <a:pt x="972717" y="1295885"/>
                </a:lnTo>
              </a:path>
            </a:pathLst>
          </a:custGeom>
          <a:noFill xmlns:a="http://schemas.openxmlformats.org/drawingml/2006/main"/>
          <a:ln xmlns:a="http://schemas.openxmlformats.org/drawingml/2006/main" w="43339">
            <a:solidFill>
              <a:srgbClr val="C6413B">
                <a:alpha val="27059"/>
              </a:srgbClr>
            </a:solidFill>
          </a:ln>
        </p:spPr>
      </p:sp>
      <p:sp>
        <p:nvSpPr>
          <p:cNvPr id="334" name="R1|327">
            <a:extLst xmlns:a="http://schemas.openxmlformats.org/drawingml/2006/main">
              <a:ext uri="{FF2B5EF4-FFF2-40B4-BE49-F238E27FC236}">
                <a16:creationId xmlns:a16="http://schemas.microsoft.com/office/drawing/2014/main" id="{8ED5F0A1-079A-415A-A3D9-54EC2D43A23E}"/>
              </a:ext>
            </a:extLst>
          </p:cNvPr>
          <p:cNvSpPr>
            <a:spLocks xmlns:a="http://schemas.openxmlformats.org/drawingml/2006/main" noGrp="1"/>
          </p:cNvSpPr>
          <p:nvPr/>
        </p:nvSpPr>
        <p:spPr>
          <a:xfrm xmlns:a="http://schemas.openxmlformats.org/drawingml/2006/main">
            <a:off x="3809241" y="1106623"/>
            <a:ext cx="972717" cy="1295885"/>
          </a:xfrm>
          <a:custGeom xmlns:a="http://schemas.openxmlformats.org/drawingml/2006/main">
            <a:pathLst>
              <a:path w="972717" h="1295885">
                <a:moveTo>
                  <a:pt x="0" y="0"/>
                </a:moveTo>
                <a:lnTo>
                  <a:pt x="972717" y="1295885"/>
                </a:lnTo>
              </a:path>
            </a:pathLst>
          </a:custGeom>
          <a:noFill xmlns:a="http://schemas.openxmlformats.org/drawingml/2006/main"/>
          <a:ln xmlns:a="http://schemas.openxmlformats.org/drawingml/2006/main" w="17817">
            <a:solidFill>
              <a:srgbClr val="C6413B"/>
            </a:solidFill>
          </a:ln>
        </p:spPr>
      </p:sp>
      <p:sp>
        <p:nvSpPr>
          <p:cNvPr id="335" name="R1|328">
            <a:extLst xmlns:a="http://schemas.openxmlformats.org/drawingml/2006/main">
              <a:ext uri="{FF2B5EF4-FFF2-40B4-BE49-F238E27FC236}">
                <a16:creationId xmlns:a16="http://schemas.microsoft.com/office/drawing/2014/main" id="{F236A613-B244-42E3-8C3D-282A3E060817}"/>
              </a:ext>
            </a:extLst>
          </p:cNvPr>
          <p:cNvSpPr>
            <a:spLocks xmlns:a="http://schemas.openxmlformats.org/drawingml/2006/main" noGrp="1"/>
          </p:cNvSpPr>
          <p:nvPr/>
        </p:nvSpPr>
        <p:spPr>
          <a:xfrm xmlns:a="http://schemas.openxmlformats.org/drawingml/2006/main">
            <a:off x="4711819" y="2326228"/>
            <a:ext cx="70139" cy="76280"/>
          </a:xfrm>
          <a:custGeom xmlns:a="http://schemas.openxmlformats.org/drawingml/2006/main">
            <a:pathLst>
              <a:path w="70139" h="76280">
                <a:moveTo>
                  <a:pt x="0" y="44379"/>
                </a:moveTo>
                <a:lnTo>
                  <a:pt x="70139" y="76280"/>
                </a:lnTo>
                <a:lnTo>
                  <a:pt x="59075" y="0"/>
                </a:lnTo>
                <a:close/>
              </a:path>
            </a:pathLst>
          </a:custGeom>
          <a:solidFill xmlns:a="http://schemas.openxmlformats.org/drawingml/2006/main">
            <a:srgbClr val="C6413B"/>
          </a:solidFill>
          <a:ln xmlns:a="http://schemas.openxmlformats.org/drawingml/2006/main" w="4815">
            <a:solidFill>
              <a:srgbClr val="C6413B"/>
            </a:solidFill>
          </a:ln>
        </p:spPr>
      </p:sp>
      <p:sp>
        <p:nvSpPr>
          <p:cNvPr id="336" name="R1|329">
            <a:extLst xmlns:a="http://schemas.openxmlformats.org/drawingml/2006/main">
              <a:ext uri="{FF2B5EF4-FFF2-40B4-BE49-F238E27FC236}">
                <a16:creationId xmlns:a16="http://schemas.microsoft.com/office/drawing/2014/main" id="{02BB4746-1B53-4764-99B7-5C473D25208D}"/>
              </a:ext>
            </a:extLst>
          </p:cNvPr>
          <p:cNvSpPr>
            <a:spLocks xmlns:a="http://schemas.openxmlformats.org/drawingml/2006/main" noGrp="1"/>
          </p:cNvSpPr>
          <p:nvPr/>
        </p:nvSpPr>
        <p:spPr>
          <a:xfrm xmlns:a="http://schemas.openxmlformats.org/drawingml/2006/main">
            <a:off x="5080514" y="663421"/>
            <a:ext cx="751207" cy="9635"/>
          </a:xfrm>
          <a:custGeom xmlns:a="http://schemas.openxmlformats.org/drawingml/2006/main">
            <a:pathLst>
              <a:path w="751207" h="9635">
                <a:moveTo>
                  <a:pt x="0" y="0"/>
                </a:moveTo>
                <a:lnTo>
                  <a:pt x="751207" y="9635"/>
                </a:lnTo>
              </a:path>
            </a:pathLst>
          </a:custGeom>
          <a:noFill xmlns:a="http://schemas.openxmlformats.org/drawingml/2006/main"/>
          <a:ln xmlns:a="http://schemas.openxmlformats.org/drawingml/2006/main" w="86678">
            <a:solidFill>
              <a:srgbClr val="D1AA25">
                <a:alpha val="14510"/>
              </a:srgbClr>
            </a:solidFill>
          </a:ln>
        </p:spPr>
      </p:sp>
      <p:sp>
        <p:nvSpPr>
          <p:cNvPr id="337" name="R1|330">
            <a:extLst xmlns:a="http://schemas.openxmlformats.org/drawingml/2006/main">
              <a:ext uri="{FF2B5EF4-FFF2-40B4-BE49-F238E27FC236}">
                <a16:creationId xmlns:a16="http://schemas.microsoft.com/office/drawing/2014/main" id="{5CD593B6-237F-4621-8BF2-8F837B0CF8D1}"/>
              </a:ext>
            </a:extLst>
          </p:cNvPr>
          <p:cNvSpPr>
            <a:spLocks xmlns:a="http://schemas.openxmlformats.org/drawingml/2006/main" noGrp="1"/>
          </p:cNvSpPr>
          <p:nvPr/>
        </p:nvSpPr>
        <p:spPr>
          <a:xfrm xmlns:a="http://schemas.openxmlformats.org/drawingml/2006/main">
            <a:off x="5080514" y="663421"/>
            <a:ext cx="751207" cy="9635"/>
          </a:xfrm>
          <a:custGeom xmlns:a="http://schemas.openxmlformats.org/drawingml/2006/main">
            <a:pathLst>
              <a:path w="751207" h="9635">
                <a:moveTo>
                  <a:pt x="0" y="0"/>
                </a:moveTo>
                <a:lnTo>
                  <a:pt x="751207" y="9635"/>
                </a:lnTo>
              </a:path>
            </a:pathLst>
          </a:custGeom>
          <a:noFill xmlns:a="http://schemas.openxmlformats.org/drawingml/2006/main"/>
          <a:ln xmlns:a="http://schemas.openxmlformats.org/drawingml/2006/main" w="43339">
            <a:solidFill>
              <a:srgbClr val="D1AA25">
                <a:alpha val="27059"/>
              </a:srgbClr>
            </a:solidFill>
          </a:ln>
        </p:spPr>
      </p:sp>
      <p:sp>
        <p:nvSpPr>
          <p:cNvPr id="338" name="R1|331">
            <a:extLst xmlns:a="http://schemas.openxmlformats.org/drawingml/2006/main">
              <a:ext uri="{FF2B5EF4-FFF2-40B4-BE49-F238E27FC236}">
                <a16:creationId xmlns:a16="http://schemas.microsoft.com/office/drawing/2014/main" id="{4B053D6A-8071-42AE-BF39-2B2DA88E35D2}"/>
              </a:ext>
            </a:extLst>
          </p:cNvPr>
          <p:cNvSpPr>
            <a:spLocks xmlns:a="http://schemas.openxmlformats.org/drawingml/2006/main" noGrp="1"/>
          </p:cNvSpPr>
          <p:nvPr/>
        </p:nvSpPr>
        <p:spPr>
          <a:xfrm xmlns:a="http://schemas.openxmlformats.org/drawingml/2006/main">
            <a:off x="5080514" y="663421"/>
            <a:ext cx="751207" cy="9635"/>
          </a:xfrm>
          <a:custGeom xmlns:a="http://schemas.openxmlformats.org/drawingml/2006/main">
            <a:pathLst>
              <a:path w="751207" h="9635">
                <a:moveTo>
                  <a:pt x="0" y="0"/>
                </a:moveTo>
                <a:lnTo>
                  <a:pt x="751207" y="9635"/>
                </a:lnTo>
              </a:path>
            </a:pathLst>
          </a:custGeom>
          <a:noFill xmlns:a="http://schemas.openxmlformats.org/drawingml/2006/main"/>
          <a:ln xmlns:a="http://schemas.openxmlformats.org/drawingml/2006/main" w="17817">
            <a:solidFill>
              <a:srgbClr val="D1AA25"/>
            </a:solidFill>
          </a:ln>
        </p:spPr>
      </p:sp>
      <p:sp>
        <p:nvSpPr>
          <p:cNvPr id="339" name="R1|332">
            <a:extLst xmlns:a="http://schemas.openxmlformats.org/drawingml/2006/main">
              <a:ext uri="{FF2B5EF4-FFF2-40B4-BE49-F238E27FC236}">
                <a16:creationId xmlns:a16="http://schemas.microsoft.com/office/drawing/2014/main" id="{51DB155C-E5E2-4001-82B1-55F82D24562D}"/>
              </a:ext>
            </a:extLst>
          </p:cNvPr>
          <p:cNvSpPr>
            <a:spLocks xmlns:a="http://schemas.openxmlformats.org/drawingml/2006/main" noGrp="1"/>
          </p:cNvSpPr>
          <p:nvPr/>
        </p:nvSpPr>
        <p:spPr>
          <a:xfrm xmlns:a="http://schemas.openxmlformats.org/drawingml/2006/main">
            <a:off x="5763638" y="635238"/>
            <a:ext cx="68083" cy="73901"/>
          </a:xfrm>
          <a:custGeom xmlns:a="http://schemas.openxmlformats.org/drawingml/2006/main">
            <a:pathLst>
              <a:path w="68083" h="73901">
                <a:moveTo>
                  <a:pt x="0" y="73901"/>
                </a:moveTo>
                <a:lnTo>
                  <a:pt x="68083" y="37818"/>
                </a:lnTo>
                <a:lnTo>
                  <a:pt x="947" y="0"/>
                </a:lnTo>
                <a:close/>
              </a:path>
            </a:pathLst>
          </a:custGeom>
          <a:solidFill xmlns:a="http://schemas.openxmlformats.org/drawingml/2006/main">
            <a:srgbClr val="D1AA25"/>
          </a:solidFill>
          <a:ln xmlns:a="http://schemas.openxmlformats.org/drawingml/2006/main" w="4815">
            <a:solidFill>
              <a:srgbClr val="D1AA25"/>
            </a:solidFill>
          </a:ln>
        </p:spPr>
      </p:sp>
      <p:sp>
        <p:nvSpPr>
          <p:cNvPr id="340" name="R1|333">
            <a:extLst xmlns:a="http://schemas.openxmlformats.org/drawingml/2006/main">
              <a:ext uri="{FF2B5EF4-FFF2-40B4-BE49-F238E27FC236}">
                <a16:creationId xmlns:a16="http://schemas.microsoft.com/office/drawing/2014/main" id="{74E19F1B-0DC6-4C6A-B11F-E1A3DF69891C}"/>
              </a:ext>
            </a:extLst>
          </p:cNvPr>
          <p:cNvSpPr>
            <a:spLocks xmlns:a="http://schemas.openxmlformats.org/drawingml/2006/main" noGrp="1"/>
          </p:cNvSpPr>
          <p:nvPr/>
        </p:nvSpPr>
        <p:spPr>
          <a:xfrm xmlns:a="http://schemas.openxmlformats.org/drawingml/2006/main">
            <a:off x="5094961" y="754952"/>
            <a:ext cx="741576" cy="785239"/>
          </a:xfrm>
          <a:custGeom xmlns:a="http://schemas.openxmlformats.org/drawingml/2006/main">
            <a:pathLst>
              <a:path w="741576" h="785239">
                <a:moveTo>
                  <a:pt x="0" y="785239"/>
                </a:moveTo>
                <a:lnTo>
                  <a:pt x="741576" y="0"/>
                </a:lnTo>
              </a:path>
            </a:pathLst>
          </a:custGeom>
          <a:noFill xmlns:a="http://schemas.openxmlformats.org/drawingml/2006/main"/>
          <a:ln xmlns:a="http://schemas.openxmlformats.org/drawingml/2006/main" w="86678">
            <a:solidFill>
              <a:srgbClr val="D1AA25">
                <a:alpha val="14510"/>
              </a:srgbClr>
            </a:solidFill>
          </a:ln>
        </p:spPr>
      </p:sp>
      <p:sp>
        <p:nvSpPr>
          <p:cNvPr id="341" name="R1|334">
            <a:extLst xmlns:a="http://schemas.openxmlformats.org/drawingml/2006/main">
              <a:ext uri="{FF2B5EF4-FFF2-40B4-BE49-F238E27FC236}">
                <a16:creationId xmlns:a16="http://schemas.microsoft.com/office/drawing/2014/main" id="{BC12C229-1D1C-4E40-9839-37697D419332}"/>
              </a:ext>
            </a:extLst>
          </p:cNvPr>
          <p:cNvSpPr>
            <a:spLocks xmlns:a="http://schemas.openxmlformats.org/drawingml/2006/main" noGrp="1"/>
          </p:cNvSpPr>
          <p:nvPr/>
        </p:nvSpPr>
        <p:spPr>
          <a:xfrm xmlns:a="http://schemas.openxmlformats.org/drawingml/2006/main">
            <a:off x="5094961" y="754952"/>
            <a:ext cx="741576" cy="785239"/>
          </a:xfrm>
          <a:custGeom xmlns:a="http://schemas.openxmlformats.org/drawingml/2006/main">
            <a:pathLst>
              <a:path w="741576" h="785239">
                <a:moveTo>
                  <a:pt x="0" y="785239"/>
                </a:moveTo>
                <a:lnTo>
                  <a:pt x="741576" y="0"/>
                </a:lnTo>
              </a:path>
            </a:pathLst>
          </a:custGeom>
          <a:noFill xmlns:a="http://schemas.openxmlformats.org/drawingml/2006/main"/>
          <a:ln xmlns:a="http://schemas.openxmlformats.org/drawingml/2006/main" w="43339">
            <a:solidFill>
              <a:srgbClr val="D1AA25">
                <a:alpha val="27059"/>
              </a:srgbClr>
            </a:solidFill>
          </a:ln>
        </p:spPr>
      </p:sp>
      <p:sp>
        <p:nvSpPr>
          <p:cNvPr id="342" name="R1|335">
            <a:extLst xmlns:a="http://schemas.openxmlformats.org/drawingml/2006/main">
              <a:ext uri="{FF2B5EF4-FFF2-40B4-BE49-F238E27FC236}">
                <a16:creationId xmlns:a16="http://schemas.microsoft.com/office/drawing/2014/main" id="{20E2A8CD-585F-434F-AC8A-3EA3BB2813EB}"/>
              </a:ext>
            </a:extLst>
          </p:cNvPr>
          <p:cNvSpPr>
            <a:spLocks xmlns:a="http://schemas.openxmlformats.org/drawingml/2006/main" noGrp="1"/>
          </p:cNvSpPr>
          <p:nvPr/>
        </p:nvSpPr>
        <p:spPr>
          <a:xfrm xmlns:a="http://schemas.openxmlformats.org/drawingml/2006/main">
            <a:off x="5094961" y="754952"/>
            <a:ext cx="741576" cy="785239"/>
          </a:xfrm>
          <a:custGeom xmlns:a="http://schemas.openxmlformats.org/drawingml/2006/main">
            <a:pathLst>
              <a:path w="741576" h="785239">
                <a:moveTo>
                  <a:pt x="0" y="785239"/>
                </a:moveTo>
                <a:lnTo>
                  <a:pt x="741576" y="0"/>
                </a:lnTo>
              </a:path>
            </a:pathLst>
          </a:custGeom>
          <a:noFill xmlns:a="http://schemas.openxmlformats.org/drawingml/2006/main"/>
          <a:ln xmlns:a="http://schemas.openxmlformats.org/drawingml/2006/main" w="17817">
            <a:solidFill>
              <a:srgbClr val="D1AA25"/>
            </a:solidFill>
          </a:ln>
        </p:spPr>
      </p:sp>
      <p:sp>
        <p:nvSpPr>
          <p:cNvPr id="343" name="R1|336">
            <a:extLst xmlns:a="http://schemas.openxmlformats.org/drawingml/2006/main">
              <a:ext uri="{FF2B5EF4-FFF2-40B4-BE49-F238E27FC236}">
                <a16:creationId xmlns:a16="http://schemas.microsoft.com/office/drawing/2014/main" id="{2281FC00-BFB2-4810-BC6C-D41C96FE5355}"/>
              </a:ext>
            </a:extLst>
          </p:cNvPr>
          <p:cNvSpPr>
            <a:spLocks xmlns:a="http://schemas.openxmlformats.org/drawingml/2006/main" noGrp="1"/>
          </p:cNvSpPr>
          <p:nvPr/>
        </p:nvSpPr>
        <p:spPr>
          <a:xfrm xmlns:a="http://schemas.openxmlformats.org/drawingml/2006/main">
            <a:off x="5763252" y="754952"/>
            <a:ext cx="73285" cy="74547"/>
          </a:xfrm>
          <a:custGeom xmlns:a="http://schemas.openxmlformats.org/drawingml/2006/main">
            <a:pathLst>
              <a:path w="73285" h="74547">
                <a:moveTo>
                  <a:pt x="53700" y="74547"/>
                </a:moveTo>
                <a:lnTo>
                  <a:pt x="73285" y="0"/>
                </a:lnTo>
                <a:lnTo>
                  <a:pt x="0" y="23791"/>
                </a:lnTo>
                <a:close/>
              </a:path>
            </a:pathLst>
          </a:custGeom>
          <a:solidFill xmlns:a="http://schemas.openxmlformats.org/drawingml/2006/main">
            <a:srgbClr val="D1AA25"/>
          </a:solidFill>
          <a:ln xmlns:a="http://schemas.openxmlformats.org/drawingml/2006/main" w="4815">
            <a:solidFill>
              <a:srgbClr val="D1AA25"/>
            </a:solidFill>
          </a:ln>
        </p:spPr>
      </p:sp>
      <p:sp>
        <p:nvSpPr>
          <p:cNvPr id="344" name="R1|337">
            <a:extLst xmlns:a="http://schemas.openxmlformats.org/drawingml/2006/main">
              <a:ext uri="{FF2B5EF4-FFF2-40B4-BE49-F238E27FC236}">
                <a16:creationId xmlns:a16="http://schemas.microsoft.com/office/drawing/2014/main" id="{A411F3EF-F991-42EE-B936-3B442821C602}"/>
              </a:ext>
            </a:extLst>
          </p:cNvPr>
          <p:cNvSpPr>
            <a:spLocks xmlns:a="http://schemas.openxmlformats.org/drawingml/2006/main" noGrp="1"/>
          </p:cNvSpPr>
          <p:nvPr/>
        </p:nvSpPr>
        <p:spPr>
          <a:xfrm xmlns:a="http://schemas.openxmlformats.org/drawingml/2006/main">
            <a:off x="5157561" y="745317"/>
            <a:ext cx="712683" cy="1676461"/>
          </a:xfrm>
          <a:custGeom xmlns:a="http://schemas.openxmlformats.org/drawingml/2006/main">
            <a:pathLst>
              <a:path w="712683" h="1676461">
                <a:moveTo>
                  <a:pt x="0" y="1676461"/>
                </a:moveTo>
                <a:lnTo>
                  <a:pt x="712683" y="0"/>
                </a:lnTo>
              </a:path>
            </a:pathLst>
          </a:custGeom>
          <a:noFill xmlns:a="http://schemas.openxmlformats.org/drawingml/2006/main"/>
          <a:ln xmlns:a="http://schemas.openxmlformats.org/drawingml/2006/main" w="86678">
            <a:solidFill>
              <a:srgbClr val="D1AA25">
                <a:alpha val="14510"/>
              </a:srgbClr>
            </a:solidFill>
          </a:ln>
        </p:spPr>
      </p:sp>
      <p:sp>
        <p:nvSpPr>
          <p:cNvPr id="345" name="R1|338">
            <a:extLst xmlns:a="http://schemas.openxmlformats.org/drawingml/2006/main">
              <a:ext uri="{FF2B5EF4-FFF2-40B4-BE49-F238E27FC236}">
                <a16:creationId xmlns:a16="http://schemas.microsoft.com/office/drawing/2014/main" id="{42327B2F-6F62-4EF6-8884-9BB0DF98CF16}"/>
              </a:ext>
            </a:extLst>
          </p:cNvPr>
          <p:cNvSpPr>
            <a:spLocks xmlns:a="http://schemas.openxmlformats.org/drawingml/2006/main" noGrp="1"/>
          </p:cNvSpPr>
          <p:nvPr/>
        </p:nvSpPr>
        <p:spPr>
          <a:xfrm xmlns:a="http://schemas.openxmlformats.org/drawingml/2006/main">
            <a:off x="5157561" y="745317"/>
            <a:ext cx="712683" cy="1676461"/>
          </a:xfrm>
          <a:custGeom xmlns:a="http://schemas.openxmlformats.org/drawingml/2006/main">
            <a:pathLst>
              <a:path w="712683" h="1676461">
                <a:moveTo>
                  <a:pt x="0" y="1676461"/>
                </a:moveTo>
                <a:lnTo>
                  <a:pt x="712683" y="0"/>
                </a:lnTo>
              </a:path>
            </a:pathLst>
          </a:custGeom>
          <a:noFill xmlns:a="http://schemas.openxmlformats.org/drawingml/2006/main"/>
          <a:ln xmlns:a="http://schemas.openxmlformats.org/drawingml/2006/main" w="43339">
            <a:solidFill>
              <a:srgbClr val="D1AA25">
                <a:alpha val="27059"/>
              </a:srgbClr>
            </a:solidFill>
          </a:ln>
        </p:spPr>
      </p:sp>
      <p:sp>
        <p:nvSpPr>
          <p:cNvPr id="346" name="R1|339">
            <a:extLst xmlns:a="http://schemas.openxmlformats.org/drawingml/2006/main">
              <a:ext uri="{FF2B5EF4-FFF2-40B4-BE49-F238E27FC236}">
                <a16:creationId xmlns:a16="http://schemas.microsoft.com/office/drawing/2014/main" id="{2AF7A73B-8374-4B03-9818-47C3A59C66E1}"/>
              </a:ext>
            </a:extLst>
          </p:cNvPr>
          <p:cNvSpPr>
            <a:spLocks xmlns:a="http://schemas.openxmlformats.org/drawingml/2006/main" noGrp="1"/>
          </p:cNvSpPr>
          <p:nvPr/>
        </p:nvSpPr>
        <p:spPr>
          <a:xfrm xmlns:a="http://schemas.openxmlformats.org/drawingml/2006/main">
            <a:off x="5157561" y="745317"/>
            <a:ext cx="712683" cy="1676461"/>
          </a:xfrm>
          <a:custGeom xmlns:a="http://schemas.openxmlformats.org/drawingml/2006/main">
            <a:pathLst>
              <a:path w="712683" h="1676461">
                <a:moveTo>
                  <a:pt x="0" y="1676461"/>
                </a:moveTo>
                <a:lnTo>
                  <a:pt x="712683" y="0"/>
                </a:lnTo>
              </a:path>
            </a:pathLst>
          </a:custGeom>
          <a:noFill xmlns:a="http://schemas.openxmlformats.org/drawingml/2006/main"/>
          <a:ln xmlns:a="http://schemas.openxmlformats.org/drawingml/2006/main" w="17817">
            <a:solidFill>
              <a:srgbClr val="D1AA25"/>
            </a:solidFill>
          </a:ln>
        </p:spPr>
      </p:sp>
      <p:sp>
        <p:nvSpPr>
          <p:cNvPr id="347" name="R1|340">
            <a:extLst xmlns:a="http://schemas.openxmlformats.org/drawingml/2006/main">
              <a:ext uri="{FF2B5EF4-FFF2-40B4-BE49-F238E27FC236}">
                <a16:creationId xmlns:a16="http://schemas.microsoft.com/office/drawing/2014/main" id="{8E9974BA-3A25-4A95-8FA7-2EC959CC9AC8}"/>
              </a:ext>
            </a:extLst>
          </p:cNvPr>
          <p:cNvSpPr>
            <a:spLocks xmlns:a="http://schemas.openxmlformats.org/drawingml/2006/main" noGrp="1"/>
          </p:cNvSpPr>
          <p:nvPr/>
        </p:nvSpPr>
        <p:spPr>
          <a:xfrm xmlns:a="http://schemas.openxmlformats.org/drawingml/2006/main">
            <a:off x="5809791" y="745317"/>
            <a:ext cx="67984" cy="76710"/>
          </a:xfrm>
          <a:custGeom xmlns:a="http://schemas.openxmlformats.org/drawingml/2006/main">
            <a:pathLst>
              <a:path w="67984" h="76710">
                <a:moveTo>
                  <a:pt x="67984" y="76710"/>
                </a:moveTo>
                <a:lnTo>
                  <a:pt x="60454" y="0"/>
                </a:lnTo>
                <a:lnTo>
                  <a:pt x="0" y="47785"/>
                </a:lnTo>
                <a:close/>
              </a:path>
            </a:pathLst>
          </a:custGeom>
          <a:solidFill xmlns:a="http://schemas.openxmlformats.org/drawingml/2006/main">
            <a:srgbClr val="D1AA25"/>
          </a:solidFill>
          <a:ln xmlns:a="http://schemas.openxmlformats.org/drawingml/2006/main" w="4815">
            <a:solidFill>
              <a:srgbClr val="D1AA25"/>
            </a:solidFill>
          </a:ln>
        </p:spPr>
      </p:sp>
      <p:sp>
        <p:nvSpPr>
          <p:cNvPr id="348" name="R1|341">
            <a:extLst xmlns:a="http://schemas.openxmlformats.org/drawingml/2006/main">
              <a:ext uri="{FF2B5EF4-FFF2-40B4-BE49-F238E27FC236}">
                <a16:creationId xmlns:a16="http://schemas.microsoft.com/office/drawing/2014/main" id="{1E0E18BC-3E44-4787-9F30-FD25D7EDB587}"/>
              </a:ext>
            </a:extLst>
          </p:cNvPr>
          <p:cNvSpPr>
            <a:spLocks xmlns:a="http://schemas.openxmlformats.org/drawingml/2006/main" noGrp="1"/>
          </p:cNvSpPr>
          <p:nvPr/>
        </p:nvSpPr>
        <p:spPr>
          <a:xfrm xmlns:a="http://schemas.openxmlformats.org/drawingml/2006/main">
            <a:off x="5143115" y="2450682"/>
            <a:ext cx="688606" cy="4817"/>
          </a:xfrm>
          <a:custGeom xmlns:a="http://schemas.openxmlformats.org/drawingml/2006/main">
            <a:pathLst>
              <a:path w="688606" h="4817">
                <a:moveTo>
                  <a:pt x="0" y="0"/>
                </a:moveTo>
                <a:lnTo>
                  <a:pt x="688606" y="4817"/>
                </a:lnTo>
              </a:path>
            </a:pathLst>
          </a:custGeom>
          <a:noFill xmlns:a="http://schemas.openxmlformats.org/drawingml/2006/main"/>
          <a:ln xmlns:a="http://schemas.openxmlformats.org/drawingml/2006/main" w="86678">
            <a:solidFill>
              <a:srgbClr val="D1AA25">
                <a:alpha val="14510"/>
              </a:srgbClr>
            </a:solidFill>
          </a:ln>
        </p:spPr>
      </p:sp>
      <p:sp>
        <p:nvSpPr>
          <p:cNvPr id="349" name="R1|342">
            <a:extLst xmlns:a="http://schemas.openxmlformats.org/drawingml/2006/main">
              <a:ext uri="{FF2B5EF4-FFF2-40B4-BE49-F238E27FC236}">
                <a16:creationId xmlns:a16="http://schemas.microsoft.com/office/drawing/2014/main" id="{E9E42562-862B-4A47-A885-2C50221F11D4}"/>
              </a:ext>
            </a:extLst>
          </p:cNvPr>
          <p:cNvSpPr>
            <a:spLocks xmlns:a="http://schemas.openxmlformats.org/drawingml/2006/main" noGrp="1"/>
          </p:cNvSpPr>
          <p:nvPr/>
        </p:nvSpPr>
        <p:spPr>
          <a:xfrm xmlns:a="http://schemas.openxmlformats.org/drawingml/2006/main">
            <a:off x="5143115" y="2450682"/>
            <a:ext cx="688606" cy="4817"/>
          </a:xfrm>
          <a:custGeom xmlns:a="http://schemas.openxmlformats.org/drawingml/2006/main">
            <a:pathLst>
              <a:path w="688606" h="4817">
                <a:moveTo>
                  <a:pt x="0" y="0"/>
                </a:moveTo>
                <a:lnTo>
                  <a:pt x="688606" y="4817"/>
                </a:lnTo>
              </a:path>
            </a:pathLst>
          </a:custGeom>
          <a:noFill xmlns:a="http://schemas.openxmlformats.org/drawingml/2006/main"/>
          <a:ln xmlns:a="http://schemas.openxmlformats.org/drawingml/2006/main" w="43339">
            <a:solidFill>
              <a:srgbClr val="D1AA25">
                <a:alpha val="27059"/>
              </a:srgbClr>
            </a:solidFill>
          </a:ln>
        </p:spPr>
      </p:sp>
      <p:sp>
        <p:nvSpPr>
          <p:cNvPr id="350" name="R1|343">
            <a:extLst xmlns:a="http://schemas.openxmlformats.org/drawingml/2006/main">
              <a:ext uri="{FF2B5EF4-FFF2-40B4-BE49-F238E27FC236}">
                <a16:creationId xmlns:a16="http://schemas.microsoft.com/office/drawing/2014/main" id="{5496EE19-A6FD-49A5-8A69-2A63EBBAABD3}"/>
              </a:ext>
            </a:extLst>
          </p:cNvPr>
          <p:cNvSpPr>
            <a:spLocks xmlns:a="http://schemas.openxmlformats.org/drawingml/2006/main" noGrp="1"/>
          </p:cNvSpPr>
          <p:nvPr/>
        </p:nvSpPr>
        <p:spPr>
          <a:xfrm xmlns:a="http://schemas.openxmlformats.org/drawingml/2006/main">
            <a:off x="5143115" y="2450682"/>
            <a:ext cx="688606" cy="4817"/>
          </a:xfrm>
          <a:custGeom xmlns:a="http://schemas.openxmlformats.org/drawingml/2006/main">
            <a:pathLst>
              <a:path w="688606" h="4817">
                <a:moveTo>
                  <a:pt x="0" y="0"/>
                </a:moveTo>
                <a:lnTo>
                  <a:pt x="688606" y="4817"/>
                </a:lnTo>
              </a:path>
            </a:pathLst>
          </a:custGeom>
          <a:noFill xmlns:a="http://schemas.openxmlformats.org/drawingml/2006/main"/>
          <a:ln xmlns:a="http://schemas.openxmlformats.org/drawingml/2006/main" w="17817">
            <a:solidFill>
              <a:srgbClr val="D1AA25"/>
            </a:solidFill>
          </a:ln>
        </p:spPr>
      </p:sp>
      <p:sp>
        <p:nvSpPr>
          <p:cNvPr id="351" name="R1|344">
            <a:extLst xmlns:a="http://schemas.openxmlformats.org/drawingml/2006/main">
              <a:ext uri="{FF2B5EF4-FFF2-40B4-BE49-F238E27FC236}">
                <a16:creationId xmlns:a16="http://schemas.microsoft.com/office/drawing/2014/main" id="{1C053C73-20E8-4F91-9061-798D5E4506F5}"/>
              </a:ext>
            </a:extLst>
          </p:cNvPr>
          <p:cNvSpPr>
            <a:spLocks xmlns:a="http://schemas.openxmlformats.org/drawingml/2006/main" noGrp="1"/>
          </p:cNvSpPr>
          <p:nvPr/>
        </p:nvSpPr>
        <p:spPr>
          <a:xfrm xmlns:a="http://schemas.openxmlformats.org/drawingml/2006/main">
            <a:off x="5763850" y="2418074"/>
            <a:ext cx="67872" cy="73905"/>
          </a:xfrm>
          <a:custGeom xmlns:a="http://schemas.openxmlformats.org/drawingml/2006/main">
            <a:pathLst>
              <a:path w="67872" h="73905">
                <a:moveTo>
                  <a:pt x="0" y="73905"/>
                </a:moveTo>
                <a:lnTo>
                  <a:pt x="67872" y="37426"/>
                </a:lnTo>
                <a:lnTo>
                  <a:pt x="517" y="0"/>
                </a:lnTo>
                <a:close/>
              </a:path>
            </a:pathLst>
          </a:custGeom>
          <a:solidFill xmlns:a="http://schemas.openxmlformats.org/drawingml/2006/main">
            <a:srgbClr val="D1AA25"/>
          </a:solidFill>
          <a:ln xmlns:a="http://schemas.openxmlformats.org/drawingml/2006/main" w="4815">
            <a:solidFill>
              <a:srgbClr val="D1AA25"/>
            </a:solidFill>
          </a:ln>
        </p:spPr>
      </p:sp>
      <p:sp>
        <p:nvSpPr>
          <p:cNvPr id="352" name="R1|345">
            <a:extLst xmlns:a="http://schemas.openxmlformats.org/drawingml/2006/main">
              <a:ext uri="{FF2B5EF4-FFF2-40B4-BE49-F238E27FC236}">
                <a16:creationId xmlns:a16="http://schemas.microsoft.com/office/drawing/2014/main" id="{A0613860-F020-448A-892F-4E64C280E06D}"/>
              </a:ext>
            </a:extLst>
          </p:cNvPr>
          <p:cNvSpPr>
            <a:spLocks xmlns:a="http://schemas.openxmlformats.org/drawingml/2006/main" noGrp="1"/>
          </p:cNvSpPr>
          <p:nvPr/>
        </p:nvSpPr>
        <p:spPr>
          <a:xfrm xmlns:a="http://schemas.openxmlformats.org/drawingml/2006/main">
            <a:off x="4155952" y="576708"/>
            <a:ext cx="231141" cy="48"/>
          </a:xfrm>
          <a:custGeom xmlns:a="http://schemas.openxmlformats.org/drawingml/2006/main">
            <a:pathLst>
              <a:path w="231141" h="48">
                <a:moveTo>
                  <a:pt x="0" y="0"/>
                </a:moveTo>
                <a:lnTo>
                  <a:pt x="231141" y="0"/>
                </a:lnTo>
              </a:path>
            </a:pathLst>
          </a:custGeom>
          <a:noFill xmlns:a="http://schemas.openxmlformats.org/drawingml/2006/main"/>
          <a:ln xmlns:a="http://schemas.openxmlformats.org/drawingml/2006/main" w="77047">
            <a:solidFill>
              <a:srgbClr val="C6413B">
                <a:alpha val="18824"/>
              </a:srgbClr>
            </a:solidFill>
          </a:ln>
        </p:spPr>
      </p:sp>
      <p:sp>
        <p:nvSpPr>
          <p:cNvPr id="353" name="R1|346">
            <a:extLst xmlns:a="http://schemas.openxmlformats.org/drawingml/2006/main">
              <a:ext uri="{FF2B5EF4-FFF2-40B4-BE49-F238E27FC236}">
                <a16:creationId xmlns:a16="http://schemas.microsoft.com/office/drawing/2014/main" id="{ECC36AB7-0769-4686-9388-D658FC6D82E8}"/>
              </a:ext>
            </a:extLst>
          </p:cNvPr>
          <p:cNvSpPr>
            <a:spLocks xmlns:a="http://schemas.openxmlformats.org/drawingml/2006/main" noGrp="1"/>
          </p:cNvSpPr>
          <p:nvPr/>
        </p:nvSpPr>
        <p:spPr>
          <a:xfrm xmlns:a="http://schemas.openxmlformats.org/drawingml/2006/main">
            <a:off x="4155952" y="576708"/>
            <a:ext cx="231141" cy="48"/>
          </a:xfrm>
          <a:custGeom xmlns:a="http://schemas.openxmlformats.org/drawingml/2006/main">
            <a:pathLst>
              <a:path w="231141" h="48">
                <a:moveTo>
                  <a:pt x="0" y="0"/>
                </a:moveTo>
                <a:lnTo>
                  <a:pt x="231141" y="0"/>
                </a:lnTo>
              </a:path>
            </a:pathLst>
          </a:custGeom>
          <a:noFill xmlns:a="http://schemas.openxmlformats.org/drawingml/2006/main"/>
          <a:ln xmlns:a="http://schemas.openxmlformats.org/drawingml/2006/main" w="19262">
            <a:solidFill>
              <a:srgbClr val="C6413B"/>
            </a:solidFill>
          </a:ln>
        </p:spPr>
      </p:sp>
      <p:sp>
        <p:nvSpPr>
          <p:cNvPr id="354" name="R1|347">
            <a:extLst xmlns:a="http://schemas.openxmlformats.org/drawingml/2006/main">
              <a:ext uri="{FF2B5EF4-FFF2-40B4-BE49-F238E27FC236}">
                <a16:creationId xmlns:a16="http://schemas.microsoft.com/office/drawing/2014/main" id="{58A97F47-8DBE-4E58-B6AC-9F6AE97DFDCC}"/>
              </a:ext>
            </a:extLst>
          </p:cNvPr>
          <p:cNvSpPr>
            <a:spLocks xmlns:a="http://schemas.openxmlformats.org/drawingml/2006/main" noGrp="1"/>
          </p:cNvSpPr>
          <p:nvPr/>
        </p:nvSpPr>
        <p:spPr>
          <a:xfrm xmlns:a="http://schemas.openxmlformats.org/drawingml/2006/main">
            <a:off x="4327930" y="544373"/>
            <a:ext cx="59163" cy="64669"/>
          </a:xfrm>
          <a:custGeom xmlns:a="http://schemas.openxmlformats.org/drawingml/2006/main">
            <a:pathLst>
              <a:path w="59163" h="64669">
                <a:moveTo>
                  <a:pt x="0" y="64669"/>
                </a:moveTo>
                <a:lnTo>
                  <a:pt x="59163" y="32334"/>
                </a:lnTo>
                <a:lnTo>
                  <a:pt x="0" y="0"/>
                </a:lnTo>
                <a:close/>
              </a:path>
            </a:pathLst>
          </a:custGeom>
          <a:solidFill xmlns:a="http://schemas.openxmlformats.org/drawingml/2006/main">
            <a:srgbClr val="C6413B"/>
          </a:solidFill>
          <a:ln xmlns:a="http://schemas.openxmlformats.org/drawingml/2006/main" w="4815">
            <a:solidFill>
              <a:srgbClr val="C6413B"/>
            </a:solidFill>
          </a:ln>
        </p:spPr>
      </p:sp>
      <p:sp>
        <p:nvSpPr>
          <p:cNvPr id="355" name="R1|348">
            <a:extLst xmlns:a="http://schemas.openxmlformats.org/drawingml/2006/main">
              <a:ext uri="{FF2B5EF4-FFF2-40B4-BE49-F238E27FC236}">
                <a16:creationId xmlns:a16="http://schemas.microsoft.com/office/drawing/2014/main" id="{0711FD29-86EC-40A4-81EB-CEE04E8D4F42}"/>
              </a:ext>
            </a:extLst>
          </p:cNvPr>
          <p:cNvSpPr>
            <a:spLocks xmlns:a="http://schemas.openxmlformats.org/drawingml/2006/main" noGrp="1"/>
          </p:cNvSpPr>
          <p:nvPr/>
        </p:nvSpPr>
        <p:spPr>
          <a:xfrm xmlns:a="http://schemas.openxmlformats.org/drawingml/2006/main">
            <a:off x="4199291" y="745317"/>
            <a:ext cx="168540" cy="115618"/>
          </a:xfrm>
          <a:custGeom xmlns:a="http://schemas.openxmlformats.org/drawingml/2006/main">
            <a:pathLst>
              <a:path w="168540" h="115618">
                <a:moveTo>
                  <a:pt x="0" y="115618"/>
                </a:moveTo>
                <a:lnTo>
                  <a:pt x="168540" y="0"/>
                </a:lnTo>
              </a:path>
            </a:pathLst>
          </a:custGeom>
          <a:noFill xmlns:a="http://schemas.openxmlformats.org/drawingml/2006/main"/>
          <a:ln xmlns:a="http://schemas.openxmlformats.org/drawingml/2006/main" w="77047">
            <a:solidFill>
              <a:srgbClr val="C6413B">
                <a:alpha val="18824"/>
              </a:srgbClr>
            </a:solidFill>
          </a:ln>
        </p:spPr>
      </p:sp>
      <p:sp>
        <p:nvSpPr>
          <p:cNvPr id="356" name="R1|349">
            <a:extLst xmlns:a="http://schemas.openxmlformats.org/drawingml/2006/main">
              <a:ext uri="{FF2B5EF4-FFF2-40B4-BE49-F238E27FC236}">
                <a16:creationId xmlns:a16="http://schemas.microsoft.com/office/drawing/2014/main" id="{4C6BF3C6-A3CB-4121-861D-285C40232F34}"/>
              </a:ext>
            </a:extLst>
          </p:cNvPr>
          <p:cNvSpPr>
            <a:spLocks xmlns:a="http://schemas.openxmlformats.org/drawingml/2006/main" noGrp="1"/>
          </p:cNvSpPr>
          <p:nvPr/>
        </p:nvSpPr>
        <p:spPr>
          <a:xfrm xmlns:a="http://schemas.openxmlformats.org/drawingml/2006/main">
            <a:off x="4199291" y="745317"/>
            <a:ext cx="168540" cy="115618"/>
          </a:xfrm>
          <a:custGeom xmlns:a="http://schemas.openxmlformats.org/drawingml/2006/main">
            <a:pathLst>
              <a:path w="168540" h="115618">
                <a:moveTo>
                  <a:pt x="0" y="115618"/>
                </a:moveTo>
                <a:lnTo>
                  <a:pt x="168540" y="0"/>
                </a:lnTo>
              </a:path>
            </a:pathLst>
          </a:custGeom>
          <a:noFill xmlns:a="http://schemas.openxmlformats.org/drawingml/2006/main"/>
          <a:ln xmlns:a="http://schemas.openxmlformats.org/drawingml/2006/main" w="19262">
            <a:solidFill>
              <a:srgbClr val="C6413B"/>
            </a:solidFill>
          </a:ln>
        </p:spPr>
      </p:sp>
      <p:sp>
        <p:nvSpPr>
          <p:cNvPr id="357" name="R1|350">
            <a:extLst xmlns:a="http://schemas.openxmlformats.org/drawingml/2006/main">
              <a:ext uri="{FF2B5EF4-FFF2-40B4-BE49-F238E27FC236}">
                <a16:creationId xmlns:a16="http://schemas.microsoft.com/office/drawing/2014/main" id="{D84A3CB2-6A76-4918-8615-4B0D93578A25}"/>
              </a:ext>
            </a:extLst>
          </p:cNvPr>
          <p:cNvSpPr>
            <a:spLocks xmlns:a="http://schemas.openxmlformats.org/drawingml/2006/main" noGrp="1"/>
          </p:cNvSpPr>
          <p:nvPr/>
        </p:nvSpPr>
        <p:spPr>
          <a:xfrm xmlns:a="http://schemas.openxmlformats.org/drawingml/2006/main">
            <a:off x="4300759" y="745317"/>
            <a:ext cx="67072" cy="60139"/>
          </a:xfrm>
          <a:custGeom xmlns:a="http://schemas.openxmlformats.org/drawingml/2006/main">
            <a:pathLst>
              <a:path w="67072" h="60139">
                <a:moveTo>
                  <a:pt x="36557" y="60139"/>
                </a:moveTo>
                <a:lnTo>
                  <a:pt x="67072" y="0"/>
                </a:lnTo>
                <a:lnTo>
                  <a:pt x="0" y="6805"/>
                </a:lnTo>
                <a:close/>
              </a:path>
            </a:pathLst>
          </a:custGeom>
          <a:solidFill xmlns:a="http://schemas.openxmlformats.org/drawingml/2006/main">
            <a:srgbClr val="C6413B"/>
          </a:solidFill>
          <a:ln xmlns:a="http://schemas.openxmlformats.org/drawingml/2006/main" w="4815">
            <a:solidFill>
              <a:srgbClr val="C6413B"/>
            </a:solidFill>
          </a:ln>
        </p:spPr>
      </p:sp>
      <p:sp>
        <p:nvSpPr>
          <p:cNvPr id="358" name="R1|351">
            <a:extLst xmlns:a="http://schemas.openxmlformats.org/drawingml/2006/main">
              <a:ext uri="{FF2B5EF4-FFF2-40B4-BE49-F238E27FC236}">
                <a16:creationId xmlns:a16="http://schemas.microsoft.com/office/drawing/2014/main" id="{2E4AE9F0-7BFB-4F1D-BCC0-A3FEEBF00C73}"/>
              </a:ext>
            </a:extLst>
          </p:cNvPr>
          <p:cNvSpPr>
            <a:spLocks xmlns:a="http://schemas.openxmlformats.org/drawingml/2006/main" noGrp="1"/>
          </p:cNvSpPr>
          <p:nvPr/>
        </p:nvSpPr>
        <p:spPr>
          <a:xfrm xmlns:a="http://schemas.openxmlformats.org/drawingml/2006/main">
            <a:off x="4353385" y="1000640"/>
            <a:ext cx="182986" cy="168610"/>
          </a:xfrm>
          <a:custGeom xmlns:a="http://schemas.openxmlformats.org/drawingml/2006/main">
            <a:pathLst>
              <a:path w="182986" h="168610">
                <a:moveTo>
                  <a:pt x="0" y="0"/>
                </a:moveTo>
                <a:lnTo>
                  <a:pt x="182986" y="168610"/>
                </a:lnTo>
              </a:path>
            </a:pathLst>
          </a:custGeom>
          <a:noFill xmlns:a="http://schemas.openxmlformats.org/drawingml/2006/main"/>
          <a:ln xmlns:a="http://schemas.openxmlformats.org/drawingml/2006/main" w="77047">
            <a:solidFill>
              <a:srgbClr val="326A96">
                <a:alpha val="18824"/>
              </a:srgbClr>
            </a:solidFill>
          </a:ln>
        </p:spPr>
      </p:sp>
      <p:sp>
        <p:nvSpPr>
          <p:cNvPr id="359" name="R1|352">
            <a:extLst xmlns:a="http://schemas.openxmlformats.org/drawingml/2006/main">
              <a:ext uri="{FF2B5EF4-FFF2-40B4-BE49-F238E27FC236}">
                <a16:creationId xmlns:a16="http://schemas.microsoft.com/office/drawing/2014/main" id="{3ADC14BD-24B2-4D41-A2A3-598EB6EE02EE}"/>
              </a:ext>
            </a:extLst>
          </p:cNvPr>
          <p:cNvSpPr>
            <a:spLocks xmlns:a="http://schemas.openxmlformats.org/drawingml/2006/main" noGrp="1"/>
          </p:cNvSpPr>
          <p:nvPr/>
        </p:nvSpPr>
        <p:spPr>
          <a:xfrm xmlns:a="http://schemas.openxmlformats.org/drawingml/2006/main">
            <a:off x="4353385" y="1000640"/>
            <a:ext cx="182986" cy="168610"/>
          </a:xfrm>
          <a:custGeom xmlns:a="http://schemas.openxmlformats.org/drawingml/2006/main">
            <a:pathLst>
              <a:path w="182986" h="168610">
                <a:moveTo>
                  <a:pt x="0" y="0"/>
                </a:moveTo>
                <a:lnTo>
                  <a:pt x="182986" y="168610"/>
                </a:lnTo>
              </a:path>
            </a:pathLst>
          </a:custGeom>
          <a:noFill xmlns:a="http://schemas.openxmlformats.org/drawingml/2006/main"/>
          <a:ln xmlns:a="http://schemas.openxmlformats.org/drawingml/2006/main" w="19262">
            <a:solidFill>
              <a:srgbClr val="326A96"/>
            </a:solidFill>
          </a:ln>
        </p:spPr>
      </p:sp>
      <p:sp>
        <p:nvSpPr>
          <p:cNvPr id="360" name="R1|353">
            <a:extLst xmlns:a="http://schemas.openxmlformats.org/drawingml/2006/main">
              <a:ext uri="{FF2B5EF4-FFF2-40B4-BE49-F238E27FC236}">
                <a16:creationId xmlns:a16="http://schemas.microsoft.com/office/drawing/2014/main" id="{CB86CF3A-6250-4845-9E88-C59DC822CC25}"/>
              </a:ext>
            </a:extLst>
          </p:cNvPr>
          <p:cNvSpPr>
            <a:spLocks xmlns:a="http://schemas.openxmlformats.org/drawingml/2006/main" noGrp="1"/>
          </p:cNvSpPr>
          <p:nvPr/>
        </p:nvSpPr>
        <p:spPr>
          <a:xfrm xmlns:a="http://schemas.openxmlformats.org/drawingml/2006/main">
            <a:off x="4470957" y="1105368"/>
            <a:ext cx="65414" cy="63881"/>
          </a:xfrm>
          <a:custGeom xmlns:a="http://schemas.openxmlformats.org/drawingml/2006/main">
            <a:pathLst>
              <a:path w="65414" h="63881">
                <a:moveTo>
                  <a:pt x="0" y="47567"/>
                </a:moveTo>
                <a:lnTo>
                  <a:pt x="65414" y="63881"/>
                </a:lnTo>
                <a:lnTo>
                  <a:pt x="43793" y="0"/>
                </a:lnTo>
                <a:close/>
              </a:path>
            </a:pathLst>
          </a:custGeom>
          <a:solidFill xmlns:a="http://schemas.openxmlformats.org/drawingml/2006/main">
            <a:srgbClr val="326A96"/>
          </a:solidFill>
          <a:ln xmlns:a="http://schemas.openxmlformats.org/drawingml/2006/main" w="4815">
            <a:solidFill>
              <a:srgbClr val="326A96"/>
            </a:solidFill>
          </a:ln>
        </p:spPr>
      </p:sp>
      <p:sp>
        <p:nvSpPr>
          <p:cNvPr id="361" name="R1|354">
            <a:extLst xmlns:a="http://schemas.openxmlformats.org/drawingml/2006/main">
              <a:ext uri="{FF2B5EF4-FFF2-40B4-BE49-F238E27FC236}">
                <a16:creationId xmlns:a16="http://schemas.microsoft.com/office/drawing/2014/main" id="{A65D2FCF-BAEF-4017-B799-82CFB3C3C377}"/>
              </a:ext>
            </a:extLst>
          </p:cNvPr>
          <p:cNvSpPr>
            <a:spLocks xmlns:a="http://schemas.openxmlformats.org/drawingml/2006/main" noGrp="1"/>
          </p:cNvSpPr>
          <p:nvPr/>
        </p:nvSpPr>
        <p:spPr>
          <a:xfrm xmlns:a="http://schemas.openxmlformats.org/drawingml/2006/main">
            <a:off x="4228184" y="1251146"/>
            <a:ext cx="202248" cy="134888"/>
          </a:xfrm>
          <a:custGeom xmlns:a="http://schemas.openxmlformats.org/drawingml/2006/main">
            <a:pathLst>
              <a:path w="202248" h="134888">
                <a:moveTo>
                  <a:pt x="202248" y="134888"/>
                </a:moveTo>
                <a:lnTo>
                  <a:pt x="0" y="0"/>
                </a:lnTo>
              </a:path>
            </a:pathLst>
          </a:custGeom>
          <a:noFill xmlns:a="http://schemas.openxmlformats.org/drawingml/2006/main"/>
          <a:ln xmlns:a="http://schemas.openxmlformats.org/drawingml/2006/main" w="77047">
            <a:solidFill>
              <a:srgbClr val="326A96">
                <a:alpha val="18824"/>
              </a:srgbClr>
            </a:solidFill>
          </a:ln>
        </p:spPr>
      </p:sp>
      <p:sp>
        <p:nvSpPr>
          <p:cNvPr id="362" name="R1|355">
            <a:extLst xmlns:a="http://schemas.openxmlformats.org/drawingml/2006/main">
              <a:ext uri="{FF2B5EF4-FFF2-40B4-BE49-F238E27FC236}">
                <a16:creationId xmlns:a16="http://schemas.microsoft.com/office/drawing/2014/main" id="{6F044E7A-2E0E-4D43-91AF-F7ABE9807658}"/>
              </a:ext>
            </a:extLst>
          </p:cNvPr>
          <p:cNvSpPr>
            <a:spLocks xmlns:a="http://schemas.openxmlformats.org/drawingml/2006/main" noGrp="1"/>
          </p:cNvSpPr>
          <p:nvPr/>
        </p:nvSpPr>
        <p:spPr>
          <a:xfrm xmlns:a="http://schemas.openxmlformats.org/drawingml/2006/main">
            <a:off x="4228184" y="1251146"/>
            <a:ext cx="202248" cy="134888"/>
          </a:xfrm>
          <a:custGeom xmlns:a="http://schemas.openxmlformats.org/drawingml/2006/main">
            <a:pathLst>
              <a:path w="202248" h="134888">
                <a:moveTo>
                  <a:pt x="202248" y="134888"/>
                </a:moveTo>
                <a:lnTo>
                  <a:pt x="0" y="0"/>
                </a:lnTo>
              </a:path>
            </a:pathLst>
          </a:custGeom>
          <a:noFill xmlns:a="http://schemas.openxmlformats.org/drawingml/2006/main"/>
          <a:ln xmlns:a="http://schemas.openxmlformats.org/drawingml/2006/main" w="19262">
            <a:solidFill>
              <a:srgbClr val="326A96"/>
            </a:solidFill>
          </a:ln>
        </p:spPr>
      </p:sp>
      <p:sp>
        <p:nvSpPr>
          <p:cNvPr id="363" name="R1|356">
            <a:extLst xmlns:a="http://schemas.openxmlformats.org/drawingml/2006/main">
              <a:ext uri="{FF2B5EF4-FFF2-40B4-BE49-F238E27FC236}">
                <a16:creationId xmlns:a16="http://schemas.microsoft.com/office/drawing/2014/main" id="{4DEC1C5B-842F-417F-A0F0-06F13AD40CD8}"/>
              </a:ext>
            </a:extLst>
          </p:cNvPr>
          <p:cNvSpPr>
            <a:spLocks xmlns:a="http://schemas.openxmlformats.org/drawingml/2006/main" noGrp="1"/>
          </p:cNvSpPr>
          <p:nvPr/>
        </p:nvSpPr>
        <p:spPr>
          <a:xfrm xmlns:a="http://schemas.openxmlformats.org/drawingml/2006/main">
            <a:off x="4228184" y="1251146"/>
            <a:ext cx="67155" cy="59735"/>
          </a:xfrm>
          <a:custGeom xmlns:a="http://schemas.openxmlformats.org/drawingml/2006/main">
            <a:pathLst>
              <a:path w="67155" h="59735">
                <a:moveTo>
                  <a:pt x="67155" y="5928"/>
                </a:moveTo>
                <a:lnTo>
                  <a:pt x="0" y="0"/>
                </a:lnTo>
                <a:lnTo>
                  <a:pt x="31298" y="59735"/>
                </a:lnTo>
                <a:close/>
              </a:path>
            </a:pathLst>
          </a:custGeom>
          <a:solidFill xmlns:a="http://schemas.openxmlformats.org/drawingml/2006/main">
            <a:srgbClr val="326A96"/>
          </a:solidFill>
          <a:ln xmlns:a="http://schemas.openxmlformats.org/drawingml/2006/main" w="4815">
            <a:solidFill>
              <a:srgbClr val="326A96"/>
            </a:solidFill>
          </a:ln>
        </p:spPr>
      </p:sp>
      <p:sp>
        <p:nvSpPr>
          <p:cNvPr id="364" name="R1|357">
            <a:extLst xmlns:a="http://schemas.openxmlformats.org/drawingml/2006/main">
              <a:ext uri="{FF2B5EF4-FFF2-40B4-BE49-F238E27FC236}">
                <a16:creationId xmlns:a16="http://schemas.microsoft.com/office/drawing/2014/main" id="{AE463D6A-9411-4791-9E91-681822B2EEE2}"/>
              </a:ext>
            </a:extLst>
          </p:cNvPr>
          <p:cNvSpPr>
            <a:spLocks xmlns:a="http://schemas.openxmlformats.org/drawingml/2006/main" noGrp="1"/>
          </p:cNvSpPr>
          <p:nvPr/>
        </p:nvSpPr>
        <p:spPr>
          <a:xfrm xmlns:a="http://schemas.openxmlformats.org/drawingml/2006/main">
            <a:off x="5407964" y="860935"/>
            <a:ext cx="115570" cy="67444"/>
          </a:xfrm>
          <a:custGeom xmlns:a="http://schemas.openxmlformats.org/drawingml/2006/main">
            <a:pathLst>
              <a:path w="115570" h="67444">
                <a:moveTo>
                  <a:pt x="0" y="67444"/>
                </a:moveTo>
                <a:lnTo>
                  <a:pt x="115570" y="0"/>
                </a:lnTo>
              </a:path>
            </a:pathLst>
          </a:custGeom>
          <a:noFill xmlns:a="http://schemas.openxmlformats.org/drawingml/2006/main"/>
          <a:ln xmlns:a="http://schemas.openxmlformats.org/drawingml/2006/main" w="77047">
            <a:solidFill>
              <a:srgbClr val="D1AA25">
                <a:alpha val="18824"/>
              </a:srgbClr>
            </a:solidFill>
          </a:ln>
        </p:spPr>
      </p:sp>
      <p:sp>
        <p:nvSpPr>
          <p:cNvPr id="365" name="R1|358">
            <a:extLst xmlns:a="http://schemas.openxmlformats.org/drawingml/2006/main">
              <a:ext uri="{FF2B5EF4-FFF2-40B4-BE49-F238E27FC236}">
                <a16:creationId xmlns:a16="http://schemas.microsoft.com/office/drawing/2014/main" id="{AAE7AFB0-1627-400C-9F10-50158B965A3E}"/>
              </a:ext>
            </a:extLst>
          </p:cNvPr>
          <p:cNvSpPr>
            <a:spLocks xmlns:a="http://schemas.openxmlformats.org/drawingml/2006/main" noGrp="1"/>
          </p:cNvSpPr>
          <p:nvPr/>
        </p:nvSpPr>
        <p:spPr>
          <a:xfrm xmlns:a="http://schemas.openxmlformats.org/drawingml/2006/main">
            <a:off x="5407964" y="860935"/>
            <a:ext cx="115570" cy="67444"/>
          </a:xfrm>
          <a:custGeom xmlns:a="http://schemas.openxmlformats.org/drawingml/2006/main">
            <a:pathLst>
              <a:path w="115570" h="67444">
                <a:moveTo>
                  <a:pt x="0" y="67444"/>
                </a:moveTo>
                <a:lnTo>
                  <a:pt x="115570" y="0"/>
                </a:lnTo>
              </a:path>
            </a:pathLst>
          </a:custGeom>
          <a:noFill xmlns:a="http://schemas.openxmlformats.org/drawingml/2006/main"/>
          <a:ln xmlns:a="http://schemas.openxmlformats.org/drawingml/2006/main" w="19262">
            <a:solidFill>
              <a:srgbClr val="D1AA25"/>
            </a:solidFill>
          </a:ln>
        </p:spPr>
      </p:sp>
      <p:sp>
        <p:nvSpPr>
          <p:cNvPr id="366" name="R1|359">
            <a:extLst xmlns:a="http://schemas.openxmlformats.org/drawingml/2006/main">
              <a:ext uri="{FF2B5EF4-FFF2-40B4-BE49-F238E27FC236}">
                <a16:creationId xmlns:a16="http://schemas.microsoft.com/office/drawing/2014/main" id="{5D8EB3D2-EA54-4B86-9AB7-8079C4D91622}"/>
              </a:ext>
            </a:extLst>
          </p:cNvPr>
          <p:cNvSpPr>
            <a:spLocks xmlns:a="http://schemas.openxmlformats.org/drawingml/2006/main" noGrp="1"/>
          </p:cNvSpPr>
          <p:nvPr/>
        </p:nvSpPr>
        <p:spPr>
          <a:xfrm xmlns:a="http://schemas.openxmlformats.org/drawingml/2006/main">
            <a:off x="5456145" y="860935"/>
            <a:ext cx="67389" cy="57753"/>
          </a:xfrm>
          <a:custGeom xmlns:a="http://schemas.openxmlformats.org/drawingml/2006/main">
            <a:pathLst>
              <a:path w="67389" h="57753">
                <a:moveTo>
                  <a:pt x="32571" y="57753"/>
                </a:moveTo>
                <a:lnTo>
                  <a:pt x="67389" y="0"/>
                </a:lnTo>
                <a:lnTo>
                  <a:pt x="0" y="1893"/>
                </a:lnTo>
                <a:close/>
              </a:path>
            </a:pathLst>
          </a:custGeom>
          <a:solidFill xmlns:a="http://schemas.openxmlformats.org/drawingml/2006/main">
            <a:srgbClr val="D1AA25"/>
          </a:solidFill>
          <a:ln xmlns:a="http://schemas.openxmlformats.org/drawingml/2006/main" w="4815">
            <a:solidFill>
              <a:srgbClr val="D1AA25"/>
            </a:solidFill>
          </a:ln>
        </p:spPr>
      </p:sp>
      <p:sp>
        <p:nvSpPr>
          <p:cNvPr id="367" name="R1|360">
            <a:extLst xmlns:a="http://schemas.openxmlformats.org/drawingml/2006/main">
              <a:ext uri="{FF2B5EF4-FFF2-40B4-BE49-F238E27FC236}">
                <a16:creationId xmlns:a16="http://schemas.microsoft.com/office/drawing/2014/main" id="{E0AD8875-13F5-415D-A9C9-14BA0F5E1418}"/>
              </a:ext>
            </a:extLst>
          </p:cNvPr>
          <p:cNvSpPr>
            <a:spLocks xmlns:a="http://schemas.openxmlformats.org/drawingml/2006/main" noGrp="1"/>
          </p:cNvSpPr>
          <p:nvPr/>
        </p:nvSpPr>
        <p:spPr>
          <a:xfrm xmlns:a="http://schemas.openxmlformats.org/drawingml/2006/main">
            <a:off x="5369440" y="586342"/>
            <a:ext cx="216694" cy="48"/>
          </a:xfrm>
          <a:custGeom xmlns:a="http://schemas.openxmlformats.org/drawingml/2006/main">
            <a:pathLst>
              <a:path w="216694" h="48">
                <a:moveTo>
                  <a:pt x="0" y="0"/>
                </a:moveTo>
                <a:lnTo>
                  <a:pt x="216694" y="0"/>
                </a:lnTo>
              </a:path>
            </a:pathLst>
          </a:custGeom>
          <a:noFill xmlns:a="http://schemas.openxmlformats.org/drawingml/2006/main"/>
          <a:ln xmlns:a="http://schemas.openxmlformats.org/drawingml/2006/main" w="77047">
            <a:solidFill>
              <a:srgbClr val="D1AA25">
                <a:alpha val="18824"/>
              </a:srgbClr>
            </a:solidFill>
          </a:ln>
        </p:spPr>
      </p:sp>
      <p:sp>
        <p:nvSpPr>
          <p:cNvPr id="368" name="R1|361">
            <a:extLst xmlns:a="http://schemas.openxmlformats.org/drawingml/2006/main">
              <a:ext uri="{FF2B5EF4-FFF2-40B4-BE49-F238E27FC236}">
                <a16:creationId xmlns:a16="http://schemas.microsoft.com/office/drawing/2014/main" id="{38663E81-8ABB-41FF-8D97-3419AA42F9EF}"/>
              </a:ext>
            </a:extLst>
          </p:cNvPr>
          <p:cNvSpPr>
            <a:spLocks xmlns:a="http://schemas.openxmlformats.org/drawingml/2006/main" noGrp="1"/>
          </p:cNvSpPr>
          <p:nvPr/>
        </p:nvSpPr>
        <p:spPr>
          <a:xfrm xmlns:a="http://schemas.openxmlformats.org/drawingml/2006/main">
            <a:off x="5369440" y="586342"/>
            <a:ext cx="216694" cy="48"/>
          </a:xfrm>
          <a:custGeom xmlns:a="http://schemas.openxmlformats.org/drawingml/2006/main">
            <a:pathLst>
              <a:path w="216694" h="48">
                <a:moveTo>
                  <a:pt x="0" y="0"/>
                </a:moveTo>
                <a:lnTo>
                  <a:pt x="216694" y="0"/>
                </a:lnTo>
              </a:path>
            </a:pathLst>
          </a:custGeom>
          <a:noFill xmlns:a="http://schemas.openxmlformats.org/drawingml/2006/main"/>
          <a:ln xmlns:a="http://schemas.openxmlformats.org/drawingml/2006/main" w="19262">
            <a:solidFill>
              <a:srgbClr val="D1AA25"/>
            </a:solidFill>
          </a:ln>
        </p:spPr>
      </p:sp>
      <p:sp>
        <p:nvSpPr>
          <p:cNvPr id="369" name="R1|362">
            <a:extLst xmlns:a="http://schemas.openxmlformats.org/drawingml/2006/main">
              <a:ext uri="{FF2B5EF4-FFF2-40B4-BE49-F238E27FC236}">
                <a16:creationId xmlns:a16="http://schemas.microsoft.com/office/drawing/2014/main" id="{0E7480D2-0C79-4C8F-98AB-A7C19E12EB5B}"/>
              </a:ext>
            </a:extLst>
          </p:cNvPr>
          <p:cNvSpPr>
            <a:spLocks xmlns:a="http://schemas.openxmlformats.org/drawingml/2006/main" noGrp="1"/>
          </p:cNvSpPr>
          <p:nvPr/>
        </p:nvSpPr>
        <p:spPr>
          <a:xfrm xmlns:a="http://schemas.openxmlformats.org/drawingml/2006/main">
            <a:off x="5526971" y="554008"/>
            <a:ext cx="59163" cy="64669"/>
          </a:xfrm>
          <a:custGeom xmlns:a="http://schemas.openxmlformats.org/drawingml/2006/main">
            <a:pathLst>
              <a:path w="59163" h="64669">
                <a:moveTo>
                  <a:pt x="0" y="64669"/>
                </a:moveTo>
                <a:lnTo>
                  <a:pt x="59163" y="32334"/>
                </a:lnTo>
                <a:lnTo>
                  <a:pt x="0" y="0"/>
                </a:lnTo>
                <a:close/>
              </a:path>
            </a:pathLst>
          </a:custGeom>
          <a:solidFill xmlns:a="http://schemas.openxmlformats.org/drawingml/2006/main">
            <a:srgbClr val="D1AA25"/>
          </a:solidFill>
          <a:ln xmlns:a="http://schemas.openxmlformats.org/drawingml/2006/main" w="4815">
            <a:solidFill>
              <a:srgbClr val="D1AA25"/>
            </a:solidFill>
          </a:ln>
        </p:spPr>
      </p:sp>
      <p:sp>
        <p:nvSpPr>
          <p:cNvPr id="370" name="R1|363">
            <a:extLst xmlns:a="http://schemas.openxmlformats.org/drawingml/2006/main">
              <a:ext uri="{FF2B5EF4-FFF2-40B4-BE49-F238E27FC236}">
                <a16:creationId xmlns:a16="http://schemas.microsoft.com/office/drawing/2014/main" id="{9197C4F0-DF84-42D7-AA76-1776E261008B}"/>
              </a:ext>
            </a:extLst>
          </p:cNvPr>
          <p:cNvSpPr>
            <a:spLocks xmlns:a="http://schemas.openxmlformats.org/drawingml/2006/main" noGrp="1"/>
          </p:cNvSpPr>
          <p:nvPr/>
        </p:nvSpPr>
        <p:spPr>
          <a:xfrm xmlns:a="http://schemas.openxmlformats.org/drawingml/2006/main">
            <a:off x="5273132" y="1015093"/>
            <a:ext cx="173355" cy="154157"/>
          </a:xfrm>
          <a:custGeom xmlns:a="http://schemas.openxmlformats.org/drawingml/2006/main">
            <a:pathLst>
              <a:path w="173355" h="154157">
                <a:moveTo>
                  <a:pt x="0" y="154157"/>
                </a:moveTo>
                <a:lnTo>
                  <a:pt x="173355" y="0"/>
                </a:lnTo>
              </a:path>
            </a:pathLst>
          </a:custGeom>
          <a:noFill xmlns:a="http://schemas.openxmlformats.org/drawingml/2006/main"/>
          <a:ln xmlns:a="http://schemas.openxmlformats.org/drawingml/2006/main" w="77047">
            <a:solidFill>
              <a:srgbClr val="D1AA25">
                <a:alpha val="18824"/>
              </a:srgbClr>
            </a:solidFill>
          </a:ln>
        </p:spPr>
      </p:sp>
      <p:sp>
        <p:nvSpPr>
          <p:cNvPr id="371" name="R1|364">
            <a:extLst xmlns:a="http://schemas.openxmlformats.org/drawingml/2006/main">
              <a:ext uri="{FF2B5EF4-FFF2-40B4-BE49-F238E27FC236}">
                <a16:creationId xmlns:a16="http://schemas.microsoft.com/office/drawing/2014/main" id="{A53C41AD-78CF-48E0-93CF-7DB4A5CF36E6}"/>
              </a:ext>
            </a:extLst>
          </p:cNvPr>
          <p:cNvSpPr>
            <a:spLocks xmlns:a="http://schemas.openxmlformats.org/drawingml/2006/main" noGrp="1"/>
          </p:cNvSpPr>
          <p:nvPr/>
        </p:nvSpPr>
        <p:spPr>
          <a:xfrm xmlns:a="http://schemas.openxmlformats.org/drawingml/2006/main">
            <a:off x="5273132" y="1015093"/>
            <a:ext cx="173355" cy="154157"/>
          </a:xfrm>
          <a:custGeom xmlns:a="http://schemas.openxmlformats.org/drawingml/2006/main">
            <a:pathLst>
              <a:path w="173355" h="154157">
                <a:moveTo>
                  <a:pt x="0" y="154157"/>
                </a:moveTo>
                <a:lnTo>
                  <a:pt x="173355" y="0"/>
                </a:lnTo>
              </a:path>
            </a:pathLst>
          </a:custGeom>
          <a:noFill xmlns:a="http://schemas.openxmlformats.org/drawingml/2006/main"/>
          <a:ln xmlns:a="http://schemas.openxmlformats.org/drawingml/2006/main" w="19262">
            <a:solidFill>
              <a:srgbClr val="D1AA25"/>
            </a:solidFill>
          </a:ln>
        </p:spPr>
      </p:sp>
      <p:sp>
        <p:nvSpPr>
          <p:cNvPr id="372" name="R1|365">
            <a:extLst xmlns:a="http://schemas.openxmlformats.org/drawingml/2006/main">
              <a:ext uri="{FF2B5EF4-FFF2-40B4-BE49-F238E27FC236}">
                <a16:creationId xmlns:a16="http://schemas.microsoft.com/office/drawing/2014/main" id="{34F6F609-2345-4C14-972A-091E64940B29}"/>
              </a:ext>
            </a:extLst>
          </p:cNvPr>
          <p:cNvSpPr>
            <a:spLocks xmlns:a="http://schemas.openxmlformats.org/drawingml/2006/main" noGrp="1"/>
          </p:cNvSpPr>
          <p:nvPr/>
        </p:nvSpPr>
        <p:spPr>
          <a:xfrm xmlns:a="http://schemas.openxmlformats.org/drawingml/2006/main">
            <a:off x="5380795" y="1015093"/>
            <a:ext cx="65692" cy="63489"/>
          </a:xfrm>
          <a:custGeom xmlns:a="http://schemas.openxmlformats.org/drawingml/2006/main">
            <a:pathLst>
              <a:path w="65692" h="63489">
                <a:moveTo>
                  <a:pt x="42946" y="63489"/>
                </a:moveTo>
                <a:lnTo>
                  <a:pt x="65692" y="0"/>
                </a:lnTo>
                <a:lnTo>
                  <a:pt x="0" y="15155"/>
                </a:lnTo>
                <a:close/>
              </a:path>
            </a:pathLst>
          </a:custGeom>
          <a:solidFill xmlns:a="http://schemas.openxmlformats.org/drawingml/2006/main">
            <a:srgbClr val="D1AA25"/>
          </a:solidFill>
          <a:ln xmlns:a="http://schemas.openxmlformats.org/drawingml/2006/main" w="4815">
            <a:solidFill>
              <a:srgbClr val="D1AA25"/>
            </a:solidFill>
          </a:ln>
        </p:spPr>
      </p:sp>
      <p:sp>
        <p:nvSpPr>
          <p:cNvPr id="373" name="R1|366">
            <a:extLst xmlns:a="http://schemas.openxmlformats.org/drawingml/2006/main">
              <a:ext uri="{FF2B5EF4-FFF2-40B4-BE49-F238E27FC236}">
                <a16:creationId xmlns:a16="http://schemas.microsoft.com/office/drawing/2014/main" id="{83848DB1-3CF9-4783-A4FA-57A211F692CC}"/>
              </a:ext>
            </a:extLst>
          </p:cNvPr>
          <p:cNvSpPr>
            <a:spLocks xmlns:a="http://schemas.openxmlformats.org/drawingml/2006/main" noGrp="1"/>
          </p:cNvSpPr>
          <p:nvPr/>
        </p:nvSpPr>
        <p:spPr>
          <a:xfrm xmlns:a="http://schemas.openxmlformats.org/drawingml/2006/main">
            <a:off x="5311655" y="1193337"/>
            <a:ext cx="308187" cy="197514"/>
          </a:xfrm>
          <a:custGeom xmlns:a="http://schemas.openxmlformats.org/drawingml/2006/main">
            <a:pathLst>
              <a:path w="308187" h="197514">
                <a:moveTo>
                  <a:pt x="0" y="197514"/>
                </a:moveTo>
                <a:lnTo>
                  <a:pt x="308187" y="0"/>
                </a:lnTo>
              </a:path>
            </a:pathLst>
          </a:custGeom>
          <a:noFill xmlns:a="http://schemas.openxmlformats.org/drawingml/2006/main"/>
          <a:ln xmlns:a="http://schemas.openxmlformats.org/drawingml/2006/main" w="77047">
            <a:solidFill>
              <a:srgbClr val="326A96">
                <a:alpha val="18824"/>
              </a:srgbClr>
            </a:solidFill>
          </a:ln>
        </p:spPr>
      </p:sp>
      <p:sp>
        <p:nvSpPr>
          <p:cNvPr id="374" name="R1|367">
            <a:extLst xmlns:a="http://schemas.openxmlformats.org/drawingml/2006/main">
              <a:ext uri="{FF2B5EF4-FFF2-40B4-BE49-F238E27FC236}">
                <a16:creationId xmlns:a16="http://schemas.microsoft.com/office/drawing/2014/main" id="{9F44AE66-86EF-40FD-8394-C9949E85164C}"/>
              </a:ext>
            </a:extLst>
          </p:cNvPr>
          <p:cNvSpPr>
            <a:spLocks xmlns:a="http://schemas.openxmlformats.org/drawingml/2006/main" noGrp="1"/>
          </p:cNvSpPr>
          <p:nvPr/>
        </p:nvSpPr>
        <p:spPr>
          <a:xfrm xmlns:a="http://schemas.openxmlformats.org/drawingml/2006/main">
            <a:off x="5311655" y="1193337"/>
            <a:ext cx="308187" cy="197514"/>
          </a:xfrm>
          <a:custGeom xmlns:a="http://schemas.openxmlformats.org/drawingml/2006/main">
            <a:pathLst>
              <a:path w="308187" h="197514">
                <a:moveTo>
                  <a:pt x="0" y="197514"/>
                </a:moveTo>
                <a:lnTo>
                  <a:pt x="308187" y="0"/>
                </a:lnTo>
              </a:path>
            </a:pathLst>
          </a:custGeom>
          <a:noFill xmlns:a="http://schemas.openxmlformats.org/drawingml/2006/main"/>
          <a:ln xmlns:a="http://schemas.openxmlformats.org/drawingml/2006/main" w="19262">
            <a:solidFill>
              <a:srgbClr val="326A96"/>
            </a:solidFill>
          </a:ln>
        </p:spPr>
      </p:sp>
      <p:sp>
        <p:nvSpPr>
          <p:cNvPr id="375" name="R1|368">
            <a:extLst xmlns:a="http://schemas.openxmlformats.org/drawingml/2006/main">
              <a:ext uri="{FF2B5EF4-FFF2-40B4-BE49-F238E27FC236}">
                <a16:creationId xmlns:a16="http://schemas.microsoft.com/office/drawing/2014/main" id="{1CE094FA-F6B2-463A-B79F-DFF3F695990C}"/>
              </a:ext>
            </a:extLst>
          </p:cNvPr>
          <p:cNvSpPr>
            <a:spLocks xmlns:a="http://schemas.openxmlformats.org/drawingml/2006/main" noGrp="1"/>
          </p:cNvSpPr>
          <p:nvPr/>
        </p:nvSpPr>
        <p:spPr>
          <a:xfrm xmlns:a="http://schemas.openxmlformats.org/drawingml/2006/main">
            <a:off x="5552590" y="1193337"/>
            <a:ext cx="67252" cy="59154"/>
          </a:xfrm>
          <a:custGeom xmlns:a="http://schemas.openxmlformats.org/drawingml/2006/main">
            <a:pathLst>
              <a:path w="67252" h="59154">
                <a:moveTo>
                  <a:pt x="34870" y="59154"/>
                </a:moveTo>
                <a:lnTo>
                  <a:pt x="67252" y="0"/>
                </a:lnTo>
                <a:lnTo>
                  <a:pt x="0" y="4701"/>
                </a:lnTo>
                <a:close/>
              </a:path>
            </a:pathLst>
          </a:custGeom>
          <a:solidFill xmlns:a="http://schemas.openxmlformats.org/drawingml/2006/main">
            <a:srgbClr val="326A96"/>
          </a:solidFill>
          <a:ln xmlns:a="http://schemas.openxmlformats.org/drawingml/2006/main" w="4815">
            <a:solidFill>
              <a:srgbClr val="326A96"/>
            </a:solidFill>
          </a:ln>
        </p:spPr>
      </p:sp>
      <p:sp>
        <p:nvSpPr>
          <p:cNvPr id="376" name="R1|369">
            <a:extLst xmlns:a="http://schemas.openxmlformats.org/drawingml/2006/main">
              <a:ext uri="{FF2B5EF4-FFF2-40B4-BE49-F238E27FC236}">
                <a16:creationId xmlns:a16="http://schemas.microsoft.com/office/drawing/2014/main" id="{7F128561-F72F-4CDE-AE0F-7734E66F1FA7}"/>
              </a:ext>
            </a:extLst>
          </p:cNvPr>
          <p:cNvSpPr>
            <a:spLocks xmlns:a="http://schemas.openxmlformats.org/drawingml/2006/main" noGrp="1"/>
          </p:cNvSpPr>
          <p:nvPr/>
        </p:nvSpPr>
        <p:spPr>
          <a:xfrm xmlns:a="http://schemas.openxmlformats.org/drawingml/2006/main">
            <a:off x="5268316" y="1516104"/>
            <a:ext cx="231141" cy="9635"/>
          </a:xfrm>
          <a:custGeom xmlns:a="http://schemas.openxmlformats.org/drawingml/2006/main">
            <a:pathLst>
              <a:path w="231141" h="9635">
                <a:moveTo>
                  <a:pt x="0" y="9635"/>
                </a:moveTo>
                <a:lnTo>
                  <a:pt x="231141" y="0"/>
                </a:lnTo>
              </a:path>
            </a:pathLst>
          </a:custGeom>
          <a:noFill xmlns:a="http://schemas.openxmlformats.org/drawingml/2006/main"/>
          <a:ln xmlns:a="http://schemas.openxmlformats.org/drawingml/2006/main" w="77047">
            <a:solidFill>
              <a:srgbClr val="326A96">
                <a:alpha val="18824"/>
              </a:srgbClr>
            </a:solidFill>
          </a:ln>
        </p:spPr>
      </p:sp>
      <p:sp>
        <p:nvSpPr>
          <p:cNvPr id="377" name="R1|370">
            <a:extLst xmlns:a="http://schemas.openxmlformats.org/drawingml/2006/main">
              <a:ext uri="{FF2B5EF4-FFF2-40B4-BE49-F238E27FC236}">
                <a16:creationId xmlns:a16="http://schemas.microsoft.com/office/drawing/2014/main" id="{B169C1F7-DBBF-4406-837B-39E116A43823}"/>
              </a:ext>
            </a:extLst>
          </p:cNvPr>
          <p:cNvSpPr>
            <a:spLocks xmlns:a="http://schemas.openxmlformats.org/drawingml/2006/main" noGrp="1"/>
          </p:cNvSpPr>
          <p:nvPr/>
        </p:nvSpPr>
        <p:spPr>
          <a:xfrm xmlns:a="http://schemas.openxmlformats.org/drawingml/2006/main">
            <a:off x="5268316" y="1516104"/>
            <a:ext cx="231141" cy="9635"/>
          </a:xfrm>
          <a:custGeom xmlns:a="http://schemas.openxmlformats.org/drawingml/2006/main">
            <a:pathLst>
              <a:path w="231141" h="9635">
                <a:moveTo>
                  <a:pt x="0" y="9635"/>
                </a:moveTo>
                <a:lnTo>
                  <a:pt x="231141" y="0"/>
                </a:lnTo>
              </a:path>
            </a:pathLst>
          </a:custGeom>
          <a:noFill xmlns:a="http://schemas.openxmlformats.org/drawingml/2006/main"/>
          <a:ln xmlns:a="http://schemas.openxmlformats.org/drawingml/2006/main" w="19262">
            <a:solidFill>
              <a:srgbClr val="326A96"/>
            </a:solidFill>
          </a:ln>
        </p:spPr>
      </p:sp>
      <p:sp>
        <p:nvSpPr>
          <p:cNvPr id="378" name="R1|371">
            <a:extLst xmlns:a="http://schemas.openxmlformats.org/drawingml/2006/main">
              <a:ext uri="{FF2B5EF4-FFF2-40B4-BE49-F238E27FC236}">
                <a16:creationId xmlns:a16="http://schemas.microsoft.com/office/drawing/2014/main" id="{18BD15E1-45AD-40A4-9E13-D0CDE1051274}"/>
              </a:ext>
            </a:extLst>
          </p:cNvPr>
          <p:cNvSpPr>
            <a:spLocks xmlns:a="http://schemas.openxmlformats.org/drawingml/2006/main" noGrp="1"/>
          </p:cNvSpPr>
          <p:nvPr/>
        </p:nvSpPr>
        <p:spPr>
          <a:xfrm xmlns:a="http://schemas.openxmlformats.org/drawingml/2006/main">
            <a:off x="5438999" y="1486262"/>
            <a:ext cx="60457" cy="64613"/>
          </a:xfrm>
          <a:custGeom xmlns:a="http://schemas.openxmlformats.org/drawingml/2006/main">
            <a:pathLst>
              <a:path w="60457" h="64613">
                <a:moveTo>
                  <a:pt x="2691" y="64613"/>
                </a:moveTo>
                <a:lnTo>
                  <a:pt x="60457" y="29842"/>
                </a:lnTo>
                <a:lnTo>
                  <a:pt x="0" y="0"/>
                </a:lnTo>
                <a:close/>
              </a:path>
            </a:pathLst>
          </a:custGeom>
          <a:solidFill xmlns:a="http://schemas.openxmlformats.org/drawingml/2006/main">
            <a:srgbClr val="326A96"/>
          </a:solidFill>
          <a:ln xmlns:a="http://schemas.openxmlformats.org/drawingml/2006/main" w="4815">
            <a:solidFill>
              <a:srgbClr val="326A96"/>
            </a:solidFill>
          </a:ln>
        </p:spPr>
      </p:sp>
      <p:sp>
        <p:nvSpPr>
          <p:cNvPr id="379" name="R1|372">
            <a:extLst xmlns:a="http://schemas.openxmlformats.org/drawingml/2006/main">
              <a:ext uri="{FF2B5EF4-FFF2-40B4-BE49-F238E27FC236}">
                <a16:creationId xmlns:a16="http://schemas.microsoft.com/office/drawing/2014/main" id="{4BE379E2-A9FC-41C6-B530-C8437C7A0763}"/>
              </a:ext>
            </a:extLst>
          </p:cNvPr>
          <p:cNvSpPr>
            <a:spLocks xmlns:a="http://schemas.openxmlformats.org/drawingml/2006/main" noGrp="1"/>
          </p:cNvSpPr>
          <p:nvPr/>
        </p:nvSpPr>
        <p:spPr>
          <a:xfrm xmlns:a="http://schemas.openxmlformats.org/drawingml/2006/main">
            <a:off x="4257076" y="1834053"/>
            <a:ext cx="91493" cy="197514"/>
          </a:xfrm>
          <a:custGeom xmlns:a="http://schemas.openxmlformats.org/drawingml/2006/main">
            <a:pathLst>
              <a:path w="91493" h="197514">
                <a:moveTo>
                  <a:pt x="91493" y="197514"/>
                </a:moveTo>
                <a:lnTo>
                  <a:pt x="0" y="0"/>
                </a:lnTo>
              </a:path>
            </a:pathLst>
          </a:custGeom>
          <a:noFill xmlns:a="http://schemas.openxmlformats.org/drawingml/2006/main"/>
          <a:ln xmlns:a="http://schemas.openxmlformats.org/drawingml/2006/main" w="77047">
            <a:solidFill>
              <a:srgbClr val="C6413B">
                <a:alpha val="18824"/>
              </a:srgbClr>
            </a:solidFill>
          </a:ln>
        </p:spPr>
      </p:sp>
      <p:sp>
        <p:nvSpPr>
          <p:cNvPr id="380" name="R1|373">
            <a:extLst xmlns:a="http://schemas.openxmlformats.org/drawingml/2006/main">
              <a:ext uri="{FF2B5EF4-FFF2-40B4-BE49-F238E27FC236}">
                <a16:creationId xmlns:a16="http://schemas.microsoft.com/office/drawing/2014/main" id="{255209D0-124D-4D8C-878E-B4A6684B8BF4}"/>
              </a:ext>
            </a:extLst>
          </p:cNvPr>
          <p:cNvSpPr>
            <a:spLocks xmlns:a="http://schemas.openxmlformats.org/drawingml/2006/main" noGrp="1"/>
          </p:cNvSpPr>
          <p:nvPr/>
        </p:nvSpPr>
        <p:spPr>
          <a:xfrm xmlns:a="http://schemas.openxmlformats.org/drawingml/2006/main">
            <a:off x="4257076" y="1834053"/>
            <a:ext cx="91493" cy="197514"/>
          </a:xfrm>
          <a:custGeom xmlns:a="http://schemas.openxmlformats.org/drawingml/2006/main">
            <a:pathLst>
              <a:path w="91493" h="197514">
                <a:moveTo>
                  <a:pt x="91493" y="197514"/>
                </a:moveTo>
                <a:lnTo>
                  <a:pt x="0" y="0"/>
                </a:lnTo>
              </a:path>
            </a:pathLst>
          </a:custGeom>
          <a:noFill xmlns:a="http://schemas.openxmlformats.org/drawingml/2006/main"/>
          <a:ln xmlns:a="http://schemas.openxmlformats.org/drawingml/2006/main" w="19262">
            <a:solidFill>
              <a:srgbClr val="C6413B"/>
            </a:solidFill>
          </a:ln>
        </p:spPr>
      </p:sp>
      <p:sp>
        <p:nvSpPr>
          <p:cNvPr id="381" name="R1|374">
            <a:extLst xmlns:a="http://schemas.openxmlformats.org/drawingml/2006/main">
              <a:ext uri="{FF2B5EF4-FFF2-40B4-BE49-F238E27FC236}">
                <a16:creationId xmlns:a16="http://schemas.microsoft.com/office/drawing/2014/main" id="{985DBC86-5237-4510-935D-0368D57CA0D3}"/>
              </a:ext>
            </a:extLst>
          </p:cNvPr>
          <p:cNvSpPr>
            <a:spLocks xmlns:a="http://schemas.openxmlformats.org/drawingml/2006/main" noGrp="1"/>
          </p:cNvSpPr>
          <p:nvPr/>
        </p:nvSpPr>
        <p:spPr>
          <a:xfrm xmlns:a="http://schemas.openxmlformats.org/drawingml/2006/main">
            <a:off x="4252627" y="1834053"/>
            <a:ext cx="58650" cy="67297"/>
          </a:xfrm>
          <a:custGeom xmlns:a="http://schemas.openxmlformats.org/drawingml/2006/main">
            <a:pathLst>
              <a:path w="58650" h="67297">
                <a:moveTo>
                  <a:pt x="58650" y="40106"/>
                </a:moveTo>
                <a:lnTo>
                  <a:pt x="4449" y="0"/>
                </a:lnTo>
                <a:lnTo>
                  <a:pt x="0" y="67297"/>
                </a:lnTo>
                <a:close/>
              </a:path>
            </a:pathLst>
          </a:custGeom>
          <a:solidFill xmlns:a="http://schemas.openxmlformats.org/drawingml/2006/main">
            <a:srgbClr val="C6413B"/>
          </a:solidFill>
          <a:ln xmlns:a="http://schemas.openxmlformats.org/drawingml/2006/main" w="4815">
            <a:solidFill>
              <a:srgbClr val="C6413B"/>
            </a:solidFill>
          </a:ln>
        </p:spPr>
      </p:sp>
      <p:sp>
        <p:nvSpPr>
          <p:cNvPr id="382" name="R1|375">
            <a:extLst xmlns:a="http://schemas.openxmlformats.org/drawingml/2006/main">
              <a:ext uri="{FF2B5EF4-FFF2-40B4-BE49-F238E27FC236}">
                <a16:creationId xmlns:a16="http://schemas.microsoft.com/office/drawing/2014/main" id="{4BDA6EBA-0C73-421A-ADEB-E6A63646C41A}"/>
              </a:ext>
            </a:extLst>
          </p:cNvPr>
          <p:cNvSpPr>
            <a:spLocks xmlns:a="http://schemas.openxmlformats.org/drawingml/2006/main" noGrp="1"/>
          </p:cNvSpPr>
          <p:nvPr/>
        </p:nvSpPr>
        <p:spPr>
          <a:xfrm xmlns:a="http://schemas.openxmlformats.org/drawingml/2006/main">
            <a:off x="4440062" y="1761792"/>
            <a:ext cx="178171" cy="197514"/>
          </a:xfrm>
          <a:custGeom xmlns:a="http://schemas.openxmlformats.org/drawingml/2006/main">
            <a:pathLst>
              <a:path w="178171" h="197514">
                <a:moveTo>
                  <a:pt x="0" y="0"/>
                </a:moveTo>
                <a:lnTo>
                  <a:pt x="178171" y="197514"/>
                </a:lnTo>
              </a:path>
            </a:pathLst>
          </a:custGeom>
          <a:noFill xmlns:a="http://schemas.openxmlformats.org/drawingml/2006/main"/>
          <a:ln xmlns:a="http://schemas.openxmlformats.org/drawingml/2006/main" w="77047">
            <a:solidFill>
              <a:srgbClr val="326A96">
                <a:alpha val="18824"/>
              </a:srgbClr>
            </a:solidFill>
          </a:ln>
        </p:spPr>
      </p:sp>
      <p:sp>
        <p:nvSpPr>
          <p:cNvPr id="383" name="R1|376">
            <a:extLst xmlns:a="http://schemas.openxmlformats.org/drawingml/2006/main">
              <a:ext uri="{FF2B5EF4-FFF2-40B4-BE49-F238E27FC236}">
                <a16:creationId xmlns:a16="http://schemas.microsoft.com/office/drawing/2014/main" id="{C376ACC7-266E-4F63-9697-1BF0E5D32493}"/>
              </a:ext>
            </a:extLst>
          </p:cNvPr>
          <p:cNvSpPr>
            <a:spLocks xmlns:a="http://schemas.openxmlformats.org/drawingml/2006/main" noGrp="1"/>
          </p:cNvSpPr>
          <p:nvPr/>
        </p:nvSpPr>
        <p:spPr>
          <a:xfrm xmlns:a="http://schemas.openxmlformats.org/drawingml/2006/main">
            <a:off x="4440062" y="1761792"/>
            <a:ext cx="178171" cy="197514"/>
          </a:xfrm>
          <a:custGeom xmlns:a="http://schemas.openxmlformats.org/drawingml/2006/main">
            <a:pathLst>
              <a:path w="178171" h="197514">
                <a:moveTo>
                  <a:pt x="0" y="0"/>
                </a:moveTo>
                <a:lnTo>
                  <a:pt x="178171" y="197514"/>
                </a:lnTo>
              </a:path>
            </a:pathLst>
          </a:custGeom>
          <a:noFill xmlns:a="http://schemas.openxmlformats.org/drawingml/2006/main"/>
          <a:ln xmlns:a="http://schemas.openxmlformats.org/drawingml/2006/main" w="19262">
            <a:solidFill>
              <a:srgbClr val="326A96"/>
            </a:solidFill>
          </a:ln>
        </p:spPr>
      </p:sp>
      <p:sp>
        <p:nvSpPr>
          <p:cNvPr id="384" name="R1|377">
            <a:extLst xmlns:a="http://schemas.openxmlformats.org/drawingml/2006/main">
              <a:ext uri="{FF2B5EF4-FFF2-40B4-BE49-F238E27FC236}">
                <a16:creationId xmlns:a16="http://schemas.microsoft.com/office/drawing/2014/main" id="{8406739F-7237-4679-ABA8-9091E0D428FA}"/>
              </a:ext>
            </a:extLst>
          </p:cNvPr>
          <p:cNvSpPr>
            <a:spLocks xmlns:a="http://schemas.openxmlformats.org/drawingml/2006/main" noGrp="1"/>
          </p:cNvSpPr>
          <p:nvPr/>
        </p:nvSpPr>
        <p:spPr>
          <a:xfrm xmlns:a="http://schemas.openxmlformats.org/drawingml/2006/main">
            <a:off x="4554601" y="1893703"/>
            <a:ext cx="63632" cy="65603"/>
          </a:xfrm>
          <a:custGeom xmlns:a="http://schemas.openxmlformats.org/drawingml/2006/main">
            <a:pathLst>
              <a:path w="63632" h="65603">
                <a:moveTo>
                  <a:pt x="0" y="43326"/>
                </a:moveTo>
                <a:lnTo>
                  <a:pt x="63632" y="65603"/>
                </a:lnTo>
                <a:lnTo>
                  <a:pt x="47990" y="0"/>
                </a:lnTo>
                <a:close/>
              </a:path>
            </a:pathLst>
          </a:custGeom>
          <a:solidFill xmlns:a="http://schemas.openxmlformats.org/drawingml/2006/main">
            <a:srgbClr val="326A96"/>
          </a:solidFill>
          <a:ln xmlns:a="http://schemas.openxmlformats.org/drawingml/2006/main" w="4815">
            <a:solidFill>
              <a:srgbClr val="326A96"/>
            </a:solidFill>
          </a:ln>
        </p:spPr>
      </p:sp>
      <p:sp>
        <p:nvSpPr>
          <p:cNvPr id="385" name="R1|378">
            <a:extLst xmlns:a="http://schemas.openxmlformats.org/drawingml/2006/main">
              <a:ext uri="{FF2B5EF4-FFF2-40B4-BE49-F238E27FC236}">
                <a16:creationId xmlns:a16="http://schemas.microsoft.com/office/drawing/2014/main" id="{991F4358-2731-4329-B61A-F17DAF8DED02}"/>
              </a:ext>
            </a:extLst>
          </p:cNvPr>
          <p:cNvSpPr>
            <a:spLocks xmlns:a="http://schemas.openxmlformats.org/drawingml/2006/main" noGrp="1"/>
          </p:cNvSpPr>
          <p:nvPr/>
        </p:nvSpPr>
        <p:spPr>
          <a:xfrm xmlns:a="http://schemas.openxmlformats.org/drawingml/2006/main">
            <a:off x="5258685" y="1732887"/>
            <a:ext cx="125201" cy="236053"/>
          </a:xfrm>
          <a:custGeom xmlns:a="http://schemas.openxmlformats.org/drawingml/2006/main">
            <a:pathLst>
              <a:path w="125201" h="236053">
                <a:moveTo>
                  <a:pt x="0" y="236053"/>
                </a:moveTo>
                <a:lnTo>
                  <a:pt x="125201" y="0"/>
                </a:lnTo>
              </a:path>
            </a:pathLst>
          </a:custGeom>
          <a:noFill xmlns:a="http://schemas.openxmlformats.org/drawingml/2006/main"/>
          <a:ln xmlns:a="http://schemas.openxmlformats.org/drawingml/2006/main" w="77047">
            <a:solidFill>
              <a:srgbClr val="D1AA25">
                <a:alpha val="18824"/>
              </a:srgbClr>
            </a:solidFill>
          </a:ln>
        </p:spPr>
      </p:sp>
      <p:sp>
        <p:nvSpPr>
          <p:cNvPr id="386" name="R1|379">
            <a:extLst xmlns:a="http://schemas.openxmlformats.org/drawingml/2006/main">
              <a:ext uri="{FF2B5EF4-FFF2-40B4-BE49-F238E27FC236}">
                <a16:creationId xmlns:a16="http://schemas.microsoft.com/office/drawing/2014/main" id="{356983C2-98A0-4051-A17A-2757A345531B}"/>
              </a:ext>
            </a:extLst>
          </p:cNvPr>
          <p:cNvSpPr>
            <a:spLocks xmlns:a="http://schemas.openxmlformats.org/drawingml/2006/main" noGrp="1"/>
          </p:cNvSpPr>
          <p:nvPr/>
        </p:nvSpPr>
        <p:spPr>
          <a:xfrm xmlns:a="http://schemas.openxmlformats.org/drawingml/2006/main">
            <a:off x="5258685" y="1732887"/>
            <a:ext cx="125201" cy="236053"/>
          </a:xfrm>
          <a:custGeom xmlns:a="http://schemas.openxmlformats.org/drawingml/2006/main">
            <a:pathLst>
              <a:path w="125201" h="236053">
                <a:moveTo>
                  <a:pt x="0" y="236053"/>
                </a:moveTo>
                <a:lnTo>
                  <a:pt x="125201" y="0"/>
                </a:lnTo>
              </a:path>
            </a:pathLst>
          </a:custGeom>
          <a:noFill xmlns:a="http://schemas.openxmlformats.org/drawingml/2006/main"/>
          <a:ln xmlns:a="http://schemas.openxmlformats.org/drawingml/2006/main" w="19262">
            <a:solidFill>
              <a:srgbClr val="D1AA25"/>
            </a:solidFill>
          </a:ln>
        </p:spPr>
      </p:sp>
      <p:sp>
        <p:nvSpPr>
          <p:cNvPr id="387" name="R1|380">
            <a:extLst xmlns:a="http://schemas.openxmlformats.org/drawingml/2006/main">
              <a:ext uri="{FF2B5EF4-FFF2-40B4-BE49-F238E27FC236}">
                <a16:creationId xmlns:a16="http://schemas.microsoft.com/office/drawing/2014/main" id="{D311D401-94E6-4E19-9038-D0E43771E5A7}"/>
              </a:ext>
            </a:extLst>
          </p:cNvPr>
          <p:cNvSpPr>
            <a:spLocks xmlns:a="http://schemas.openxmlformats.org/drawingml/2006/main" noGrp="1"/>
          </p:cNvSpPr>
          <p:nvPr/>
        </p:nvSpPr>
        <p:spPr>
          <a:xfrm xmlns:a="http://schemas.openxmlformats.org/drawingml/2006/main">
            <a:off x="5327605" y="1732887"/>
            <a:ext cx="57101" cy="67439"/>
          </a:xfrm>
          <a:custGeom xmlns:a="http://schemas.openxmlformats.org/drawingml/2006/main">
            <a:pathLst>
              <a:path w="57101" h="67439">
                <a:moveTo>
                  <a:pt x="57101" y="67439"/>
                </a:moveTo>
                <a:lnTo>
                  <a:pt x="56281" y="0"/>
                </a:lnTo>
                <a:lnTo>
                  <a:pt x="0" y="37128"/>
                </a:lnTo>
                <a:close/>
              </a:path>
            </a:pathLst>
          </a:custGeom>
          <a:solidFill xmlns:a="http://schemas.openxmlformats.org/drawingml/2006/main">
            <a:srgbClr val="D1AA25"/>
          </a:solidFill>
          <a:ln xmlns:a="http://schemas.openxmlformats.org/drawingml/2006/main" w="4815">
            <a:solidFill>
              <a:srgbClr val="D1AA25"/>
            </a:solidFill>
          </a:ln>
        </p:spPr>
      </p:sp>
      <p:sp>
        <p:nvSpPr>
          <p:cNvPr id="388" name="R1|381">
            <a:extLst xmlns:a="http://schemas.openxmlformats.org/drawingml/2006/main">
              <a:ext uri="{FF2B5EF4-FFF2-40B4-BE49-F238E27FC236}">
                <a16:creationId xmlns:a16="http://schemas.microsoft.com/office/drawing/2014/main" id="{9F973651-ED61-4D87-A096-E05A11B7D3DD}"/>
              </a:ext>
            </a:extLst>
          </p:cNvPr>
          <p:cNvSpPr>
            <a:spLocks xmlns:a="http://schemas.openxmlformats.org/drawingml/2006/main" noGrp="1"/>
          </p:cNvSpPr>
          <p:nvPr/>
        </p:nvSpPr>
        <p:spPr>
          <a:xfrm xmlns:a="http://schemas.openxmlformats.org/drawingml/2006/main">
            <a:off x="5268316" y="2508491"/>
            <a:ext cx="221510" cy="48"/>
          </a:xfrm>
          <a:custGeom xmlns:a="http://schemas.openxmlformats.org/drawingml/2006/main">
            <a:pathLst>
              <a:path w="221510" h="48">
                <a:moveTo>
                  <a:pt x="221510" y="0"/>
                </a:moveTo>
                <a:lnTo>
                  <a:pt x="0" y="0"/>
                </a:lnTo>
              </a:path>
            </a:pathLst>
          </a:custGeom>
          <a:noFill xmlns:a="http://schemas.openxmlformats.org/drawingml/2006/main"/>
          <a:ln xmlns:a="http://schemas.openxmlformats.org/drawingml/2006/main" w="77047">
            <a:solidFill>
              <a:srgbClr val="E47D45">
                <a:alpha val="18824"/>
              </a:srgbClr>
            </a:solidFill>
          </a:ln>
        </p:spPr>
      </p:sp>
      <p:sp>
        <p:nvSpPr>
          <p:cNvPr id="389" name="R1|382">
            <a:extLst xmlns:a="http://schemas.openxmlformats.org/drawingml/2006/main">
              <a:ext uri="{FF2B5EF4-FFF2-40B4-BE49-F238E27FC236}">
                <a16:creationId xmlns:a16="http://schemas.microsoft.com/office/drawing/2014/main" id="{7A2D744F-70D9-4B21-9CF1-746C98BBD5B6}"/>
              </a:ext>
            </a:extLst>
          </p:cNvPr>
          <p:cNvSpPr>
            <a:spLocks xmlns:a="http://schemas.openxmlformats.org/drawingml/2006/main" noGrp="1"/>
          </p:cNvSpPr>
          <p:nvPr/>
        </p:nvSpPr>
        <p:spPr>
          <a:xfrm xmlns:a="http://schemas.openxmlformats.org/drawingml/2006/main">
            <a:off x="5268316" y="2508491"/>
            <a:ext cx="221510" cy="48"/>
          </a:xfrm>
          <a:custGeom xmlns:a="http://schemas.openxmlformats.org/drawingml/2006/main">
            <a:pathLst>
              <a:path w="221510" h="48">
                <a:moveTo>
                  <a:pt x="221510" y="0"/>
                </a:moveTo>
                <a:lnTo>
                  <a:pt x="0" y="0"/>
                </a:lnTo>
              </a:path>
            </a:pathLst>
          </a:custGeom>
          <a:noFill xmlns:a="http://schemas.openxmlformats.org/drawingml/2006/main"/>
          <a:ln xmlns:a="http://schemas.openxmlformats.org/drawingml/2006/main" w="19262">
            <a:solidFill>
              <a:srgbClr val="E47D45"/>
            </a:solidFill>
          </a:ln>
        </p:spPr>
      </p:sp>
      <p:sp>
        <p:nvSpPr>
          <p:cNvPr id="390" name="R1|383">
            <a:extLst xmlns:a="http://schemas.openxmlformats.org/drawingml/2006/main">
              <a:ext uri="{FF2B5EF4-FFF2-40B4-BE49-F238E27FC236}">
                <a16:creationId xmlns:a16="http://schemas.microsoft.com/office/drawing/2014/main" id="{A438C8F6-204D-4D4A-9E06-D1A7839A72BA}"/>
              </a:ext>
            </a:extLst>
          </p:cNvPr>
          <p:cNvSpPr>
            <a:spLocks xmlns:a="http://schemas.openxmlformats.org/drawingml/2006/main" noGrp="1"/>
          </p:cNvSpPr>
          <p:nvPr/>
        </p:nvSpPr>
        <p:spPr>
          <a:xfrm xmlns:a="http://schemas.openxmlformats.org/drawingml/2006/main">
            <a:off x="5268316" y="2476157"/>
            <a:ext cx="59163" cy="64669"/>
          </a:xfrm>
          <a:custGeom xmlns:a="http://schemas.openxmlformats.org/drawingml/2006/main">
            <a:pathLst>
              <a:path w="59163" h="64669">
                <a:moveTo>
                  <a:pt x="59163" y="0"/>
                </a:moveTo>
                <a:lnTo>
                  <a:pt x="0" y="32334"/>
                </a:lnTo>
                <a:lnTo>
                  <a:pt x="59163" y="64669"/>
                </a:lnTo>
                <a:close/>
              </a:path>
            </a:pathLst>
          </a:custGeom>
          <a:solidFill xmlns:a="http://schemas.openxmlformats.org/drawingml/2006/main">
            <a:srgbClr val="E47D45"/>
          </a:solidFill>
          <a:ln xmlns:a="http://schemas.openxmlformats.org/drawingml/2006/main" w="4815">
            <a:solidFill>
              <a:srgbClr val="E47D45"/>
            </a:solidFill>
          </a:ln>
        </p:spPr>
      </p:sp>
      <p:sp>
        <p:nvSpPr>
          <p:cNvPr id="391" name="R1|384">
            <a:extLst xmlns:a="http://schemas.openxmlformats.org/drawingml/2006/main">
              <a:ext uri="{FF2B5EF4-FFF2-40B4-BE49-F238E27FC236}">
                <a16:creationId xmlns:a16="http://schemas.microsoft.com/office/drawing/2014/main" id="{16415D18-556E-49A5-8955-55DA227DDF8C}"/>
              </a:ext>
            </a:extLst>
          </p:cNvPr>
          <p:cNvSpPr>
            <a:spLocks xmlns:a="http://schemas.openxmlformats.org/drawingml/2006/main" noGrp="1"/>
          </p:cNvSpPr>
          <p:nvPr/>
        </p:nvSpPr>
        <p:spPr>
          <a:xfrm xmlns:a="http://schemas.openxmlformats.org/drawingml/2006/main">
            <a:off x="5672812" y="1636539"/>
            <a:ext cx="120386" cy="178244"/>
          </a:xfrm>
          <a:custGeom xmlns:a="http://schemas.openxmlformats.org/drawingml/2006/main">
            <a:pathLst>
              <a:path w="120386" h="178244">
                <a:moveTo>
                  <a:pt x="0" y="0"/>
                </a:moveTo>
                <a:lnTo>
                  <a:pt x="120386" y="178244"/>
                </a:lnTo>
              </a:path>
            </a:pathLst>
          </a:custGeom>
          <a:noFill xmlns:a="http://schemas.openxmlformats.org/drawingml/2006/main"/>
          <a:ln xmlns:a="http://schemas.openxmlformats.org/drawingml/2006/main" w="77047">
            <a:solidFill>
              <a:srgbClr val="D1AA25">
                <a:alpha val="18824"/>
              </a:srgbClr>
            </a:solidFill>
          </a:ln>
        </p:spPr>
      </p:sp>
      <p:sp>
        <p:nvSpPr>
          <p:cNvPr id="392" name="R1|385">
            <a:extLst xmlns:a="http://schemas.openxmlformats.org/drawingml/2006/main">
              <a:ext uri="{FF2B5EF4-FFF2-40B4-BE49-F238E27FC236}">
                <a16:creationId xmlns:a16="http://schemas.microsoft.com/office/drawing/2014/main" id="{5906A2D8-6E39-42F8-AE18-38AF6C7451F3}"/>
              </a:ext>
            </a:extLst>
          </p:cNvPr>
          <p:cNvSpPr>
            <a:spLocks xmlns:a="http://schemas.openxmlformats.org/drawingml/2006/main" noGrp="1"/>
          </p:cNvSpPr>
          <p:nvPr/>
        </p:nvSpPr>
        <p:spPr>
          <a:xfrm xmlns:a="http://schemas.openxmlformats.org/drawingml/2006/main">
            <a:off x="5672812" y="1636539"/>
            <a:ext cx="120386" cy="178244"/>
          </a:xfrm>
          <a:custGeom xmlns:a="http://schemas.openxmlformats.org/drawingml/2006/main">
            <a:pathLst>
              <a:path w="120386" h="178244">
                <a:moveTo>
                  <a:pt x="0" y="0"/>
                </a:moveTo>
                <a:lnTo>
                  <a:pt x="120386" y="178244"/>
                </a:lnTo>
              </a:path>
            </a:pathLst>
          </a:custGeom>
          <a:noFill xmlns:a="http://schemas.openxmlformats.org/drawingml/2006/main"/>
          <a:ln xmlns:a="http://schemas.openxmlformats.org/drawingml/2006/main" w="19262">
            <a:solidFill>
              <a:srgbClr val="D1AA25"/>
            </a:solidFill>
          </a:ln>
        </p:spPr>
      </p:sp>
      <p:sp>
        <p:nvSpPr>
          <p:cNvPr id="393" name="R1|386">
            <a:extLst xmlns:a="http://schemas.openxmlformats.org/drawingml/2006/main">
              <a:ext uri="{FF2B5EF4-FFF2-40B4-BE49-F238E27FC236}">
                <a16:creationId xmlns:a16="http://schemas.microsoft.com/office/drawing/2014/main" id="{CF997A8C-60B7-4249-8F13-16A25EC56251}"/>
              </a:ext>
            </a:extLst>
          </p:cNvPr>
          <p:cNvSpPr>
            <a:spLocks xmlns:a="http://schemas.openxmlformats.org/drawingml/2006/main" noGrp="1"/>
          </p:cNvSpPr>
          <p:nvPr/>
        </p:nvSpPr>
        <p:spPr>
          <a:xfrm xmlns:a="http://schemas.openxmlformats.org/drawingml/2006/main">
            <a:off x="5733294" y="1747639"/>
            <a:ext cx="59904" cy="67145"/>
          </a:xfrm>
          <a:custGeom xmlns:a="http://schemas.openxmlformats.org/drawingml/2006/main">
            <a:pathLst>
              <a:path w="59904" h="67145">
                <a:moveTo>
                  <a:pt x="0" y="36205"/>
                </a:moveTo>
                <a:lnTo>
                  <a:pt x="59904" y="67145"/>
                </a:lnTo>
                <a:lnTo>
                  <a:pt x="53562" y="0"/>
                </a:lnTo>
                <a:close/>
              </a:path>
            </a:pathLst>
          </a:custGeom>
          <a:solidFill xmlns:a="http://schemas.openxmlformats.org/drawingml/2006/main">
            <a:srgbClr val="D1AA25"/>
          </a:solidFill>
          <a:ln xmlns:a="http://schemas.openxmlformats.org/drawingml/2006/main" w="4815">
            <a:solidFill>
              <a:srgbClr val="D1AA25"/>
            </a:solidFill>
          </a:ln>
        </p:spPr>
      </p:sp>
      <p:sp>
        <p:nvSpPr>
          <p:cNvPr id="394" name="R1|387">
            <a:extLst xmlns:a="http://schemas.openxmlformats.org/drawingml/2006/main">
              <a:ext uri="{FF2B5EF4-FFF2-40B4-BE49-F238E27FC236}">
                <a16:creationId xmlns:a16="http://schemas.microsoft.com/office/drawing/2014/main" id="{7221E2F5-A158-496C-AA17-CFC5B9F1D370}"/>
              </a:ext>
            </a:extLst>
          </p:cNvPr>
          <p:cNvSpPr>
            <a:spLocks xmlns:a="http://schemas.openxmlformats.org/drawingml/2006/main" noGrp="1"/>
          </p:cNvSpPr>
          <p:nvPr/>
        </p:nvSpPr>
        <p:spPr>
          <a:xfrm xmlns:a="http://schemas.openxmlformats.org/drawingml/2006/main">
            <a:off x="4649024" y="515956"/>
            <a:ext cx="468116" cy="285295"/>
          </a:xfrm>
          <a:custGeom xmlns:a="http://schemas.openxmlformats.org/drawingml/2006/main">
            <a:pathLst>
              <a:path w="468116" h="285295">
                <a:moveTo>
                  <a:pt x="467109" y="179574"/>
                </a:moveTo>
                <a:lnTo>
                  <a:pt x="463549" y="193795"/>
                </a:lnTo>
                <a:lnTo>
                  <a:pt x="457474" y="207456"/>
                </a:lnTo>
                <a:lnTo>
                  <a:pt x="448952" y="220407"/>
                </a:lnTo>
                <a:lnTo>
                  <a:pt x="438075" y="232505"/>
                </a:lnTo>
                <a:lnTo>
                  <a:pt x="424963" y="243619"/>
                </a:lnTo>
                <a:lnTo>
                  <a:pt x="409759" y="253627"/>
                </a:lnTo>
                <a:lnTo>
                  <a:pt x="392631" y="262419"/>
                </a:lnTo>
                <a:lnTo>
                  <a:pt x="373765" y="269899"/>
                </a:lnTo>
                <a:lnTo>
                  <a:pt x="353368" y="275985"/>
                </a:lnTo>
                <a:lnTo>
                  <a:pt x="331664" y="280609"/>
                </a:lnTo>
                <a:lnTo>
                  <a:pt x="308891" y="283722"/>
                </a:lnTo>
                <a:lnTo>
                  <a:pt x="285298" y="285290"/>
                </a:lnTo>
                <a:lnTo>
                  <a:pt x="261144" y="285295"/>
                </a:lnTo>
                <a:lnTo>
                  <a:pt x="236692" y="283736"/>
                </a:lnTo>
                <a:lnTo>
                  <a:pt x="212212" y="280632"/>
                </a:lnTo>
                <a:lnTo>
                  <a:pt x="187971" y="276017"/>
                </a:lnTo>
                <a:lnTo>
                  <a:pt x="164236" y="269940"/>
                </a:lnTo>
                <a:lnTo>
                  <a:pt x="141265" y="262468"/>
                </a:lnTo>
                <a:lnTo>
                  <a:pt x="119310" y="253683"/>
                </a:lnTo>
                <a:lnTo>
                  <a:pt x="98613" y="243682"/>
                </a:lnTo>
                <a:lnTo>
                  <a:pt x="79400" y="232574"/>
                </a:lnTo>
                <a:lnTo>
                  <a:pt x="61882" y="220481"/>
                </a:lnTo>
                <a:lnTo>
                  <a:pt x="46250" y="207535"/>
                </a:lnTo>
                <a:lnTo>
                  <a:pt x="32675" y="193878"/>
                </a:lnTo>
                <a:lnTo>
                  <a:pt x="21307" y="179660"/>
                </a:lnTo>
                <a:lnTo>
                  <a:pt x="12270" y="165036"/>
                </a:lnTo>
                <a:lnTo>
                  <a:pt x="5662" y="150167"/>
                </a:lnTo>
                <a:lnTo>
                  <a:pt x="1558" y="135216"/>
                </a:lnTo>
                <a:lnTo>
                  <a:pt x="0" y="120346"/>
                </a:lnTo>
                <a:lnTo>
                  <a:pt x="1007" y="105720"/>
                </a:lnTo>
                <a:lnTo>
                  <a:pt x="4567" y="91499"/>
                </a:lnTo>
                <a:lnTo>
                  <a:pt x="10642" y="77839"/>
                </a:lnTo>
                <a:lnTo>
                  <a:pt x="19164" y="64888"/>
                </a:lnTo>
                <a:lnTo>
                  <a:pt x="30041" y="52789"/>
                </a:lnTo>
                <a:lnTo>
                  <a:pt x="43153" y="41675"/>
                </a:lnTo>
                <a:lnTo>
                  <a:pt x="58356" y="31667"/>
                </a:lnTo>
                <a:lnTo>
                  <a:pt x="75485" y="22875"/>
                </a:lnTo>
                <a:lnTo>
                  <a:pt x="94351" y="15395"/>
                </a:lnTo>
                <a:lnTo>
                  <a:pt x="114747" y="9310"/>
                </a:lnTo>
                <a:lnTo>
                  <a:pt x="136451" y="4685"/>
                </a:lnTo>
                <a:lnTo>
                  <a:pt x="159224" y="1572"/>
                </a:lnTo>
                <a:lnTo>
                  <a:pt x="182818" y="5"/>
                </a:lnTo>
                <a:lnTo>
                  <a:pt x="206972" y="0"/>
                </a:lnTo>
                <a:lnTo>
                  <a:pt x="231423" y="1558"/>
                </a:lnTo>
                <a:lnTo>
                  <a:pt x="255903" y="4662"/>
                </a:lnTo>
                <a:lnTo>
                  <a:pt x="280144" y="9278"/>
                </a:lnTo>
                <a:lnTo>
                  <a:pt x="303880" y="15355"/>
                </a:lnTo>
                <a:lnTo>
                  <a:pt x="326851" y="22827"/>
                </a:lnTo>
                <a:lnTo>
                  <a:pt x="348805" y="31611"/>
                </a:lnTo>
                <a:lnTo>
                  <a:pt x="369502" y="41612"/>
                </a:lnTo>
                <a:lnTo>
                  <a:pt x="388715" y="52720"/>
                </a:lnTo>
                <a:lnTo>
                  <a:pt x="406234" y="64813"/>
                </a:lnTo>
                <a:lnTo>
                  <a:pt x="421866" y="77759"/>
                </a:lnTo>
                <a:lnTo>
                  <a:pt x="435441" y="91416"/>
                </a:lnTo>
                <a:lnTo>
                  <a:pt x="446809" y="105634"/>
                </a:lnTo>
                <a:lnTo>
                  <a:pt x="455846" y="120258"/>
                </a:lnTo>
                <a:lnTo>
                  <a:pt x="462453" y="135127"/>
                </a:lnTo>
                <a:lnTo>
                  <a:pt x="466558" y="150079"/>
                </a:lnTo>
                <a:lnTo>
                  <a:pt x="468116" y="164949"/>
                </a:lnTo>
                <a:lnTo>
                  <a:pt x="467109" y="179574"/>
                </a:lnTo>
                <a:close/>
              </a:path>
            </a:pathLst>
          </a:custGeom>
          <a:solidFill xmlns:a="http://schemas.openxmlformats.org/drawingml/2006/main">
            <a:srgbClr val="F8E9E4"/>
          </a:solidFill>
          <a:ln xmlns:a="http://schemas.openxmlformats.org/drawingml/2006/main" w="7705">
            <a:solidFill>
              <a:srgbClr val="BE8581"/>
            </a:solidFill>
            <a:prstDash val="dash"/>
          </a:ln>
        </p:spPr>
      </p:sp>
      <p:sp>
        <p:nvSpPr>
          <p:cNvPr id="395" name="R1|388">
            <a:extLst xmlns:a="http://schemas.openxmlformats.org/drawingml/2006/main">
              <a:ext uri="{FF2B5EF4-FFF2-40B4-BE49-F238E27FC236}">
                <a16:creationId xmlns:a16="http://schemas.microsoft.com/office/drawing/2014/main" id="{B033704B-2C87-48C2-A781-C7C5D790FEAE}"/>
              </a:ext>
            </a:extLst>
          </p:cNvPr>
          <p:cNvSpPr>
            <a:spLocks xmlns:a="http://schemas.openxmlformats.org/drawingml/2006/main" noGrp="1"/>
          </p:cNvSpPr>
          <p:nvPr/>
        </p:nvSpPr>
        <p:spPr>
          <a:xfrm xmlns:a="http://schemas.openxmlformats.org/drawingml/2006/main">
            <a:off x="4820481" y="1289685"/>
            <a:ext cx="255218" cy="525098"/>
          </a:xfrm>
          <a:custGeom xmlns:a="http://schemas.openxmlformats.org/drawingml/2006/main">
            <a:pathLst>
              <a:path w="255218" h="525098">
                <a:moveTo>
                  <a:pt x="255218" y="262549"/>
                </a:moveTo>
                <a:lnTo>
                  <a:pt x="254519" y="289993"/>
                </a:lnTo>
                <a:lnTo>
                  <a:pt x="252429" y="317136"/>
                </a:lnTo>
                <a:lnTo>
                  <a:pt x="248972" y="343681"/>
                </a:lnTo>
                <a:lnTo>
                  <a:pt x="244185" y="369338"/>
                </a:lnTo>
                <a:lnTo>
                  <a:pt x="238121" y="393824"/>
                </a:lnTo>
                <a:lnTo>
                  <a:pt x="230847" y="416872"/>
                </a:lnTo>
                <a:lnTo>
                  <a:pt x="222441" y="438229"/>
                </a:lnTo>
                <a:lnTo>
                  <a:pt x="212996" y="457661"/>
                </a:lnTo>
                <a:lnTo>
                  <a:pt x="202615" y="474956"/>
                </a:lnTo>
                <a:lnTo>
                  <a:pt x="191413" y="489923"/>
                </a:lnTo>
                <a:lnTo>
                  <a:pt x="179512" y="502400"/>
                </a:lnTo>
                <a:lnTo>
                  <a:pt x="167042" y="512248"/>
                </a:lnTo>
                <a:lnTo>
                  <a:pt x="154140" y="519361"/>
                </a:lnTo>
                <a:lnTo>
                  <a:pt x="140948" y="523660"/>
                </a:lnTo>
                <a:lnTo>
                  <a:pt x="127609" y="525098"/>
                </a:lnTo>
                <a:lnTo>
                  <a:pt x="114270" y="523660"/>
                </a:lnTo>
                <a:lnTo>
                  <a:pt x="101077" y="519361"/>
                </a:lnTo>
                <a:lnTo>
                  <a:pt x="88176" y="512248"/>
                </a:lnTo>
                <a:lnTo>
                  <a:pt x="75706" y="502400"/>
                </a:lnTo>
                <a:lnTo>
                  <a:pt x="63804" y="489923"/>
                </a:lnTo>
                <a:lnTo>
                  <a:pt x="52602" y="474956"/>
                </a:lnTo>
                <a:lnTo>
                  <a:pt x="42222" y="457661"/>
                </a:lnTo>
                <a:lnTo>
                  <a:pt x="32777" y="438229"/>
                </a:lnTo>
                <a:lnTo>
                  <a:pt x="24371" y="416872"/>
                </a:lnTo>
                <a:lnTo>
                  <a:pt x="17096" y="393824"/>
                </a:lnTo>
                <a:lnTo>
                  <a:pt x="11032" y="369338"/>
                </a:lnTo>
                <a:lnTo>
                  <a:pt x="6246" y="343681"/>
                </a:lnTo>
                <a:lnTo>
                  <a:pt x="2789" y="317136"/>
                </a:lnTo>
                <a:lnTo>
                  <a:pt x="699" y="289993"/>
                </a:lnTo>
                <a:lnTo>
                  <a:pt x="0" y="262549"/>
                </a:lnTo>
                <a:lnTo>
                  <a:pt x="699" y="235105"/>
                </a:lnTo>
                <a:lnTo>
                  <a:pt x="2789" y="207962"/>
                </a:lnTo>
                <a:lnTo>
                  <a:pt x="6246" y="181417"/>
                </a:lnTo>
                <a:lnTo>
                  <a:pt x="11032" y="155761"/>
                </a:lnTo>
                <a:lnTo>
                  <a:pt x="17096" y="131275"/>
                </a:lnTo>
                <a:lnTo>
                  <a:pt x="24371" y="108227"/>
                </a:lnTo>
                <a:lnTo>
                  <a:pt x="32777" y="86869"/>
                </a:lnTo>
                <a:lnTo>
                  <a:pt x="42222" y="67437"/>
                </a:lnTo>
                <a:lnTo>
                  <a:pt x="52602" y="50142"/>
                </a:lnTo>
                <a:lnTo>
                  <a:pt x="63804" y="35175"/>
                </a:lnTo>
                <a:lnTo>
                  <a:pt x="75706" y="22699"/>
                </a:lnTo>
                <a:lnTo>
                  <a:pt x="88176" y="12850"/>
                </a:lnTo>
                <a:lnTo>
                  <a:pt x="101077" y="5737"/>
                </a:lnTo>
                <a:lnTo>
                  <a:pt x="114270" y="1438"/>
                </a:lnTo>
                <a:lnTo>
                  <a:pt x="127609" y="0"/>
                </a:lnTo>
                <a:lnTo>
                  <a:pt x="140948" y="1438"/>
                </a:lnTo>
                <a:lnTo>
                  <a:pt x="154140" y="5737"/>
                </a:lnTo>
                <a:lnTo>
                  <a:pt x="167042" y="12850"/>
                </a:lnTo>
                <a:lnTo>
                  <a:pt x="179512" y="22699"/>
                </a:lnTo>
                <a:lnTo>
                  <a:pt x="191413" y="35175"/>
                </a:lnTo>
                <a:lnTo>
                  <a:pt x="202615" y="50142"/>
                </a:lnTo>
                <a:lnTo>
                  <a:pt x="212996" y="67437"/>
                </a:lnTo>
                <a:lnTo>
                  <a:pt x="222441" y="86869"/>
                </a:lnTo>
                <a:lnTo>
                  <a:pt x="230847" y="108227"/>
                </a:lnTo>
                <a:lnTo>
                  <a:pt x="238121" y="131275"/>
                </a:lnTo>
                <a:lnTo>
                  <a:pt x="244185" y="155761"/>
                </a:lnTo>
                <a:lnTo>
                  <a:pt x="248972" y="181417"/>
                </a:lnTo>
                <a:lnTo>
                  <a:pt x="252429" y="207962"/>
                </a:lnTo>
                <a:lnTo>
                  <a:pt x="254519" y="235105"/>
                </a:lnTo>
                <a:lnTo>
                  <a:pt x="255218" y="262549"/>
                </a:lnTo>
                <a:close/>
              </a:path>
            </a:pathLst>
          </a:custGeom>
          <a:solidFill xmlns:a="http://schemas.openxmlformats.org/drawingml/2006/main">
            <a:srgbClr val="DFEAF1"/>
          </a:solidFill>
          <a:ln xmlns:a="http://schemas.openxmlformats.org/drawingml/2006/main" w="7705">
            <a:solidFill>
              <a:srgbClr val="577594"/>
            </a:solidFill>
            <a:prstDash val="dash"/>
          </a:ln>
        </p:spPr>
      </p:sp>
      <p:sp>
        <p:nvSpPr>
          <p:cNvPr id="396" name="R1|389">
            <a:extLst xmlns:a="http://schemas.openxmlformats.org/drawingml/2006/main">
              <a:ext uri="{FF2B5EF4-FFF2-40B4-BE49-F238E27FC236}">
                <a16:creationId xmlns:a16="http://schemas.microsoft.com/office/drawing/2014/main" id="{BC9C436F-0237-424B-8F56-B29A5FAFBFD3}"/>
              </a:ext>
            </a:extLst>
          </p:cNvPr>
          <p:cNvSpPr>
            <a:spLocks xmlns:a="http://schemas.openxmlformats.org/drawingml/2006/main" noGrp="1"/>
          </p:cNvSpPr>
          <p:nvPr/>
        </p:nvSpPr>
        <p:spPr>
          <a:xfrm xmlns:a="http://schemas.openxmlformats.org/drawingml/2006/main">
            <a:off x="4733273" y="2223965"/>
            <a:ext cx="434451" cy="458252"/>
          </a:xfrm>
          <a:custGeom xmlns:a="http://schemas.openxmlformats.org/drawingml/2006/main">
            <a:pathLst>
              <a:path w="434451" h="458252">
                <a:moveTo>
                  <a:pt x="388889" y="113290"/>
                </a:moveTo>
                <a:lnTo>
                  <a:pt x="401881" y="134589"/>
                </a:lnTo>
                <a:lnTo>
                  <a:pt x="412850" y="156924"/>
                </a:lnTo>
                <a:lnTo>
                  <a:pt x="421676" y="180050"/>
                </a:lnTo>
                <a:lnTo>
                  <a:pt x="428262" y="203714"/>
                </a:lnTo>
                <a:lnTo>
                  <a:pt x="432536" y="227656"/>
                </a:lnTo>
                <a:lnTo>
                  <a:pt x="434451" y="251614"/>
                </a:lnTo>
                <a:lnTo>
                  <a:pt x="433985" y="275326"/>
                </a:lnTo>
                <a:lnTo>
                  <a:pt x="431145" y="298532"/>
                </a:lnTo>
                <a:lnTo>
                  <a:pt x="425961" y="320977"/>
                </a:lnTo>
                <a:lnTo>
                  <a:pt x="418491" y="342416"/>
                </a:lnTo>
                <a:lnTo>
                  <a:pt x="408815" y="362614"/>
                </a:lnTo>
                <a:lnTo>
                  <a:pt x="397040" y="381349"/>
                </a:lnTo>
                <a:lnTo>
                  <a:pt x="383295" y="398416"/>
                </a:lnTo>
                <a:lnTo>
                  <a:pt x="367730" y="413629"/>
                </a:lnTo>
                <a:lnTo>
                  <a:pt x="350517" y="426820"/>
                </a:lnTo>
                <a:lnTo>
                  <a:pt x="331843" y="437845"/>
                </a:lnTo>
                <a:lnTo>
                  <a:pt x="311913" y="446584"/>
                </a:lnTo>
                <a:lnTo>
                  <a:pt x="290946" y="452940"/>
                </a:lnTo>
                <a:lnTo>
                  <a:pt x="269171" y="456843"/>
                </a:lnTo>
                <a:lnTo>
                  <a:pt x="246827" y="458252"/>
                </a:lnTo>
                <a:lnTo>
                  <a:pt x="224159" y="457151"/>
                </a:lnTo>
                <a:lnTo>
                  <a:pt x="201415" y="453551"/>
                </a:lnTo>
                <a:lnTo>
                  <a:pt x="178844" y="447492"/>
                </a:lnTo>
                <a:lnTo>
                  <a:pt x="156693" y="439041"/>
                </a:lnTo>
                <a:lnTo>
                  <a:pt x="135206" y="428290"/>
                </a:lnTo>
                <a:lnTo>
                  <a:pt x="114617" y="415357"/>
                </a:lnTo>
                <a:lnTo>
                  <a:pt x="95153" y="400384"/>
                </a:lnTo>
                <a:lnTo>
                  <a:pt x="77026" y="383534"/>
                </a:lnTo>
                <a:lnTo>
                  <a:pt x="60435" y="364992"/>
                </a:lnTo>
                <a:lnTo>
                  <a:pt x="45562" y="344962"/>
                </a:lnTo>
                <a:lnTo>
                  <a:pt x="32570" y="323663"/>
                </a:lnTo>
                <a:lnTo>
                  <a:pt x="21600" y="301328"/>
                </a:lnTo>
                <a:lnTo>
                  <a:pt x="12774" y="278202"/>
                </a:lnTo>
                <a:lnTo>
                  <a:pt x="6188" y="254538"/>
                </a:lnTo>
                <a:lnTo>
                  <a:pt x="1915" y="230596"/>
                </a:lnTo>
                <a:lnTo>
                  <a:pt x="0" y="206638"/>
                </a:lnTo>
                <a:lnTo>
                  <a:pt x="465" y="182926"/>
                </a:lnTo>
                <a:lnTo>
                  <a:pt x="3305" y="159720"/>
                </a:lnTo>
                <a:lnTo>
                  <a:pt x="8489" y="137275"/>
                </a:lnTo>
                <a:lnTo>
                  <a:pt x="15960" y="115836"/>
                </a:lnTo>
                <a:lnTo>
                  <a:pt x="25636" y="95638"/>
                </a:lnTo>
                <a:lnTo>
                  <a:pt x="37411" y="76903"/>
                </a:lnTo>
                <a:lnTo>
                  <a:pt x="51156" y="59836"/>
                </a:lnTo>
                <a:lnTo>
                  <a:pt x="66720" y="44623"/>
                </a:lnTo>
                <a:lnTo>
                  <a:pt x="83934" y="31432"/>
                </a:lnTo>
                <a:lnTo>
                  <a:pt x="102608" y="20407"/>
                </a:lnTo>
                <a:lnTo>
                  <a:pt x="122538" y="11669"/>
                </a:lnTo>
                <a:lnTo>
                  <a:pt x="143505" y="5313"/>
                </a:lnTo>
                <a:lnTo>
                  <a:pt x="165279" y="1409"/>
                </a:lnTo>
                <a:lnTo>
                  <a:pt x="187623" y="0"/>
                </a:lnTo>
                <a:lnTo>
                  <a:pt x="210292" y="1102"/>
                </a:lnTo>
                <a:lnTo>
                  <a:pt x="233036" y="4701"/>
                </a:lnTo>
                <a:lnTo>
                  <a:pt x="255607" y="10760"/>
                </a:lnTo>
                <a:lnTo>
                  <a:pt x="277757" y="19211"/>
                </a:lnTo>
                <a:lnTo>
                  <a:pt x="299244" y="29962"/>
                </a:lnTo>
                <a:lnTo>
                  <a:pt x="319833" y="42895"/>
                </a:lnTo>
                <a:lnTo>
                  <a:pt x="339298" y="57869"/>
                </a:lnTo>
                <a:lnTo>
                  <a:pt x="357425" y="74718"/>
                </a:lnTo>
                <a:lnTo>
                  <a:pt x="374016" y="93260"/>
                </a:lnTo>
                <a:lnTo>
                  <a:pt x="388889" y="113290"/>
                </a:lnTo>
                <a:close/>
              </a:path>
            </a:pathLst>
          </a:custGeom>
          <a:solidFill xmlns:a="http://schemas.openxmlformats.org/drawingml/2006/main">
            <a:srgbClr val="FFF4CE"/>
          </a:solidFill>
          <a:ln xmlns:a="http://schemas.openxmlformats.org/drawingml/2006/main" w="7705">
            <a:solidFill>
              <a:srgbClr val="B5A05A"/>
            </a:solidFill>
            <a:prstDash val="dash"/>
          </a:ln>
        </p:spPr>
      </p:sp>
      <p:sp>
        <p:nvSpPr>
          <p:cNvPr id="397" name="R1|Text e₁">
            <a:extLst xmlns:a="http://schemas.openxmlformats.org/drawingml/2006/main">
              <a:ext uri="{FF2B5EF4-FFF2-40B4-BE49-F238E27FC236}">
                <a16:creationId xmlns:a16="http://schemas.microsoft.com/office/drawing/2014/main" id="{14261FDC-C27B-45DD-9C99-B18E7929250A}"/>
              </a:ext>
            </a:extLst>
          </p:cNvPr>
          <p:cNvSpPr>
            <a:spLocks xmlns:a="http://schemas.openxmlformats.org/drawingml/2006/main" noGrp="1"/>
          </p:cNvSpPr>
          <p:nvPr/>
        </p:nvSpPr>
        <p:spPr>
          <a:xfrm xmlns:a="http://schemas.openxmlformats.org/drawingml/2006/main">
            <a:off x="4801220" y="533351"/>
            <a:ext cx="293741" cy="2842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34" b="1">
                <a:solidFill>
                  <a:srgbClr val="C6413B"/>
                </a:solidFill>
                <a:latin typeface="Times New Roman"/>
                <a:ea typeface="Times New Roman"/>
                <a:cs typeface="Times New Roman"/>
              </a:defRPr>
            </a:pPr>
            <a:r>
              <a:rPr sz="1934" b="1">
                <a:solidFill>
                  <a:srgbClr val="C6413B"/>
                </a:solidFill>
                <a:latin typeface="Times New Roman"/>
                <a:ea typeface="Times New Roman"/>
                <a:cs typeface="Times New Roman"/>
              </a:rPr>
              <a:t>e₁</a:t>
            </a:r>
          </a:p>
        </p:txBody>
      </p:sp>
      <p:sp>
        <p:nvSpPr>
          <p:cNvPr id="398" name="R1|Text e₂">
            <a:extLst xmlns:a="http://schemas.openxmlformats.org/drawingml/2006/main">
              <a:ext uri="{FF2B5EF4-FFF2-40B4-BE49-F238E27FC236}">
                <a16:creationId xmlns:a16="http://schemas.microsoft.com/office/drawing/2014/main" id="{7BF503B1-1BA5-4991-A7EB-237C0DC043DE}"/>
              </a:ext>
            </a:extLst>
          </p:cNvPr>
          <p:cNvSpPr>
            <a:spLocks xmlns:a="http://schemas.openxmlformats.org/drawingml/2006/main" noGrp="1"/>
          </p:cNvSpPr>
          <p:nvPr/>
        </p:nvSpPr>
        <p:spPr>
          <a:xfrm xmlns:a="http://schemas.openxmlformats.org/drawingml/2006/main">
            <a:off x="4849374" y="1386034"/>
            <a:ext cx="337080" cy="3131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34" b="1">
                <a:solidFill>
                  <a:srgbClr val="326A96"/>
                </a:solidFill>
                <a:latin typeface="Times New Roman"/>
                <a:ea typeface="Times New Roman"/>
                <a:cs typeface="Times New Roman"/>
              </a:defRPr>
            </a:pPr>
            <a:r>
              <a:rPr sz="1934" b="1">
                <a:solidFill>
                  <a:srgbClr val="326A96"/>
                </a:solidFill>
                <a:latin typeface="Times New Roman"/>
                <a:ea typeface="Times New Roman"/>
                <a:cs typeface="Times New Roman"/>
              </a:rPr>
              <a:t>e₂</a:t>
            </a:r>
          </a:p>
        </p:txBody>
      </p:sp>
      <p:sp>
        <p:nvSpPr>
          <p:cNvPr id="399" name="R1|Text e₃">
            <a:extLst xmlns:a="http://schemas.openxmlformats.org/drawingml/2006/main">
              <a:ext uri="{FF2B5EF4-FFF2-40B4-BE49-F238E27FC236}">
                <a16:creationId xmlns:a16="http://schemas.microsoft.com/office/drawing/2014/main" id="{D5EA47D1-99A5-4FC5-AA16-F21863652DF5}"/>
              </a:ext>
            </a:extLst>
          </p:cNvPr>
          <p:cNvSpPr>
            <a:spLocks xmlns:a="http://schemas.openxmlformats.org/drawingml/2006/main" noGrp="1"/>
          </p:cNvSpPr>
          <p:nvPr/>
        </p:nvSpPr>
        <p:spPr>
          <a:xfrm xmlns:a="http://schemas.openxmlformats.org/drawingml/2006/main">
            <a:off x="4854189" y="2291708"/>
            <a:ext cx="337080" cy="3131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34" b="1">
                <a:solidFill>
                  <a:srgbClr val="C77F3C"/>
                </a:solidFill>
                <a:latin typeface="Times New Roman"/>
                <a:ea typeface="Times New Roman"/>
                <a:cs typeface="Times New Roman"/>
              </a:defRPr>
            </a:pPr>
            <a:r>
              <a:rPr sz="1934" b="1">
                <a:solidFill>
                  <a:srgbClr val="C77F3C"/>
                </a:solidFill>
                <a:latin typeface="Times New Roman"/>
                <a:ea typeface="Times New Roman"/>
                <a:cs typeface="Times New Roman"/>
              </a:rPr>
              <a:t>e₃</a:t>
            </a:r>
          </a:p>
        </p:txBody>
      </p:sp>
      <p:sp>
        <p:nvSpPr>
          <p:cNvPr id="400" name="R1|390">
            <a:extLst xmlns:a="http://schemas.openxmlformats.org/drawingml/2006/main">
              <a:ext uri="{FF2B5EF4-FFF2-40B4-BE49-F238E27FC236}">
                <a16:creationId xmlns:a16="http://schemas.microsoft.com/office/drawing/2014/main" id="{043E3825-2416-4E4A-9047-1CD4D0B513E9}"/>
              </a:ext>
            </a:extLst>
          </p:cNvPr>
          <p:cNvSpPr>
            <a:spLocks xmlns:a="http://schemas.openxmlformats.org/drawingml/2006/main" noGrp="1"/>
          </p:cNvSpPr>
          <p:nvPr/>
        </p:nvSpPr>
        <p:spPr>
          <a:xfrm xmlns:a="http://schemas.openxmlformats.org/drawingml/2006/main">
            <a:off x="3737010" y="571890"/>
            <a:ext cx="144463" cy="144522"/>
          </a:xfrm>
          <a:prstGeom xmlns:a="http://schemas.openxmlformats.org/drawingml/2006/main" prst="ellipse">
            <a:avLst/>
          </a:prstGeom>
          <a:solidFill xmlns:a="http://schemas.openxmlformats.org/drawingml/2006/main">
            <a:srgbClr val="326A96"/>
          </a:solidFill>
          <a:ln xmlns:a="http://schemas.openxmlformats.org/drawingml/2006/main" w="13002">
            <a:solidFill>
              <a:srgbClr val="252525"/>
            </a:solidFill>
          </a:ln>
        </p:spPr>
      </p:sp>
      <p:sp>
        <p:nvSpPr>
          <p:cNvPr id="401" name="R1|391">
            <a:extLst xmlns:a="http://schemas.openxmlformats.org/drawingml/2006/main">
              <a:ext uri="{FF2B5EF4-FFF2-40B4-BE49-F238E27FC236}">
                <a16:creationId xmlns:a16="http://schemas.microsoft.com/office/drawing/2014/main" id="{A95BAFDA-AEF5-4F33-98B7-86270E3547DE}"/>
              </a:ext>
            </a:extLst>
          </p:cNvPr>
          <p:cNvSpPr>
            <a:spLocks xmlns:a="http://schemas.openxmlformats.org/drawingml/2006/main" noGrp="1"/>
          </p:cNvSpPr>
          <p:nvPr/>
        </p:nvSpPr>
        <p:spPr>
          <a:xfrm xmlns:a="http://schemas.openxmlformats.org/drawingml/2006/main">
            <a:off x="3737010" y="1034362"/>
            <a:ext cx="144463" cy="144522"/>
          </a:xfrm>
          <a:prstGeom xmlns:a="http://schemas.openxmlformats.org/drawingml/2006/main" prst="ellipse">
            <a:avLst/>
          </a:prstGeom>
          <a:solidFill xmlns:a="http://schemas.openxmlformats.org/drawingml/2006/main">
            <a:srgbClr val="806599"/>
          </a:solidFill>
          <a:ln xmlns:a="http://schemas.openxmlformats.org/drawingml/2006/main" w="13002">
            <a:solidFill>
              <a:srgbClr val="252525"/>
            </a:solidFill>
          </a:ln>
        </p:spPr>
      </p:sp>
      <p:sp>
        <p:nvSpPr>
          <p:cNvPr id="402" name="R1|392">
            <a:extLst xmlns:a="http://schemas.openxmlformats.org/drawingml/2006/main">
              <a:ext uri="{FF2B5EF4-FFF2-40B4-BE49-F238E27FC236}">
                <a16:creationId xmlns:a16="http://schemas.microsoft.com/office/drawing/2014/main" id="{9B29BD20-2AB8-47C0-9860-696E2CA172F4}"/>
              </a:ext>
            </a:extLst>
          </p:cNvPr>
          <p:cNvSpPr>
            <a:spLocks xmlns:a="http://schemas.openxmlformats.org/drawingml/2006/main" noGrp="1"/>
          </p:cNvSpPr>
          <p:nvPr/>
        </p:nvSpPr>
        <p:spPr>
          <a:xfrm xmlns:a="http://schemas.openxmlformats.org/drawingml/2006/main">
            <a:off x="3737010" y="1501652"/>
            <a:ext cx="144463" cy="144522"/>
          </a:xfrm>
          <a:prstGeom xmlns:a="http://schemas.openxmlformats.org/drawingml/2006/main" prst="ellipse">
            <a:avLst/>
          </a:prstGeom>
          <a:solidFill xmlns:a="http://schemas.openxmlformats.org/drawingml/2006/main">
            <a:srgbClr val="C6413B"/>
          </a:solidFill>
          <a:ln xmlns:a="http://schemas.openxmlformats.org/drawingml/2006/main" w="13002">
            <a:solidFill>
              <a:srgbClr val="252525"/>
            </a:solidFill>
          </a:ln>
        </p:spPr>
      </p:sp>
      <p:sp>
        <p:nvSpPr>
          <p:cNvPr id="403" name="R1|393">
            <a:extLst xmlns:a="http://schemas.openxmlformats.org/drawingml/2006/main">
              <a:ext uri="{FF2B5EF4-FFF2-40B4-BE49-F238E27FC236}">
                <a16:creationId xmlns:a16="http://schemas.microsoft.com/office/drawing/2014/main" id="{8EB9ED25-96C7-4238-872D-A77A07ACA8EC}"/>
              </a:ext>
            </a:extLst>
          </p:cNvPr>
          <p:cNvSpPr>
            <a:spLocks xmlns:a="http://schemas.openxmlformats.org/drawingml/2006/main" noGrp="1"/>
          </p:cNvSpPr>
          <p:nvPr/>
        </p:nvSpPr>
        <p:spPr>
          <a:xfrm xmlns:a="http://schemas.openxmlformats.org/drawingml/2006/main">
            <a:off x="3737010" y="1968941"/>
            <a:ext cx="144463" cy="144522"/>
          </a:xfrm>
          <a:prstGeom xmlns:a="http://schemas.openxmlformats.org/drawingml/2006/main" prst="ellipse">
            <a:avLst/>
          </a:prstGeom>
          <a:solidFill xmlns:a="http://schemas.openxmlformats.org/drawingml/2006/main">
            <a:srgbClr val="E47D45"/>
          </a:solidFill>
          <a:ln xmlns:a="http://schemas.openxmlformats.org/drawingml/2006/main" w="13002">
            <a:solidFill>
              <a:srgbClr val="252525"/>
            </a:solidFill>
          </a:ln>
        </p:spPr>
      </p:sp>
      <p:sp>
        <p:nvSpPr>
          <p:cNvPr id="404" name="R1|394">
            <a:extLst xmlns:a="http://schemas.openxmlformats.org/drawingml/2006/main">
              <a:ext uri="{FF2B5EF4-FFF2-40B4-BE49-F238E27FC236}">
                <a16:creationId xmlns:a16="http://schemas.microsoft.com/office/drawing/2014/main" id="{D2A4E65B-2DB7-4FB9-A085-62B71AA38B14}"/>
              </a:ext>
            </a:extLst>
          </p:cNvPr>
          <p:cNvSpPr>
            <a:spLocks xmlns:a="http://schemas.openxmlformats.org/drawingml/2006/main" noGrp="1"/>
          </p:cNvSpPr>
          <p:nvPr/>
        </p:nvSpPr>
        <p:spPr>
          <a:xfrm xmlns:a="http://schemas.openxmlformats.org/drawingml/2006/main">
            <a:off x="3737010" y="2325430"/>
            <a:ext cx="144463" cy="144522"/>
          </a:xfrm>
          <a:prstGeom xmlns:a="http://schemas.openxmlformats.org/drawingml/2006/main" prst="ellipse">
            <a:avLst/>
          </a:prstGeom>
          <a:solidFill xmlns:a="http://schemas.openxmlformats.org/drawingml/2006/main">
            <a:srgbClr val="61A76A"/>
          </a:solidFill>
          <a:ln xmlns:a="http://schemas.openxmlformats.org/drawingml/2006/main" w="13002">
            <a:solidFill>
              <a:srgbClr val="252525"/>
            </a:solidFill>
          </a:ln>
        </p:spPr>
      </p:sp>
      <p:sp>
        <p:nvSpPr>
          <p:cNvPr id="405" name="R1|395">
            <a:extLst xmlns:a="http://schemas.openxmlformats.org/drawingml/2006/main">
              <a:ext uri="{FF2B5EF4-FFF2-40B4-BE49-F238E27FC236}">
                <a16:creationId xmlns:a16="http://schemas.microsoft.com/office/drawing/2014/main" id="{4B62E9AA-229C-4230-A23C-34F3CF54FA83}"/>
              </a:ext>
            </a:extLst>
          </p:cNvPr>
          <p:cNvSpPr>
            <a:spLocks xmlns:a="http://schemas.openxmlformats.org/drawingml/2006/main" noGrp="1"/>
          </p:cNvSpPr>
          <p:nvPr/>
        </p:nvSpPr>
        <p:spPr>
          <a:xfrm xmlns:a="http://schemas.openxmlformats.org/drawingml/2006/main">
            <a:off x="5841352" y="600795"/>
            <a:ext cx="144463" cy="144522"/>
          </a:xfrm>
          <a:prstGeom xmlns:a="http://schemas.openxmlformats.org/drawingml/2006/main" prst="ellipse">
            <a:avLst/>
          </a:prstGeom>
          <a:solidFill xmlns:a="http://schemas.openxmlformats.org/drawingml/2006/main">
            <a:srgbClr val="326A96"/>
          </a:solidFill>
          <a:ln xmlns:a="http://schemas.openxmlformats.org/drawingml/2006/main" w="13002">
            <a:solidFill>
              <a:srgbClr val="252525"/>
            </a:solidFill>
          </a:ln>
        </p:spPr>
      </p:sp>
      <p:sp>
        <p:nvSpPr>
          <p:cNvPr id="406" name="R1|396">
            <a:extLst xmlns:a="http://schemas.openxmlformats.org/drawingml/2006/main">
              <a:ext uri="{FF2B5EF4-FFF2-40B4-BE49-F238E27FC236}">
                <a16:creationId xmlns:a16="http://schemas.microsoft.com/office/drawing/2014/main" id="{876C6325-2F0F-4FD8-B74B-2E88BE3C2AA7}"/>
              </a:ext>
            </a:extLst>
          </p:cNvPr>
          <p:cNvSpPr>
            <a:spLocks xmlns:a="http://schemas.openxmlformats.org/drawingml/2006/main" noGrp="1"/>
          </p:cNvSpPr>
          <p:nvPr/>
        </p:nvSpPr>
        <p:spPr>
          <a:xfrm xmlns:a="http://schemas.openxmlformats.org/drawingml/2006/main">
            <a:off x="5841352" y="1039180"/>
            <a:ext cx="144463" cy="144522"/>
          </a:xfrm>
          <a:prstGeom xmlns:a="http://schemas.openxmlformats.org/drawingml/2006/main" prst="ellipse">
            <a:avLst/>
          </a:prstGeom>
          <a:solidFill xmlns:a="http://schemas.openxmlformats.org/drawingml/2006/main">
            <a:srgbClr val="806599"/>
          </a:solidFill>
          <a:ln xmlns:a="http://schemas.openxmlformats.org/drawingml/2006/main" w="13002">
            <a:solidFill>
              <a:srgbClr val="252525"/>
            </a:solidFill>
          </a:ln>
        </p:spPr>
      </p:sp>
      <p:sp>
        <p:nvSpPr>
          <p:cNvPr id="407" name="R1|397">
            <a:extLst xmlns:a="http://schemas.openxmlformats.org/drawingml/2006/main">
              <a:ext uri="{FF2B5EF4-FFF2-40B4-BE49-F238E27FC236}">
                <a16:creationId xmlns:a16="http://schemas.microsoft.com/office/drawing/2014/main" id="{FF5A11C2-ABE3-4761-9886-6B945065B88A}"/>
              </a:ext>
            </a:extLst>
          </p:cNvPr>
          <p:cNvSpPr>
            <a:spLocks xmlns:a="http://schemas.openxmlformats.org/drawingml/2006/main" noGrp="1"/>
          </p:cNvSpPr>
          <p:nvPr/>
        </p:nvSpPr>
        <p:spPr>
          <a:xfrm xmlns:a="http://schemas.openxmlformats.org/drawingml/2006/main">
            <a:off x="5841352" y="1492017"/>
            <a:ext cx="144463" cy="144522"/>
          </a:xfrm>
          <a:prstGeom xmlns:a="http://schemas.openxmlformats.org/drawingml/2006/main" prst="ellipse">
            <a:avLst/>
          </a:prstGeom>
          <a:solidFill xmlns:a="http://schemas.openxmlformats.org/drawingml/2006/main">
            <a:srgbClr val="C6413B"/>
          </a:solidFill>
          <a:ln xmlns:a="http://schemas.openxmlformats.org/drawingml/2006/main" w="13002">
            <a:solidFill>
              <a:srgbClr val="252525"/>
            </a:solidFill>
          </a:ln>
        </p:spPr>
      </p:sp>
      <p:sp>
        <p:nvSpPr>
          <p:cNvPr id="408" name="R1|398">
            <a:extLst xmlns:a="http://schemas.openxmlformats.org/drawingml/2006/main">
              <a:ext uri="{FF2B5EF4-FFF2-40B4-BE49-F238E27FC236}">
                <a16:creationId xmlns:a16="http://schemas.microsoft.com/office/drawing/2014/main" id="{027D3683-A794-4915-A22D-E27F4F1D21AF}"/>
              </a:ext>
            </a:extLst>
          </p:cNvPr>
          <p:cNvSpPr>
            <a:spLocks xmlns:a="http://schemas.openxmlformats.org/drawingml/2006/main" noGrp="1"/>
          </p:cNvSpPr>
          <p:nvPr/>
        </p:nvSpPr>
        <p:spPr>
          <a:xfrm xmlns:a="http://schemas.openxmlformats.org/drawingml/2006/main">
            <a:off x="5841352" y="1959306"/>
            <a:ext cx="144463" cy="144522"/>
          </a:xfrm>
          <a:prstGeom xmlns:a="http://schemas.openxmlformats.org/drawingml/2006/main" prst="ellipse">
            <a:avLst/>
          </a:prstGeom>
          <a:solidFill xmlns:a="http://schemas.openxmlformats.org/drawingml/2006/main">
            <a:srgbClr val="E47D45"/>
          </a:solidFill>
          <a:ln xmlns:a="http://schemas.openxmlformats.org/drawingml/2006/main" w="13002">
            <a:solidFill>
              <a:srgbClr val="252525"/>
            </a:solidFill>
          </a:ln>
        </p:spPr>
      </p:sp>
      <p:sp>
        <p:nvSpPr>
          <p:cNvPr id="409" name="R1|399">
            <a:extLst xmlns:a="http://schemas.openxmlformats.org/drawingml/2006/main">
              <a:ext uri="{FF2B5EF4-FFF2-40B4-BE49-F238E27FC236}">
                <a16:creationId xmlns:a16="http://schemas.microsoft.com/office/drawing/2014/main" id="{E5425560-6B64-4CFC-A833-0899D82176AB}"/>
              </a:ext>
            </a:extLst>
          </p:cNvPr>
          <p:cNvSpPr>
            <a:spLocks xmlns:a="http://schemas.openxmlformats.org/drawingml/2006/main" noGrp="1"/>
          </p:cNvSpPr>
          <p:nvPr/>
        </p:nvSpPr>
        <p:spPr>
          <a:xfrm xmlns:a="http://schemas.openxmlformats.org/drawingml/2006/main">
            <a:off x="5841352" y="2383239"/>
            <a:ext cx="144463" cy="144522"/>
          </a:xfrm>
          <a:prstGeom xmlns:a="http://schemas.openxmlformats.org/drawingml/2006/main" prst="ellipse">
            <a:avLst/>
          </a:prstGeom>
          <a:solidFill xmlns:a="http://schemas.openxmlformats.org/drawingml/2006/main">
            <a:srgbClr val="61A76A"/>
          </a:solidFill>
          <a:ln xmlns:a="http://schemas.openxmlformats.org/drawingml/2006/main" w="13002">
            <a:solidFill>
              <a:srgbClr val="252525"/>
            </a:solidFill>
          </a:ln>
        </p:spPr>
      </p:sp>
      <p:sp>
        <p:nvSpPr>
          <p:cNvPr id="410" name="R1|Text u">
            <a:extLst xmlns:a="http://schemas.openxmlformats.org/drawingml/2006/main">
              <a:ext uri="{FF2B5EF4-FFF2-40B4-BE49-F238E27FC236}">
                <a16:creationId xmlns:a16="http://schemas.microsoft.com/office/drawing/2014/main" id="{67F278D6-1F02-4B33-9D37-CA6F8496C44F}"/>
              </a:ext>
            </a:extLst>
          </p:cNvPr>
          <p:cNvSpPr>
            <a:spLocks xmlns:a="http://schemas.openxmlformats.org/drawingml/2006/main" noGrp="1"/>
          </p:cNvSpPr>
          <p:nvPr/>
        </p:nvSpPr>
        <p:spPr>
          <a:xfrm xmlns:a="http://schemas.openxmlformats.org/drawingml/2006/main">
            <a:off x="3717748" y="1193337"/>
            <a:ext cx="173355" cy="2649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58" b="1">
                <a:solidFill>
                  <a:srgbClr val="151515"/>
                </a:solidFill>
                <a:latin typeface="Arial"/>
                <a:ea typeface="Arial"/>
                <a:cs typeface="Arial"/>
              </a:defRPr>
            </a:pPr>
            <a:r>
              <a:rPr sz="1858" b="1">
                <a:solidFill>
                  <a:srgbClr val="151515"/>
                </a:solidFill>
                <a:latin typeface="Arial"/>
                <a:ea typeface="Arial"/>
                <a:cs typeface="Arial"/>
              </a:rPr>
              <a:t>u</a:t>
            </a:r>
          </a:p>
        </p:txBody>
      </p:sp>
      <p:sp>
        <p:nvSpPr>
          <p:cNvPr id="411" name="R1|Text v">
            <a:extLst xmlns:a="http://schemas.openxmlformats.org/drawingml/2006/main">
              <a:ext uri="{FF2B5EF4-FFF2-40B4-BE49-F238E27FC236}">
                <a16:creationId xmlns:a16="http://schemas.microsoft.com/office/drawing/2014/main" id="{AB21153E-EB76-4DD2-8E13-830A72EDCD55}"/>
              </a:ext>
            </a:extLst>
          </p:cNvPr>
          <p:cNvSpPr>
            <a:spLocks xmlns:a="http://schemas.openxmlformats.org/drawingml/2006/main" noGrp="1"/>
          </p:cNvSpPr>
          <p:nvPr/>
        </p:nvSpPr>
        <p:spPr>
          <a:xfrm xmlns:a="http://schemas.openxmlformats.org/drawingml/2006/main">
            <a:off x="5846168" y="754952"/>
            <a:ext cx="168540" cy="2408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20" b="1">
                <a:solidFill>
                  <a:srgbClr val="151515"/>
                </a:solidFill>
                <a:latin typeface="Arial"/>
                <a:ea typeface="Arial"/>
                <a:cs typeface="Arial"/>
              </a:defRPr>
            </a:pPr>
            <a:r>
              <a:rPr sz="1820" b="1">
                <a:solidFill>
                  <a:srgbClr val="151515"/>
                </a:solidFill>
                <a:latin typeface="Arial"/>
                <a:ea typeface="Arial"/>
                <a:cs typeface="Arial"/>
              </a:rPr>
              <a:t>v</a:t>
            </a:r>
          </a:p>
        </p:txBody>
      </p:sp>
      <p:sp>
        <p:nvSpPr>
          <p:cNvPr id="412" name="R1|400">
            <a:extLst xmlns:a="http://schemas.openxmlformats.org/drawingml/2006/main">
              <a:ext uri="{FF2B5EF4-FFF2-40B4-BE49-F238E27FC236}">
                <a16:creationId xmlns:a16="http://schemas.microsoft.com/office/drawing/2014/main" id="{FD8C6183-9C47-4638-A7C9-19513920F954}"/>
              </a:ext>
            </a:extLst>
          </p:cNvPr>
          <p:cNvSpPr>
            <a:spLocks xmlns:a="http://schemas.openxmlformats.org/drawingml/2006/main" noGrp="1"/>
          </p:cNvSpPr>
          <p:nvPr/>
        </p:nvSpPr>
        <p:spPr>
          <a:xfrm xmlns:a="http://schemas.openxmlformats.org/drawingml/2006/main">
            <a:off x="3650332" y="485177"/>
            <a:ext cx="62601" cy="120435"/>
          </a:xfrm>
          <a:prstGeom xmlns:a="http://schemas.openxmlformats.org/drawingml/2006/main" prst="rect">
            <a:avLst/>
          </a:prstGeom>
          <a:solidFill xmlns:a="http://schemas.openxmlformats.org/drawingml/2006/main">
            <a:srgbClr val="326A96"/>
          </a:solidFill>
          <a:ln xmlns:a="http://schemas.openxmlformats.org/drawingml/2006/main" w="9631">
            <a:solidFill>
              <a:srgbClr val="262626"/>
            </a:solidFill>
          </a:ln>
        </p:spPr>
      </p:sp>
      <p:sp>
        <p:nvSpPr>
          <p:cNvPr id="413" name="R1|401">
            <a:extLst xmlns:a="http://schemas.openxmlformats.org/drawingml/2006/main">
              <a:ext uri="{FF2B5EF4-FFF2-40B4-BE49-F238E27FC236}">
                <a16:creationId xmlns:a16="http://schemas.microsoft.com/office/drawing/2014/main" id="{BC648AF5-F065-482B-9573-F96483B48726}"/>
              </a:ext>
            </a:extLst>
          </p:cNvPr>
          <p:cNvSpPr>
            <a:spLocks xmlns:a="http://schemas.openxmlformats.org/drawingml/2006/main" noGrp="1"/>
          </p:cNvSpPr>
          <p:nvPr/>
        </p:nvSpPr>
        <p:spPr>
          <a:xfrm xmlns:a="http://schemas.openxmlformats.org/drawingml/2006/main">
            <a:off x="3582916" y="952466"/>
            <a:ext cx="62601" cy="120435"/>
          </a:xfrm>
          <a:prstGeom xmlns:a="http://schemas.openxmlformats.org/drawingml/2006/main" prst="rect">
            <a:avLst/>
          </a:prstGeom>
          <a:solidFill xmlns:a="http://schemas.openxmlformats.org/drawingml/2006/main">
            <a:srgbClr val="E47D45"/>
          </a:solidFill>
          <a:ln xmlns:a="http://schemas.openxmlformats.org/drawingml/2006/main" w="9631">
            <a:solidFill>
              <a:srgbClr val="262626"/>
            </a:solidFill>
          </a:ln>
        </p:spPr>
      </p:sp>
      <p:sp>
        <p:nvSpPr>
          <p:cNvPr id="414" name="R1|402">
            <a:extLst xmlns:a="http://schemas.openxmlformats.org/drawingml/2006/main">
              <a:ext uri="{FF2B5EF4-FFF2-40B4-BE49-F238E27FC236}">
                <a16:creationId xmlns:a16="http://schemas.microsoft.com/office/drawing/2014/main" id="{3FB9CFC5-DE36-48FB-AC9B-6A47C10B5730}"/>
              </a:ext>
            </a:extLst>
          </p:cNvPr>
          <p:cNvSpPr>
            <a:spLocks xmlns:a="http://schemas.openxmlformats.org/drawingml/2006/main" noGrp="1"/>
          </p:cNvSpPr>
          <p:nvPr/>
        </p:nvSpPr>
        <p:spPr>
          <a:xfrm xmlns:a="http://schemas.openxmlformats.org/drawingml/2006/main">
            <a:off x="3655148" y="952466"/>
            <a:ext cx="62601" cy="120435"/>
          </a:xfrm>
          <a:prstGeom xmlns:a="http://schemas.openxmlformats.org/drawingml/2006/main" prst="rect">
            <a:avLst/>
          </a:prstGeom>
          <a:solidFill xmlns:a="http://schemas.openxmlformats.org/drawingml/2006/main">
            <a:srgbClr val="326A96"/>
          </a:solidFill>
          <a:ln xmlns:a="http://schemas.openxmlformats.org/drawingml/2006/main" w="9631">
            <a:solidFill>
              <a:srgbClr val="262626"/>
            </a:solidFill>
          </a:ln>
        </p:spPr>
      </p:sp>
      <p:sp>
        <p:nvSpPr>
          <p:cNvPr id="415" name="R1|403">
            <a:extLst xmlns:a="http://schemas.openxmlformats.org/drawingml/2006/main">
              <a:ext uri="{FF2B5EF4-FFF2-40B4-BE49-F238E27FC236}">
                <a16:creationId xmlns:a16="http://schemas.microsoft.com/office/drawing/2014/main" id="{54F38B26-2ABF-45BC-BA59-7EC5B74402DD}"/>
              </a:ext>
            </a:extLst>
          </p:cNvPr>
          <p:cNvSpPr>
            <a:spLocks xmlns:a="http://schemas.openxmlformats.org/drawingml/2006/main" noGrp="1"/>
          </p:cNvSpPr>
          <p:nvPr/>
        </p:nvSpPr>
        <p:spPr>
          <a:xfrm xmlns:a="http://schemas.openxmlformats.org/drawingml/2006/main">
            <a:off x="3582916" y="1443843"/>
            <a:ext cx="62601" cy="120435"/>
          </a:xfrm>
          <a:prstGeom xmlns:a="http://schemas.openxmlformats.org/drawingml/2006/main" prst="rect">
            <a:avLst/>
          </a:prstGeom>
          <a:solidFill xmlns:a="http://schemas.openxmlformats.org/drawingml/2006/main">
            <a:srgbClr val="C6413B"/>
          </a:solidFill>
          <a:ln xmlns:a="http://schemas.openxmlformats.org/drawingml/2006/main" w="9631">
            <a:solidFill>
              <a:srgbClr val="262626"/>
            </a:solidFill>
          </a:ln>
        </p:spPr>
      </p:sp>
      <p:sp>
        <p:nvSpPr>
          <p:cNvPr id="416" name="R1|404">
            <a:extLst xmlns:a="http://schemas.openxmlformats.org/drawingml/2006/main">
              <a:ext uri="{FF2B5EF4-FFF2-40B4-BE49-F238E27FC236}">
                <a16:creationId xmlns:a16="http://schemas.microsoft.com/office/drawing/2014/main" id="{2C98571B-9598-4D07-8843-76C9D0438B1B}"/>
              </a:ext>
            </a:extLst>
          </p:cNvPr>
          <p:cNvSpPr>
            <a:spLocks xmlns:a="http://schemas.openxmlformats.org/drawingml/2006/main" noGrp="1"/>
          </p:cNvSpPr>
          <p:nvPr/>
        </p:nvSpPr>
        <p:spPr>
          <a:xfrm xmlns:a="http://schemas.openxmlformats.org/drawingml/2006/main">
            <a:off x="3655148" y="1443843"/>
            <a:ext cx="62601" cy="120435"/>
          </a:xfrm>
          <a:prstGeom xmlns:a="http://schemas.openxmlformats.org/drawingml/2006/main" prst="rect">
            <a:avLst/>
          </a:prstGeom>
          <a:solidFill xmlns:a="http://schemas.openxmlformats.org/drawingml/2006/main">
            <a:srgbClr val="61A76A"/>
          </a:solidFill>
          <a:ln xmlns:a="http://schemas.openxmlformats.org/drawingml/2006/main" w="9631">
            <a:solidFill>
              <a:srgbClr val="262626"/>
            </a:solidFill>
          </a:ln>
        </p:spPr>
      </p:sp>
      <p:sp>
        <p:nvSpPr>
          <p:cNvPr id="417" name="R1|405">
            <a:extLst xmlns:a="http://schemas.openxmlformats.org/drawingml/2006/main">
              <a:ext uri="{FF2B5EF4-FFF2-40B4-BE49-F238E27FC236}">
                <a16:creationId xmlns:a16="http://schemas.microsoft.com/office/drawing/2014/main" id="{A82EEDAB-3043-4F60-8243-4B4B3DAAAA5F}"/>
              </a:ext>
            </a:extLst>
          </p:cNvPr>
          <p:cNvSpPr>
            <a:spLocks xmlns:a="http://schemas.openxmlformats.org/drawingml/2006/main" noGrp="1"/>
          </p:cNvSpPr>
          <p:nvPr/>
        </p:nvSpPr>
        <p:spPr>
          <a:xfrm xmlns:a="http://schemas.openxmlformats.org/drawingml/2006/main">
            <a:off x="3655148" y="1872593"/>
            <a:ext cx="62601" cy="120435"/>
          </a:xfrm>
          <a:prstGeom xmlns:a="http://schemas.openxmlformats.org/drawingml/2006/main" prst="rect">
            <a:avLst/>
          </a:prstGeom>
          <a:solidFill xmlns:a="http://schemas.openxmlformats.org/drawingml/2006/main">
            <a:srgbClr val="E47D45"/>
          </a:solidFill>
          <a:ln xmlns:a="http://schemas.openxmlformats.org/drawingml/2006/main" w="9631">
            <a:solidFill>
              <a:srgbClr val="262626"/>
            </a:solidFill>
          </a:ln>
        </p:spPr>
      </p:sp>
      <p:sp>
        <p:nvSpPr>
          <p:cNvPr id="418" name="R1|406">
            <a:extLst xmlns:a="http://schemas.openxmlformats.org/drawingml/2006/main">
              <a:ext uri="{FF2B5EF4-FFF2-40B4-BE49-F238E27FC236}">
                <a16:creationId xmlns:a16="http://schemas.microsoft.com/office/drawing/2014/main" id="{94C337CF-5065-46C1-9DBB-0A133DDD038B}"/>
              </a:ext>
            </a:extLst>
          </p:cNvPr>
          <p:cNvSpPr>
            <a:spLocks xmlns:a="http://schemas.openxmlformats.org/drawingml/2006/main" noGrp="1"/>
          </p:cNvSpPr>
          <p:nvPr/>
        </p:nvSpPr>
        <p:spPr>
          <a:xfrm xmlns:a="http://schemas.openxmlformats.org/drawingml/2006/main">
            <a:off x="3655148" y="2238716"/>
            <a:ext cx="62601" cy="120435"/>
          </a:xfrm>
          <a:prstGeom xmlns:a="http://schemas.openxmlformats.org/drawingml/2006/main" prst="rect">
            <a:avLst/>
          </a:prstGeom>
          <a:solidFill xmlns:a="http://schemas.openxmlformats.org/drawingml/2006/main">
            <a:srgbClr val="61A76A"/>
          </a:solidFill>
          <a:ln xmlns:a="http://schemas.openxmlformats.org/drawingml/2006/main" w="9631">
            <a:solidFill>
              <a:srgbClr val="262626"/>
            </a:solidFill>
          </a:ln>
        </p:spPr>
      </p:sp>
      <p:sp>
        <p:nvSpPr>
          <p:cNvPr id="419" name="R1|407">
            <a:extLst xmlns:a="http://schemas.openxmlformats.org/drawingml/2006/main">
              <a:ext uri="{FF2B5EF4-FFF2-40B4-BE49-F238E27FC236}">
                <a16:creationId xmlns:a16="http://schemas.microsoft.com/office/drawing/2014/main" id="{DED2BD59-6F84-46A4-AA80-538E10BD91F4}"/>
              </a:ext>
            </a:extLst>
          </p:cNvPr>
          <p:cNvSpPr>
            <a:spLocks xmlns:a="http://schemas.openxmlformats.org/drawingml/2006/main" noGrp="1"/>
          </p:cNvSpPr>
          <p:nvPr/>
        </p:nvSpPr>
        <p:spPr>
          <a:xfrm xmlns:a="http://schemas.openxmlformats.org/drawingml/2006/main">
            <a:off x="4960129" y="427368"/>
            <a:ext cx="62601" cy="120435"/>
          </a:xfrm>
          <a:prstGeom xmlns:a="http://schemas.openxmlformats.org/drawingml/2006/main" prst="rect">
            <a:avLst/>
          </a:prstGeom>
          <a:solidFill xmlns:a="http://schemas.openxmlformats.org/drawingml/2006/main">
            <a:srgbClr val="E47D45"/>
          </a:solidFill>
          <a:ln xmlns:a="http://schemas.openxmlformats.org/drawingml/2006/main" w="9631">
            <a:solidFill>
              <a:srgbClr val="262626"/>
            </a:solidFill>
          </a:ln>
        </p:spPr>
      </p:sp>
      <p:sp>
        <p:nvSpPr>
          <p:cNvPr id="420" name="R1|408">
            <a:extLst xmlns:a="http://schemas.openxmlformats.org/drawingml/2006/main">
              <a:ext uri="{FF2B5EF4-FFF2-40B4-BE49-F238E27FC236}">
                <a16:creationId xmlns:a16="http://schemas.microsoft.com/office/drawing/2014/main" id="{91916629-4A8A-45E0-86CA-196BE7650024}"/>
              </a:ext>
            </a:extLst>
          </p:cNvPr>
          <p:cNvSpPr>
            <a:spLocks xmlns:a="http://schemas.openxmlformats.org/drawingml/2006/main" noGrp="1"/>
          </p:cNvSpPr>
          <p:nvPr/>
        </p:nvSpPr>
        <p:spPr>
          <a:xfrm xmlns:a="http://schemas.openxmlformats.org/drawingml/2006/main">
            <a:off x="5032360" y="427368"/>
            <a:ext cx="62601" cy="120435"/>
          </a:xfrm>
          <a:prstGeom xmlns:a="http://schemas.openxmlformats.org/drawingml/2006/main" prst="rect">
            <a:avLst/>
          </a:prstGeom>
          <a:solidFill xmlns:a="http://schemas.openxmlformats.org/drawingml/2006/main">
            <a:srgbClr val="B6B750"/>
          </a:solidFill>
          <a:ln xmlns:a="http://schemas.openxmlformats.org/drawingml/2006/main" w="9631">
            <a:solidFill>
              <a:srgbClr val="262626"/>
            </a:solidFill>
          </a:ln>
        </p:spPr>
      </p:sp>
      <p:sp>
        <p:nvSpPr>
          <p:cNvPr id="421" name="R1|409">
            <a:extLst xmlns:a="http://schemas.openxmlformats.org/drawingml/2006/main">
              <a:ext uri="{FF2B5EF4-FFF2-40B4-BE49-F238E27FC236}">
                <a16:creationId xmlns:a16="http://schemas.microsoft.com/office/drawing/2014/main" id="{1954B964-A0F7-4B2F-A40B-24E6FC3268B7}"/>
              </a:ext>
            </a:extLst>
          </p:cNvPr>
          <p:cNvSpPr>
            <a:spLocks xmlns:a="http://schemas.openxmlformats.org/drawingml/2006/main" noGrp="1"/>
          </p:cNvSpPr>
          <p:nvPr/>
        </p:nvSpPr>
        <p:spPr>
          <a:xfrm xmlns:a="http://schemas.openxmlformats.org/drawingml/2006/main">
            <a:off x="4960129" y="1318590"/>
            <a:ext cx="62601" cy="120435"/>
          </a:xfrm>
          <a:prstGeom xmlns:a="http://schemas.openxmlformats.org/drawingml/2006/main" prst="rect">
            <a:avLst/>
          </a:prstGeom>
          <a:solidFill xmlns:a="http://schemas.openxmlformats.org/drawingml/2006/main">
            <a:srgbClr val="806599"/>
          </a:solidFill>
          <a:ln xmlns:a="http://schemas.openxmlformats.org/drawingml/2006/main" w="9631">
            <a:solidFill>
              <a:srgbClr val="262626"/>
            </a:solidFill>
          </a:ln>
        </p:spPr>
      </p:sp>
      <p:sp>
        <p:nvSpPr>
          <p:cNvPr id="422" name="R1|410">
            <a:extLst xmlns:a="http://schemas.openxmlformats.org/drawingml/2006/main">
              <a:ext uri="{FF2B5EF4-FFF2-40B4-BE49-F238E27FC236}">
                <a16:creationId xmlns:a16="http://schemas.microsoft.com/office/drawing/2014/main" id="{864BA8F8-AFB6-4F3E-B7B4-448408A05409}"/>
              </a:ext>
            </a:extLst>
          </p:cNvPr>
          <p:cNvSpPr>
            <a:spLocks xmlns:a="http://schemas.openxmlformats.org/drawingml/2006/main" noGrp="1"/>
          </p:cNvSpPr>
          <p:nvPr/>
        </p:nvSpPr>
        <p:spPr>
          <a:xfrm xmlns:a="http://schemas.openxmlformats.org/drawingml/2006/main">
            <a:off x="5032360" y="1318590"/>
            <a:ext cx="62601" cy="120435"/>
          </a:xfrm>
          <a:prstGeom xmlns:a="http://schemas.openxmlformats.org/drawingml/2006/main" prst="rect">
            <a:avLst/>
          </a:prstGeom>
          <a:solidFill xmlns:a="http://schemas.openxmlformats.org/drawingml/2006/main">
            <a:srgbClr val="61A76A"/>
          </a:solidFill>
          <a:ln xmlns:a="http://schemas.openxmlformats.org/drawingml/2006/main" w="9631">
            <a:solidFill>
              <a:srgbClr val="262626"/>
            </a:solidFill>
          </a:ln>
        </p:spPr>
      </p:sp>
      <p:sp>
        <p:nvSpPr>
          <p:cNvPr id="423" name="R1|411">
            <a:extLst xmlns:a="http://schemas.openxmlformats.org/drawingml/2006/main">
              <a:ext uri="{FF2B5EF4-FFF2-40B4-BE49-F238E27FC236}">
                <a16:creationId xmlns:a16="http://schemas.microsoft.com/office/drawing/2014/main" id="{89C01A0F-9950-4125-9660-7F6D8A77197E}"/>
              </a:ext>
            </a:extLst>
          </p:cNvPr>
          <p:cNvSpPr>
            <a:spLocks xmlns:a="http://schemas.openxmlformats.org/drawingml/2006/main" noGrp="1"/>
          </p:cNvSpPr>
          <p:nvPr/>
        </p:nvSpPr>
        <p:spPr>
          <a:xfrm xmlns:a="http://schemas.openxmlformats.org/drawingml/2006/main">
            <a:off x="4960129" y="1684713"/>
            <a:ext cx="62601" cy="120435"/>
          </a:xfrm>
          <a:prstGeom xmlns:a="http://schemas.openxmlformats.org/drawingml/2006/main" prst="rect">
            <a:avLst/>
          </a:prstGeom>
          <a:solidFill xmlns:a="http://schemas.openxmlformats.org/drawingml/2006/main">
            <a:srgbClr val="806599"/>
          </a:solidFill>
          <a:ln xmlns:a="http://schemas.openxmlformats.org/drawingml/2006/main" w="9631">
            <a:solidFill>
              <a:srgbClr val="262626"/>
            </a:solidFill>
          </a:ln>
        </p:spPr>
      </p:sp>
      <p:sp>
        <p:nvSpPr>
          <p:cNvPr id="424" name="R1|412">
            <a:extLst xmlns:a="http://schemas.openxmlformats.org/drawingml/2006/main">
              <a:ext uri="{FF2B5EF4-FFF2-40B4-BE49-F238E27FC236}">
                <a16:creationId xmlns:a16="http://schemas.microsoft.com/office/drawing/2014/main" id="{A7454C2A-55B9-462D-A2D0-44FB0BF5728D}"/>
              </a:ext>
            </a:extLst>
          </p:cNvPr>
          <p:cNvSpPr>
            <a:spLocks xmlns:a="http://schemas.openxmlformats.org/drawingml/2006/main" noGrp="1"/>
          </p:cNvSpPr>
          <p:nvPr/>
        </p:nvSpPr>
        <p:spPr>
          <a:xfrm xmlns:a="http://schemas.openxmlformats.org/drawingml/2006/main">
            <a:off x="4834928" y="2248351"/>
            <a:ext cx="62601" cy="120435"/>
          </a:xfrm>
          <a:prstGeom xmlns:a="http://schemas.openxmlformats.org/drawingml/2006/main" prst="rect">
            <a:avLst/>
          </a:prstGeom>
          <a:solidFill xmlns:a="http://schemas.openxmlformats.org/drawingml/2006/main">
            <a:srgbClr val="E47D45"/>
          </a:solidFill>
          <a:ln xmlns:a="http://schemas.openxmlformats.org/drawingml/2006/main" w="9631">
            <a:solidFill>
              <a:srgbClr val="262626"/>
            </a:solidFill>
          </a:ln>
        </p:spPr>
      </p:sp>
      <p:sp>
        <p:nvSpPr>
          <p:cNvPr id="425" name="R1|413">
            <a:extLst xmlns:a="http://schemas.openxmlformats.org/drawingml/2006/main">
              <a:ext uri="{FF2B5EF4-FFF2-40B4-BE49-F238E27FC236}">
                <a16:creationId xmlns:a16="http://schemas.microsoft.com/office/drawing/2014/main" id="{BEFD4CFC-FD29-4171-8813-F546886DBCE2}"/>
              </a:ext>
            </a:extLst>
          </p:cNvPr>
          <p:cNvSpPr>
            <a:spLocks xmlns:a="http://schemas.openxmlformats.org/drawingml/2006/main" noGrp="1"/>
          </p:cNvSpPr>
          <p:nvPr/>
        </p:nvSpPr>
        <p:spPr>
          <a:xfrm xmlns:a="http://schemas.openxmlformats.org/drawingml/2006/main">
            <a:off x="5995446" y="523716"/>
            <a:ext cx="62601" cy="120435"/>
          </a:xfrm>
          <a:prstGeom xmlns:a="http://schemas.openxmlformats.org/drawingml/2006/main" prst="rect">
            <a:avLst/>
          </a:prstGeom>
          <a:solidFill xmlns:a="http://schemas.openxmlformats.org/drawingml/2006/main">
            <a:srgbClr val="61A76A"/>
          </a:solidFill>
          <a:ln xmlns:a="http://schemas.openxmlformats.org/drawingml/2006/main" w="9631">
            <a:solidFill>
              <a:srgbClr val="262626"/>
            </a:solidFill>
          </a:ln>
        </p:spPr>
      </p:sp>
      <p:sp>
        <p:nvSpPr>
          <p:cNvPr id="426" name="R1|414">
            <a:extLst xmlns:a="http://schemas.openxmlformats.org/drawingml/2006/main">
              <a:ext uri="{FF2B5EF4-FFF2-40B4-BE49-F238E27FC236}">
                <a16:creationId xmlns:a16="http://schemas.microsoft.com/office/drawing/2014/main" id="{F70773C8-9D13-4371-8E19-97795876C96A}"/>
              </a:ext>
            </a:extLst>
          </p:cNvPr>
          <p:cNvSpPr>
            <a:spLocks xmlns:a="http://schemas.openxmlformats.org/drawingml/2006/main" noGrp="1"/>
          </p:cNvSpPr>
          <p:nvPr/>
        </p:nvSpPr>
        <p:spPr>
          <a:xfrm xmlns:a="http://schemas.openxmlformats.org/drawingml/2006/main">
            <a:off x="5990631" y="962101"/>
            <a:ext cx="62601" cy="120435"/>
          </a:xfrm>
          <a:prstGeom xmlns:a="http://schemas.openxmlformats.org/drawingml/2006/main" prst="rect">
            <a:avLst/>
          </a:prstGeom>
          <a:solidFill xmlns:a="http://schemas.openxmlformats.org/drawingml/2006/main">
            <a:srgbClr val="326A96"/>
          </a:solidFill>
          <a:ln xmlns:a="http://schemas.openxmlformats.org/drawingml/2006/main" w="9631">
            <a:solidFill>
              <a:srgbClr val="262626"/>
            </a:solidFill>
          </a:ln>
        </p:spPr>
      </p:sp>
      <p:sp>
        <p:nvSpPr>
          <p:cNvPr id="427" name="R1|415">
            <a:extLst xmlns:a="http://schemas.openxmlformats.org/drawingml/2006/main">
              <a:ext uri="{FF2B5EF4-FFF2-40B4-BE49-F238E27FC236}">
                <a16:creationId xmlns:a16="http://schemas.microsoft.com/office/drawing/2014/main" id="{5B72D38E-383F-4491-BF42-AD17AD357123}"/>
              </a:ext>
            </a:extLst>
          </p:cNvPr>
          <p:cNvSpPr>
            <a:spLocks xmlns:a="http://schemas.openxmlformats.org/drawingml/2006/main" noGrp="1"/>
          </p:cNvSpPr>
          <p:nvPr/>
        </p:nvSpPr>
        <p:spPr>
          <a:xfrm xmlns:a="http://schemas.openxmlformats.org/drawingml/2006/main">
            <a:off x="6062862" y="962101"/>
            <a:ext cx="62601" cy="120435"/>
          </a:xfrm>
          <a:prstGeom xmlns:a="http://schemas.openxmlformats.org/drawingml/2006/main" prst="rect">
            <a:avLst/>
          </a:prstGeom>
          <a:solidFill xmlns:a="http://schemas.openxmlformats.org/drawingml/2006/main">
            <a:srgbClr val="E47D45"/>
          </a:solidFill>
          <a:ln xmlns:a="http://schemas.openxmlformats.org/drawingml/2006/main" w="9631">
            <a:solidFill>
              <a:srgbClr val="262626"/>
            </a:solidFill>
          </a:ln>
        </p:spPr>
      </p:sp>
      <p:sp>
        <p:nvSpPr>
          <p:cNvPr id="428" name="R1|416">
            <a:extLst xmlns:a="http://schemas.openxmlformats.org/drawingml/2006/main">
              <a:ext uri="{FF2B5EF4-FFF2-40B4-BE49-F238E27FC236}">
                <a16:creationId xmlns:a16="http://schemas.microsoft.com/office/drawing/2014/main" id="{CF59FC73-8952-496D-83A0-8C66A62CD868}"/>
              </a:ext>
            </a:extLst>
          </p:cNvPr>
          <p:cNvSpPr>
            <a:spLocks xmlns:a="http://schemas.openxmlformats.org/drawingml/2006/main" noGrp="1"/>
          </p:cNvSpPr>
          <p:nvPr/>
        </p:nvSpPr>
        <p:spPr>
          <a:xfrm xmlns:a="http://schemas.openxmlformats.org/drawingml/2006/main">
            <a:off x="5990631" y="1419755"/>
            <a:ext cx="62601" cy="120435"/>
          </a:xfrm>
          <a:prstGeom xmlns:a="http://schemas.openxmlformats.org/drawingml/2006/main" prst="rect">
            <a:avLst/>
          </a:prstGeom>
          <a:solidFill xmlns:a="http://schemas.openxmlformats.org/drawingml/2006/main">
            <a:srgbClr val="C6413B"/>
          </a:solidFill>
          <a:ln xmlns:a="http://schemas.openxmlformats.org/drawingml/2006/main" w="9631">
            <a:solidFill>
              <a:srgbClr val="262626"/>
            </a:solidFill>
          </a:ln>
        </p:spPr>
      </p:sp>
      <p:sp>
        <p:nvSpPr>
          <p:cNvPr id="429" name="R1|417">
            <a:extLst xmlns:a="http://schemas.openxmlformats.org/drawingml/2006/main">
              <a:ext uri="{FF2B5EF4-FFF2-40B4-BE49-F238E27FC236}">
                <a16:creationId xmlns:a16="http://schemas.microsoft.com/office/drawing/2014/main" id="{190E446D-5E83-41E7-B7F7-17DC20E0D784}"/>
              </a:ext>
            </a:extLst>
          </p:cNvPr>
          <p:cNvSpPr>
            <a:spLocks xmlns:a="http://schemas.openxmlformats.org/drawingml/2006/main" noGrp="1"/>
          </p:cNvSpPr>
          <p:nvPr/>
        </p:nvSpPr>
        <p:spPr>
          <a:xfrm xmlns:a="http://schemas.openxmlformats.org/drawingml/2006/main">
            <a:off x="5990631" y="1867775"/>
            <a:ext cx="62601" cy="120435"/>
          </a:xfrm>
          <a:prstGeom xmlns:a="http://schemas.openxmlformats.org/drawingml/2006/main" prst="rect">
            <a:avLst/>
          </a:prstGeom>
          <a:solidFill xmlns:a="http://schemas.openxmlformats.org/drawingml/2006/main">
            <a:srgbClr val="E47D45"/>
          </a:solidFill>
          <a:ln xmlns:a="http://schemas.openxmlformats.org/drawingml/2006/main" w="9631">
            <a:solidFill>
              <a:srgbClr val="262626"/>
            </a:solidFill>
          </a:ln>
        </p:spPr>
      </p:sp>
      <p:sp>
        <p:nvSpPr>
          <p:cNvPr id="430" name="R1|418">
            <a:extLst xmlns:a="http://schemas.openxmlformats.org/drawingml/2006/main">
              <a:ext uri="{FF2B5EF4-FFF2-40B4-BE49-F238E27FC236}">
                <a16:creationId xmlns:a16="http://schemas.microsoft.com/office/drawing/2014/main" id="{F063D1EF-9667-4C0D-9F4A-0E02AF7D17C3}"/>
              </a:ext>
            </a:extLst>
          </p:cNvPr>
          <p:cNvSpPr>
            <a:spLocks xmlns:a="http://schemas.openxmlformats.org/drawingml/2006/main" noGrp="1"/>
          </p:cNvSpPr>
          <p:nvPr/>
        </p:nvSpPr>
        <p:spPr>
          <a:xfrm xmlns:a="http://schemas.openxmlformats.org/drawingml/2006/main">
            <a:off x="5990631" y="2296525"/>
            <a:ext cx="62601" cy="120435"/>
          </a:xfrm>
          <a:prstGeom xmlns:a="http://schemas.openxmlformats.org/drawingml/2006/main" prst="rect">
            <a:avLst/>
          </a:prstGeom>
          <a:solidFill xmlns:a="http://schemas.openxmlformats.org/drawingml/2006/main">
            <a:srgbClr val="61A76A"/>
          </a:solidFill>
          <a:ln xmlns:a="http://schemas.openxmlformats.org/drawingml/2006/main" w="9631">
            <a:solidFill>
              <a:srgbClr val="262626"/>
            </a:solidFill>
          </a:ln>
        </p:spPr>
      </p:sp>
      <p:sp>
        <p:nvSpPr>
          <p:cNvPr id="431" name="R1|419">
            <a:extLst xmlns:a="http://schemas.openxmlformats.org/drawingml/2006/main">
              <a:ext uri="{FF2B5EF4-FFF2-40B4-BE49-F238E27FC236}">
                <a16:creationId xmlns:a16="http://schemas.microsoft.com/office/drawing/2014/main" id="{99DA2D1C-7690-4249-9F27-8D832B44C640}"/>
              </a:ext>
            </a:extLst>
          </p:cNvPr>
          <p:cNvSpPr>
            <a:spLocks xmlns:a="http://schemas.openxmlformats.org/drawingml/2006/main" noGrp="1"/>
          </p:cNvSpPr>
          <p:nvPr/>
        </p:nvSpPr>
        <p:spPr>
          <a:xfrm xmlns:a="http://schemas.openxmlformats.org/drawingml/2006/main">
            <a:off x="5913584" y="673056"/>
            <a:ext cx="1256827" cy="405978"/>
          </a:xfrm>
          <a:custGeom xmlns:a="http://schemas.openxmlformats.org/drawingml/2006/main">
            <a:pathLst>
              <a:path w="1256827" h="405978">
                <a:moveTo>
                  <a:pt x="0" y="0"/>
                </a:moveTo>
                <a:lnTo>
                  <a:pt x="57302" y="799"/>
                </a:lnTo>
                <a:lnTo>
                  <a:pt x="110189" y="3140"/>
                </a:lnTo>
                <a:lnTo>
                  <a:pt x="158905" y="6938"/>
                </a:lnTo>
                <a:lnTo>
                  <a:pt x="203693" y="12111"/>
                </a:lnTo>
                <a:lnTo>
                  <a:pt x="244797" y="18573"/>
                </a:lnTo>
                <a:lnTo>
                  <a:pt x="282461" y="26242"/>
                </a:lnTo>
                <a:lnTo>
                  <a:pt x="316929" y="35032"/>
                </a:lnTo>
                <a:lnTo>
                  <a:pt x="348444" y="44860"/>
                </a:lnTo>
                <a:lnTo>
                  <a:pt x="377251" y="55642"/>
                </a:lnTo>
                <a:lnTo>
                  <a:pt x="403593" y="67293"/>
                </a:lnTo>
                <a:lnTo>
                  <a:pt x="427714" y="79731"/>
                </a:lnTo>
                <a:lnTo>
                  <a:pt x="449857" y="92870"/>
                </a:lnTo>
                <a:lnTo>
                  <a:pt x="470267" y="106627"/>
                </a:lnTo>
                <a:lnTo>
                  <a:pt x="489187" y="120918"/>
                </a:lnTo>
                <a:lnTo>
                  <a:pt x="506862" y="135659"/>
                </a:lnTo>
                <a:lnTo>
                  <a:pt x="523533" y="150766"/>
                </a:lnTo>
                <a:lnTo>
                  <a:pt x="539447" y="166154"/>
                </a:lnTo>
                <a:lnTo>
                  <a:pt x="554846" y="181741"/>
                </a:lnTo>
                <a:lnTo>
                  <a:pt x="569974" y="197441"/>
                </a:lnTo>
                <a:lnTo>
                  <a:pt x="585075" y="213171"/>
                </a:lnTo>
                <a:lnTo>
                  <a:pt x="600392" y="228846"/>
                </a:lnTo>
                <a:lnTo>
                  <a:pt x="616170" y="244384"/>
                </a:lnTo>
                <a:lnTo>
                  <a:pt x="632653" y="259699"/>
                </a:lnTo>
                <a:lnTo>
                  <a:pt x="650083" y="274708"/>
                </a:lnTo>
                <a:lnTo>
                  <a:pt x="668705" y="289327"/>
                </a:lnTo>
                <a:lnTo>
                  <a:pt x="688763" y="303472"/>
                </a:lnTo>
                <a:lnTo>
                  <a:pt x="710500" y="317058"/>
                </a:lnTo>
                <a:lnTo>
                  <a:pt x="734160" y="330003"/>
                </a:lnTo>
                <a:lnTo>
                  <a:pt x="759988" y="342221"/>
                </a:lnTo>
                <a:lnTo>
                  <a:pt x="788226" y="353628"/>
                </a:lnTo>
                <a:lnTo>
                  <a:pt x="819118" y="364142"/>
                </a:lnTo>
                <a:lnTo>
                  <a:pt x="852909" y="373677"/>
                </a:lnTo>
                <a:lnTo>
                  <a:pt x="889842" y="382150"/>
                </a:lnTo>
                <a:lnTo>
                  <a:pt x="930160" y="389477"/>
                </a:lnTo>
                <a:lnTo>
                  <a:pt x="974109" y="395574"/>
                </a:lnTo>
                <a:lnTo>
                  <a:pt x="1021930" y="400356"/>
                </a:lnTo>
                <a:lnTo>
                  <a:pt x="1073869" y="403740"/>
                </a:lnTo>
                <a:lnTo>
                  <a:pt x="1130169" y="405642"/>
                </a:lnTo>
                <a:lnTo>
                  <a:pt x="1191074" y="405978"/>
                </a:lnTo>
                <a:lnTo>
                  <a:pt x="1256827" y="404663"/>
                </a:lnTo>
              </a:path>
            </a:pathLst>
          </a:custGeom>
          <a:noFill xmlns:a="http://schemas.openxmlformats.org/drawingml/2006/main"/>
          <a:ln xmlns:a="http://schemas.openxmlformats.org/drawingml/2006/main" w="19262">
            <a:solidFill>
              <a:srgbClr val="326A96"/>
            </a:solidFill>
          </a:ln>
        </p:spPr>
      </p:sp>
      <p:sp>
        <p:nvSpPr>
          <p:cNvPr id="432" name="R1|420">
            <a:extLst xmlns:a="http://schemas.openxmlformats.org/drawingml/2006/main">
              <a:ext uri="{FF2B5EF4-FFF2-40B4-BE49-F238E27FC236}">
                <a16:creationId xmlns:a16="http://schemas.microsoft.com/office/drawing/2014/main" id="{3E68BE5D-CD27-40AF-9552-FE29D26DE680}"/>
              </a:ext>
            </a:extLst>
          </p:cNvPr>
          <p:cNvSpPr>
            <a:spLocks xmlns:a="http://schemas.openxmlformats.org/drawingml/2006/main" noGrp="1"/>
          </p:cNvSpPr>
          <p:nvPr/>
        </p:nvSpPr>
        <p:spPr>
          <a:xfrm xmlns:a="http://schemas.openxmlformats.org/drawingml/2006/main">
            <a:off x="7102071" y="1042124"/>
            <a:ext cx="68340" cy="73892"/>
          </a:xfrm>
          <a:custGeom xmlns:a="http://schemas.openxmlformats.org/drawingml/2006/main">
            <a:pathLst>
              <a:path w="68340" h="73892">
                <a:moveTo>
                  <a:pt x="1476" y="73892"/>
                </a:moveTo>
                <a:lnTo>
                  <a:pt x="68340" y="35594"/>
                </a:lnTo>
                <a:lnTo>
                  <a:pt x="0" y="0"/>
                </a:lnTo>
                <a:close/>
              </a:path>
            </a:pathLst>
          </a:custGeom>
          <a:solidFill xmlns:a="http://schemas.openxmlformats.org/drawingml/2006/main">
            <a:srgbClr val="326A96"/>
          </a:solidFill>
          <a:ln xmlns:a="http://schemas.openxmlformats.org/drawingml/2006/main" w="4815">
            <a:solidFill>
              <a:srgbClr val="326A96"/>
            </a:solidFill>
          </a:ln>
        </p:spPr>
      </p:sp>
      <p:sp>
        <p:nvSpPr>
          <p:cNvPr id="433" name="R1|421">
            <a:extLst xmlns:a="http://schemas.openxmlformats.org/drawingml/2006/main">
              <a:ext uri="{FF2B5EF4-FFF2-40B4-BE49-F238E27FC236}">
                <a16:creationId xmlns:a16="http://schemas.microsoft.com/office/drawing/2014/main" id="{034C4EA2-32B6-4428-A179-B41104D10657}"/>
              </a:ext>
            </a:extLst>
          </p:cNvPr>
          <p:cNvSpPr>
            <a:spLocks xmlns:a="http://schemas.openxmlformats.org/drawingml/2006/main" noGrp="1"/>
          </p:cNvSpPr>
          <p:nvPr/>
        </p:nvSpPr>
        <p:spPr>
          <a:xfrm xmlns:a="http://schemas.openxmlformats.org/drawingml/2006/main">
            <a:off x="5913584" y="673056"/>
            <a:ext cx="1256827" cy="48174"/>
          </a:xfrm>
          <a:custGeom xmlns:a="http://schemas.openxmlformats.org/drawingml/2006/main">
            <a:pathLst>
              <a:path w="1256827" h="48174">
                <a:moveTo>
                  <a:pt x="0" y="0"/>
                </a:moveTo>
                <a:lnTo>
                  <a:pt x="30558" y="71"/>
                </a:lnTo>
                <a:lnTo>
                  <a:pt x="60165" y="281"/>
                </a:lnTo>
                <a:lnTo>
                  <a:pt x="88900" y="622"/>
                </a:lnTo>
                <a:lnTo>
                  <a:pt x="116842" y="1089"/>
                </a:lnTo>
                <a:lnTo>
                  <a:pt x="144068" y="1675"/>
                </a:lnTo>
                <a:lnTo>
                  <a:pt x="170658" y="2374"/>
                </a:lnTo>
                <a:lnTo>
                  <a:pt x="196689" y="3179"/>
                </a:lnTo>
                <a:lnTo>
                  <a:pt x="222242" y="4085"/>
                </a:lnTo>
                <a:lnTo>
                  <a:pt x="247393" y="5085"/>
                </a:lnTo>
                <a:lnTo>
                  <a:pt x="272222" y="6172"/>
                </a:lnTo>
                <a:lnTo>
                  <a:pt x="296808" y="7341"/>
                </a:lnTo>
                <a:lnTo>
                  <a:pt x="321228" y="8585"/>
                </a:lnTo>
                <a:lnTo>
                  <a:pt x="345561" y="9897"/>
                </a:lnTo>
                <a:lnTo>
                  <a:pt x="369886" y="11272"/>
                </a:lnTo>
                <a:lnTo>
                  <a:pt x="394282" y="12702"/>
                </a:lnTo>
                <a:lnTo>
                  <a:pt x="418827" y="14182"/>
                </a:lnTo>
                <a:lnTo>
                  <a:pt x="443599" y="15706"/>
                </a:lnTo>
                <a:lnTo>
                  <a:pt x="468677" y="17267"/>
                </a:lnTo>
                <a:lnTo>
                  <a:pt x="494140" y="18858"/>
                </a:lnTo>
                <a:lnTo>
                  <a:pt x="520066" y="20474"/>
                </a:lnTo>
                <a:lnTo>
                  <a:pt x="546534" y="22108"/>
                </a:lnTo>
                <a:lnTo>
                  <a:pt x="573622" y="23753"/>
                </a:lnTo>
                <a:lnTo>
                  <a:pt x="601409" y="25404"/>
                </a:lnTo>
                <a:lnTo>
                  <a:pt x="629974" y="27055"/>
                </a:lnTo>
                <a:lnTo>
                  <a:pt x="659394" y="28697"/>
                </a:lnTo>
                <a:lnTo>
                  <a:pt x="689749" y="30327"/>
                </a:lnTo>
                <a:lnTo>
                  <a:pt x="721117" y="31936"/>
                </a:lnTo>
                <a:lnTo>
                  <a:pt x="753576" y="33520"/>
                </a:lnTo>
                <a:lnTo>
                  <a:pt x="787206" y="35070"/>
                </a:lnTo>
                <a:lnTo>
                  <a:pt x="822084" y="36582"/>
                </a:lnTo>
                <a:lnTo>
                  <a:pt x="858290" y="38049"/>
                </a:lnTo>
                <a:lnTo>
                  <a:pt x="895901" y="39464"/>
                </a:lnTo>
                <a:lnTo>
                  <a:pt x="934997" y="40822"/>
                </a:lnTo>
                <a:lnTo>
                  <a:pt x="975655" y="42115"/>
                </a:lnTo>
                <a:lnTo>
                  <a:pt x="1017955" y="43338"/>
                </a:lnTo>
                <a:lnTo>
                  <a:pt x="1061975" y="44484"/>
                </a:lnTo>
                <a:lnTo>
                  <a:pt x="1107794" y="45547"/>
                </a:lnTo>
                <a:lnTo>
                  <a:pt x="1155490" y="46521"/>
                </a:lnTo>
                <a:lnTo>
                  <a:pt x="1205141" y="47398"/>
                </a:lnTo>
                <a:lnTo>
                  <a:pt x="1256827" y="48174"/>
                </a:lnTo>
              </a:path>
            </a:pathLst>
          </a:custGeom>
          <a:noFill xmlns:a="http://schemas.openxmlformats.org/drawingml/2006/main"/>
          <a:ln xmlns:a="http://schemas.openxmlformats.org/drawingml/2006/main" w="19262">
            <a:solidFill>
              <a:srgbClr val="E47D45"/>
            </a:solidFill>
          </a:ln>
        </p:spPr>
      </p:sp>
      <p:sp>
        <p:nvSpPr>
          <p:cNvPr id="434" name="R1|422">
            <a:extLst xmlns:a="http://schemas.openxmlformats.org/drawingml/2006/main">
              <a:ext uri="{FF2B5EF4-FFF2-40B4-BE49-F238E27FC236}">
                <a16:creationId xmlns:a16="http://schemas.microsoft.com/office/drawing/2014/main" id="{179821E9-7C8F-40B8-AE19-30E9AAB23EA4}"/>
              </a:ext>
            </a:extLst>
          </p:cNvPr>
          <p:cNvSpPr>
            <a:spLocks xmlns:a="http://schemas.openxmlformats.org/drawingml/2006/main" noGrp="1"/>
          </p:cNvSpPr>
          <p:nvPr/>
        </p:nvSpPr>
        <p:spPr>
          <a:xfrm xmlns:a="http://schemas.openxmlformats.org/drawingml/2006/main">
            <a:off x="7102249" y="683266"/>
            <a:ext cx="68161" cy="73899"/>
          </a:xfrm>
          <a:custGeom xmlns:a="http://schemas.openxmlformats.org/drawingml/2006/main">
            <a:pathLst>
              <a:path w="68161" h="73899">
                <a:moveTo>
                  <a:pt x="0" y="73899"/>
                </a:moveTo>
                <a:lnTo>
                  <a:pt x="68161" y="37964"/>
                </a:lnTo>
                <a:lnTo>
                  <a:pt x="1108" y="0"/>
                </a:lnTo>
                <a:close/>
              </a:path>
            </a:pathLst>
          </a:custGeom>
          <a:solidFill xmlns:a="http://schemas.openxmlformats.org/drawingml/2006/main">
            <a:srgbClr val="E47D45"/>
          </a:solidFill>
          <a:ln xmlns:a="http://schemas.openxmlformats.org/drawingml/2006/main" w="4815">
            <a:solidFill>
              <a:srgbClr val="E47D45"/>
            </a:solidFill>
          </a:ln>
        </p:spPr>
      </p:sp>
      <p:sp>
        <p:nvSpPr>
          <p:cNvPr id="435" name="R1|423">
            <a:extLst xmlns:a="http://schemas.openxmlformats.org/drawingml/2006/main">
              <a:ext uri="{FF2B5EF4-FFF2-40B4-BE49-F238E27FC236}">
                <a16:creationId xmlns:a16="http://schemas.microsoft.com/office/drawing/2014/main" id="{2E7F7252-0F7F-4B16-9AE2-D80EBC95EE68}"/>
              </a:ext>
            </a:extLst>
          </p:cNvPr>
          <p:cNvSpPr>
            <a:spLocks xmlns:a="http://schemas.openxmlformats.org/drawingml/2006/main" noGrp="1"/>
          </p:cNvSpPr>
          <p:nvPr/>
        </p:nvSpPr>
        <p:spPr>
          <a:xfrm xmlns:a="http://schemas.openxmlformats.org/drawingml/2006/main">
            <a:off x="5913584" y="1111296"/>
            <a:ext cx="1256827" cy="313277"/>
          </a:xfrm>
          <a:custGeom xmlns:a="http://schemas.openxmlformats.org/drawingml/2006/main">
            <a:pathLst>
              <a:path w="1256827" h="313277">
                <a:moveTo>
                  <a:pt x="0" y="145"/>
                </a:moveTo>
                <a:lnTo>
                  <a:pt x="63922" y="0"/>
                </a:lnTo>
                <a:lnTo>
                  <a:pt x="122266" y="973"/>
                </a:lnTo>
                <a:lnTo>
                  <a:pt x="175341" y="3009"/>
                </a:lnTo>
                <a:lnTo>
                  <a:pt x="223455" y="6051"/>
                </a:lnTo>
                <a:lnTo>
                  <a:pt x="266918" y="10043"/>
                </a:lnTo>
                <a:lnTo>
                  <a:pt x="306037" y="14929"/>
                </a:lnTo>
                <a:lnTo>
                  <a:pt x="341123" y="20654"/>
                </a:lnTo>
                <a:lnTo>
                  <a:pt x="372483" y="27161"/>
                </a:lnTo>
                <a:lnTo>
                  <a:pt x="400427" y="34394"/>
                </a:lnTo>
                <a:lnTo>
                  <a:pt x="425263" y="42297"/>
                </a:lnTo>
                <a:lnTo>
                  <a:pt x="447299" y="50815"/>
                </a:lnTo>
                <a:lnTo>
                  <a:pt x="466846" y="59890"/>
                </a:lnTo>
                <a:lnTo>
                  <a:pt x="484212" y="69468"/>
                </a:lnTo>
                <a:lnTo>
                  <a:pt x="499704" y="79492"/>
                </a:lnTo>
                <a:lnTo>
                  <a:pt x="513633" y="89907"/>
                </a:lnTo>
                <a:lnTo>
                  <a:pt x="526307" y="100655"/>
                </a:lnTo>
                <a:lnTo>
                  <a:pt x="538035" y="111682"/>
                </a:lnTo>
                <a:lnTo>
                  <a:pt x="549125" y="122931"/>
                </a:lnTo>
                <a:lnTo>
                  <a:pt x="559887" y="134346"/>
                </a:lnTo>
                <a:lnTo>
                  <a:pt x="570628" y="145872"/>
                </a:lnTo>
                <a:lnTo>
                  <a:pt x="581659" y="157451"/>
                </a:lnTo>
                <a:lnTo>
                  <a:pt x="593287" y="169029"/>
                </a:lnTo>
                <a:lnTo>
                  <a:pt x="605822" y="180549"/>
                </a:lnTo>
                <a:lnTo>
                  <a:pt x="619572" y="191955"/>
                </a:lnTo>
                <a:lnTo>
                  <a:pt x="634847" y="203191"/>
                </a:lnTo>
                <a:lnTo>
                  <a:pt x="651954" y="214202"/>
                </a:lnTo>
                <a:lnTo>
                  <a:pt x="671202" y="224931"/>
                </a:lnTo>
                <a:lnTo>
                  <a:pt x="692902" y="235321"/>
                </a:lnTo>
                <a:lnTo>
                  <a:pt x="717360" y="245318"/>
                </a:lnTo>
                <a:lnTo>
                  <a:pt x="744887" y="254866"/>
                </a:lnTo>
                <a:lnTo>
                  <a:pt x="775790" y="263907"/>
                </a:lnTo>
                <a:lnTo>
                  <a:pt x="810379" y="272387"/>
                </a:lnTo>
                <a:lnTo>
                  <a:pt x="848962" y="280248"/>
                </a:lnTo>
                <a:lnTo>
                  <a:pt x="891849" y="287436"/>
                </a:lnTo>
                <a:lnTo>
                  <a:pt x="939347" y="293894"/>
                </a:lnTo>
                <a:lnTo>
                  <a:pt x="991766" y="299566"/>
                </a:lnTo>
                <a:lnTo>
                  <a:pt x="1049415" y="304397"/>
                </a:lnTo>
                <a:lnTo>
                  <a:pt x="1112602" y="308329"/>
                </a:lnTo>
                <a:lnTo>
                  <a:pt x="1181637" y="311308"/>
                </a:lnTo>
                <a:lnTo>
                  <a:pt x="1256827" y="313277"/>
                </a:lnTo>
              </a:path>
            </a:pathLst>
          </a:custGeom>
          <a:noFill xmlns:a="http://schemas.openxmlformats.org/drawingml/2006/main"/>
          <a:ln xmlns:a="http://schemas.openxmlformats.org/drawingml/2006/main" w="19262">
            <a:solidFill>
              <a:srgbClr val="326A96"/>
            </a:solidFill>
          </a:ln>
        </p:spPr>
      </p:sp>
      <p:sp>
        <p:nvSpPr>
          <p:cNvPr id="436" name="R1|424">
            <a:extLst xmlns:a="http://schemas.openxmlformats.org/drawingml/2006/main">
              <a:ext uri="{FF2B5EF4-FFF2-40B4-BE49-F238E27FC236}">
                <a16:creationId xmlns:a16="http://schemas.microsoft.com/office/drawing/2014/main" id="{E0E89048-B07D-416C-B7AD-67EE224C3F8F}"/>
              </a:ext>
            </a:extLst>
          </p:cNvPr>
          <p:cNvSpPr>
            <a:spLocks xmlns:a="http://schemas.openxmlformats.org/drawingml/2006/main" noGrp="1"/>
          </p:cNvSpPr>
          <p:nvPr/>
        </p:nvSpPr>
        <p:spPr>
          <a:xfrm xmlns:a="http://schemas.openxmlformats.org/drawingml/2006/main">
            <a:off x="7101852" y="1385862"/>
            <a:ext cx="68558" cy="73882"/>
          </a:xfrm>
          <a:custGeom xmlns:a="http://schemas.openxmlformats.org/drawingml/2006/main">
            <a:pathLst>
              <a:path w="68558" h="73882">
                <a:moveTo>
                  <a:pt x="0" y="73882"/>
                </a:moveTo>
                <a:lnTo>
                  <a:pt x="68558" y="38711"/>
                </a:lnTo>
                <a:lnTo>
                  <a:pt x="1933" y="0"/>
                </a:lnTo>
                <a:close/>
              </a:path>
            </a:pathLst>
          </a:custGeom>
          <a:solidFill xmlns:a="http://schemas.openxmlformats.org/drawingml/2006/main">
            <a:srgbClr val="326A96"/>
          </a:solidFill>
          <a:ln xmlns:a="http://schemas.openxmlformats.org/drawingml/2006/main" w="4815">
            <a:solidFill>
              <a:srgbClr val="326A96"/>
            </a:solidFill>
          </a:ln>
        </p:spPr>
      </p:sp>
      <p:sp>
        <p:nvSpPr>
          <p:cNvPr id="437" name="R1|425">
            <a:extLst xmlns:a="http://schemas.openxmlformats.org/drawingml/2006/main">
              <a:ext uri="{FF2B5EF4-FFF2-40B4-BE49-F238E27FC236}">
                <a16:creationId xmlns:a16="http://schemas.microsoft.com/office/drawing/2014/main" id="{B458DF61-E5FF-4B57-8967-56A91841F12F}"/>
              </a:ext>
            </a:extLst>
          </p:cNvPr>
          <p:cNvSpPr>
            <a:spLocks xmlns:a="http://schemas.openxmlformats.org/drawingml/2006/main" noGrp="1"/>
          </p:cNvSpPr>
          <p:nvPr/>
        </p:nvSpPr>
        <p:spPr>
          <a:xfrm xmlns:a="http://schemas.openxmlformats.org/drawingml/2006/main">
            <a:off x="5913584" y="1077719"/>
            <a:ext cx="1261642" cy="486559"/>
          </a:xfrm>
          <a:custGeom xmlns:a="http://schemas.openxmlformats.org/drawingml/2006/main">
            <a:pathLst>
              <a:path w="1261642" h="486559">
                <a:moveTo>
                  <a:pt x="0" y="486559"/>
                </a:moveTo>
                <a:lnTo>
                  <a:pt x="91661" y="485451"/>
                </a:lnTo>
                <a:lnTo>
                  <a:pt x="175481" y="482894"/>
                </a:lnTo>
                <a:lnTo>
                  <a:pt x="251837" y="478959"/>
                </a:lnTo>
                <a:lnTo>
                  <a:pt x="321102" y="473716"/>
                </a:lnTo>
                <a:lnTo>
                  <a:pt x="383654" y="467233"/>
                </a:lnTo>
                <a:lnTo>
                  <a:pt x="439868" y="459580"/>
                </a:lnTo>
                <a:lnTo>
                  <a:pt x="490119" y="450827"/>
                </a:lnTo>
                <a:lnTo>
                  <a:pt x="534782" y="441044"/>
                </a:lnTo>
                <a:lnTo>
                  <a:pt x="574234" y="430300"/>
                </a:lnTo>
                <a:lnTo>
                  <a:pt x="608851" y="418664"/>
                </a:lnTo>
                <a:lnTo>
                  <a:pt x="639007" y="406206"/>
                </a:lnTo>
                <a:lnTo>
                  <a:pt x="665078" y="392995"/>
                </a:lnTo>
                <a:lnTo>
                  <a:pt x="687440" y="379102"/>
                </a:lnTo>
                <a:lnTo>
                  <a:pt x="706469" y="364595"/>
                </a:lnTo>
                <a:lnTo>
                  <a:pt x="722540" y="349545"/>
                </a:lnTo>
                <a:lnTo>
                  <a:pt x="736029" y="334020"/>
                </a:lnTo>
                <a:lnTo>
                  <a:pt x="747311" y="318091"/>
                </a:lnTo>
                <a:lnTo>
                  <a:pt x="756762" y="301827"/>
                </a:lnTo>
                <a:lnTo>
                  <a:pt x="764757" y="285297"/>
                </a:lnTo>
                <a:lnTo>
                  <a:pt x="771672" y="268571"/>
                </a:lnTo>
                <a:lnTo>
                  <a:pt x="777884" y="251719"/>
                </a:lnTo>
                <a:lnTo>
                  <a:pt x="783766" y="234809"/>
                </a:lnTo>
                <a:lnTo>
                  <a:pt x="789696" y="217913"/>
                </a:lnTo>
                <a:lnTo>
                  <a:pt x="796048" y="201098"/>
                </a:lnTo>
                <a:lnTo>
                  <a:pt x="803199" y="184436"/>
                </a:lnTo>
                <a:lnTo>
                  <a:pt x="811523" y="167994"/>
                </a:lnTo>
                <a:lnTo>
                  <a:pt x="821396" y="151844"/>
                </a:lnTo>
                <a:lnTo>
                  <a:pt x="833194" y="136053"/>
                </a:lnTo>
                <a:lnTo>
                  <a:pt x="847293" y="120693"/>
                </a:lnTo>
                <a:lnTo>
                  <a:pt x="864069" y="105833"/>
                </a:lnTo>
                <a:lnTo>
                  <a:pt x="883895" y="91541"/>
                </a:lnTo>
                <a:lnTo>
                  <a:pt x="907150" y="77888"/>
                </a:lnTo>
                <a:lnTo>
                  <a:pt x="934207" y="64943"/>
                </a:lnTo>
                <a:lnTo>
                  <a:pt x="965443" y="52776"/>
                </a:lnTo>
                <a:lnTo>
                  <a:pt x="1001233" y="41456"/>
                </a:lnTo>
                <a:lnTo>
                  <a:pt x="1041953" y="31053"/>
                </a:lnTo>
                <a:lnTo>
                  <a:pt x="1087978" y="21636"/>
                </a:lnTo>
                <a:lnTo>
                  <a:pt x="1139684" y="13276"/>
                </a:lnTo>
                <a:lnTo>
                  <a:pt x="1197447" y="6040"/>
                </a:lnTo>
                <a:lnTo>
                  <a:pt x="1261642" y="0"/>
                </a:lnTo>
              </a:path>
            </a:pathLst>
          </a:custGeom>
          <a:noFill xmlns:a="http://schemas.openxmlformats.org/drawingml/2006/main"/>
          <a:ln xmlns:a="http://schemas.openxmlformats.org/drawingml/2006/main" w="19262">
            <a:solidFill>
              <a:srgbClr val="326A96"/>
            </a:solidFill>
          </a:ln>
        </p:spPr>
      </p:sp>
      <p:sp>
        <p:nvSpPr>
          <p:cNvPr id="438" name="R1|426">
            <a:extLst xmlns:a="http://schemas.openxmlformats.org/drawingml/2006/main">
              <a:ext uri="{FF2B5EF4-FFF2-40B4-BE49-F238E27FC236}">
                <a16:creationId xmlns:a16="http://schemas.microsoft.com/office/drawing/2014/main" id="{B1043932-BBA4-455B-AEFC-42FEF6268ECD}"/>
              </a:ext>
            </a:extLst>
          </p:cNvPr>
          <p:cNvSpPr>
            <a:spLocks xmlns:a="http://schemas.openxmlformats.org/drawingml/2006/main" noGrp="1"/>
          </p:cNvSpPr>
          <p:nvPr/>
        </p:nvSpPr>
        <p:spPr>
          <a:xfrm xmlns:a="http://schemas.openxmlformats.org/drawingml/2006/main">
            <a:off x="7104449" y="1047262"/>
            <a:ext cx="70777" cy="73582"/>
          </a:xfrm>
          <a:custGeom xmlns:a="http://schemas.openxmlformats.org/drawingml/2006/main">
            <a:pathLst>
              <a:path w="70777" h="73582">
                <a:moveTo>
                  <a:pt x="6918" y="73582"/>
                </a:moveTo>
                <a:lnTo>
                  <a:pt x="70777" y="30457"/>
                </a:lnTo>
                <a:lnTo>
                  <a:pt x="0" y="0"/>
                </a:lnTo>
                <a:close/>
              </a:path>
            </a:pathLst>
          </a:custGeom>
          <a:solidFill xmlns:a="http://schemas.openxmlformats.org/drawingml/2006/main">
            <a:srgbClr val="326A96"/>
          </a:solidFill>
          <a:ln xmlns:a="http://schemas.openxmlformats.org/drawingml/2006/main" w="4815">
            <a:solidFill>
              <a:srgbClr val="326A96"/>
            </a:solidFill>
          </a:ln>
        </p:spPr>
      </p:sp>
      <p:sp>
        <p:nvSpPr>
          <p:cNvPr id="439" name="R1|427">
            <a:extLst xmlns:a="http://schemas.openxmlformats.org/drawingml/2006/main">
              <a:ext uri="{FF2B5EF4-FFF2-40B4-BE49-F238E27FC236}">
                <a16:creationId xmlns:a16="http://schemas.microsoft.com/office/drawing/2014/main" id="{0754D052-C401-45E5-B5EE-1C90F5F35705}"/>
              </a:ext>
            </a:extLst>
          </p:cNvPr>
          <p:cNvSpPr>
            <a:spLocks xmlns:a="http://schemas.openxmlformats.org/drawingml/2006/main" noGrp="1"/>
          </p:cNvSpPr>
          <p:nvPr/>
        </p:nvSpPr>
        <p:spPr>
          <a:xfrm xmlns:a="http://schemas.openxmlformats.org/drawingml/2006/main">
            <a:off x="5913584" y="721230"/>
            <a:ext cx="1261642" cy="1310337"/>
          </a:xfrm>
          <a:custGeom xmlns:a="http://schemas.openxmlformats.org/drawingml/2006/main">
            <a:pathLst>
              <a:path w="1261642" h="1310337">
                <a:moveTo>
                  <a:pt x="0" y="1310337"/>
                </a:moveTo>
                <a:lnTo>
                  <a:pt x="88448" y="1308379"/>
                </a:lnTo>
                <a:lnTo>
                  <a:pt x="169820" y="1302622"/>
                </a:lnTo>
                <a:lnTo>
                  <a:pt x="244445" y="1293241"/>
                </a:lnTo>
                <a:lnTo>
                  <a:pt x="312651" y="1280411"/>
                </a:lnTo>
                <a:lnTo>
                  <a:pt x="374766" y="1264308"/>
                </a:lnTo>
                <a:lnTo>
                  <a:pt x="431119" y="1245107"/>
                </a:lnTo>
                <a:lnTo>
                  <a:pt x="482037" y="1222983"/>
                </a:lnTo>
                <a:lnTo>
                  <a:pt x="527848" y="1198111"/>
                </a:lnTo>
                <a:lnTo>
                  <a:pt x="568881" y="1170666"/>
                </a:lnTo>
                <a:lnTo>
                  <a:pt x="605465" y="1140824"/>
                </a:lnTo>
                <a:lnTo>
                  <a:pt x="637927" y="1108760"/>
                </a:lnTo>
                <a:lnTo>
                  <a:pt x="666595" y="1074650"/>
                </a:lnTo>
                <a:lnTo>
                  <a:pt x="691798" y="1038668"/>
                </a:lnTo>
                <a:lnTo>
                  <a:pt x="713864" y="1000989"/>
                </a:lnTo>
                <a:lnTo>
                  <a:pt x="733121" y="961790"/>
                </a:lnTo>
                <a:lnTo>
                  <a:pt x="749897" y="921244"/>
                </a:lnTo>
                <a:lnTo>
                  <a:pt x="764521" y="879528"/>
                </a:lnTo>
                <a:lnTo>
                  <a:pt x="777320" y="836816"/>
                </a:lnTo>
                <a:lnTo>
                  <a:pt x="788624" y="793285"/>
                </a:lnTo>
                <a:lnTo>
                  <a:pt x="798759" y="749108"/>
                </a:lnTo>
                <a:lnTo>
                  <a:pt x="808055" y="704462"/>
                </a:lnTo>
                <a:lnTo>
                  <a:pt x="816839" y="659521"/>
                </a:lnTo>
                <a:lnTo>
                  <a:pt x="825440" y="614461"/>
                </a:lnTo>
                <a:lnTo>
                  <a:pt x="834186" y="569457"/>
                </a:lnTo>
                <a:lnTo>
                  <a:pt x="843405" y="524684"/>
                </a:lnTo>
                <a:lnTo>
                  <a:pt x="853426" y="480318"/>
                </a:lnTo>
                <a:lnTo>
                  <a:pt x="864576" y="436533"/>
                </a:lnTo>
                <a:lnTo>
                  <a:pt x="877183" y="393506"/>
                </a:lnTo>
                <a:lnTo>
                  <a:pt x="891577" y="351410"/>
                </a:lnTo>
                <a:lnTo>
                  <a:pt x="908085" y="310422"/>
                </a:lnTo>
                <a:lnTo>
                  <a:pt x="927035" y="270717"/>
                </a:lnTo>
                <a:lnTo>
                  <a:pt x="948755" y="232469"/>
                </a:lnTo>
                <a:lnTo>
                  <a:pt x="973574" y="195855"/>
                </a:lnTo>
                <a:lnTo>
                  <a:pt x="1001821" y="161049"/>
                </a:lnTo>
                <a:lnTo>
                  <a:pt x="1033822" y="128226"/>
                </a:lnTo>
                <a:lnTo>
                  <a:pt x="1069906" y="97562"/>
                </a:lnTo>
                <a:lnTo>
                  <a:pt x="1110403" y="69233"/>
                </a:lnTo>
                <a:lnTo>
                  <a:pt x="1155639" y="43412"/>
                </a:lnTo>
                <a:lnTo>
                  <a:pt x="1205942" y="20276"/>
                </a:lnTo>
                <a:lnTo>
                  <a:pt x="1261642" y="0"/>
                </a:lnTo>
              </a:path>
            </a:pathLst>
          </a:custGeom>
          <a:noFill xmlns:a="http://schemas.openxmlformats.org/drawingml/2006/main"/>
          <a:ln xmlns:a="http://schemas.openxmlformats.org/drawingml/2006/main" w="19262">
            <a:solidFill>
              <a:srgbClr val="E47D45"/>
            </a:solidFill>
          </a:ln>
        </p:spPr>
      </p:sp>
      <p:sp>
        <p:nvSpPr>
          <p:cNvPr id="440" name="R1|428">
            <a:extLst xmlns:a="http://schemas.openxmlformats.org/drawingml/2006/main">
              <a:ext uri="{FF2B5EF4-FFF2-40B4-BE49-F238E27FC236}">
                <a16:creationId xmlns:a16="http://schemas.microsoft.com/office/drawing/2014/main" id="{40E59D4E-7073-4D3B-A038-F754CDDDE70C}"/>
              </a:ext>
            </a:extLst>
          </p:cNvPr>
          <p:cNvSpPr>
            <a:spLocks xmlns:a="http://schemas.openxmlformats.org/drawingml/2006/main" noGrp="1"/>
          </p:cNvSpPr>
          <p:nvPr/>
        </p:nvSpPr>
        <p:spPr>
          <a:xfrm xmlns:a="http://schemas.openxmlformats.org/drawingml/2006/main">
            <a:off x="7099056" y="709634"/>
            <a:ext cx="76170" cy="69452"/>
          </a:xfrm>
          <a:custGeom xmlns:a="http://schemas.openxmlformats.org/drawingml/2006/main">
            <a:pathLst>
              <a:path w="76170" h="69452">
                <a:moveTo>
                  <a:pt x="25261" y="69452"/>
                </a:moveTo>
                <a:lnTo>
                  <a:pt x="76170" y="11596"/>
                </a:lnTo>
                <a:lnTo>
                  <a:pt x="0" y="0"/>
                </a:lnTo>
                <a:close/>
              </a:path>
            </a:pathLst>
          </a:custGeom>
          <a:solidFill xmlns:a="http://schemas.openxmlformats.org/drawingml/2006/main">
            <a:srgbClr val="E47D45"/>
          </a:solidFill>
          <a:ln xmlns:a="http://schemas.openxmlformats.org/drawingml/2006/main" w="4815">
            <a:solidFill>
              <a:srgbClr val="E47D45"/>
            </a:solidFill>
          </a:ln>
        </p:spPr>
      </p:sp>
      <p:sp>
        <p:nvSpPr>
          <p:cNvPr id="441" name="R1|429">
            <a:extLst xmlns:a="http://schemas.openxmlformats.org/drawingml/2006/main">
              <a:ext uri="{FF2B5EF4-FFF2-40B4-BE49-F238E27FC236}">
                <a16:creationId xmlns:a16="http://schemas.microsoft.com/office/drawing/2014/main" id="{AB998FD4-C3D8-4258-8ECE-FB945AF294F7}"/>
              </a:ext>
            </a:extLst>
          </p:cNvPr>
          <p:cNvSpPr>
            <a:spLocks xmlns:a="http://schemas.openxmlformats.org/drawingml/2006/main" noGrp="1"/>
          </p:cNvSpPr>
          <p:nvPr/>
        </p:nvSpPr>
        <p:spPr>
          <a:xfrm xmlns:a="http://schemas.openxmlformats.org/drawingml/2006/main">
            <a:off x="5913584" y="1785879"/>
            <a:ext cx="1256827" cy="245688"/>
          </a:xfrm>
          <a:custGeom xmlns:a="http://schemas.openxmlformats.org/drawingml/2006/main">
            <a:pathLst>
              <a:path w="1256827" h="245688">
                <a:moveTo>
                  <a:pt x="0" y="245688"/>
                </a:moveTo>
                <a:lnTo>
                  <a:pt x="102207" y="245491"/>
                </a:lnTo>
                <a:lnTo>
                  <a:pt x="195998" y="244902"/>
                </a:lnTo>
                <a:lnTo>
                  <a:pt x="281751" y="243930"/>
                </a:lnTo>
                <a:lnTo>
                  <a:pt x="359843" y="242581"/>
                </a:lnTo>
                <a:lnTo>
                  <a:pt x="430652" y="240861"/>
                </a:lnTo>
                <a:lnTo>
                  <a:pt x="494556" y="238778"/>
                </a:lnTo>
                <a:lnTo>
                  <a:pt x="551933" y="236338"/>
                </a:lnTo>
                <a:lnTo>
                  <a:pt x="603161" y="233548"/>
                </a:lnTo>
                <a:lnTo>
                  <a:pt x="648618" y="230415"/>
                </a:lnTo>
                <a:lnTo>
                  <a:pt x="688682" y="226945"/>
                </a:lnTo>
                <a:lnTo>
                  <a:pt x="723729" y="223146"/>
                </a:lnTo>
                <a:lnTo>
                  <a:pt x="754140" y="219024"/>
                </a:lnTo>
                <a:lnTo>
                  <a:pt x="780290" y="214585"/>
                </a:lnTo>
                <a:lnTo>
                  <a:pt x="802558" y="209838"/>
                </a:lnTo>
                <a:lnTo>
                  <a:pt x="821322" y="204787"/>
                </a:lnTo>
                <a:lnTo>
                  <a:pt x="836960" y="199441"/>
                </a:lnTo>
                <a:lnTo>
                  <a:pt x="849850" y="193806"/>
                </a:lnTo>
                <a:lnTo>
                  <a:pt x="860368" y="187888"/>
                </a:lnTo>
                <a:lnTo>
                  <a:pt x="868895" y="181695"/>
                </a:lnTo>
                <a:lnTo>
                  <a:pt x="875806" y="175234"/>
                </a:lnTo>
                <a:lnTo>
                  <a:pt x="881481" y="168510"/>
                </a:lnTo>
                <a:lnTo>
                  <a:pt x="886296" y="161531"/>
                </a:lnTo>
                <a:lnTo>
                  <a:pt x="890630" y="154304"/>
                </a:lnTo>
                <a:lnTo>
                  <a:pt x="894861" y="146835"/>
                </a:lnTo>
                <a:lnTo>
                  <a:pt x="899366" y="139131"/>
                </a:lnTo>
                <a:lnTo>
                  <a:pt x="904524" y="131199"/>
                </a:lnTo>
                <a:lnTo>
                  <a:pt x="910711" y="123046"/>
                </a:lnTo>
                <a:lnTo>
                  <a:pt x="918307" y="114679"/>
                </a:lnTo>
                <a:lnTo>
                  <a:pt x="927689" y="106103"/>
                </a:lnTo>
                <a:lnTo>
                  <a:pt x="939234" y="97327"/>
                </a:lnTo>
                <a:lnTo>
                  <a:pt x="953322" y="88356"/>
                </a:lnTo>
                <a:lnTo>
                  <a:pt x="970328" y="79198"/>
                </a:lnTo>
                <a:lnTo>
                  <a:pt x="990632" y="69860"/>
                </a:lnTo>
                <a:lnTo>
                  <a:pt x="1014611" y="60347"/>
                </a:lnTo>
                <a:lnTo>
                  <a:pt x="1042644" y="50668"/>
                </a:lnTo>
                <a:lnTo>
                  <a:pt x="1075107" y="40828"/>
                </a:lnTo>
                <a:lnTo>
                  <a:pt x="1112379" y="30834"/>
                </a:lnTo>
                <a:lnTo>
                  <a:pt x="1154838" y="20694"/>
                </a:lnTo>
                <a:lnTo>
                  <a:pt x="1202861" y="10414"/>
                </a:lnTo>
                <a:lnTo>
                  <a:pt x="1256827" y="0"/>
                </a:lnTo>
              </a:path>
            </a:pathLst>
          </a:custGeom>
          <a:noFill xmlns:a="http://schemas.openxmlformats.org/drawingml/2006/main"/>
          <a:ln xmlns:a="http://schemas.openxmlformats.org/drawingml/2006/main" w="19262">
            <a:solidFill>
              <a:srgbClr val="E47D45"/>
            </a:solidFill>
          </a:ln>
        </p:spPr>
      </p:sp>
      <p:sp>
        <p:nvSpPr>
          <p:cNvPr id="442" name="R1|430">
            <a:extLst xmlns:a="http://schemas.openxmlformats.org/drawingml/2006/main">
              <a:ext uri="{FF2B5EF4-FFF2-40B4-BE49-F238E27FC236}">
                <a16:creationId xmlns:a16="http://schemas.microsoft.com/office/drawing/2014/main" id="{E6680130-C4F4-4F63-835A-9ADDDD37FC86}"/>
              </a:ext>
            </a:extLst>
          </p:cNvPr>
          <p:cNvSpPr>
            <a:spLocks xmlns:a="http://schemas.openxmlformats.org/drawingml/2006/main" noGrp="1"/>
          </p:cNvSpPr>
          <p:nvPr/>
        </p:nvSpPr>
        <p:spPr>
          <a:xfrm xmlns:a="http://schemas.openxmlformats.org/drawingml/2006/main">
            <a:off x="7097024" y="1762406"/>
            <a:ext cx="73387" cy="72569"/>
          </a:xfrm>
          <a:custGeom xmlns:a="http://schemas.openxmlformats.org/drawingml/2006/main">
            <a:pathLst>
              <a:path w="73387" h="72569">
                <a:moveTo>
                  <a:pt x="13992" y="72569"/>
                </a:moveTo>
                <a:lnTo>
                  <a:pt x="73387" y="23473"/>
                </a:lnTo>
                <a:lnTo>
                  <a:pt x="0" y="0"/>
                </a:lnTo>
                <a:close/>
              </a:path>
            </a:pathLst>
          </a:custGeom>
          <a:solidFill xmlns:a="http://schemas.openxmlformats.org/drawingml/2006/main">
            <a:srgbClr val="E47D45"/>
          </a:solidFill>
          <a:ln xmlns:a="http://schemas.openxmlformats.org/drawingml/2006/main" w="4815">
            <a:solidFill>
              <a:srgbClr val="E47D45"/>
            </a:solidFill>
          </a:ln>
        </p:spPr>
      </p:sp>
      <p:sp>
        <p:nvSpPr>
          <p:cNvPr id="443" name="R1|431">
            <a:extLst xmlns:a="http://schemas.openxmlformats.org/drawingml/2006/main">
              <a:ext uri="{FF2B5EF4-FFF2-40B4-BE49-F238E27FC236}">
                <a16:creationId xmlns:a16="http://schemas.microsoft.com/office/drawing/2014/main" id="{75A2D953-1B51-438C-B08D-B117CD641C48}"/>
              </a:ext>
            </a:extLst>
          </p:cNvPr>
          <p:cNvSpPr>
            <a:spLocks xmlns:a="http://schemas.openxmlformats.org/drawingml/2006/main" noGrp="1"/>
          </p:cNvSpPr>
          <p:nvPr/>
        </p:nvSpPr>
        <p:spPr>
          <a:xfrm xmlns:a="http://schemas.openxmlformats.org/drawingml/2006/main">
            <a:off x="5913584" y="2142368"/>
            <a:ext cx="1256827" cy="313132"/>
          </a:xfrm>
          <a:custGeom xmlns:a="http://schemas.openxmlformats.org/drawingml/2006/main">
            <a:pathLst>
              <a:path w="1256827" h="313132">
                <a:moveTo>
                  <a:pt x="0" y="313132"/>
                </a:moveTo>
                <a:lnTo>
                  <a:pt x="81581" y="312969"/>
                </a:lnTo>
                <a:lnTo>
                  <a:pt x="156782" y="311789"/>
                </a:lnTo>
                <a:lnTo>
                  <a:pt x="225902" y="309641"/>
                </a:lnTo>
                <a:lnTo>
                  <a:pt x="289244" y="306576"/>
                </a:lnTo>
                <a:lnTo>
                  <a:pt x="347106" y="302641"/>
                </a:lnTo>
                <a:lnTo>
                  <a:pt x="399790" y="297887"/>
                </a:lnTo>
                <a:lnTo>
                  <a:pt x="447597" y="292362"/>
                </a:lnTo>
                <a:lnTo>
                  <a:pt x="490827" y="286116"/>
                </a:lnTo>
                <a:lnTo>
                  <a:pt x="529781" y="279198"/>
                </a:lnTo>
                <a:lnTo>
                  <a:pt x="564760" y="271657"/>
                </a:lnTo>
                <a:lnTo>
                  <a:pt x="596063" y="263543"/>
                </a:lnTo>
                <a:lnTo>
                  <a:pt x="623993" y="254904"/>
                </a:lnTo>
                <a:lnTo>
                  <a:pt x="648849" y="245790"/>
                </a:lnTo>
                <a:lnTo>
                  <a:pt x="670933" y="236250"/>
                </a:lnTo>
                <a:lnTo>
                  <a:pt x="690544" y="226334"/>
                </a:lnTo>
                <a:lnTo>
                  <a:pt x="707984" y="216090"/>
                </a:lnTo>
                <a:lnTo>
                  <a:pt x="723553" y="205568"/>
                </a:lnTo>
                <a:lnTo>
                  <a:pt x="737552" y="194817"/>
                </a:lnTo>
                <a:lnTo>
                  <a:pt x="750281" y="183886"/>
                </a:lnTo>
                <a:lnTo>
                  <a:pt x="762042" y="172825"/>
                </a:lnTo>
                <a:lnTo>
                  <a:pt x="773134" y="161682"/>
                </a:lnTo>
                <a:lnTo>
                  <a:pt x="783859" y="150508"/>
                </a:lnTo>
                <a:lnTo>
                  <a:pt x="794517" y="139350"/>
                </a:lnTo>
                <a:lnTo>
                  <a:pt x="805409" y="128259"/>
                </a:lnTo>
                <a:lnTo>
                  <a:pt x="816836" y="117283"/>
                </a:lnTo>
                <a:lnTo>
                  <a:pt x="829098" y="106473"/>
                </a:lnTo>
                <a:lnTo>
                  <a:pt x="842495" y="95876"/>
                </a:lnTo>
                <a:lnTo>
                  <a:pt x="857329" y="85543"/>
                </a:lnTo>
                <a:lnTo>
                  <a:pt x="873901" y="75522"/>
                </a:lnTo>
                <a:lnTo>
                  <a:pt x="892510" y="65863"/>
                </a:lnTo>
                <a:lnTo>
                  <a:pt x="913457" y="56615"/>
                </a:lnTo>
                <a:lnTo>
                  <a:pt x="937044" y="47827"/>
                </a:lnTo>
                <a:lnTo>
                  <a:pt x="963570" y="39549"/>
                </a:lnTo>
                <a:lnTo>
                  <a:pt x="993338" y="31829"/>
                </a:lnTo>
                <a:lnTo>
                  <a:pt x="1026646" y="24717"/>
                </a:lnTo>
                <a:lnTo>
                  <a:pt x="1063796" y="18263"/>
                </a:lnTo>
                <a:lnTo>
                  <a:pt x="1105088" y="12515"/>
                </a:lnTo>
                <a:lnTo>
                  <a:pt x="1150824" y="7522"/>
                </a:lnTo>
                <a:lnTo>
                  <a:pt x="1201303" y="3334"/>
                </a:lnTo>
                <a:lnTo>
                  <a:pt x="1256827" y="0"/>
                </a:lnTo>
              </a:path>
            </a:pathLst>
          </a:custGeom>
          <a:noFill xmlns:a="http://schemas.openxmlformats.org/drawingml/2006/main"/>
          <a:ln xmlns:a="http://schemas.openxmlformats.org/drawingml/2006/main" w="19262">
            <a:solidFill>
              <a:srgbClr val="E47D45"/>
            </a:solidFill>
          </a:ln>
        </p:spPr>
      </p:sp>
      <p:sp>
        <p:nvSpPr>
          <p:cNvPr id="444" name="R1|432">
            <a:extLst xmlns:a="http://schemas.openxmlformats.org/drawingml/2006/main">
              <a:ext uri="{FF2B5EF4-FFF2-40B4-BE49-F238E27FC236}">
                <a16:creationId xmlns:a16="http://schemas.microsoft.com/office/drawing/2014/main" id="{744A6F8E-A2DC-45F3-9A27-D73C2F95E5B0}"/>
              </a:ext>
            </a:extLst>
          </p:cNvPr>
          <p:cNvSpPr>
            <a:spLocks xmlns:a="http://schemas.openxmlformats.org/drawingml/2006/main" noGrp="1"/>
          </p:cNvSpPr>
          <p:nvPr/>
        </p:nvSpPr>
        <p:spPr>
          <a:xfrm xmlns:a="http://schemas.openxmlformats.org/drawingml/2006/main">
            <a:off x="7100704" y="2109533"/>
            <a:ext cx="69707" cy="73774"/>
          </a:xfrm>
          <a:custGeom xmlns:a="http://schemas.openxmlformats.org/drawingml/2006/main">
            <a:pathLst>
              <a:path w="69707" h="73774">
                <a:moveTo>
                  <a:pt x="4426" y="73774"/>
                </a:moveTo>
                <a:lnTo>
                  <a:pt x="69707" y="32835"/>
                </a:lnTo>
                <a:lnTo>
                  <a:pt x="0" y="0"/>
                </a:lnTo>
                <a:close/>
              </a:path>
            </a:pathLst>
          </a:custGeom>
          <a:solidFill xmlns:a="http://schemas.openxmlformats.org/drawingml/2006/main">
            <a:srgbClr val="E47D45"/>
          </a:solidFill>
          <a:ln xmlns:a="http://schemas.openxmlformats.org/drawingml/2006/main" w="4815">
            <a:solidFill>
              <a:srgbClr val="E47D45"/>
            </a:solidFill>
          </a:ln>
        </p:spPr>
      </p:sp>
      <p:sp>
        <p:nvSpPr>
          <p:cNvPr id="445" name="R1|433">
            <a:extLst xmlns:a="http://schemas.openxmlformats.org/drawingml/2006/main">
              <a:ext uri="{FF2B5EF4-FFF2-40B4-BE49-F238E27FC236}">
                <a16:creationId xmlns:a16="http://schemas.microsoft.com/office/drawing/2014/main" id="{4CFC414D-0AE7-47A1-AE86-1D1ABE187066}"/>
              </a:ext>
            </a:extLst>
          </p:cNvPr>
          <p:cNvSpPr>
            <a:spLocks xmlns:a="http://schemas.openxmlformats.org/drawingml/2006/main" noGrp="1"/>
          </p:cNvSpPr>
          <p:nvPr/>
        </p:nvSpPr>
        <p:spPr>
          <a:xfrm xmlns:a="http://schemas.openxmlformats.org/drawingml/2006/main">
            <a:off x="7189672" y="648969"/>
            <a:ext cx="144463" cy="144522"/>
          </a:xfrm>
          <a:prstGeom xmlns:a="http://schemas.openxmlformats.org/drawingml/2006/main" prst="ellipse">
            <a:avLst/>
          </a:prstGeom>
          <a:solidFill xmlns:a="http://schemas.openxmlformats.org/drawingml/2006/main">
            <a:srgbClr val="E47D45"/>
          </a:solidFill>
          <a:ln xmlns:a="http://schemas.openxmlformats.org/drawingml/2006/main" w="13002">
            <a:solidFill>
              <a:srgbClr val="252525"/>
            </a:solidFill>
          </a:ln>
        </p:spPr>
      </p:sp>
      <p:sp>
        <p:nvSpPr>
          <p:cNvPr id="446" name="R1|434">
            <a:extLst xmlns:a="http://schemas.openxmlformats.org/drawingml/2006/main">
              <a:ext uri="{FF2B5EF4-FFF2-40B4-BE49-F238E27FC236}">
                <a16:creationId xmlns:a16="http://schemas.microsoft.com/office/drawing/2014/main" id="{9D7C8A44-90C4-4C66-BB31-17F2D3F4DF2F}"/>
              </a:ext>
            </a:extLst>
          </p:cNvPr>
          <p:cNvSpPr>
            <a:spLocks xmlns:a="http://schemas.openxmlformats.org/drawingml/2006/main" noGrp="1"/>
          </p:cNvSpPr>
          <p:nvPr/>
        </p:nvSpPr>
        <p:spPr>
          <a:xfrm xmlns:a="http://schemas.openxmlformats.org/drawingml/2006/main">
            <a:off x="7189672" y="1005458"/>
            <a:ext cx="144463" cy="144522"/>
          </a:xfrm>
          <a:prstGeom xmlns:a="http://schemas.openxmlformats.org/drawingml/2006/main" prst="ellipse">
            <a:avLst/>
          </a:prstGeom>
          <a:solidFill xmlns:a="http://schemas.openxmlformats.org/drawingml/2006/main">
            <a:srgbClr val="326A96"/>
          </a:solidFill>
          <a:ln xmlns:a="http://schemas.openxmlformats.org/drawingml/2006/main" w="13002">
            <a:solidFill>
              <a:srgbClr val="252525"/>
            </a:solidFill>
          </a:ln>
        </p:spPr>
      </p:sp>
      <p:sp>
        <p:nvSpPr>
          <p:cNvPr id="447" name="R1|435">
            <a:extLst xmlns:a="http://schemas.openxmlformats.org/drawingml/2006/main">
              <a:ext uri="{FF2B5EF4-FFF2-40B4-BE49-F238E27FC236}">
                <a16:creationId xmlns:a16="http://schemas.microsoft.com/office/drawing/2014/main" id="{5A2E0945-D1B7-478F-B6F2-4D62506F0FD9}"/>
              </a:ext>
            </a:extLst>
          </p:cNvPr>
          <p:cNvSpPr>
            <a:spLocks xmlns:a="http://schemas.openxmlformats.org/drawingml/2006/main" noGrp="1"/>
          </p:cNvSpPr>
          <p:nvPr/>
        </p:nvSpPr>
        <p:spPr>
          <a:xfrm xmlns:a="http://schemas.openxmlformats.org/drawingml/2006/main">
            <a:off x="7189672" y="1352312"/>
            <a:ext cx="144463" cy="144522"/>
          </a:xfrm>
          <a:prstGeom xmlns:a="http://schemas.openxmlformats.org/drawingml/2006/main" prst="ellipse">
            <a:avLst/>
          </a:prstGeom>
          <a:solidFill xmlns:a="http://schemas.openxmlformats.org/drawingml/2006/main">
            <a:srgbClr val="806599"/>
          </a:solidFill>
          <a:ln xmlns:a="http://schemas.openxmlformats.org/drawingml/2006/main" w="13002">
            <a:solidFill>
              <a:srgbClr val="252525"/>
            </a:solidFill>
          </a:ln>
        </p:spPr>
      </p:sp>
      <p:sp>
        <p:nvSpPr>
          <p:cNvPr id="448" name="R1|436">
            <a:extLst xmlns:a="http://schemas.openxmlformats.org/drawingml/2006/main">
              <a:ext uri="{FF2B5EF4-FFF2-40B4-BE49-F238E27FC236}">
                <a16:creationId xmlns:a16="http://schemas.microsoft.com/office/drawing/2014/main" id="{76E3BCF9-B691-4C16-A8A3-60CD34D0F736}"/>
              </a:ext>
            </a:extLst>
          </p:cNvPr>
          <p:cNvSpPr>
            <a:spLocks xmlns:a="http://schemas.openxmlformats.org/drawingml/2006/main" noGrp="1"/>
          </p:cNvSpPr>
          <p:nvPr/>
        </p:nvSpPr>
        <p:spPr>
          <a:xfrm xmlns:a="http://schemas.openxmlformats.org/drawingml/2006/main">
            <a:off x="7189672" y="1713618"/>
            <a:ext cx="144463" cy="144522"/>
          </a:xfrm>
          <a:prstGeom xmlns:a="http://schemas.openxmlformats.org/drawingml/2006/main" prst="ellipse">
            <a:avLst/>
          </a:prstGeom>
          <a:solidFill xmlns:a="http://schemas.openxmlformats.org/drawingml/2006/main">
            <a:srgbClr val="61A76A"/>
          </a:solidFill>
          <a:ln xmlns:a="http://schemas.openxmlformats.org/drawingml/2006/main" w="13002">
            <a:solidFill>
              <a:srgbClr val="252525"/>
            </a:solidFill>
          </a:ln>
        </p:spPr>
      </p:sp>
      <p:sp>
        <p:nvSpPr>
          <p:cNvPr id="449" name="R1|437">
            <a:extLst xmlns:a="http://schemas.openxmlformats.org/drawingml/2006/main">
              <a:ext uri="{FF2B5EF4-FFF2-40B4-BE49-F238E27FC236}">
                <a16:creationId xmlns:a16="http://schemas.microsoft.com/office/drawing/2014/main" id="{EBD58345-BEFF-480A-9562-6DD0058709FD}"/>
              </a:ext>
            </a:extLst>
          </p:cNvPr>
          <p:cNvSpPr>
            <a:spLocks xmlns:a="http://schemas.openxmlformats.org/drawingml/2006/main" noGrp="1"/>
          </p:cNvSpPr>
          <p:nvPr/>
        </p:nvSpPr>
        <p:spPr>
          <a:xfrm xmlns:a="http://schemas.openxmlformats.org/drawingml/2006/main">
            <a:off x="7189672" y="2070107"/>
            <a:ext cx="144463" cy="144522"/>
          </a:xfrm>
          <a:prstGeom xmlns:a="http://schemas.openxmlformats.org/drawingml/2006/main" prst="ellipse">
            <a:avLst/>
          </a:prstGeom>
          <a:solidFill xmlns:a="http://schemas.openxmlformats.org/drawingml/2006/main">
            <a:srgbClr val="C6413B"/>
          </a:solidFill>
          <a:ln xmlns:a="http://schemas.openxmlformats.org/drawingml/2006/main" w="13002">
            <a:solidFill>
              <a:srgbClr val="252525"/>
            </a:solidFill>
          </a:ln>
        </p:spPr>
      </p:sp>
      <p:sp>
        <p:nvSpPr>
          <p:cNvPr id="450" name="R1|438">
            <a:extLst xmlns:a="http://schemas.openxmlformats.org/drawingml/2006/main">
              <a:ext uri="{FF2B5EF4-FFF2-40B4-BE49-F238E27FC236}">
                <a16:creationId xmlns:a16="http://schemas.microsoft.com/office/drawing/2014/main" id="{EE0FC5B2-526B-47BF-A192-CF147B2E4683}"/>
              </a:ext>
            </a:extLst>
          </p:cNvPr>
          <p:cNvSpPr>
            <a:spLocks xmlns:a="http://schemas.openxmlformats.org/drawingml/2006/main" noGrp="1"/>
          </p:cNvSpPr>
          <p:nvPr/>
        </p:nvSpPr>
        <p:spPr>
          <a:xfrm xmlns:a="http://schemas.openxmlformats.org/drawingml/2006/main">
            <a:off x="7411182" y="567073"/>
            <a:ext cx="359231" cy="344927"/>
          </a:xfrm>
          <a:prstGeom xmlns:a="http://schemas.openxmlformats.org/drawingml/2006/main" prst="rect">
            <a:avLst/>
          </a:prstGeom>
          <a:solidFill xmlns:a="http://schemas.openxmlformats.org/drawingml/2006/main">
            <a:srgbClr val="810808"/>
          </a:solidFill>
          <a:ln xmlns:a="http://schemas.openxmlformats.org/drawingml/2006/main" w="0">
            <a:noFill/>
          </a:ln>
        </p:spPr>
      </p:sp>
      <p:sp>
        <p:nvSpPr>
          <p:cNvPr id="451" name="R1|439">
            <a:extLst xmlns:a="http://schemas.openxmlformats.org/drawingml/2006/main">
              <a:ext uri="{FF2B5EF4-FFF2-40B4-BE49-F238E27FC236}">
                <a16:creationId xmlns:a16="http://schemas.microsoft.com/office/drawing/2014/main" id="{0147E337-0506-461D-8AD6-7BA29577E8B5}"/>
              </a:ext>
            </a:extLst>
          </p:cNvPr>
          <p:cNvSpPr>
            <a:spLocks xmlns:a="http://schemas.openxmlformats.org/drawingml/2006/main" noGrp="1"/>
          </p:cNvSpPr>
          <p:nvPr/>
        </p:nvSpPr>
        <p:spPr>
          <a:xfrm xmlns:a="http://schemas.openxmlformats.org/drawingml/2006/main">
            <a:off x="7768487" y="567073"/>
            <a:ext cx="359231" cy="344927"/>
          </a:xfrm>
          <a:prstGeom xmlns:a="http://schemas.openxmlformats.org/drawingml/2006/main" prst="rect">
            <a:avLst/>
          </a:prstGeom>
          <a:solidFill xmlns:a="http://schemas.openxmlformats.org/drawingml/2006/main">
            <a:srgbClr val="0575FC"/>
          </a:solidFill>
          <a:ln xmlns:a="http://schemas.openxmlformats.org/drawingml/2006/main" w="0">
            <a:noFill/>
          </a:ln>
        </p:spPr>
      </p:sp>
      <p:sp>
        <p:nvSpPr>
          <p:cNvPr id="452" name="R1|440">
            <a:extLst xmlns:a="http://schemas.openxmlformats.org/drawingml/2006/main">
              <a:ext uri="{FF2B5EF4-FFF2-40B4-BE49-F238E27FC236}">
                <a16:creationId xmlns:a16="http://schemas.microsoft.com/office/drawing/2014/main" id="{261FD48E-4231-41E6-83BA-D6F9B5BE5593}"/>
              </a:ext>
            </a:extLst>
          </p:cNvPr>
          <p:cNvSpPr>
            <a:spLocks xmlns:a="http://schemas.openxmlformats.org/drawingml/2006/main" noGrp="1"/>
          </p:cNvSpPr>
          <p:nvPr/>
        </p:nvSpPr>
        <p:spPr>
          <a:xfrm xmlns:a="http://schemas.openxmlformats.org/drawingml/2006/main">
            <a:off x="8125792" y="567073"/>
            <a:ext cx="359231" cy="344927"/>
          </a:xfrm>
          <a:prstGeom xmlns:a="http://schemas.openxmlformats.org/drawingml/2006/main" prst="rect">
            <a:avLst/>
          </a:prstGeom>
          <a:solidFill xmlns:a="http://schemas.openxmlformats.org/drawingml/2006/main">
            <a:srgbClr val="A6F869"/>
          </a:solidFill>
          <a:ln xmlns:a="http://schemas.openxmlformats.org/drawingml/2006/main" w="0">
            <a:noFill/>
          </a:ln>
        </p:spPr>
      </p:sp>
      <p:sp>
        <p:nvSpPr>
          <p:cNvPr id="453" name="R1|441">
            <a:extLst xmlns:a="http://schemas.openxmlformats.org/drawingml/2006/main">
              <a:ext uri="{FF2B5EF4-FFF2-40B4-BE49-F238E27FC236}">
                <a16:creationId xmlns:a16="http://schemas.microsoft.com/office/drawing/2014/main" id="{9F3C8658-7D16-4C6C-9184-80F13502ADE5}"/>
              </a:ext>
            </a:extLst>
          </p:cNvPr>
          <p:cNvSpPr>
            <a:spLocks xmlns:a="http://schemas.openxmlformats.org/drawingml/2006/main" noGrp="1"/>
          </p:cNvSpPr>
          <p:nvPr/>
        </p:nvSpPr>
        <p:spPr>
          <a:xfrm xmlns:a="http://schemas.openxmlformats.org/drawingml/2006/main">
            <a:off x="8483097" y="567073"/>
            <a:ext cx="359231" cy="344927"/>
          </a:xfrm>
          <a:prstGeom xmlns:a="http://schemas.openxmlformats.org/drawingml/2006/main" prst="rect">
            <a:avLst/>
          </a:prstGeom>
          <a:solidFill xmlns:a="http://schemas.openxmlformats.org/drawingml/2006/main">
            <a:srgbClr val="14CFF6"/>
          </a:solidFill>
          <a:ln xmlns:a="http://schemas.openxmlformats.org/drawingml/2006/main" w="0">
            <a:noFill/>
          </a:ln>
        </p:spPr>
      </p:sp>
      <p:sp>
        <p:nvSpPr>
          <p:cNvPr id="454" name="R1|442">
            <a:extLst xmlns:a="http://schemas.openxmlformats.org/drawingml/2006/main">
              <a:ext uri="{FF2B5EF4-FFF2-40B4-BE49-F238E27FC236}">
                <a16:creationId xmlns:a16="http://schemas.microsoft.com/office/drawing/2014/main" id="{CE2A72C7-36A6-4B33-B8D6-63E4B3952A31}"/>
              </a:ext>
            </a:extLst>
          </p:cNvPr>
          <p:cNvSpPr>
            <a:spLocks xmlns:a="http://schemas.openxmlformats.org/drawingml/2006/main" noGrp="1"/>
          </p:cNvSpPr>
          <p:nvPr/>
        </p:nvSpPr>
        <p:spPr>
          <a:xfrm xmlns:a="http://schemas.openxmlformats.org/drawingml/2006/main">
            <a:off x="8840401" y="567073"/>
            <a:ext cx="359231" cy="344927"/>
          </a:xfrm>
          <a:prstGeom xmlns:a="http://schemas.openxmlformats.org/drawingml/2006/main" prst="rect">
            <a:avLst/>
          </a:prstGeom>
          <a:solidFill xmlns:a="http://schemas.openxmlformats.org/drawingml/2006/main">
            <a:srgbClr val="FCC90B"/>
          </a:solidFill>
          <a:ln xmlns:a="http://schemas.openxmlformats.org/drawingml/2006/main" w="0">
            <a:noFill/>
          </a:ln>
        </p:spPr>
      </p:sp>
      <p:sp>
        <p:nvSpPr>
          <p:cNvPr id="455" name="R1|443">
            <a:extLst xmlns:a="http://schemas.openxmlformats.org/drawingml/2006/main">
              <a:ext uri="{FF2B5EF4-FFF2-40B4-BE49-F238E27FC236}">
                <a16:creationId xmlns:a16="http://schemas.microsoft.com/office/drawing/2014/main" id="{957E9512-9A20-48A5-8CC0-5C21E9EBA196}"/>
              </a:ext>
            </a:extLst>
          </p:cNvPr>
          <p:cNvSpPr>
            <a:spLocks xmlns:a="http://schemas.openxmlformats.org/drawingml/2006/main" noGrp="1"/>
          </p:cNvSpPr>
          <p:nvPr/>
        </p:nvSpPr>
        <p:spPr>
          <a:xfrm xmlns:a="http://schemas.openxmlformats.org/drawingml/2006/main">
            <a:off x="7411182" y="910073"/>
            <a:ext cx="359231" cy="344927"/>
          </a:xfrm>
          <a:prstGeom xmlns:a="http://schemas.openxmlformats.org/drawingml/2006/main" prst="rect">
            <a:avLst/>
          </a:prstGeom>
          <a:solidFill xmlns:a="http://schemas.openxmlformats.org/drawingml/2006/main">
            <a:srgbClr val="0575FB"/>
          </a:solidFill>
          <a:ln xmlns:a="http://schemas.openxmlformats.org/drawingml/2006/main" w="0">
            <a:noFill/>
          </a:ln>
        </p:spPr>
      </p:sp>
      <p:sp>
        <p:nvSpPr>
          <p:cNvPr id="456" name="R1|444">
            <a:extLst xmlns:a="http://schemas.openxmlformats.org/drawingml/2006/main">
              <a:ext uri="{FF2B5EF4-FFF2-40B4-BE49-F238E27FC236}">
                <a16:creationId xmlns:a16="http://schemas.microsoft.com/office/drawing/2014/main" id="{8E0B3018-407F-49AE-B44E-347DE30E1B13}"/>
              </a:ext>
            </a:extLst>
          </p:cNvPr>
          <p:cNvSpPr>
            <a:spLocks xmlns:a="http://schemas.openxmlformats.org/drawingml/2006/main" noGrp="1"/>
          </p:cNvSpPr>
          <p:nvPr/>
        </p:nvSpPr>
        <p:spPr>
          <a:xfrm xmlns:a="http://schemas.openxmlformats.org/drawingml/2006/main">
            <a:off x="7768487" y="910073"/>
            <a:ext cx="359231" cy="344927"/>
          </a:xfrm>
          <a:prstGeom xmlns:a="http://schemas.openxmlformats.org/drawingml/2006/main" prst="rect">
            <a:avLst/>
          </a:prstGeom>
          <a:solidFill xmlns:a="http://schemas.openxmlformats.org/drawingml/2006/main">
            <a:srgbClr val="860000"/>
          </a:solidFill>
          <a:ln xmlns:a="http://schemas.openxmlformats.org/drawingml/2006/main" w="0">
            <a:noFill/>
          </a:ln>
        </p:spPr>
      </p:sp>
      <p:sp>
        <p:nvSpPr>
          <p:cNvPr id="457" name="R1|445">
            <a:extLst xmlns:a="http://schemas.openxmlformats.org/drawingml/2006/main">
              <a:ext uri="{FF2B5EF4-FFF2-40B4-BE49-F238E27FC236}">
                <a16:creationId xmlns:a16="http://schemas.microsoft.com/office/drawing/2014/main" id="{C30FA381-E9D9-4874-92FA-29EE92C71591}"/>
              </a:ext>
            </a:extLst>
          </p:cNvPr>
          <p:cNvSpPr>
            <a:spLocks xmlns:a="http://schemas.openxmlformats.org/drawingml/2006/main" noGrp="1"/>
          </p:cNvSpPr>
          <p:nvPr/>
        </p:nvSpPr>
        <p:spPr>
          <a:xfrm xmlns:a="http://schemas.openxmlformats.org/drawingml/2006/main">
            <a:off x="8125792" y="910073"/>
            <a:ext cx="359231" cy="344927"/>
          </a:xfrm>
          <a:prstGeom xmlns:a="http://schemas.openxmlformats.org/drawingml/2006/main" prst="rect">
            <a:avLst/>
          </a:prstGeom>
          <a:solidFill xmlns:a="http://schemas.openxmlformats.org/drawingml/2006/main">
            <a:srgbClr val="15DBF6"/>
          </a:solidFill>
          <a:ln xmlns:a="http://schemas.openxmlformats.org/drawingml/2006/main" w="0">
            <a:noFill/>
          </a:ln>
        </p:spPr>
      </p:sp>
      <p:sp>
        <p:nvSpPr>
          <p:cNvPr id="458" name="R1|446">
            <a:extLst xmlns:a="http://schemas.openxmlformats.org/drawingml/2006/main">
              <a:ext uri="{FF2B5EF4-FFF2-40B4-BE49-F238E27FC236}">
                <a16:creationId xmlns:a16="http://schemas.microsoft.com/office/drawing/2014/main" id="{E79E9B6D-256E-41AB-A947-EE2867581406}"/>
              </a:ext>
            </a:extLst>
          </p:cNvPr>
          <p:cNvSpPr>
            <a:spLocks xmlns:a="http://schemas.openxmlformats.org/drawingml/2006/main" noGrp="1"/>
          </p:cNvSpPr>
          <p:nvPr/>
        </p:nvSpPr>
        <p:spPr>
          <a:xfrm xmlns:a="http://schemas.openxmlformats.org/drawingml/2006/main">
            <a:off x="8483097" y="910073"/>
            <a:ext cx="359231" cy="344927"/>
          </a:xfrm>
          <a:prstGeom xmlns:a="http://schemas.openxmlformats.org/drawingml/2006/main" prst="rect">
            <a:avLst/>
          </a:prstGeom>
          <a:solidFill xmlns:a="http://schemas.openxmlformats.org/drawingml/2006/main">
            <a:srgbClr val="B7FA4A"/>
          </a:solidFill>
          <a:ln xmlns:a="http://schemas.openxmlformats.org/drawingml/2006/main" w="0">
            <a:noFill/>
          </a:ln>
        </p:spPr>
      </p:sp>
      <p:sp>
        <p:nvSpPr>
          <p:cNvPr id="459" name="R1|447">
            <a:extLst xmlns:a="http://schemas.openxmlformats.org/drawingml/2006/main">
              <a:ext uri="{FF2B5EF4-FFF2-40B4-BE49-F238E27FC236}">
                <a16:creationId xmlns:a16="http://schemas.microsoft.com/office/drawing/2014/main" id="{1C677535-EA24-47F8-AA37-92C91F3B914B}"/>
              </a:ext>
            </a:extLst>
          </p:cNvPr>
          <p:cNvSpPr>
            <a:spLocks xmlns:a="http://schemas.openxmlformats.org/drawingml/2006/main" noGrp="1"/>
          </p:cNvSpPr>
          <p:nvPr/>
        </p:nvSpPr>
        <p:spPr>
          <a:xfrm xmlns:a="http://schemas.openxmlformats.org/drawingml/2006/main">
            <a:off x="8840401" y="910073"/>
            <a:ext cx="359231" cy="344927"/>
          </a:xfrm>
          <a:prstGeom xmlns:a="http://schemas.openxmlformats.org/drawingml/2006/main" prst="rect">
            <a:avLst/>
          </a:prstGeom>
          <a:solidFill xmlns:a="http://schemas.openxmlformats.org/drawingml/2006/main">
            <a:srgbClr val="FC6808"/>
          </a:solidFill>
          <a:ln xmlns:a="http://schemas.openxmlformats.org/drawingml/2006/main" w="0">
            <a:noFill/>
          </a:ln>
        </p:spPr>
      </p:sp>
      <p:sp>
        <p:nvSpPr>
          <p:cNvPr id="460" name="R1|448">
            <a:extLst xmlns:a="http://schemas.openxmlformats.org/drawingml/2006/main">
              <a:ext uri="{FF2B5EF4-FFF2-40B4-BE49-F238E27FC236}">
                <a16:creationId xmlns:a16="http://schemas.microsoft.com/office/drawing/2014/main" id="{EBA195FD-645F-4384-A8D1-E27C1AEC6998}"/>
              </a:ext>
            </a:extLst>
          </p:cNvPr>
          <p:cNvSpPr>
            <a:spLocks xmlns:a="http://schemas.openxmlformats.org/drawingml/2006/main" noGrp="1"/>
          </p:cNvSpPr>
          <p:nvPr/>
        </p:nvSpPr>
        <p:spPr>
          <a:xfrm xmlns:a="http://schemas.openxmlformats.org/drawingml/2006/main">
            <a:off x="7411182" y="1253073"/>
            <a:ext cx="359231" cy="344927"/>
          </a:xfrm>
          <a:prstGeom xmlns:a="http://schemas.openxmlformats.org/drawingml/2006/main" prst="rect">
            <a:avLst/>
          </a:prstGeom>
          <a:solidFill xmlns:a="http://schemas.openxmlformats.org/drawingml/2006/main">
            <a:srgbClr val="A4F769"/>
          </a:solidFill>
          <a:ln xmlns:a="http://schemas.openxmlformats.org/drawingml/2006/main" w="0">
            <a:noFill/>
          </a:ln>
        </p:spPr>
      </p:sp>
      <p:sp>
        <p:nvSpPr>
          <p:cNvPr id="461" name="R1|449">
            <a:extLst xmlns:a="http://schemas.openxmlformats.org/drawingml/2006/main">
              <a:ext uri="{FF2B5EF4-FFF2-40B4-BE49-F238E27FC236}">
                <a16:creationId xmlns:a16="http://schemas.microsoft.com/office/drawing/2014/main" id="{0E301C03-43DF-40F0-8F3B-628F6B00F9CA}"/>
              </a:ext>
            </a:extLst>
          </p:cNvPr>
          <p:cNvSpPr>
            <a:spLocks xmlns:a="http://schemas.openxmlformats.org/drawingml/2006/main" noGrp="1"/>
          </p:cNvSpPr>
          <p:nvPr/>
        </p:nvSpPr>
        <p:spPr>
          <a:xfrm xmlns:a="http://schemas.openxmlformats.org/drawingml/2006/main">
            <a:off x="7768487" y="1253073"/>
            <a:ext cx="359231" cy="344927"/>
          </a:xfrm>
          <a:prstGeom xmlns:a="http://schemas.openxmlformats.org/drawingml/2006/main" prst="rect">
            <a:avLst/>
          </a:prstGeom>
          <a:gradFill xmlns:a="http://schemas.openxmlformats.org/drawingml/2006/main">
            <a:gsLst>
              <a:gs pos="0">
                <a:srgbClr val="64CAC2"/>
              </a:gs>
              <a:gs pos="100000">
                <a:srgbClr val="F2C594"/>
              </a:gs>
            </a:gsLst>
            <a:lin ang="5400000"/>
          </a:gradFill>
          <a:ln xmlns:a="http://schemas.openxmlformats.org/drawingml/2006/main" w="0">
            <a:noFill/>
          </a:ln>
        </p:spPr>
      </p:sp>
      <p:sp>
        <p:nvSpPr>
          <p:cNvPr id="462" name="R1|450">
            <a:extLst xmlns:a="http://schemas.openxmlformats.org/drawingml/2006/main">
              <a:ext uri="{FF2B5EF4-FFF2-40B4-BE49-F238E27FC236}">
                <a16:creationId xmlns:a16="http://schemas.microsoft.com/office/drawing/2014/main" id="{CED9185C-75E6-4B95-A9A2-7BCBD13F4401}"/>
              </a:ext>
            </a:extLst>
          </p:cNvPr>
          <p:cNvSpPr>
            <a:spLocks xmlns:a="http://schemas.openxmlformats.org/drawingml/2006/main" noGrp="1"/>
          </p:cNvSpPr>
          <p:nvPr/>
        </p:nvSpPr>
        <p:spPr>
          <a:xfrm xmlns:a="http://schemas.openxmlformats.org/drawingml/2006/main">
            <a:off x="8125792" y="1253073"/>
            <a:ext cx="359231" cy="344927"/>
          </a:xfrm>
          <a:prstGeom xmlns:a="http://schemas.openxmlformats.org/drawingml/2006/main" prst="rect">
            <a:avLst/>
          </a:prstGeom>
          <a:solidFill xmlns:a="http://schemas.openxmlformats.org/drawingml/2006/main">
            <a:srgbClr val="7E0709"/>
          </a:solidFill>
          <a:ln xmlns:a="http://schemas.openxmlformats.org/drawingml/2006/main" w="0">
            <a:noFill/>
          </a:ln>
        </p:spPr>
      </p:sp>
      <p:sp>
        <p:nvSpPr>
          <p:cNvPr id="463" name="R1|451">
            <a:extLst xmlns:a="http://schemas.openxmlformats.org/drawingml/2006/main">
              <a:ext uri="{FF2B5EF4-FFF2-40B4-BE49-F238E27FC236}">
                <a16:creationId xmlns:a16="http://schemas.microsoft.com/office/drawing/2014/main" id="{4E84B53B-AC49-4401-8556-909C95CB9E0F}"/>
              </a:ext>
            </a:extLst>
          </p:cNvPr>
          <p:cNvSpPr>
            <a:spLocks xmlns:a="http://schemas.openxmlformats.org/drawingml/2006/main" noGrp="1"/>
          </p:cNvSpPr>
          <p:nvPr/>
        </p:nvSpPr>
        <p:spPr>
          <a:xfrm xmlns:a="http://schemas.openxmlformats.org/drawingml/2006/main">
            <a:off x="8483097" y="1253073"/>
            <a:ext cx="359231" cy="344927"/>
          </a:xfrm>
          <a:prstGeom xmlns:a="http://schemas.openxmlformats.org/drawingml/2006/main" prst="rect">
            <a:avLst/>
          </a:prstGeom>
          <a:solidFill xmlns:a="http://schemas.openxmlformats.org/drawingml/2006/main">
            <a:srgbClr val="0645F5"/>
          </a:solidFill>
          <a:ln xmlns:a="http://schemas.openxmlformats.org/drawingml/2006/main" w="0">
            <a:noFill/>
          </a:ln>
        </p:spPr>
      </p:sp>
      <p:sp>
        <p:nvSpPr>
          <p:cNvPr id="464" name="R1|452">
            <a:extLst xmlns:a="http://schemas.openxmlformats.org/drawingml/2006/main">
              <a:ext uri="{FF2B5EF4-FFF2-40B4-BE49-F238E27FC236}">
                <a16:creationId xmlns:a16="http://schemas.microsoft.com/office/drawing/2014/main" id="{7521AD3B-3A9C-4E7B-A9E0-114D60AC69D7}"/>
              </a:ext>
            </a:extLst>
          </p:cNvPr>
          <p:cNvSpPr>
            <a:spLocks xmlns:a="http://schemas.openxmlformats.org/drawingml/2006/main" noGrp="1"/>
          </p:cNvSpPr>
          <p:nvPr/>
        </p:nvSpPr>
        <p:spPr>
          <a:xfrm xmlns:a="http://schemas.openxmlformats.org/drawingml/2006/main">
            <a:off x="8840401" y="1253073"/>
            <a:ext cx="359231" cy="344927"/>
          </a:xfrm>
          <a:prstGeom xmlns:a="http://schemas.openxmlformats.org/drawingml/2006/main" prst="rect">
            <a:avLst/>
          </a:prstGeom>
          <a:solidFill xmlns:a="http://schemas.openxmlformats.org/drawingml/2006/main">
            <a:srgbClr val="040383"/>
          </a:solidFill>
          <a:ln xmlns:a="http://schemas.openxmlformats.org/drawingml/2006/main" w="0">
            <a:noFill/>
          </a:ln>
        </p:spPr>
      </p:sp>
      <p:sp>
        <p:nvSpPr>
          <p:cNvPr id="465" name="R1|453">
            <a:extLst xmlns:a="http://schemas.openxmlformats.org/drawingml/2006/main">
              <a:ext uri="{FF2B5EF4-FFF2-40B4-BE49-F238E27FC236}">
                <a16:creationId xmlns:a16="http://schemas.microsoft.com/office/drawing/2014/main" id="{7BC9B75C-10A8-4936-A66A-968B924BCBC0}"/>
              </a:ext>
            </a:extLst>
          </p:cNvPr>
          <p:cNvSpPr>
            <a:spLocks xmlns:a="http://schemas.openxmlformats.org/drawingml/2006/main" noGrp="1"/>
          </p:cNvSpPr>
          <p:nvPr/>
        </p:nvSpPr>
        <p:spPr>
          <a:xfrm xmlns:a="http://schemas.openxmlformats.org/drawingml/2006/main">
            <a:off x="7411182" y="1596073"/>
            <a:ext cx="359231" cy="344927"/>
          </a:xfrm>
          <a:prstGeom xmlns:a="http://schemas.openxmlformats.org/drawingml/2006/main" prst="rect">
            <a:avLst/>
          </a:prstGeom>
          <a:solidFill xmlns:a="http://schemas.openxmlformats.org/drawingml/2006/main">
            <a:srgbClr val="14D1F7"/>
          </a:solidFill>
          <a:ln xmlns:a="http://schemas.openxmlformats.org/drawingml/2006/main" w="0">
            <a:noFill/>
          </a:ln>
        </p:spPr>
      </p:sp>
      <p:sp>
        <p:nvSpPr>
          <p:cNvPr id="466" name="R1|454">
            <a:extLst xmlns:a="http://schemas.openxmlformats.org/drawingml/2006/main">
              <a:ext uri="{FF2B5EF4-FFF2-40B4-BE49-F238E27FC236}">
                <a16:creationId xmlns:a16="http://schemas.microsoft.com/office/drawing/2014/main" id="{FEB337F2-B674-42FE-9BE9-7A3E394641E1}"/>
              </a:ext>
            </a:extLst>
          </p:cNvPr>
          <p:cNvSpPr>
            <a:spLocks xmlns:a="http://schemas.openxmlformats.org/drawingml/2006/main" noGrp="1"/>
          </p:cNvSpPr>
          <p:nvPr/>
        </p:nvSpPr>
        <p:spPr>
          <a:xfrm xmlns:a="http://schemas.openxmlformats.org/drawingml/2006/main">
            <a:off x="7768487" y="1596073"/>
            <a:ext cx="359231" cy="344927"/>
          </a:xfrm>
          <a:prstGeom xmlns:a="http://schemas.openxmlformats.org/drawingml/2006/main" prst="rect">
            <a:avLst/>
          </a:prstGeom>
          <a:solidFill xmlns:a="http://schemas.openxmlformats.org/drawingml/2006/main">
            <a:srgbClr val="BEF946"/>
          </a:solidFill>
          <a:ln xmlns:a="http://schemas.openxmlformats.org/drawingml/2006/main" w="0">
            <a:noFill/>
          </a:ln>
        </p:spPr>
      </p:sp>
      <p:sp>
        <p:nvSpPr>
          <p:cNvPr id="467" name="R1|455">
            <a:extLst xmlns:a="http://schemas.openxmlformats.org/drawingml/2006/main">
              <a:ext uri="{FF2B5EF4-FFF2-40B4-BE49-F238E27FC236}">
                <a16:creationId xmlns:a16="http://schemas.microsoft.com/office/drawing/2014/main" id="{11380AA3-F03A-4949-9A4A-6384128D7330}"/>
              </a:ext>
            </a:extLst>
          </p:cNvPr>
          <p:cNvSpPr>
            <a:spLocks xmlns:a="http://schemas.openxmlformats.org/drawingml/2006/main" noGrp="1"/>
          </p:cNvSpPr>
          <p:nvPr/>
        </p:nvSpPr>
        <p:spPr>
          <a:xfrm xmlns:a="http://schemas.openxmlformats.org/drawingml/2006/main">
            <a:off x="8125792" y="1596073"/>
            <a:ext cx="359231" cy="344927"/>
          </a:xfrm>
          <a:prstGeom xmlns:a="http://schemas.openxmlformats.org/drawingml/2006/main" prst="rect">
            <a:avLst/>
          </a:prstGeom>
          <a:solidFill xmlns:a="http://schemas.openxmlformats.org/drawingml/2006/main">
            <a:srgbClr val="0341F6"/>
          </a:solidFill>
          <a:ln xmlns:a="http://schemas.openxmlformats.org/drawingml/2006/main" w="0">
            <a:noFill/>
          </a:ln>
        </p:spPr>
      </p:sp>
      <p:sp>
        <p:nvSpPr>
          <p:cNvPr id="468" name="R1|456">
            <a:extLst xmlns:a="http://schemas.openxmlformats.org/drawingml/2006/main">
              <a:ext uri="{FF2B5EF4-FFF2-40B4-BE49-F238E27FC236}">
                <a16:creationId xmlns:a16="http://schemas.microsoft.com/office/drawing/2014/main" id="{F4E9E265-61A0-430D-8DC9-4F9DAD399503}"/>
              </a:ext>
            </a:extLst>
          </p:cNvPr>
          <p:cNvSpPr>
            <a:spLocks xmlns:a="http://schemas.openxmlformats.org/drawingml/2006/main" noGrp="1"/>
          </p:cNvSpPr>
          <p:nvPr/>
        </p:nvSpPr>
        <p:spPr>
          <a:xfrm xmlns:a="http://schemas.openxmlformats.org/drawingml/2006/main">
            <a:off x="8483097" y="1596073"/>
            <a:ext cx="359231" cy="344927"/>
          </a:xfrm>
          <a:prstGeom xmlns:a="http://schemas.openxmlformats.org/drawingml/2006/main" prst="rect">
            <a:avLst/>
          </a:prstGeom>
          <a:solidFill xmlns:a="http://schemas.openxmlformats.org/drawingml/2006/main">
            <a:srgbClr val="7D0505"/>
          </a:solidFill>
          <a:ln xmlns:a="http://schemas.openxmlformats.org/drawingml/2006/main" w="0">
            <a:noFill/>
          </a:ln>
        </p:spPr>
      </p:sp>
      <p:sp>
        <p:nvSpPr>
          <p:cNvPr id="469" name="R1|457">
            <a:extLst xmlns:a="http://schemas.openxmlformats.org/drawingml/2006/main">
              <a:ext uri="{FF2B5EF4-FFF2-40B4-BE49-F238E27FC236}">
                <a16:creationId xmlns:a16="http://schemas.microsoft.com/office/drawing/2014/main" id="{94DF333B-5C66-407E-AB4C-F837BE248C49}"/>
              </a:ext>
            </a:extLst>
          </p:cNvPr>
          <p:cNvSpPr>
            <a:spLocks xmlns:a="http://schemas.openxmlformats.org/drawingml/2006/main" noGrp="1"/>
          </p:cNvSpPr>
          <p:nvPr/>
        </p:nvSpPr>
        <p:spPr>
          <a:xfrm xmlns:a="http://schemas.openxmlformats.org/drawingml/2006/main">
            <a:off x="8840401" y="1596073"/>
            <a:ext cx="359231" cy="344927"/>
          </a:xfrm>
          <a:prstGeom xmlns:a="http://schemas.openxmlformats.org/drawingml/2006/main" prst="rect">
            <a:avLst/>
          </a:prstGeom>
          <a:solidFill xmlns:a="http://schemas.openxmlformats.org/drawingml/2006/main">
            <a:srgbClr val="79F288"/>
          </a:solidFill>
          <a:ln xmlns:a="http://schemas.openxmlformats.org/drawingml/2006/main" w="0">
            <a:noFill/>
          </a:ln>
        </p:spPr>
      </p:sp>
      <p:sp>
        <p:nvSpPr>
          <p:cNvPr id="470" name="R1|458">
            <a:extLst xmlns:a="http://schemas.openxmlformats.org/drawingml/2006/main">
              <a:ext uri="{FF2B5EF4-FFF2-40B4-BE49-F238E27FC236}">
                <a16:creationId xmlns:a16="http://schemas.microsoft.com/office/drawing/2014/main" id="{B31776CA-6C86-4782-BCC2-3C6C912D9860}"/>
              </a:ext>
            </a:extLst>
          </p:cNvPr>
          <p:cNvSpPr>
            <a:spLocks xmlns:a="http://schemas.openxmlformats.org/drawingml/2006/main" noGrp="1"/>
          </p:cNvSpPr>
          <p:nvPr/>
        </p:nvSpPr>
        <p:spPr>
          <a:xfrm xmlns:a="http://schemas.openxmlformats.org/drawingml/2006/main">
            <a:off x="7411182" y="1939073"/>
            <a:ext cx="359231" cy="344927"/>
          </a:xfrm>
          <a:prstGeom xmlns:a="http://schemas.openxmlformats.org/drawingml/2006/main" prst="rect">
            <a:avLst/>
          </a:prstGeom>
          <a:solidFill xmlns:a="http://schemas.openxmlformats.org/drawingml/2006/main">
            <a:srgbClr val="F9CA08"/>
          </a:solidFill>
          <a:ln xmlns:a="http://schemas.openxmlformats.org/drawingml/2006/main" w="0">
            <a:noFill/>
          </a:ln>
        </p:spPr>
      </p:sp>
      <p:sp>
        <p:nvSpPr>
          <p:cNvPr id="471" name="R1|459">
            <a:extLst xmlns:a="http://schemas.openxmlformats.org/drawingml/2006/main">
              <a:ext uri="{FF2B5EF4-FFF2-40B4-BE49-F238E27FC236}">
                <a16:creationId xmlns:a16="http://schemas.microsoft.com/office/drawing/2014/main" id="{8FB2B9E5-769A-4733-BC31-A2F36513B323}"/>
              </a:ext>
            </a:extLst>
          </p:cNvPr>
          <p:cNvSpPr>
            <a:spLocks xmlns:a="http://schemas.openxmlformats.org/drawingml/2006/main" noGrp="1"/>
          </p:cNvSpPr>
          <p:nvPr/>
        </p:nvSpPr>
        <p:spPr>
          <a:xfrm xmlns:a="http://schemas.openxmlformats.org/drawingml/2006/main">
            <a:off x="7768487" y="1939073"/>
            <a:ext cx="359231" cy="344927"/>
          </a:xfrm>
          <a:prstGeom xmlns:a="http://schemas.openxmlformats.org/drawingml/2006/main" prst="rect">
            <a:avLst/>
          </a:prstGeom>
          <a:solidFill xmlns:a="http://schemas.openxmlformats.org/drawingml/2006/main">
            <a:srgbClr val="FC6C09"/>
          </a:solidFill>
          <a:ln xmlns:a="http://schemas.openxmlformats.org/drawingml/2006/main" w="0">
            <a:noFill/>
          </a:ln>
        </p:spPr>
      </p:sp>
      <p:sp>
        <p:nvSpPr>
          <p:cNvPr id="472" name="R1|460">
            <a:extLst xmlns:a="http://schemas.openxmlformats.org/drawingml/2006/main">
              <a:ext uri="{FF2B5EF4-FFF2-40B4-BE49-F238E27FC236}">
                <a16:creationId xmlns:a16="http://schemas.microsoft.com/office/drawing/2014/main" id="{44CACBBF-617C-421C-A2C1-CA7A81E9A9EC}"/>
              </a:ext>
            </a:extLst>
          </p:cNvPr>
          <p:cNvSpPr>
            <a:spLocks xmlns:a="http://schemas.openxmlformats.org/drawingml/2006/main" noGrp="1"/>
          </p:cNvSpPr>
          <p:nvPr/>
        </p:nvSpPr>
        <p:spPr>
          <a:xfrm xmlns:a="http://schemas.openxmlformats.org/drawingml/2006/main">
            <a:off x="8125792" y="1939073"/>
            <a:ext cx="359231" cy="344927"/>
          </a:xfrm>
          <a:prstGeom xmlns:a="http://schemas.openxmlformats.org/drawingml/2006/main" prst="rect">
            <a:avLst/>
          </a:prstGeom>
          <a:solidFill xmlns:a="http://schemas.openxmlformats.org/drawingml/2006/main">
            <a:srgbClr val="05048C"/>
          </a:solidFill>
          <a:ln xmlns:a="http://schemas.openxmlformats.org/drawingml/2006/main" w="0">
            <a:noFill/>
          </a:ln>
        </p:spPr>
      </p:sp>
      <p:sp>
        <p:nvSpPr>
          <p:cNvPr id="473" name="R1|461">
            <a:extLst xmlns:a="http://schemas.openxmlformats.org/drawingml/2006/main">
              <a:ext uri="{FF2B5EF4-FFF2-40B4-BE49-F238E27FC236}">
                <a16:creationId xmlns:a16="http://schemas.microsoft.com/office/drawing/2014/main" id="{D47189C2-E450-42B2-981C-1C3B9D9E84CF}"/>
              </a:ext>
            </a:extLst>
          </p:cNvPr>
          <p:cNvSpPr>
            <a:spLocks xmlns:a="http://schemas.openxmlformats.org/drawingml/2006/main" noGrp="1"/>
          </p:cNvSpPr>
          <p:nvPr/>
        </p:nvSpPr>
        <p:spPr>
          <a:xfrm xmlns:a="http://schemas.openxmlformats.org/drawingml/2006/main">
            <a:off x="8483097" y="1939073"/>
            <a:ext cx="359231" cy="344927"/>
          </a:xfrm>
          <a:prstGeom xmlns:a="http://schemas.openxmlformats.org/drawingml/2006/main" prst="rect">
            <a:avLst/>
          </a:prstGeom>
          <a:solidFill xmlns:a="http://schemas.openxmlformats.org/drawingml/2006/main">
            <a:srgbClr val="76F186"/>
          </a:solidFill>
          <a:ln xmlns:a="http://schemas.openxmlformats.org/drawingml/2006/main" w="0">
            <a:noFill/>
          </a:ln>
        </p:spPr>
      </p:sp>
      <p:sp>
        <p:nvSpPr>
          <p:cNvPr id="474" name="R1|462">
            <a:extLst xmlns:a="http://schemas.openxmlformats.org/drawingml/2006/main">
              <a:ext uri="{FF2B5EF4-FFF2-40B4-BE49-F238E27FC236}">
                <a16:creationId xmlns:a16="http://schemas.microsoft.com/office/drawing/2014/main" id="{C95F2800-EEBD-4DA8-8157-94D2A77546BB}"/>
              </a:ext>
            </a:extLst>
          </p:cNvPr>
          <p:cNvSpPr>
            <a:spLocks xmlns:a="http://schemas.openxmlformats.org/drawingml/2006/main" noGrp="1"/>
          </p:cNvSpPr>
          <p:nvPr/>
        </p:nvSpPr>
        <p:spPr>
          <a:xfrm xmlns:a="http://schemas.openxmlformats.org/drawingml/2006/main">
            <a:off x="8840401" y="1939073"/>
            <a:ext cx="359231" cy="344927"/>
          </a:xfrm>
          <a:prstGeom xmlns:a="http://schemas.openxmlformats.org/drawingml/2006/main" prst="rect">
            <a:avLst/>
          </a:prstGeom>
          <a:solidFill xmlns:a="http://schemas.openxmlformats.org/drawingml/2006/main">
            <a:srgbClr val="780605"/>
          </a:solidFill>
          <a:ln xmlns:a="http://schemas.openxmlformats.org/drawingml/2006/main" w="0">
            <a:noFill/>
          </a:ln>
        </p:spPr>
      </p:sp>
      <p:sp>
        <p:nvSpPr>
          <p:cNvPr id="475" name="R1|463">
            <a:extLst xmlns:a="http://schemas.openxmlformats.org/drawingml/2006/main">
              <a:ext uri="{FF2B5EF4-FFF2-40B4-BE49-F238E27FC236}">
                <a16:creationId xmlns:a16="http://schemas.microsoft.com/office/drawing/2014/main" id="{3B20C4F6-524F-4B3A-94B1-CA52161CDB0F}"/>
              </a:ext>
            </a:extLst>
          </p:cNvPr>
          <p:cNvSpPr>
            <a:spLocks xmlns:a="http://schemas.openxmlformats.org/drawingml/2006/main" noGrp="1"/>
          </p:cNvSpPr>
          <p:nvPr/>
        </p:nvSpPr>
        <p:spPr>
          <a:xfrm xmlns:a="http://schemas.openxmlformats.org/drawingml/2006/main">
            <a:off x="7512306" y="355107"/>
            <a:ext cx="144463" cy="144522"/>
          </a:xfrm>
          <a:prstGeom xmlns:a="http://schemas.openxmlformats.org/drawingml/2006/main" prst="ellipse">
            <a:avLst/>
          </a:prstGeom>
          <a:solidFill xmlns:a="http://schemas.openxmlformats.org/drawingml/2006/main">
            <a:srgbClr val="E47D45"/>
          </a:solidFill>
          <a:ln xmlns:a="http://schemas.openxmlformats.org/drawingml/2006/main" w="13002">
            <a:solidFill>
              <a:srgbClr val="252525"/>
            </a:solidFill>
          </a:ln>
        </p:spPr>
      </p:sp>
      <p:sp>
        <p:nvSpPr>
          <p:cNvPr id="476" name="R1|464">
            <a:extLst xmlns:a="http://schemas.openxmlformats.org/drawingml/2006/main">
              <a:ext uri="{FF2B5EF4-FFF2-40B4-BE49-F238E27FC236}">
                <a16:creationId xmlns:a16="http://schemas.microsoft.com/office/drawing/2014/main" id="{356F6C04-565C-4036-87D4-4A712ADFBAC6}"/>
              </a:ext>
            </a:extLst>
          </p:cNvPr>
          <p:cNvSpPr>
            <a:spLocks xmlns:a="http://schemas.openxmlformats.org/drawingml/2006/main" noGrp="1"/>
          </p:cNvSpPr>
          <p:nvPr/>
        </p:nvSpPr>
        <p:spPr>
          <a:xfrm xmlns:a="http://schemas.openxmlformats.org/drawingml/2006/main">
            <a:off x="7874426" y="355107"/>
            <a:ext cx="144463" cy="144522"/>
          </a:xfrm>
          <a:prstGeom xmlns:a="http://schemas.openxmlformats.org/drawingml/2006/main" prst="ellipse">
            <a:avLst/>
          </a:prstGeom>
          <a:solidFill xmlns:a="http://schemas.openxmlformats.org/drawingml/2006/main">
            <a:srgbClr val="326A96"/>
          </a:solidFill>
          <a:ln xmlns:a="http://schemas.openxmlformats.org/drawingml/2006/main" w="13002">
            <a:solidFill>
              <a:srgbClr val="252525"/>
            </a:solidFill>
          </a:ln>
        </p:spPr>
      </p:sp>
      <p:sp>
        <p:nvSpPr>
          <p:cNvPr id="477" name="R1|465">
            <a:extLst xmlns:a="http://schemas.openxmlformats.org/drawingml/2006/main">
              <a:ext uri="{FF2B5EF4-FFF2-40B4-BE49-F238E27FC236}">
                <a16:creationId xmlns:a16="http://schemas.microsoft.com/office/drawing/2014/main" id="{1D53A0EF-7F4C-48B9-8BA9-AE8AB77AD897}"/>
              </a:ext>
            </a:extLst>
          </p:cNvPr>
          <p:cNvSpPr>
            <a:spLocks xmlns:a="http://schemas.openxmlformats.org/drawingml/2006/main" noGrp="1"/>
          </p:cNvSpPr>
          <p:nvPr/>
        </p:nvSpPr>
        <p:spPr>
          <a:xfrm xmlns:a="http://schemas.openxmlformats.org/drawingml/2006/main">
            <a:off x="8236547" y="355107"/>
            <a:ext cx="144463" cy="144522"/>
          </a:xfrm>
          <a:prstGeom xmlns:a="http://schemas.openxmlformats.org/drawingml/2006/main" prst="ellipse">
            <a:avLst/>
          </a:prstGeom>
          <a:solidFill xmlns:a="http://schemas.openxmlformats.org/drawingml/2006/main">
            <a:srgbClr val="806599"/>
          </a:solidFill>
          <a:ln xmlns:a="http://schemas.openxmlformats.org/drawingml/2006/main" w="13002">
            <a:solidFill>
              <a:srgbClr val="252525"/>
            </a:solidFill>
          </a:ln>
        </p:spPr>
      </p:sp>
      <p:sp>
        <p:nvSpPr>
          <p:cNvPr id="478" name="R1|466">
            <a:extLst xmlns:a="http://schemas.openxmlformats.org/drawingml/2006/main">
              <a:ext uri="{FF2B5EF4-FFF2-40B4-BE49-F238E27FC236}">
                <a16:creationId xmlns:a16="http://schemas.microsoft.com/office/drawing/2014/main" id="{97951BEC-E2BA-470E-9519-21FC198D767F}"/>
              </a:ext>
            </a:extLst>
          </p:cNvPr>
          <p:cNvSpPr>
            <a:spLocks xmlns:a="http://schemas.openxmlformats.org/drawingml/2006/main" noGrp="1"/>
          </p:cNvSpPr>
          <p:nvPr/>
        </p:nvSpPr>
        <p:spPr>
          <a:xfrm xmlns:a="http://schemas.openxmlformats.org/drawingml/2006/main">
            <a:off x="8598667" y="355107"/>
            <a:ext cx="144463" cy="144522"/>
          </a:xfrm>
          <a:prstGeom xmlns:a="http://schemas.openxmlformats.org/drawingml/2006/main" prst="ellipse">
            <a:avLst/>
          </a:prstGeom>
          <a:solidFill xmlns:a="http://schemas.openxmlformats.org/drawingml/2006/main">
            <a:srgbClr val="61A76A"/>
          </a:solidFill>
          <a:ln xmlns:a="http://schemas.openxmlformats.org/drawingml/2006/main" w="13002">
            <a:solidFill>
              <a:srgbClr val="252525"/>
            </a:solidFill>
          </a:ln>
        </p:spPr>
      </p:sp>
      <p:sp>
        <p:nvSpPr>
          <p:cNvPr id="479" name="R1|467">
            <a:extLst xmlns:a="http://schemas.openxmlformats.org/drawingml/2006/main">
              <a:ext uri="{FF2B5EF4-FFF2-40B4-BE49-F238E27FC236}">
                <a16:creationId xmlns:a16="http://schemas.microsoft.com/office/drawing/2014/main" id="{ADF0A855-483F-4729-B089-E232B5142E5B}"/>
              </a:ext>
            </a:extLst>
          </p:cNvPr>
          <p:cNvSpPr>
            <a:spLocks xmlns:a="http://schemas.openxmlformats.org/drawingml/2006/main" noGrp="1"/>
          </p:cNvSpPr>
          <p:nvPr/>
        </p:nvSpPr>
        <p:spPr>
          <a:xfrm xmlns:a="http://schemas.openxmlformats.org/drawingml/2006/main">
            <a:off x="8960787" y="355107"/>
            <a:ext cx="144463" cy="144522"/>
          </a:xfrm>
          <a:prstGeom xmlns:a="http://schemas.openxmlformats.org/drawingml/2006/main" prst="ellipse">
            <a:avLst/>
          </a:prstGeom>
          <a:solidFill xmlns:a="http://schemas.openxmlformats.org/drawingml/2006/main">
            <a:srgbClr val="C6413B"/>
          </a:solidFill>
          <a:ln xmlns:a="http://schemas.openxmlformats.org/drawingml/2006/main" w="13002">
            <a:solidFill>
              <a:srgbClr val="252525"/>
            </a:solidFill>
          </a:ln>
        </p:spPr>
      </p:sp>
      <p:sp>
        <p:nvSpPr>
          <p:cNvPr id="480" name="R1|Text ℒᵤᵥ">
            <a:extLst xmlns:a="http://schemas.openxmlformats.org/drawingml/2006/main">
              <a:ext uri="{FF2B5EF4-FFF2-40B4-BE49-F238E27FC236}">
                <a16:creationId xmlns:a16="http://schemas.microsoft.com/office/drawing/2014/main" id="{0293C735-55B3-4E21-B5E9-05EE0321CF72}"/>
              </a:ext>
            </a:extLst>
          </p:cNvPr>
          <p:cNvSpPr>
            <a:spLocks xmlns:a="http://schemas.openxmlformats.org/drawingml/2006/main" noGrp="1"/>
          </p:cNvSpPr>
          <p:nvPr/>
        </p:nvSpPr>
        <p:spPr>
          <a:xfrm xmlns:a="http://schemas.openxmlformats.org/drawingml/2006/main">
            <a:off x="7444890" y="586342"/>
            <a:ext cx="361157" cy="3083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93" b="0">
                <a:solidFill>
                  <a:srgbClr val="FFFFFF"/>
                </a:solidFill>
                <a:latin typeface="Cambria Math"/>
                <a:ea typeface="Cambria Math"/>
                <a:cs typeface="Cambria Math"/>
              </a:defRPr>
            </a:pPr>
            <a:r>
              <a:rPr sz="1593" b="0">
                <a:solidFill>
                  <a:srgbClr val="FFFFFF"/>
                </a:solidFill>
                <a:latin typeface="Cambria Math"/>
                <a:ea typeface="Cambria Math"/>
                <a:cs typeface="Cambria Math"/>
              </a:rPr>
              <a:t>ℒᵤᵥ</a:t>
            </a:r>
          </a:p>
        </p:txBody>
      </p:sp>
      <p:sp>
        <p:nvSpPr>
          <p:cNvPr id="481" name="R1|Text ℒᵤᵥ">
            <a:extLst xmlns:a="http://schemas.openxmlformats.org/drawingml/2006/main">
              <a:ext uri="{FF2B5EF4-FFF2-40B4-BE49-F238E27FC236}">
                <a16:creationId xmlns:a16="http://schemas.microsoft.com/office/drawing/2014/main" id="{5D787D63-3FB7-40A6-9157-CA08F233129A}"/>
              </a:ext>
            </a:extLst>
          </p:cNvPr>
          <p:cNvSpPr>
            <a:spLocks xmlns:a="http://schemas.openxmlformats.org/drawingml/2006/main" noGrp="1"/>
          </p:cNvSpPr>
          <p:nvPr/>
        </p:nvSpPr>
        <p:spPr>
          <a:xfrm xmlns:a="http://schemas.openxmlformats.org/drawingml/2006/main">
            <a:off x="7786786" y="1308955"/>
            <a:ext cx="351526" cy="317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30" b="0">
                <a:solidFill>
                  <a:srgbClr val="151515"/>
                </a:solidFill>
                <a:latin typeface="Cambria Math"/>
                <a:ea typeface="Cambria Math"/>
                <a:cs typeface="Cambria Math"/>
              </a:defRPr>
            </a:pPr>
            <a:r>
              <a:rPr sz="1630" b="0">
                <a:solidFill>
                  <a:srgbClr val="151515"/>
                </a:solidFill>
                <a:latin typeface="Cambria Math"/>
                <a:ea typeface="Cambria Math"/>
                <a:cs typeface="Cambria Math"/>
              </a:rPr>
              <a:t>ℒᵤᵥ</a:t>
            </a:r>
          </a:p>
        </p:txBody>
      </p:sp>
      <p:sp>
        <p:nvSpPr>
          <p:cNvPr id="482" name="R1|Text ℒᵤᵤ">
            <a:extLst xmlns:a="http://schemas.openxmlformats.org/drawingml/2006/main">
              <a:ext uri="{FF2B5EF4-FFF2-40B4-BE49-F238E27FC236}">
                <a16:creationId xmlns:a16="http://schemas.microsoft.com/office/drawing/2014/main" id="{92C12D92-1631-4948-88BA-C5179DC0B55A}"/>
              </a:ext>
            </a:extLst>
          </p:cNvPr>
          <p:cNvSpPr>
            <a:spLocks xmlns:a="http://schemas.openxmlformats.org/drawingml/2006/main" noGrp="1"/>
          </p:cNvSpPr>
          <p:nvPr/>
        </p:nvSpPr>
        <p:spPr>
          <a:xfrm xmlns:a="http://schemas.openxmlformats.org/drawingml/2006/main">
            <a:off x="8172020" y="1318590"/>
            <a:ext cx="346711" cy="2938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93" b="0">
                <a:solidFill>
                  <a:srgbClr val="FFFFFF"/>
                </a:solidFill>
                <a:latin typeface="Cambria Math"/>
                <a:ea typeface="Cambria Math"/>
                <a:cs typeface="Cambria Math"/>
              </a:defRPr>
            </a:pPr>
            <a:r>
              <a:rPr sz="1593" b="0">
                <a:solidFill>
                  <a:srgbClr val="FFFFFF"/>
                </a:solidFill>
                <a:latin typeface="Cambria Math"/>
                <a:ea typeface="Cambria Math"/>
                <a:cs typeface="Cambria Math"/>
              </a:rPr>
              <a:t>ℒᵤᵤ</a:t>
            </a:r>
          </a:p>
        </p:txBody>
      </p:sp>
      <p:sp>
        <p:nvSpPr>
          <p:cNvPr id="483" name="R1|468">
            <a:extLst xmlns:a="http://schemas.openxmlformats.org/drawingml/2006/main">
              <a:ext uri="{FF2B5EF4-FFF2-40B4-BE49-F238E27FC236}">
                <a16:creationId xmlns:a16="http://schemas.microsoft.com/office/drawing/2014/main" id="{6E7C7477-D807-4FD5-937C-752594EFA7B8}"/>
              </a:ext>
            </a:extLst>
          </p:cNvPr>
          <p:cNvSpPr>
            <a:spLocks xmlns:a="http://schemas.openxmlformats.org/drawingml/2006/main" noGrp="1"/>
          </p:cNvSpPr>
          <p:nvPr/>
        </p:nvSpPr>
        <p:spPr>
          <a:xfrm xmlns:a="http://schemas.openxmlformats.org/drawingml/2006/main">
            <a:off x="7796416" y="918744"/>
            <a:ext cx="298557" cy="308315"/>
          </a:xfrm>
          <a:custGeom xmlns:a="http://schemas.openxmlformats.org/drawingml/2006/main">
            <a:pathLst>
              <a:path w="298557" h="308315">
                <a:moveTo>
                  <a:pt x="0" y="0"/>
                </a:moveTo>
                <a:lnTo>
                  <a:pt x="298557" y="308315"/>
                </a:lnTo>
              </a:path>
            </a:pathLst>
          </a:custGeom>
          <a:noFill xmlns:a="http://schemas.openxmlformats.org/drawingml/2006/main"/>
          <a:ln xmlns:a="http://schemas.openxmlformats.org/drawingml/2006/main" w="18299">
            <a:solidFill>
              <a:srgbClr val="E7C254"/>
            </a:solidFill>
          </a:ln>
        </p:spPr>
      </p:sp>
      <p:sp>
        <p:nvSpPr>
          <p:cNvPr id="484" name="R1|469">
            <a:extLst xmlns:a="http://schemas.openxmlformats.org/drawingml/2006/main">
              <a:ext uri="{FF2B5EF4-FFF2-40B4-BE49-F238E27FC236}">
                <a16:creationId xmlns:a16="http://schemas.microsoft.com/office/drawing/2014/main" id="{A2C3C742-A446-4F2C-BA23-FB1982AB7C82}"/>
              </a:ext>
            </a:extLst>
          </p:cNvPr>
          <p:cNvSpPr>
            <a:spLocks xmlns:a="http://schemas.openxmlformats.org/drawingml/2006/main" noGrp="1"/>
          </p:cNvSpPr>
          <p:nvPr/>
        </p:nvSpPr>
        <p:spPr>
          <a:xfrm xmlns:a="http://schemas.openxmlformats.org/drawingml/2006/main">
            <a:off x="8025995" y="1157406"/>
            <a:ext cx="68978" cy="69652"/>
          </a:xfrm>
          <a:custGeom xmlns:a="http://schemas.openxmlformats.org/drawingml/2006/main">
            <a:pathLst>
              <a:path w="68978" h="69652">
                <a:moveTo>
                  <a:pt x="0" y="48210"/>
                </a:moveTo>
                <a:lnTo>
                  <a:pt x="68978" y="69652"/>
                </a:lnTo>
                <a:lnTo>
                  <a:pt x="49745" y="0"/>
                </a:lnTo>
                <a:close/>
              </a:path>
            </a:pathLst>
          </a:custGeom>
          <a:solidFill xmlns:a="http://schemas.openxmlformats.org/drawingml/2006/main">
            <a:srgbClr val="E7C254"/>
          </a:solidFill>
          <a:ln xmlns:a="http://schemas.openxmlformats.org/drawingml/2006/main" w="4815">
            <a:solidFill>
              <a:srgbClr val="E7C254"/>
            </a:solidFill>
          </a:ln>
        </p:spPr>
      </p:sp>
      <p:sp>
        <p:nvSpPr>
          <p:cNvPr id="485" name="R1|470">
            <a:extLst xmlns:a="http://schemas.openxmlformats.org/drawingml/2006/main">
              <a:ext uri="{FF2B5EF4-FFF2-40B4-BE49-F238E27FC236}">
                <a16:creationId xmlns:a16="http://schemas.microsoft.com/office/drawing/2014/main" id="{F9369DD8-814A-4A8E-A747-DA1E04B372B7}"/>
              </a:ext>
            </a:extLst>
          </p:cNvPr>
          <p:cNvSpPr>
            <a:spLocks xmlns:a="http://schemas.openxmlformats.org/drawingml/2006/main" noGrp="1"/>
          </p:cNvSpPr>
          <p:nvPr/>
        </p:nvSpPr>
        <p:spPr>
          <a:xfrm xmlns:a="http://schemas.openxmlformats.org/drawingml/2006/main">
            <a:off x="7796416" y="918744"/>
            <a:ext cx="313003" cy="313132"/>
          </a:xfrm>
          <a:custGeom xmlns:a="http://schemas.openxmlformats.org/drawingml/2006/main">
            <a:pathLst>
              <a:path w="313003" h="313132">
                <a:moveTo>
                  <a:pt x="313003" y="313132"/>
                </a:moveTo>
                <a:lnTo>
                  <a:pt x="0" y="0"/>
                </a:lnTo>
              </a:path>
            </a:pathLst>
          </a:custGeom>
          <a:noFill xmlns:a="http://schemas.openxmlformats.org/drawingml/2006/main"/>
          <a:ln xmlns:a="http://schemas.openxmlformats.org/drawingml/2006/main" w="18299">
            <a:solidFill>
              <a:srgbClr val="E7C254"/>
            </a:solidFill>
          </a:ln>
        </p:spPr>
      </p:sp>
      <p:sp>
        <p:nvSpPr>
          <p:cNvPr id="486" name="R1|471">
            <a:extLst xmlns:a="http://schemas.openxmlformats.org/drawingml/2006/main">
              <a:ext uri="{FF2B5EF4-FFF2-40B4-BE49-F238E27FC236}">
                <a16:creationId xmlns:a16="http://schemas.microsoft.com/office/drawing/2014/main" id="{F2FF2631-D558-47E9-B77A-BDD15C69733A}"/>
              </a:ext>
            </a:extLst>
          </p:cNvPr>
          <p:cNvSpPr>
            <a:spLocks xmlns:a="http://schemas.openxmlformats.org/drawingml/2006/main" noGrp="1"/>
          </p:cNvSpPr>
          <p:nvPr/>
        </p:nvSpPr>
        <p:spPr>
          <a:xfrm xmlns:a="http://schemas.openxmlformats.org/drawingml/2006/main">
            <a:off x="7796416" y="918744"/>
            <a:ext cx="69310" cy="69338"/>
          </a:xfrm>
          <a:custGeom xmlns:a="http://schemas.openxmlformats.org/drawingml/2006/main">
            <a:pathLst>
              <a:path w="69310" h="69338">
                <a:moveTo>
                  <a:pt x="69310" y="20344"/>
                </a:moveTo>
                <a:lnTo>
                  <a:pt x="0" y="0"/>
                </a:lnTo>
                <a:lnTo>
                  <a:pt x="20336" y="69338"/>
                </a:lnTo>
                <a:close/>
              </a:path>
            </a:pathLst>
          </a:custGeom>
          <a:solidFill xmlns:a="http://schemas.openxmlformats.org/drawingml/2006/main">
            <a:srgbClr val="E7C254"/>
          </a:solidFill>
          <a:ln xmlns:a="http://schemas.openxmlformats.org/drawingml/2006/main" w="4815">
            <a:solidFill>
              <a:srgbClr val="E7C254"/>
            </a:solidFill>
          </a:ln>
        </p:spPr>
      </p:sp>
      <p:sp>
        <p:nvSpPr>
          <p:cNvPr id="487" name="R1|472">
            <a:extLst xmlns:a="http://schemas.openxmlformats.org/drawingml/2006/main">
              <a:ext uri="{FF2B5EF4-FFF2-40B4-BE49-F238E27FC236}">
                <a16:creationId xmlns:a16="http://schemas.microsoft.com/office/drawing/2014/main" id="{3B488344-B2F7-4376-9BAE-ED36AF1EB871}"/>
              </a:ext>
            </a:extLst>
          </p:cNvPr>
          <p:cNvSpPr>
            <a:spLocks xmlns:a="http://schemas.openxmlformats.org/drawingml/2006/main" noGrp="1"/>
          </p:cNvSpPr>
          <p:nvPr/>
        </p:nvSpPr>
        <p:spPr>
          <a:xfrm xmlns:a="http://schemas.openxmlformats.org/drawingml/2006/main">
            <a:off x="7406367" y="1569095"/>
            <a:ext cx="553774" cy="780421"/>
          </a:xfrm>
          <a:custGeom xmlns:a="http://schemas.openxmlformats.org/drawingml/2006/main">
            <a:pathLst>
              <a:path w="553774" h="780421">
                <a:moveTo>
                  <a:pt x="553774" y="0"/>
                </a:moveTo>
                <a:lnTo>
                  <a:pt x="549584" y="45271"/>
                </a:lnTo>
                <a:lnTo>
                  <a:pt x="544270" y="86560"/>
                </a:lnTo>
                <a:lnTo>
                  <a:pt x="537881" y="124078"/>
                </a:lnTo>
                <a:lnTo>
                  <a:pt x="530468" y="158035"/>
                </a:lnTo>
                <a:lnTo>
                  <a:pt x="522079" y="188641"/>
                </a:lnTo>
                <a:lnTo>
                  <a:pt x="512765" y="216106"/>
                </a:lnTo>
                <a:lnTo>
                  <a:pt x="502575" y="240640"/>
                </a:lnTo>
                <a:lnTo>
                  <a:pt x="491559" y="262453"/>
                </a:lnTo>
                <a:lnTo>
                  <a:pt x="479766" y="281754"/>
                </a:lnTo>
                <a:lnTo>
                  <a:pt x="467247" y="298755"/>
                </a:lnTo>
                <a:lnTo>
                  <a:pt x="454051" y="313665"/>
                </a:lnTo>
                <a:lnTo>
                  <a:pt x="440227" y="326693"/>
                </a:lnTo>
                <a:lnTo>
                  <a:pt x="425825" y="338050"/>
                </a:lnTo>
                <a:lnTo>
                  <a:pt x="410895" y="347947"/>
                </a:lnTo>
                <a:lnTo>
                  <a:pt x="395486" y="356592"/>
                </a:lnTo>
                <a:lnTo>
                  <a:pt x="379648" y="364197"/>
                </a:lnTo>
                <a:lnTo>
                  <a:pt x="363432" y="370970"/>
                </a:lnTo>
                <a:lnTo>
                  <a:pt x="346885" y="377122"/>
                </a:lnTo>
                <a:lnTo>
                  <a:pt x="330059" y="382864"/>
                </a:lnTo>
                <a:lnTo>
                  <a:pt x="313003" y="388404"/>
                </a:lnTo>
                <a:lnTo>
                  <a:pt x="295766" y="393954"/>
                </a:lnTo>
                <a:lnTo>
                  <a:pt x="278398" y="399722"/>
                </a:lnTo>
                <a:lnTo>
                  <a:pt x="260949" y="405920"/>
                </a:lnTo>
                <a:lnTo>
                  <a:pt x="243468" y="412756"/>
                </a:lnTo>
                <a:lnTo>
                  <a:pt x="226005" y="420442"/>
                </a:lnTo>
                <a:lnTo>
                  <a:pt x="208610" y="429187"/>
                </a:lnTo>
                <a:lnTo>
                  <a:pt x="191333" y="439200"/>
                </a:lnTo>
                <a:lnTo>
                  <a:pt x="174222" y="450693"/>
                </a:lnTo>
                <a:lnTo>
                  <a:pt x="157328" y="463875"/>
                </a:lnTo>
                <a:lnTo>
                  <a:pt x="140701" y="478957"/>
                </a:lnTo>
                <a:lnTo>
                  <a:pt x="124389" y="496147"/>
                </a:lnTo>
                <a:lnTo>
                  <a:pt x="108443" y="515656"/>
                </a:lnTo>
                <a:lnTo>
                  <a:pt x="92913" y="537695"/>
                </a:lnTo>
                <a:lnTo>
                  <a:pt x="77847" y="562472"/>
                </a:lnTo>
                <a:lnTo>
                  <a:pt x="63297" y="590199"/>
                </a:lnTo>
                <a:lnTo>
                  <a:pt x="49310" y="621085"/>
                </a:lnTo>
                <a:lnTo>
                  <a:pt x="35937" y="655341"/>
                </a:lnTo>
                <a:lnTo>
                  <a:pt x="23228" y="693175"/>
                </a:lnTo>
                <a:lnTo>
                  <a:pt x="11233" y="734799"/>
                </a:lnTo>
                <a:lnTo>
                  <a:pt x="0" y="780421"/>
                </a:lnTo>
              </a:path>
            </a:pathLst>
          </a:custGeom>
          <a:noFill xmlns:a="http://schemas.openxmlformats.org/drawingml/2006/main"/>
          <a:ln xmlns:a="http://schemas.openxmlformats.org/drawingml/2006/main" w="19262">
            <a:solidFill>
              <a:srgbClr val="7D6F8C"/>
            </a:solidFill>
          </a:ln>
        </p:spPr>
      </p:sp>
      <p:sp>
        <p:nvSpPr>
          <p:cNvPr id="488" name="R1|473">
            <a:extLst xmlns:a="http://schemas.openxmlformats.org/drawingml/2006/main">
              <a:ext uri="{FF2B5EF4-FFF2-40B4-BE49-F238E27FC236}">
                <a16:creationId xmlns:a16="http://schemas.microsoft.com/office/drawing/2014/main" id="{5DE22C0E-8072-4154-BC5E-C7B292109353}"/>
              </a:ext>
            </a:extLst>
          </p:cNvPr>
          <p:cNvSpPr>
            <a:spLocks xmlns:a="http://schemas.openxmlformats.org/drawingml/2006/main" noGrp="1"/>
          </p:cNvSpPr>
          <p:nvPr/>
        </p:nvSpPr>
        <p:spPr>
          <a:xfrm xmlns:a="http://schemas.openxmlformats.org/drawingml/2006/main">
            <a:off x="7384209" y="2265684"/>
            <a:ext cx="80699" cy="83832"/>
          </a:xfrm>
          <a:custGeom xmlns:a="http://schemas.openxmlformats.org/drawingml/2006/main">
            <a:pathLst>
              <a:path w="80699" h="83832">
                <a:moveTo>
                  <a:pt x="0" y="0"/>
                </a:moveTo>
                <a:lnTo>
                  <a:pt x="22157" y="83832"/>
                </a:lnTo>
                <a:lnTo>
                  <a:pt x="80699" y="19885"/>
                </a:lnTo>
                <a:close/>
              </a:path>
            </a:pathLst>
          </a:custGeom>
          <a:solidFill xmlns:a="http://schemas.openxmlformats.org/drawingml/2006/main">
            <a:srgbClr val="7D6F8C"/>
          </a:solidFill>
          <a:ln xmlns:a="http://schemas.openxmlformats.org/drawingml/2006/main" w="4815">
            <a:solidFill>
              <a:srgbClr val="7D6F8C"/>
            </a:solidFill>
          </a:ln>
        </p:spPr>
      </p:sp>
      <p:sp>
        <p:nvSpPr>
          <p:cNvPr id="489" name="R1|474">
            <a:extLst xmlns:a="http://schemas.openxmlformats.org/drawingml/2006/main">
              <a:ext uri="{FF2B5EF4-FFF2-40B4-BE49-F238E27FC236}">
                <a16:creationId xmlns:a16="http://schemas.microsoft.com/office/drawing/2014/main" id="{C3F4F3E4-DBBE-4739-A763-BF5E4B76F977}"/>
              </a:ext>
            </a:extLst>
          </p:cNvPr>
          <p:cNvSpPr>
            <a:spLocks xmlns:a="http://schemas.openxmlformats.org/drawingml/2006/main" noGrp="1"/>
          </p:cNvSpPr>
          <p:nvPr/>
        </p:nvSpPr>
        <p:spPr>
          <a:xfrm xmlns:a="http://schemas.openxmlformats.org/drawingml/2006/main">
            <a:off x="9274753" y="567073"/>
            <a:ext cx="120386" cy="1715000"/>
          </a:xfrm>
          <a:prstGeom xmlns:a="http://schemas.openxmlformats.org/drawingml/2006/main" prst="rect">
            <a:avLst/>
          </a:prstGeom>
          <a:gradFill xmlns:a="http://schemas.openxmlformats.org/drawingml/2006/main">
            <a:gsLst>
              <a:gs pos="0">
                <a:srgbClr val="900000"/>
              </a:gs>
              <a:gs pos="18000">
                <a:srgbClr val="FF0300"/>
              </a:gs>
              <a:gs pos="37000">
                <a:srgbClr val="FFF000"/>
              </a:gs>
              <a:gs pos="50000">
                <a:srgbClr val="7BFF76"/>
              </a:gs>
              <a:gs pos="65000">
                <a:srgbClr val="00FFFF"/>
              </a:gs>
              <a:gs pos="80000">
                <a:srgbClr val="035DFF"/>
              </a:gs>
              <a:gs pos="100000">
                <a:srgbClr val="000073"/>
              </a:gs>
            </a:gsLst>
            <a:lin ang="5400000"/>
          </a:gradFill>
          <a:ln xmlns:a="http://schemas.openxmlformats.org/drawingml/2006/main" w="9631">
            <a:solidFill>
              <a:srgbClr val="282828"/>
            </a:solidFill>
          </a:ln>
        </p:spPr>
      </p:sp>
      <p:sp>
        <p:nvSpPr>
          <p:cNvPr id="490" name="R1|Text High">
            <a:extLst xmlns:a="http://schemas.openxmlformats.org/drawingml/2006/main">
              <a:ext uri="{FF2B5EF4-FFF2-40B4-BE49-F238E27FC236}">
                <a16:creationId xmlns:a16="http://schemas.microsoft.com/office/drawing/2014/main" id="{0B48B366-155B-4DF8-9F56-FC8F4F7F922B}"/>
              </a:ext>
            </a:extLst>
          </p:cNvPr>
          <p:cNvSpPr>
            <a:spLocks xmlns:a="http://schemas.openxmlformats.org/drawingml/2006/main" noGrp="1"/>
          </p:cNvSpPr>
          <p:nvPr/>
        </p:nvSpPr>
        <p:spPr>
          <a:xfrm xmlns:a="http://schemas.openxmlformats.org/drawingml/2006/main">
            <a:off x="9443293" y="461090"/>
            <a:ext cx="462281" cy="2553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79" b="0">
                <a:solidFill>
                  <a:srgbClr val="111111"/>
                </a:solidFill>
                <a:latin typeface="Arial"/>
                <a:ea typeface="Arial"/>
                <a:cs typeface="Arial"/>
              </a:defRPr>
            </a:pPr>
            <a:r>
              <a:rPr sz="1479" b="0">
                <a:solidFill>
                  <a:srgbClr val="111111"/>
                </a:solidFill>
                <a:latin typeface="Arial"/>
                <a:ea typeface="Arial"/>
                <a:cs typeface="Arial"/>
              </a:rPr>
              <a:t>High</a:t>
            </a:r>
          </a:p>
        </p:txBody>
      </p:sp>
      <p:sp>
        <p:nvSpPr>
          <p:cNvPr id="491" name="R1|Text Low">
            <a:extLst xmlns:a="http://schemas.openxmlformats.org/drawingml/2006/main">
              <a:ext uri="{FF2B5EF4-FFF2-40B4-BE49-F238E27FC236}">
                <a16:creationId xmlns:a16="http://schemas.microsoft.com/office/drawing/2014/main" id="{0A3F4EC2-8E55-4103-B8FB-D220522F8A8F}"/>
              </a:ext>
            </a:extLst>
          </p:cNvPr>
          <p:cNvSpPr>
            <a:spLocks xmlns:a="http://schemas.openxmlformats.org/drawingml/2006/main" noGrp="1"/>
          </p:cNvSpPr>
          <p:nvPr/>
        </p:nvSpPr>
        <p:spPr>
          <a:xfrm xmlns:a="http://schemas.openxmlformats.org/drawingml/2006/main">
            <a:off x="9443293" y="2152003"/>
            <a:ext cx="447835" cy="2408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79" b="0">
                <a:solidFill>
                  <a:srgbClr val="111111"/>
                </a:solidFill>
                <a:latin typeface="Arial"/>
                <a:ea typeface="Arial"/>
                <a:cs typeface="Arial"/>
              </a:defRPr>
            </a:pPr>
            <a:r>
              <a:rPr sz="1479" b="0">
                <a:solidFill>
                  <a:srgbClr val="111111"/>
                </a:solidFill>
                <a:latin typeface="Arial"/>
                <a:ea typeface="Arial"/>
                <a:cs typeface="Arial"/>
              </a:rPr>
              <a:t>Low</a:t>
            </a:r>
          </a:p>
        </p:txBody>
      </p:sp>
      <p:sp>
        <p:nvSpPr>
          <p:cNvPr id="492" name="R1|475">
            <a:extLst xmlns:a="http://schemas.openxmlformats.org/drawingml/2006/main">
              <a:ext uri="{FF2B5EF4-FFF2-40B4-BE49-F238E27FC236}">
                <a16:creationId xmlns:a16="http://schemas.microsoft.com/office/drawing/2014/main" id="{FBFF0452-AAD1-4383-8382-D86B7B60EC7A}"/>
              </a:ext>
            </a:extLst>
          </p:cNvPr>
          <p:cNvSpPr>
            <a:spLocks xmlns:a="http://schemas.openxmlformats.org/drawingml/2006/main" noGrp="1"/>
          </p:cNvSpPr>
          <p:nvPr/>
        </p:nvSpPr>
        <p:spPr>
          <a:xfrm xmlns:a="http://schemas.openxmlformats.org/drawingml/2006/main">
            <a:off x="7021132" y="2383239"/>
            <a:ext cx="1131626" cy="269775"/>
          </a:xfrm>
          <a:prstGeom xmlns:a="http://schemas.openxmlformats.org/drawingml/2006/main" prst="roundRect">
            <a:avLst>
              <a:gd name="adj" fmla="val 17850"/>
            </a:avLst>
          </a:prstGeom>
          <a:solidFill xmlns:a="http://schemas.openxmlformats.org/drawingml/2006/main">
            <a:srgbClr val="FCFCF9"/>
          </a:solidFill>
          <a:ln xmlns:a="http://schemas.openxmlformats.org/drawingml/2006/main" w="9631">
            <a:solidFill>
              <a:srgbClr val="CACAC6"/>
            </a:solidFill>
          </a:ln>
          <ns2:effectLst xmlns:ns2="http://schemas.openxmlformats.org/drawingml/2006/main">
            <ns2:outerShdw blurRad="23000" dist="21000" dir="2700000" algn="ctr" rotWithShape="0">
              <ns2:srgbClr val="000000">
                <ns2:alpha val="20000"/>
              </ns2:srgbClr>
            </ns2:outerShdw>
          </ns2:effectLst>
        </p:spPr>
      </p:sp>
      <p:sp>
        <p:nvSpPr>
          <p:cNvPr id="493" name="R1|476">
            <a:extLst xmlns:a="http://schemas.openxmlformats.org/drawingml/2006/main">
              <a:ext uri="{FF2B5EF4-FFF2-40B4-BE49-F238E27FC236}">
                <a16:creationId xmlns:a16="http://schemas.microsoft.com/office/drawing/2014/main" id="{CC7D252D-CE0A-4FE1-9CC4-AC1B9CE559A0}"/>
              </a:ext>
            </a:extLst>
          </p:cNvPr>
          <p:cNvSpPr>
            <a:spLocks xmlns:a="http://schemas.openxmlformats.org/drawingml/2006/main" noGrp="1"/>
          </p:cNvSpPr>
          <p:nvPr/>
        </p:nvSpPr>
        <p:spPr>
          <a:xfrm xmlns:a="http://schemas.openxmlformats.org/drawingml/2006/main">
            <a:off x="8345375" y="2383239"/>
            <a:ext cx="1247196" cy="269775"/>
          </a:xfrm>
          <a:prstGeom xmlns:a="http://schemas.openxmlformats.org/drawingml/2006/main" prst="roundRect">
            <a:avLst>
              <a:gd name="adj" fmla="val 17850"/>
            </a:avLst>
          </a:prstGeom>
          <a:solidFill xmlns:a="http://schemas.openxmlformats.org/drawingml/2006/main">
            <a:srgbClr val="FCFCF9"/>
          </a:solidFill>
          <a:ln xmlns:a="http://schemas.openxmlformats.org/drawingml/2006/main" w="9631">
            <a:solidFill>
              <a:srgbClr val="CACAC6"/>
            </a:solidFill>
          </a:ln>
          <ns3:effectLst xmlns:ns3="http://schemas.openxmlformats.org/drawingml/2006/main">
            <ns3:outerShdw blurRad="23000" dist="21000" dir="2700000" algn="ctr" rotWithShape="0">
              <ns3:srgbClr val="000000">
                <ns3:alpha val="20000"/>
              </ns3:srgbClr>
            </ns3:outerShdw>
          </ns3:effectLst>
        </p:spPr>
      </p:sp>
      <p:sp>
        <p:nvSpPr>
          <p:cNvPr id="494" name="R1|Text Node pair (u, v)">
            <a:extLst xmlns:a="http://schemas.openxmlformats.org/drawingml/2006/main">
              <a:ext uri="{FF2B5EF4-FFF2-40B4-BE49-F238E27FC236}">
                <a16:creationId xmlns:a16="http://schemas.microsoft.com/office/drawing/2014/main" id="{001B4199-5168-42F0-8CF6-53AE37817716}"/>
              </a:ext>
            </a:extLst>
          </p:cNvPr>
          <p:cNvSpPr>
            <a:spLocks xmlns:a="http://schemas.openxmlformats.org/drawingml/2006/main" noGrp="1"/>
          </p:cNvSpPr>
          <p:nvPr/>
        </p:nvSpPr>
        <p:spPr>
          <a:xfrm xmlns:a="http://schemas.openxmlformats.org/drawingml/2006/main">
            <a:off x="7054840" y="2402508"/>
            <a:ext cx="1088287" cy="2312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175" b="0">
                <a:solidFill>
                  <a:srgbClr val="111111"/>
                </a:solidFill>
                <a:latin typeface="Comic Sans MS"/>
                <a:ea typeface="Comic Sans MS"/>
                <a:cs typeface="Comic Sans MS"/>
              </a:defRPr>
            </a:pPr>
            <a:r>
              <a:rPr sz="1175" b="0">
                <a:solidFill>
                  <a:srgbClr val="111111"/>
                </a:solidFill>
                <a:latin typeface="Comic Sans MS"/>
                <a:ea typeface="Comic Sans MS"/>
                <a:cs typeface="Comic Sans MS"/>
              </a:rPr>
              <a:t>Node pair (u, v)</a:t>
            </a:r>
          </a:p>
        </p:txBody>
      </p:sp>
      <p:sp>
        <p:nvSpPr>
          <p:cNvPr id="495" name="R1|Text →">
            <a:extLst xmlns:a="http://schemas.openxmlformats.org/drawingml/2006/main">
              <a:ext uri="{FF2B5EF4-FFF2-40B4-BE49-F238E27FC236}">
                <a16:creationId xmlns:a16="http://schemas.microsoft.com/office/drawing/2014/main" id="{F303E13F-4308-4E3F-B298-86E10376738C}"/>
              </a:ext>
            </a:extLst>
          </p:cNvPr>
          <p:cNvSpPr>
            <a:spLocks xmlns:a="http://schemas.openxmlformats.org/drawingml/2006/main" noGrp="1"/>
          </p:cNvSpPr>
          <p:nvPr/>
        </p:nvSpPr>
        <p:spPr>
          <a:xfrm xmlns:a="http://schemas.openxmlformats.org/drawingml/2006/main">
            <a:off x="8152758" y="2392873"/>
            <a:ext cx="207063" cy="2505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30" b="0">
                <a:solidFill>
                  <a:srgbClr val="111111"/>
                </a:solidFill>
                <a:latin typeface="Arial"/>
                <a:ea typeface="Arial"/>
                <a:cs typeface="Arial"/>
              </a:defRPr>
            </a:pPr>
            <a:r>
              <a:rPr sz="1630" b="0">
                <a:solidFill>
                  <a:srgbClr val="111111"/>
                </a:solidFill>
                <a:latin typeface="Arial"/>
                <a:ea typeface="Arial"/>
                <a:cs typeface="Arial"/>
              </a:rPr>
              <a:t>→</a:t>
            </a:r>
          </a:p>
        </p:txBody>
      </p:sp>
      <p:sp>
        <p:nvSpPr>
          <p:cNvPr id="496" name="R1|Text Matrix entry ℒᵤᵥ">
            <a:extLst xmlns:a="http://schemas.openxmlformats.org/drawingml/2006/main">
              <a:ext uri="{FF2B5EF4-FFF2-40B4-BE49-F238E27FC236}">
                <a16:creationId xmlns:a16="http://schemas.microsoft.com/office/drawing/2014/main" id="{4A78C808-B900-46DA-9FC8-8E483DD7AF44}"/>
              </a:ext>
            </a:extLst>
          </p:cNvPr>
          <p:cNvSpPr>
            <a:spLocks xmlns:a="http://schemas.openxmlformats.org/drawingml/2006/main" noGrp="1"/>
          </p:cNvSpPr>
          <p:nvPr/>
        </p:nvSpPr>
        <p:spPr>
          <a:xfrm xmlns:a="http://schemas.openxmlformats.org/drawingml/2006/main">
            <a:off x="8379083" y="2402508"/>
            <a:ext cx="1179780" cy="2312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175" b="0">
                <a:solidFill>
                  <a:srgbClr val="111111"/>
                </a:solidFill>
                <a:latin typeface="Comic Sans MS"/>
                <a:ea typeface="Comic Sans MS"/>
                <a:cs typeface="Comic Sans MS"/>
              </a:defRPr>
            </a:pPr>
            <a:r>
              <a:rPr sz="1175" b="0">
                <a:solidFill>
                  <a:srgbClr val="111111"/>
                </a:solidFill>
                <a:latin typeface="Comic Sans MS"/>
                <a:ea typeface="Comic Sans MS"/>
                <a:cs typeface="Comic Sans MS"/>
              </a:rPr>
              <a:t>Matrix entry ℒᵤᵥ</a:t>
            </a:r>
          </a:p>
        </p:txBody>
      </p:sp>
      <p:sp>
        <p:nvSpPr>
          <p:cNvPr id="497" name="R1|477">
            <a:extLst xmlns:a="http://schemas.openxmlformats.org/drawingml/2006/main">
              <a:ext uri="{FF2B5EF4-FFF2-40B4-BE49-F238E27FC236}">
                <a16:creationId xmlns:a16="http://schemas.microsoft.com/office/drawing/2014/main" id="{744F9276-DF31-4715-B197-27D1C1F4ED2F}"/>
              </a:ext>
            </a:extLst>
          </p:cNvPr>
          <p:cNvSpPr>
            <a:spLocks xmlns:a="http://schemas.openxmlformats.org/drawingml/2006/main" noGrp="1"/>
          </p:cNvSpPr>
          <p:nvPr/>
        </p:nvSpPr>
        <p:spPr>
          <a:xfrm xmlns:a="http://schemas.openxmlformats.org/drawingml/2006/main">
            <a:off x="6578113" y="253941"/>
            <a:ext cx="48" cy="77079"/>
          </a:xfrm>
          <a:custGeom xmlns:a="http://schemas.openxmlformats.org/drawingml/2006/main">
            <a:pathLst>
              <a:path w="48" h="77079">
                <a:moveTo>
                  <a:pt x="0" y="0"/>
                </a:moveTo>
                <a:lnTo>
                  <a:pt x="0" y="77079"/>
                </a:lnTo>
              </a:path>
            </a:pathLst>
          </a:custGeom>
          <a:noFill xmlns:a="http://schemas.openxmlformats.org/drawingml/2006/main"/>
          <a:ln xmlns:a="http://schemas.openxmlformats.org/drawingml/2006/main" w="19262">
            <a:solidFill>
              <a:srgbClr val="333333"/>
            </a:solidFill>
          </a:ln>
        </p:spPr>
      </p:sp>
      <p:sp>
        <p:nvSpPr>
          <p:cNvPr id="498" name="R1|478">
            <a:extLst xmlns:a="http://schemas.openxmlformats.org/drawingml/2006/main">
              <a:ext uri="{FF2B5EF4-FFF2-40B4-BE49-F238E27FC236}">
                <a16:creationId xmlns:a16="http://schemas.microsoft.com/office/drawing/2014/main" id="{0B0FC3F7-D13C-49C0-9163-7903CF6DB989}"/>
              </a:ext>
            </a:extLst>
          </p:cNvPr>
          <p:cNvSpPr>
            <a:spLocks xmlns:a="http://schemas.openxmlformats.org/drawingml/2006/main" noGrp="1"/>
          </p:cNvSpPr>
          <p:nvPr/>
        </p:nvSpPr>
        <p:spPr>
          <a:xfrm xmlns:a="http://schemas.openxmlformats.org/drawingml/2006/main">
            <a:off x="6578113" y="403281"/>
            <a:ext cx="48" cy="77079"/>
          </a:xfrm>
          <a:custGeom xmlns:a="http://schemas.openxmlformats.org/drawingml/2006/main">
            <a:pathLst>
              <a:path w="48" h="77079">
                <a:moveTo>
                  <a:pt x="0" y="0"/>
                </a:moveTo>
                <a:lnTo>
                  <a:pt x="0" y="77079"/>
                </a:lnTo>
              </a:path>
            </a:pathLst>
          </a:custGeom>
          <a:noFill xmlns:a="http://schemas.openxmlformats.org/drawingml/2006/main"/>
          <a:ln xmlns:a="http://schemas.openxmlformats.org/drawingml/2006/main" w="19262">
            <a:solidFill>
              <a:srgbClr val="333333"/>
            </a:solidFill>
          </a:ln>
        </p:spPr>
      </p:sp>
      <p:sp>
        <p:nvSpPr>
          <p:cNvPr id="499" name="R1|479">
            <a:extLst xmlns:a="http://schemas.openxmlformats.org/drawingml/2006/main">
              <a:ext uri="{FF2B5EF4-FFF2-40B4-BE49-F238E27FC236}">
                <a16:creationId xmlns:a16="http://schemas.microsoft.com/office/drawing/2014/main" id="{5CD5111A-E7BE-45B7-9E77-D39A78A70B87}"/>
              </a:ext>
            </a:extLst>
          </p:cNvPr>
          <p:cNvSpPr>
            <a:spLocks xmlns:a="http://schemas.openxmlformats.org/drawingml/2006/main" noGrp="1"/>
          </p:cNvSpPr>
          <p:nvPr/>
        </p:nvSpPr>
        <p:spPr>
          <a:xfrm xmlns:a="http://schemas.openxmlformats.org/drawingml/2006/main">
            <a:off x="6578113" y="552621"/>
            <a:ext cx="48" cy="77079"/>
          </a:xfrm>
          <a:custGeom xmlns:a="http://schemas.openxmlformats.org/drawingml/2006/main">
            <a:pathLst>
              <a:path w="48" h="77079">
                <a:moveTo>
                  <a:pt x="0" y="0"/>
                </a:moveTo>
                <a:lnTo>
                  <a:pt x="0" y="77079"/>
                </a:lnTo>
              </a:path>
            </a:pathLst>
          </a:custGeom>
          <a:noFill xmlns:a="http://schemas.openxmlformats.org/drawingml/2006/main"/>
          <a:ln xmlns:a="http://schemas.openxmlformats.org/drawingml/2006/main" w="19262">
            <a:solidFill>
              <a:srgbClr val="333333"/>
            </a:solidFill>
          </a:ln>
        </p:spPr>
      </p:sp>
      <p:sp>
        <p:nvSpPr>
          <p:cNvPr id="500" name="R1|480">
            <a:extLst xmlns:a="http://schemas.openxmlformats.org/drawingml/2006/main">
              <a:ext uri="{FF2B5EF4-FFF2-40B4-BE49-F238E27FC236}">
                <a16:creationId xmlns:a16="http://schemas.microsoft.com/office/drawing/2014/main" id="{7FB0F3A6-03F8-4127-9BF8-F274356784D2}"/>
              </a:ext>
            </a:extLst>
          </p:cNvPr>
          <p:cNvSpPr>
            <a:spLocks xmlns:a="http://schemas.openxmlformats.org/drawingml/2006/main" noGrp="1"/>
          </p:cNvSpPr>
          <p:nvPr/>
        </p:nvSpPr>
        <p:spPr>
          <a:xfrm xmlns:a="http://schemas.openxmlformats.org/drawingml/2006/main">
            <a:off x="6578113" y="701960"/>
            <a:ext cx="48" cy="77079"/>
          </a:xfrm>
          <a:custGeom xmlns:a="http://schemas.openxmlformats.org/drawingml/2006/main">
            <a:pathLst>
              <a:path w="48" h="77079">
                <a:moveTo>
                  <a:pt x="0" y="0"/>
                </a:moveTo>
                <a:lnTo>
                  <a:pt x="0" y="77079"/>
                </a:lnTo>
              </a:path>
            </a:pathLst>
          </a:custGeom>
          <a:noFill xmlns:a="http://schemas.openxmlformats.org/drawingml/2006/main"/>
          <a:ln xmlns:a="http://schemas.openxmlformats.org/drawingml/2006/main" w="19262">
            <a:solidFill>
              <a:srgbClr val="333333"/>
            </a:solidFill>
          </a:ln>
        </p:spPr>
      </p:sp>
      <p:sp>
        <p:nvSpPr>
          <p:cNvPr id="501" name="R1|481">
            <a:extLst xmlns:a="http://schemas.openxmlformats.org/drawingml/2006/main">
              <a:ext uri="{FF2B5EF4-FFF2-40B4-BE49-F238E27FC236}">
                <a16:creationId xmlns:a16="http://schemas.microsoft.com/office/drawing/2014/main" id="{6B6838A6-C117-4224-8562-9D85F342B523}"/>
              </a:ext>
            </a:extLst>
          </p:cNvPr>
          <p:cNvSpPr>
            <a:spLocks xmlns:a="http://schemas.openxmlformats.org/drawingml/2006/main" noGrp="1"/>
          </p:cNvSpPr>
          <p:nvPr/>
        </p:nvSpPr>
        <p:spPr>
          <a:xfrm xmlns:a="http://schemas.openxmlformats.org/drawingml/2006/main">
            <a:off x="6578113" y="851300"/>
            <a:ext cx="48" cy="77079"/>
          </a:xfrm>
          <a:custGeom xmlns:a="http://schemas.openxmlformats.org/drawingml/2006/main">
            <a:pathLst>
              <a:path w="48" h="77079">
                <a:moveTo>
                  <a:pt x="0" y="0"/>
                </a:moveTo>
                <a:lnTo>
                  <a:pt x="0" y="77079"/>
                </a:lnTo>
              </a:path>
            </a:pathLst>
          </a:custGeom>
          <a:noFill xmlns:a="http://schemas.openxmlformats.org/drawingml/2006/main"/>
          <a:ln xmlns:a="http://schemas.openxmlformats.org/drawingml/2006/main" w="19262">
            <a:solidFill>
              <a:srgbClr val="333333"/>
            </a:solidFill>
          </a:ln>
        </p:spPr>
      </p:sp>
      <p:sp>
        <p:nvSpPr>
          <p:cNvPr id="502" name="R1|482">
            <a:extLst xmlns:a="http://schemas.openxmlformats.org/drawingml/2006/main">
              <a:ext uri="{FF2B5EF4-FFF2-40B4-BE49-F238E27FC236}">
                <a16:creationId xmlns:a16="http://schemas.microsoft.com/office/drawing/2014/main" id="{85FF5248-C472-4B9E-81F4-486C20EB280B}"/>
              </a:ext>
            </a:extLst>
          </p:cNvPr>
          <p:cNvSpPr>
            <a:spLocks xmlns:a="http://schemas.openxmlformats.org/drawingml/2006/main" noGrp="1"/>
          </p:cNvSpPr>
          <p:nvPr/>
        </p:nvSpPr>
        <p:spPr>
          <a:xfrm xmlns:a="http://schemas.openxmlformats.org/drawingml/2006/main">
            <a:off x="6578113" y="1000640"/>
            <a:ext cx="48" cy="77079"/>
          </a:xfrm>
          <a:custGeom xmlns:a="http://schemas.openxmlformats.org/drawingml/2006/main">
            <a:pathLst>
              <a:path w="48" h="77079">
                <a:moveTo>
                  <a:pt x="0" y="0"/>
                </a:moveTo>
                <a:lnTo>
                  <a:pt x="0" y="77079"/>
                </a:lnTo>
              </a:path>
            </a:pathLst>
          </a:custGeom>
          <a:noFill xmlns:a="http://schemas.openxmlformats.org/drawingml/2006/main"/>
          <a:ln xmlns:a="http://schemas.openxmlformats.org/drawingml/2006/main" w="19262">
            <a:solidFill>
              <a:srgbClr val="333333"/>
            </a:solidFill>
          </a:ln>
        </p:spPr>
      </p:sp>
      <p:sp>
        <p:nvSpPr>
          <p:cNvPr id="503" name="R1|483">
            <a:extLst xmlns:a="http://schemas.openxmlformats.org/drawingml/2006/main">
              <a:ext uri="{FF2B5EF4-FFF2-40B4-BE49-F238E27FC236}">
                <a16:creationId xmlns:a16="http://schemas.microsoft.com/office/drawing/2014/main" id="{D5126412-B045-4CF3-BAC4-82F1A09DDB06}"/>
              </a:ext>
            </a:extLst>
          </p:cNvPr>
          <p:cNvSpPr>
            <a:spLocks xmlns:a="http://schemas.openxmlformats.org/drawingml/2006/main" noGrp="1"/>
          </p:cNvSpPr>
          <p:nvPr/>
        </p:nvSpPr>
        <p:spPr>
          <a:xfrm xmlns:a="http://schemas.openxmlformats.org/drawingml/2006/main">
            <a:off x="6578113" y="1149980"/>
            <a:ext cx="48" cy="77079"/>
          </a:xfrm>
          <a:custGeom xmlns:a="http://schemas.openxmlformats.org/drawingml/2006/main">
            <a:pathLst>
              <a:path w="48" h="77079">
                <a:moveTo>
                  <a:pt x="0" y="0"/>
                </a:moveTo>
                <a:lnTo>
                  <a:pt x="0" y="77079"/>
                </a:lnTo>
              </a:path>
            </a:pathLst>
          </a:custGeom>
          <a:noFill xmlns:a="http://schemas.openxmlformats.org/drawingml/2006/main"/>
          <a:ln xmlns:a="http://schemas.openxmlformats.org/drawingml/2006/main" w="19262">
            <a:solidFill>
              <a:srgbClr val="333333"/>
            </a:solidFill>
          </a:ln>
        </p:spPr>
      </p:sp>
      <p:sp>
        <p:nvSpPr>
          <p:cNvPr id="504" name="R1|484">
            <a:extLst xmlns:a="http://schemas.openxmlformats.org/drawingml/2006/main">
              <a:ext uri="{FF2B5EF4-FFF2-40B4-BE49-F238E27FC236}">
                <a16:creationId xmlns:a16="http://schemas.microsoft.com/office/drawing/2014/main" id="{B4689521-CA54-4584-A5B7-1D5EFF13D793}"/>
              </a:ext>
            </a:extLst>
          </p:cNvPr>
          <p:cNvSpPr>
            <a:spLocks xmlns:a="http://schemas.openxmlformats.org/drawingml/2006/main" noGrp="1"/>
          </p:cNvSpPr>
          <p:nvPr/>
        </p:nvSpPr>
        <p:spPr>
          <a:xfrm xmlns:a="http://schemas.openxmlformats.org/drawingml/2006/main">
            <a:off x="6578113" y="1299320"/>
            <a:ext cx="48" cy="77079"/>
          </a:xfrm>
          <a:custGeom xmlns:a="http://schemas.openxmlformats.org/drawingml/2006/main">
            <a:pathLst>
              <a:path w="48" h="77079">
                <a:moveTo>
                  <a:pt x="0" y="0"/>
                </a:moveTo>
                <a:lnTo>
                  <a:pt x="0" y="77079"/>
                </a:lnTo>
              </a:path>
            </a:pathLst>
          </a:custGeom>
          <a:noFill xmlns:a="http://schemas.openxmlformats.org/drawingml/2006/main"/>
          <a:ln xmlns:a="http://schemas.openxmlformats.org/drawingml/2006/main" w="19262">
            <a:solidFill>
              <a:srgbClr val="333333"/>
            </a:solidFill>
          </a:ln>
        </p:spPr>
      </p:sp>
      <p:sp>
        <p:nvSpPr>
          <p:cNvPr id="505" name="R1|485">
            <a:extLst xmlns:a="http://schemas.openxmlformats.org/drawingml/2006/main">
              <a:ext uri="{FF2B5EF4-FFF2-40B4-BE49-F238E27FC236}">
                <a16:creationId xmlns:a16="http://schemas.microsoft.com/office/drawing/2014/main" id="{DA9B33E4-8E2B-41E3-BC8A-AB4D44B90A16}"/>
              </a:ext>
            </a:extLst>
          </p:cNvPr>
          <p:cNvSpPr>
            <a:spLocks xmlns:a="http://schemas.openxmlformats.org/drawingml/2006/main" noGrp="1"/>
          </p:cNvSpPr>
          <p:nvPr/>
        </p:nvSpPr>
        <p:spPr>
          <a:xfrm xmlns:a="http://schemas.openxmlformats.org/drawingml/2006/main">
            <a:off x="6578113" y="1448660"/>
            <a:ext cx="48" cy="77079"/>
          </a:xfrm>
          <a:custGeom xmlns:a="http://schemas.openxmlformats.org/drawingml/2006/main">
            <a:pathLst>
              <a:path w="48" h="77079">
                <a:moveTo>
                  <a:pt x="0" y="0"/>
                </a:moveTo>
                <a:lnTo>
                  <a:pt x="0" y="77079"/>
                </a:lnTo>
              </a:path>
            </a:pathLst>
          </a:custGeom>
          <a:noFill xmlns:a="http://schemas.openxmlformats.org/drawingml/2006/main"/>
          <a:ln xmlns:a="http://schemas.openxmlformats.org/drawingml/2006/main" w="19262">
            <a:solidFill>
              <a:srgbClr val="333333"/>
            </a:solidFill>
          </a:ln>
        </p:spPr>
      </p:sp>
      <p:sp>
        <p:nvSpPr>
          <p:cNvPr id="506" name="R1|486">
            <a:extLst xmlns:a="http://schemas.openxmlformats.org/drawingml/2006/main">
              <a:ext uri="{FF2B5EF4-FFF2-40B4-BE49-F238E27FC236}">
                <a16:creationId xmlns:a16="http://schemas.microsoft.com/office/drawing/2014/main" id="{275062ED-E12E-4AFB-A0CA-7B28A62915FD}"/>
              </a:ext>
            </a:extLst>
          </p:cNvPr>
          <p:cNvSpPr>
            <a:spLocks xmlns:a="http://schemas.openxmlformats.org/drawingml/2006/main" noGrp="1"/>
          </p:cNvSpPr>
          <p:nvPr/>
        </p:nvSpPr>
        <p:spPr>
          <a:xfrm xmlns:a="http://schemas.openxmlformats.org/drawingml/2006/main">
            <a:off x="6578113" y="1598000"/>
            <a:ext cx="48" cy="77079"/>
          </a:xfrm>
          <a:custGeom xmlns:a="http://schemas.openxmlformats.org/drawingml/2006/main">
            <a:pathLst>
              <a:path w="48" h="77079">
                <a:moveTo>
                  <a:pt x="0" y="0"/>
                </a:moveTo>
                <a:lnTo>
                  <a:pt x="0" y="77079"/>
                </a:lnTo>
              </a:path>
            </a:pathLst>
          </a:custGeom>
          <a:noFill xmlns:a="http://schemas.openxmlformats.org/drawingml/2006/main"/>
          <a:ln xmlns:a="http://schemas.openxmlformats.org/drawingml/2006/main" w="19262">
            <a:solidFill>
              <a:srgbClr val="333333"/>
            </a:solidFill>
          </a:ln>
        </p:spPr>
      </p:sp>
      <p:sp>
        <p:nvSpPr>
          <p:cNvPr id="507" name="R1|487">
            <a:extLst xmlns:a="http://schemas.openxmlformats.org/drawingml/2006/main">
              <a:ext uri="{FF2B5EF4-FFF2-40B4-BE49-F238E27FC236}">
                <a16:creationId xmlns:a16="http://schemas.microsoft.com/office/drawing/2014/main" id="{E0450A70-02C2-4C07-9813-E4E48BD0E30D}"/>
              </a:ext>
            </a:extLst>
          </p:cNvPr>
          <p:cNvSpPr>
            <a:spLocks xmlns:a="http://schemas.openxmlformats.org/drawingml/2006/main" noGrp="1"/>
          </p:cNvSpPr>
          <p:nvPr/>
        </p:nvSpPr>
        <p:spPr>
          <a:xfrm xmlns:a="http://schemas.openxmlformats.org/drawingml/2006/main">
            <a:off x="6578113" y="1747340"/>
            <a:ext cx="48" cy="77079"/>
          </a:xfrm>
          <a:custGeom xmlns:a="http://schemas.openxmlformats.org/drawingml/2006/main">
            <a:pathLst>
              <a:path w="48" h="77079">
                <a:moveTo>
                  <a:pt x="0" y="0"/>
                </a:moveTo>
                <a:lnTo>
                  <a:pt x="0" y="77079"/>
                </a:lnTo>
              </a:path>
            </a:pathLst>
          </a:custGeom>
          <a:noFill xmlns:a="http://schemas.openxmlformats.org/drawingml/2006/main"/>
          <a:ln xmlns:a="http://schemas.openxmlformats.org/drawingml/2006/main" w="19262">
            <a:solidFill>
              <a:srgbClr val="333333"/>
            </a:solidFill>
          </a:ln>
        </p:spPr>
      </p:sp>
      <p:sp>
        <p:nvSpPr>
          <p:cNvPr id="508" name="R1|488">
            <a:extLst xmlns:a="http://schemas.openxmlformats.org/drawingml/2006/main">
              <a:ext uri="{FF2B5EF4-FFF2-40B4-BE49-F238E27FC236}">
                <a16:creationId xmlns:a16="http://schemas.microsoft.com/office/drawing/2014/main" id="{F2095E06-B5FB-4174-A172-0D7634362E40}"/>
              </a:ext>
            </a:extLst>
          </p:cNvPr>
          <p:cNvSpPr>
            <a:spLocks xmlns:a="http://schemas.openxmlformats.org/drawingml/2006/main" noGrp="1"/>
          </p:cNvSpPr>
          <p:nvPr/>
        </p:nvSpPr>
        <p:spPr>
          <a:xfrm xmlns:a="http://schemas.openxmlformats.org/drawingml/2006/main">
            <a:off x="6578113" y="1896680"/>
            <a:ext cx="48" cy="77079"/>
          </a:xfrm>
          <a:custGeom xmlns:a="http://schemas.openxmlformats.org/drawingml/2006/main">
            <a:pathLst>
              <a:path w="48" h="77079">
                <a:moveTo>
                  <a:pt x="0" y="0"/>
                </a:moveTo>
                <a:lnTo>
                  <a:pt x="0" y="77079"/>
                </a:lnTo>
              </a:path>
            </a:pathLst>
          </a:custGeom>
          <a:noFill xmlns:a="http://schemas.openxmlformats.org/drawingml/2006/main"/>
          <a:ln xmlns:a="http://schemas.openxmlformats.org/drawingml/2006/main" w="19262">
            <a:solidFill>
              <a:srgbClr val="333333"/>
            </a:solidFill>
          </a:ln>
        </p:spPr>
      </p:sp>
      <p:sp>
        <p:nvSpPr>
          <p:cNvPr id="509" name="R1|489">
            <a:extLst xmlns:a="http://schemas.openxmlformats.org/drawingml/2006/main">
              <a:ext uri="{FF2B5EF4-FFF2-40B4-BE49-F238E27FC236}">
                <a16:creationId xmlns:a16="http://schemas.microsoft.com/office/drawing/2014/main" id="{F88D89CA-B897-410F-B002-A96CCB796B6C}"/>
              </a:ext>
            </a:extLst>
          </p:cNvPr>
          <p:cNvSpPr>
            <a:spLocks xmlns:a="http://schemas.openxmlformats.org/drawingml/2006/main" noGrp="1"/>
          </p:cNvSpPr>
          <p:nvPr/>
        </p:nvSpPr>
        <p:spPr>
          <a:xfrm xmlns:a="http://schemas.openxmlformats.org/drawingml/2006/main">
            <a:off x="6578113" y="2046019"/>
            <a:ext cx="48" cy="77079"/>
          </a:xfrm>
          <a:custGeom xmlns:a="http://schemas.openxmlformats.org/drawingml/2006/main">
            <a:pathLst>
              <a:path w="48" h="77079">
                <a:moveTo>
                  <a:pt x="0" y="0"/>
                </a:moveTo>
                <a:lnTo>
                  <a:pt x="0" y="77079"/>
                </a:lnTo>
              </a:path>
            </a:pathLst>
          </a:custGeom>
          <a:noFill xmlns:a="http://schemas.openxmlformats.org/drawingml/2006/main"/>
          <a:ln xmlns:a="http://schemas.openxmlformats.org/drawingml/2006/main" w="19262">
            <a:solidFill>
              <a:srgbClr val="333333"/>
            </a:solidFill>
          </a:ln>
        </p:spPr>
      </p:sp>
      <p:sp>
        <p:nvSpPr>
          <p:cNvPr id="510" name="R1|490">
            <a:extLst xmlns:a="http://schemas.openxmlformats.org/drawingml/2006/main">
              <a:ext uri="{FF2B5EF4-FFF2-40B4-BE49-F238E27FC236}">
                <a16:creationId xmlns:a16="http://schemas.microsoft.com/office/drawing/2014/main" id="{D97D031D-016A-427A-B4C9-8A14E7F70599}"/>
              </a:ext>
            </a:extLst>
          </p:cNvPr>
          <p:cNvSpPr>
            <a:spLocks xmlns:a="http://schemas.openxmlformats.org/drawingml/2006/main" noGrp="1"/>
          </p:cNvSpPr>
          <p:nvPr/>
        </p:nvSpPr>
        <p:spPr>
          <a:xfrm xmlns:a="http://schemas.openxmlformats.org/drawingml/2006/main">
            <a:off x="6578113" y="2195359"/>
            <a:ext cx="48" cy="77079"/>
          </a:xfrm>
          <a:custGeom xmlns:a="http://schemas.openxmlformats.org/drawingml/2006/main">
            <a:pathLst>
              <a:path w="48" h="77079">
                <a:moveTo>
                  <a:pt x="0" y="0"/>
                </a:moveTo>
                <a:lnTo>
                  <a:pt x="0" y="77079"/>
                </a:lnTo>
              </a:path>
            </a:pathLst>
          </a:custGeom>
          <a:noFill xmlns:a="http://schemas.openxmlformats.org/drawingml/2006/main"/>
          <a:ln xmlns:a="http://schemas.openxmlformats.org/drawingml/2006/main" w="19262">
            <a:solidFill>
              <a:srgbClr val="333333"/>
            </a:solidFill>
          </a:ln>
        </p:spPr>
      </p:sp>
      <p:sp>
        <p:nvSpPr>
          <p:cNvPr id="511" name="R1|491">
            <a:extLst xmlns:a="http://schemas.openxmlformats.org/drawingml/2006/main">
              <a:ext uri="{FF2B5EF4-FFF2-40B4-BE49-F238E27FC236}">
                <a16:creationId xmlns:a16="http://schemas.microsoft.com/office/drawing/2014/main" id="{1A31EFA2-0133-495D-ACC3-22FA2C0E688C}"/>
              </a:ext>
            </a:extLst>
          </p:cNvPr>
          <p:cNvSpPr>
            <a:spLocks xmlns:a="http://schemas.openxmlformats.org/drawingml/2006/main" noGrp="1"/>
          </p:cNvSpPr>
          <p:nvPr/>
        </p:nvSpPr>
        <p:spPr>
          <a:xfrm xmlns:a="http://schemas.openxmlformats.org/drawingml/2006/main">
            <a:off x="6578113" y="2344699"/>
            <a:ext cx="48" cy="77079"/>
          </a:xfrm>
          <a:custGeom xmlns:a="http://schemas.openxmlformats.org/drawingml/2006/main">
            <a:pathLst>
              <a:path w="48" h="77079">
                <a:moveTo>
                  <a:pt x="0" y="0"/>
                </a:moveTo>
                <a:lnTo>
                  <a:pt x="0" y="77079"/>
                </a:lnTo>
              </a:path>
            </a:pathLst>
          </a:custGeom>
          <a:noFill xmlns:a="http://schemas.openxmlformats.org/drawingml/2006/main"/>
          <a:ln xmlns:a="http://schemas.openxmlformats.org/drawingml/2006/main" w="19262">
            <a:solidFill>
              <a:srgbClr val="333333"/>
            </a:solidFill>
          </a:ln>
        </p:spPr>
      </p:sp>
      <p:sp>
        <p:nvSpPr>
          <p:cNvPr id="512" name="R1|492">
            <a:extLst xmlns:a="http://schemas.openxmlformats.org/drawingml/2006/main">
              <a:ext uri="{FF2B5EF4-FFF2-40B4-BE49-F238E27FC236}">
                <a16:creationId xmlns:a16="http://schemas.microsoft.com/office/drawing/2014/main" id="{349A0CB2-0219-42A3-A199-F17CCED0A343}"/>
              </a:ext>
            </a:extLst>
          </p:cNvPr>
          <p:cNvSpPr>
            <a:spLocks xmlns:a="http://schemas.openxmlformats.org/drawingml/2006/main" noGrp="1"/>
          </p:cNvSpPr>
          <p:nvPr/>
        </p:nvSpPr>
        <p:spPr>
          <a:xfrm xmlns:a="http://schemas.openxmlformats.org/drawingml/2006/main">
            <a:off x="6578113" y="2494039"/>
            <a:ext cx="48" cy="77079"/>
          </a:xfrm>
          <a:custGeom xmlns:a="http://schemas.openxmlformats.org/drawingml/2006/main">
            <a:pathLst>
              <a:path w="48" h="77079">
                <a:moveTo>
                  <a:pt x="0" y="0"/>
                </a:moveTo>
                <a:lnTo>
                  <a:pt x="0" y="77079"/>
                </a:lnTo>
              </a:path>
            </a:pathLst>
          </a:custGeom>
          <a:noFill xmlns:a="http://schemas.openxmlformats.org/drawingml/2006/main"/>
          <a:ln xmlns:a="http://schemas.openxmlformats.org/drawingml/2006/main" w="19262">
            <a:solidFill>
              <a:srgbClr val="333333"/>
            </a:solidFill>
          </a:ln>
        </p:spPr>
      </p:sp>
      <p:sp>
        <p:nvSpPr>
          <p:cNvPr id="513" name="R1|493">
            <a:extLst xmlns:a="http://schemas.openxmlformats.org/drawingml/2006/main">
              <a:ext uri="{FF2B5EF4-FFF2-40B4-BE49-F238E27FC236}">
                <a16:creationId xmlns:a16="http://schemas.microsoft.com/office/drawing/2014/main" id="{61C73A8E-5F20-4AC9-AFD4-3DE7D2FFB805}"/>
              </a:ext>
            </a:extLst>
          </p:cNvPr>
          <p:cNvSpPr>
            <a:spLocks xmlns:a="http://schemas.openxmlformats.org/drawingml/2006/main" noGrp="1"/>
          </p:cNvSpPr>
          <p:nvPr/>
        </p:nvSpPr>
        <p:spPr>
          <a:xfrm xmlns:a="http://schemas.openxmlformats.org/drawingml/2006/main">
            <a:off x="6578113" y="2643379"/>
            <a:ext cx="48" cy="77079"/>
          </a:xfrm>
          <a:custGeom xmlns:a="http://schemas.openxmlformats.org/drawingml/2006/main">
            <a:pathLst>
              <a:path w="48" h="77079">
                <a:moveTo>
                  <a:pt x="0" y="0"/>
                </a:moveTo>
                <a:lnTo>
                  <a:pt x="0" y="77079"/>
                </a:lnTo>
              </a:path>
            </a:pathLst>
          </a:custGeom>
          <a:noFill xmlns:a="http://schemas.openxmlformats.org/drawingml/2006/main"/>
          <a:ln xmlns:a="http://schemas.openxmlformats.org/drawingml/2006/main" w="19262">
            <a:solidFill>
              <a:srgbClr val="333333"/>
            </a:solidFill>
          </a:ln>
        </p:spPr>
      </p:sp>
      <p:sp>
        <p:nvSpPr>
          <p:cNvPr id="514" name="R1|Pattern 494">
            <a:extLst xmlns:a="http://schemas.openxmlformats.org/drawingml/2006/main">
              <a:ext uri="{FF2B5EF4-FFF2-40B4-BE49-F238E27FC236}">
                <a16:creationId xmlns:a16="http://schemas.microsoft.com/office/drawing/2014/main" id="{6297F682-D27E-44C0-BA53-6BE82DDD87F0}"/>
              </a:ext>
            </a:extLst>
          </p:cNvPr>
          <p:cNvSpPr>
            <a:spLocks xmlns:a="http://schemas.openxmlformats.org/drawingml/2006/main" noGrp="1"/>
          </p:cNvSpPr>
          <p:nvPr/>
        </p:nvSpPr>
        <p:spPr>
          <a:xfrm xmlns:a="http://schemas.openxmlformats.org/drawingml/2006/main">
            <a:off x="6457727" y="2908337"/>
            <a:ext cx="235956" cy="351671"/>
          </a:xfrm>
          <a:custGeom xmlns:a="http://schemas.openxmlformats.org/drawingml/2006/main">
            <a:pathLst>
              <a:path w="235956" h="351671">
                <a:moveTo>
                  <a:pt x="57785" y="0"/>
                </a:moveTo>
                <a:lnTo>
                  <a:pt x="178171" y="0"/>
                </a:lnTo>
                <a:lnTo>
                  <a:pt x="178171" y="207149"/>
                </a:lnTo>
                <a:lnTo>
                  <a:pt x="235956" y="207149"/>
                </a:lnTo>
                <a:lnTo>
                  <a:pt x="120386" y="351671"/>
                </a:lnTo>
                <a:lnTo>
                  <a:pt x="0" y="207149"/>
                </a:lnTo>
                <a:lnTo>
                  <a:pt x="57785" y="207149"/>
                </a:lnTo>
                <a:close/>
              </a:path>
            </a:pathLst>
          </a:custGeom>
          <a:ln xmlns:a="http://schemas.openxmlformats.org/drawingml/2006/main" w="0">
            <a:noFill/>
          </a:ln>
          <ns4:pattFill xmlns:ns4="http://schemas.openxmlformats.org/drawingml/2006/main" prst="lgCheck">
            <ns4:fgClr>
              <ns4:srgbClr val="06AADC"/>
            </ns4:fgClr>
            <ns4:bgClr>
              <ns4:srgbClr val="FFFFFF"/>
            </ns4:bgClr>
          </ns4:pattFill>
        </p:spPr>
      </p:sp>
      <p:sp>
        <p:nvSpPr>
          <p:cNvPr id="515" name="R1|495">
            <a:extLst xmlns:a="http://schemas.openxmlformats.org/drawingml/2006/main">
              <a:ext uri="{FF2B5EF4-FFF2-40B4-BE49-F238E27FC236}">
                <a16:creationId xmlns:a16="http://schemas.microsoft.com/office/drawing/2014/main" id="{8625EEDC-8A43-49A7-8BB8-964A9EFD1328}"/>
              </a:ext>
            </a:extLst>
          </p:cNvPr>
          <p:cNvSpPr>
            <a:spLocks xmlns:a="http://schemas.openxmlformats.org/drawingml/2006/main" noGrp="1"/>
          </p:cNvSpPr>
          <p:nvPr/>
        </p:nvSpPr>
        <p:spPr>
          <a:xfrm xmlns:a="http://schemas.openxmlformats.org/drawingml/2006/main">
            <a:off x="6457727" y="2908337"/>
            <a:ext cx="235956" cy="351671"/>
          </a:xfrm>
          <a:custGeom xmlns:a="http://schemas.openxmlformats.org/drawingml/2006/main">
            <a:pathLst>
              <a:path w="235956" h="351671">
                <a:moveTo>
                  <a:pt x="57785" y="0"/>
                </a:moveTo>
                <a:lnTo>
                  <a:pt x="178171" y="0"/>
                </a:lnTo>
                <a:lnTo>
                  <a:pt x="178171" y="207149"/>
                </a:lnTo>
                <a:lnTo>
                  <a:pt x="235956" y="207149"/>
                </a:lnTo>
                <a:lnTo>
                  <a:pt x="120386" y="351671"/>
                </a:lnTo>
                <a:lnTo>
                  <a:pt x="0" y="207149"/>
                </a:lnTo>
                <a:lnTo>
                  <a:pt x="57785" y="207149"/>
                </a:lnTo>
                <a:lnTo>
                  <a:pt x="57785" y="0"/>
                </a:lnTo>
              </a:path>
            </a:pathLst>
          </a:custGeom>
          <a:noFill xmlns:a="http://schemas.openxmlformats.org/drawingml/2006/main"/>
          <a:ln xmlns:a="http://schemas.openxmlformats.org/drawingml/2006/main" w="12039">
            <a:solidFill>
              <a:srgbClr val="333333"/>
            </a:solidFill>
          </a:ln>
        </p:spPr>
      </p:sp>
      <p:sp>
        <p:nvSpPr>
          <p:cNvPr id="516" name="R1|Formula native glyph contours #111111">
            <a:extLst xmlns:a="http://schemas.openxmlformats.org/drawingml/2006/main">
              <a:ext uri="{FF2B5EF4-FFF2-40B4-BE49-F238E27FC236}">
                <a16:creationId xmlns:a16="http://schemas.microsoft.com/office/drawing/2014/main" id="{48BA9CBB-5125-4F80-8A75-C2F495429BD0}"/>
              </a:ext>
            </a:extLst>
          </p:cNvPr>
          <p:cNvSpPr>
            <a:spLocks xmlns:a="http://schemas.openxmlformats.org/drawingml/2006/main" noGrp="1"/>
          </p:cNvSpPr>
          <p:nvPr/>
        </p:nvSpPr>
        <p:spPr>
          <a:xfrm xmlns:a="http://schemas.openxmlformats.org/drawingml/2006/main">
            <a:off x="6781885" y="2759635"/>
            <a:ext cx="3163798" cy="534762"/>
          </a:xfrm>
          <a:custGeom xmlns:a="http://schemas.openxmlformats.org/drawingml/2006/main">
            <a:pathLst>
              <a:path w="3163798" h="534762">
                <a:moveTo>
                  <a:pt x="1509728" y="0"/>
                </a:moveTo>
                <a:lnTo>
                  <a:pt x="1517531" y="0"/>
                </a:lnTo>
                <a:lnTo>
                  <a:pt x="1517531" y="27324"/>
                </a:lnTo>
                <a:lnTo>
                  <a:pt x="1521432" y="27324"/>
                </a:lnTo>
                <a:lnTo>
                  <a:pt x="1521432" y="39034"/>
                </a:lnTo>
                <a:lnTo>
                  <a:pt x="1517531" y="39034"/>
                </a:lnTo>
                <a:lnTo>
                  <a:pt x="1517531" y="117101"/>
                </a:lnTo>
                <a:lnTo>
                  <a:pt x="1521432" y="117101"/>
                </a:lnTo>
                <a:lnTo>
                  <a:pt x="1521432" y="128811"/>
                </a:lnTo>
                <a:lnTo>
                  <a:pt x="1540937" y="128811"/>
                </a:lnTo>
                <a:lnTo>
                  <a:pt x="1540937" y="132715"/>
                </a:lnTo>
                <a:lnTo>
                  <a:pt x="1544838" y="132715"/>
                </a:lnTo>
                <a:lnTo>
                  <a:pt x="1544838" y="136618"/>
                </a:lnTo>
                <a:lnTo>
                  <a:pt x="1540937" y="136618"/>
                </a:lnTo>
                <a:lnTo>
                  <a:pt x="1540937" y="140521"/>
                </a:lnTo>
                <a:lnTo>
                  <a:pt x="1478520" y="140521"/>
                </a:lnTo>
                <a:lnTo>
                  <a:pt x="1478520" y="128811"/>
                </a:lnTo>
                <a:lnTo>
                  <a:pt x="1498025" y="128811"/>
                </a:lnTo>
                <a:lnTo>
                  <a:pt x="1498025" y="124908"/>
                </a:lnTo>
                <a:lnTo>
                  <a:pt x="1501926" y="124908"/>
                </a:lnTo>
                <a:lnTo>
                  <a:pt x="1501926" y="19517"/>
                </a:lnTo>
                <a:lnTo>
                  <a:pt x="1494124" y="19517"/>
                </a:lnTo>
                <a:lnTo>
                  <a:pt x="1494124" y="23420"/>
                </a:lnTo>
                <a:lnTo>
                  <a:pt x="1478520" y="23420"/>
                </a:lnTo>
                <a:lnTo>
                  <a:pt x="1478520" y="11710"/>
                </a:lnTo>
                <a:lnTo>
                  <a:pt x="1490223" y="11710"/>
                </a:lnTo>
                <a:lnTo>
                  <a:pt x="1490223" y="7807"/>
                </a:lnTo>
                <a:lnTo>
                  <a:pt x="1501926" y="7807"/>
                </a:lnTo>
                <a:lnTo>
                  <a:pt x="1501926" y="3903"/>
                </a:lnTo>
                <a:lnTo>
                  <a:pt x="1509728" y="3903"/>
                </a:lnTo>
                <a:close/>
                <a:moveTo>
                  <a:pt x="994782" y="78067"/>
                </a:moveTo>
                <a:lnTo>
                  <a:pt x="1228849" y="78067"/>
                </a:lnTo>
                <a:lnTo>
                  <a:pt x="1228849" y="81971"/>
                </a:lnTo>
                <a:lnTo>
                  <a:pt x="1232750" y="81971"/>
                </a:lnTo>
                <a:lnTo>
                  <a:pt x="1232750" y="85874"/>
                </a:lnTo>
                <a:lnTo>
                  <a:pt x="1236651" y="85874"/>
                </a:lnTo>
                <a:lnTo>
                  <a:pt x="1236651" y="97584"/>
                </a:lnTo>
                <a:lnTo>
                  <a:pt x="1240552" y="97584"/>
                </a:lnTo>
                <a:lnTo>
                  <a:pt x="1240552" y="105391"/>
                </a:lnTo>
                <a:lnTo>
                  <a:pt x="1244453" y="105391"/>
                </a:lnTo>
                <a:lnTo>
                  <a:pt x="1244453" y="113198"/>
                </a:lnTo>
                <a:lnTo>
                  <a:pt x="1248354" y="113198"/>
                </a:lnTo>
                <a:lnTo>
                  <a:pt x="1248354" y="124908"/>
                </a:lnTo>
                <a:lnTo>
                  <a:pt x="1252255" y="124908"/>
                </a:lnTo>
                <a:lnTo>
                  <a:pt x="1252255" y="140521"/>
                </a:lnTo>
                <a:lnTo>
                  <a:pt x="1248354" y="140521"/>
                </a:lnTo>
                <a:lnTo>
                  <a:pt x="1248354" y="136618"/>
                </a:lnTo>
                <a:lnTo>
                  <a:pt x="1244453" y="136618"/>
                </a:lnTo>
                <a:lnTo>
                  <a:pt x="1244453" y="132715"/>
                </a:lnTo>
                <a:lnTo>
                  <a:pt x="1240552" y="132715"/>
                </a:lnTo>
                <a:lnTo>
                  <a:pt x="1240552" y="128811"/>
                </a:lnTo>
                <a:lnTo>
                  <a:pt x="1236651" y="128811"/>
                </a:lnTo>
                <a:lnTo>
                  <a:pt x="1236651" y="124908"/>
                </a:lnTo>
                <a:lnTo>
                  <a:pt x="1232750" y="124908"/>
                </a:lnTo>
                <a:lnTo>
                  <a:pt x="1232750" y="117101"/>
                </a:lnTo>
                <a:lnTo>
                  <a:pt x="1228849" y="117101"/>
                </a:lnTo>
                <a:lnTo>
                  <a:pt x="1228849" y="113198"/>
                </a:lnTo>
                <a:lnTo>
                  <a:pt x="1224948" y="113198"/>
                </a:lnTo>
                <a:lnTo>
                  <a:pt x="1224948" y="109294"/>
                </a:lnTo>
                <a:lnTo>
                  <a:pt x="1221046" y="109294"/>
                </a:lnTo>
                <a:lnTo>
                  <a:pt x="1221046" y="105391"/>
                </a:lnTo>
                <a:lnTo>
                  <a:pt x="1213244" y="105391"/>
                </a:lnTo>
                <a:lnTo>
                  <a:pt x="1213244" y="101488"/>
                </a:lnTo>
                <a:lnTo>
                  <a:pt x="1193739" y="101488"/>
                </a:lnTo>
                <a:lnTo>
                  <a:pt x="1193739" y="97584"/>
                </a:lnTo>
                <a:lnTo>
                  <a:pt x="1166431" y="97584"/>
                </a:lnTo>
                <a:lnTo>
                  <a:pt x="1166431" y="93681"/>
                </a:lnTo>
                <a:lnTo>
                  <a:pt x="1037694" y="93681"/>
                </a:lnTo>
                <a:lnTo>
                  <a:pt x="1037694" y="101488"/>
                </a:lnTo>
                <a:lnTo>
                  <a:pt x="1041596" y="101488"/>
                </a:lnTo>
                <a:lnTo>
                  <a:pt x="1041596" y="105391"/>
                </a:lnTo>
                <a:lnTo>
                  <a:pt x="1045497" y="105391"/>
                </a:lnTo>
                <a:lnTo>
                  <a:pt x="1045497" y="113198"/>
                </a:lnTo>
                <a:lnTo>
                  <a:pt x="1049398" y="113198"/>
                </a:lnTo>
                <a:lnTo>
                  <a:pt x="1049398" y="117101"/>
                </a:lnTo>
                <a:lnTo>
                  <a:pt x="1053299" y="117101"/>
                </a:lnTo>
                <a:lnTo>
                  <a:pt x="1053299" y="121005"/>
                </a:lnTo>
                <a:lnTo>
                  <a:pt x="1057200" y="121005"/>
                </a:lnTo>
                <a:lnTo>
                  <a:pt x="1057200" y="128811"/>
                </a:lnTo>
                <a:lnTo>
                  <a:pt x="1061101" y="128811"/>
                </a:lnTo>
                <a:lnTo>
                  <a:pt x="1061101" y="132715"/>
                </a:lnTo>
                <a:lnTo>
                  <a:pt x="1065002" y="132715"/>
                </a:lnTo>
                <a:lnTo>
                  <a:pt x="1065002" y="140521"/>
                </a:lnTo>
                <a:lnTo>
                  <a:pt x="1068903" y="140521"/>
                </a:lnTo>
                <a:lnTo>
                  <a:pt x="1068903" y="144425"/>
                </a:lnTo>
                <a:lnTo>
                  <a:pt x="1072804" y="144425"/>
                </a:lnTo>
                <a:lnTo>
                  <a:pt x="1072804" y="148328"/>
                </a:lnTo>
                <a:lnTo>
                  <a:pt x="1076706" y="148328"/>
                </a:lnTo>
                <a:lnTo>
                  <a:pt x="1076706" y="156135"/>
                </a:lnTo>
                <a:lnTo>
                  <a:pt x="1080607" y="156135"/>
                </a:lnTo>
                <a:lnTo>
                  <a:pt x="1080607" y="160038"/>
                </a:lnTo>
                <a:lnTo>
                  <a:pt x="1084508" y="160038"/>
                </a:lnTo>
                <a:lnTo>
                  <a:pt x="1084508" y="167845"/>
                </a:lnTo>
                <a:lnTo>
                  <a:pt x="1088409" y="167845"/>
                </a:lnTo>
                <a:lnTo>
                  <a:pt x="1088409" y="171748"/>
                </a:lnTo>
                <a:lnTo>
                  <a:pt x="1092310" y="171748"/>
                </a:lnTo>
                <a:lnTo>
                  <a:pt x="1092310" y="175652"/>
                </a:lnTo>
                <a:lnTo>
                  <a:pt x="1096211" y="175652"/>
                </a:lnTo>
                <a:lnTo>
                  <a:pt x="1096211" y="183458"/>
                </a:lnTo>
                <a:lnTo>
                  <a:pt x="1100112" y="183458"/>
                </a:lnTo>
                <a:lnTo>
                  <a:pt x="1100112" y="191265"/>
                </a:lnTo>
                <a:lnTo>
                  <a:pt x="1104013" y="191265"/>
                </a:lnTo>
                <a:lnTo>
                  <a:pt x="1104013" y="195169"/>
                </a:lnTo>
                <a:lnTo>
                  <a:pt x="1107914" y="195169"/>
                </a:lnTo>
                <a:lnTo>
                  <a:pt x="1107914" y="202975"/>
                </a:lnTo>
                <a:lnTo>
                  <a:pt x="1111815" y="202975"/>
                </a:lnTo>
                <a:lnTo>
                  <a:pt x="1111815" y="206879"/>
                </a:lnTo>
                <a:lnTo>
                  <a:pt x="1115717" y="206879"/>
                </a:lnTo>
                <a:lnTo>
                  <a:pt x="1115717" y="214685"/>
                </a:lnTo>
                <a:lnTo>
                  <a:pt x="1119618" y="214685"/>
                </a:lnTo>
                <a:lnTo>
                  <a:pt x="1119618" y="218589"/>
                </a:lnTo>
                <a:lnTo>
                  <a:pt x="1123519" y="218589"/>
                </a:lnTo>
                <a:lnTo>
                  <a:pt x="1123519" y="230299"/>
                </a:lnTo>
                <a:lnTo>
                  <a:pt x="1119618" y="230299"/>
                </a:lnTo>
                <a:lnTo>
                  <a:pt x="1119618" y="234202"/>
                </a:lnTo>
                <a:lnTo>
                  <a:pt x="1115717" y="234202"/>
                </a:lnTo>
                <a:lnTo>
                  <a:pt x="1115717" y="238106"/>
                </a:lnTo>
                <a:lnTo>
                  <a:pt x="1111815" y="238106"/>
                </a:lnTo>
                <a:lnTo>
                  <a:pt x="1111815" y="242009"/>
                </a:lnTo>
                <a:lnTo>
                  <a:pt x="1107914" y="242009"/>
                </a:lnTo>
                <a:lnTo>
                  <a:pt x="1107914" y="245912"/>
                </a:lnTo>
                <a:lnTo>
                  <a:pt x="1104013" y="245912"/>
                </a:lnTo>
                <a:lnTo>
                  <a:pt x="1104013" y="249816"/>
                </a:lnTo>
                <a:lnTo>
                  <a:pt x="1100112" y="249816"/>
                </a:lnTo>
                <a:lnTo>
                  <a:pt x="1100112" y="257623"/>
                </a:lnTo>
                <a:lnTo>
                  <a:pt x="1096211" y="257623"/>
                </a:lnTo>
                <a:lnTo>
                  <a:pt x="1096211" y="261526"/>
                </a:lnTo>
                <a:lnTo>
                  <a:pt x="1092310" y="261526"/>
                </a:lnTo>
                <a:lnTo>
                  <a:pt x="1092310" y="265429"/>
                </a:lnTo>
                <a:lnTo>
                  <a:pt x="1088409" y="265429"/>
                </a:lnTo>
                <a:lnTo>
                  <a:pt x="1088409" y="269333"/>
                </a:lnTo>
                <a:lnTo>
                  <a:pt x="1084508" y="269333"/>
                </a:lnTo>
                <a:lnTo>
                  <a:pt x="1084508" y="273236"/>
                </a:lnTo>
                <a:lnTo>
                  <a:pt x="1080607" y="273236"/>
                </a:lnTo>
                <a:lnTo>
                  <a:pt x="1080607" y="277139"/>
                </a:lnTo>
                <a:lnTo>
                  <a:pt x="1076706" y="277139"/>
                </a:lnTo>
                <a:lnTo>
                  <a:pt x="1076706" y="281043"/>
                </a:lnTo>
                <a:lnTo>
                  <a:pt x="1072804" y="281043"/>
                </a:lnTo>
                <a:lnTo>
                  <a:pt x="1072804" y="288849"/>
                </a:lnTo>
                <a:lnTo>
                  <a:pt x="1068903" y="288849"/>
                </a:lnTo>
                <a:lnTo>
                  <a:pt x="1068903" y="292753"/>
                </a:lnTo>
                <a:lnTo>
                  <a:pt x="1065002" y="292753"/>
                </a:lnTo>
                <a:lnTo>
                  <a:pt x="1065002" y="296656"/>
                </a:lnTo>
                <a:lnTo>
                  <a:pt x="1061101" y="296656"/>
                </a:lnTo>
                <a:lnTo>
                  <a:pt x="1061101" y="300560"/>
                </a:lnTo>
                <a:lnTo>
                  <a:pt x="1057200" y="300560"/>
                </a:lnTo>
                <a:lnTo>
                  <a:pt x="1057200" y="304463"/>
                </a:lnTo>
                <a:lnTo>
                  <a:pt x="1053299" y="304463"/>
                </a:lnTo>
                <a:lnTo>
                  <a:pt x="1053299" y="312270"/>
                </a:lnTo>
                <a:lnTo>
                  <a:pt x="1049398" y="312270"/>
                </a:lnTo>
                <a:lnTo>
                  <a:pt x="1049398" y="316173"/>
                </a:lnTo>
                <a:lnTo>
                  <a:pt x="1045497" y="316173"/>
                </a:lnTo>
                <a:lnTo>
                  <a:pt x="1045497" y="320076"/>
                </a:lnTo>
                <a:lnTo>
                  <a:pt x="1041596" y="320076"/>
                </a:lnTo>
                <a:lnTo>
                  <a:pt x="1041596" y="323980"/>
                </a:lnTo>
                <a:lnTo>
                  <a:pt x="1037694" y="323980"/>
                </a:lnTo>
                <a:lnTo>
                  <a:pt x="1037694" y="327883"/>
                </a:lnTo>
                <a:lnTo>
                  <a:pt x="1033793" y="327883"/>
                </a:lnTo>
                <a:lnTo>
                  <a:pt x="1033793" y="335690"/>
                </a:lnTo>
                <a:lnTo>
                  <a:pt x="1029892" y="335690"/>
                </a:lnTo>
                <a:lnTo>
                  <a:pt x="1029892" y="339593"/>
                </a:lnTo>
                <a:lnTo>
                  <a:pt x="1025991" y="339593"/>
                </a:lnTo>
                <a:lnTo>
                  <a:pt x="1025991" y="347400"/>
                </a:lnTo>
                <a:lnTo>
                  <a:pt x="1029892" y="347400"/>
                </a:lnTo>
                <a:lnTo>
                  <a:pt x="1029892" y="343497"/>
                </a:lnTo>
                <a:lnTo>
                  <a:pt x="1033793" y="343497"/>
                </a:lnTo>
                <a:lnTo>
                  <a:pt x="1033793" y="347400"/>
                </a:lnTo>
                <a:lnTo>
                  <a:pt x="1037694" y="347400"/>
                </a:lnTo>
                <a:lnTo>
                  <a:pt x="1037694" y="343497"/>
                </a:lnTo>
                <a:lnTo>
                  <a:pt x="1049398" y="343497"/>
                </a:lnTo>
                <a:lnTo>
                  <a:pt x="1049398" y="347400"/>
                </a:lnTo>
                <a:lnTo>
                  <a:pt x="1162530" y="347400"/>
                </a:lnTo>
                <a:lnTo>
                  <a:pt x="1162530" y="343497"/>
                </a:lnTo>
                <a:lnTo>
                  <a:pt x="1201541" y="343497"/>
                </a:lnTo>
                <a:lnTo>
                  <a:pt x="1201541" y="339593"/>
                </a:lnTo>
                <a:lnTo>
                  <a:pt x="1209343" y="339593"/>
                </a:lnTo>
                <a:lnTo>
                  <a:pt x="1209343" y="335690"/>
                </a:lnTo>
                <a:lnTo>
                  <a:pt x="1217145" y="335690"/>
                </a:lnTo>
                <a:lnTo>
                  <a:pt x="1217145" y="331787"/>
                </a:lnTo>
                <a:lnTo>
                  <a:pt x="1221046" y="331787"/>
                </a:lnTo>
                <a:lnTo>
                  <a:pt x="1221046" y="327883"/>
                </a:lnTo>
                <a:lnTo>
                  <a:pt x="1224948" y="327883"/>
                </a:lnTo>
                <a:lnTo>
                  <a:pt x="1224948" y="323980"/>
                </a:lnTo>
                <a:lnTo>
                  <a:pt x="1232750" y="323980"/>
                </a:lnTo>
                <a:lnTo>
                  <a:pt x="1232750" y="320076"/>
                </a:lnTo>
                <a:lnTo>
                  <a:pt x="1236651" y="320076"/>
                </a:lnTo>
                <a:lnTo>
                  <a:pt x="1236651" y="316173"/>
                </a:lnTo>
                <a:lnTo>
                  <a:pt x="1240552" y="316173"/>
                </a:lnTo>
                <a:lnTo>
                  <a:pt x="1240552" y="312270"/>
                </a:lnTo>
                <a:lnTo>
                  <a:pt x="1244453" y="312270"/>
                </a:lnTo>
                <a:lnTo>
                  <a:pt x="1244453" y="304463"/>
                </a:lnTo>
                <a:lnTo>
                  <a:pt x="1248354" y="304463"/>
                </a:lnTo>
                <a:lnTo>
                  <a:pt x="1248354" y="300560"/>
                </a:lnTo>
                <a:lnTo>
                  <a:pt x="1256156" y="300560"/>
                </a:lnTo>
                <a:lnTo>
                  <a:pt x="1256156" y="308366"/>
                </a:lnTo>
                <a:lnTo>
                  <a:pt x="1252255" y="308366"/>
                </a:lnTo>
                <a:lnTo>
                  <a:pt x="1252255" y="320076"/>
                </a:lnTo>
                <a:lnTo>
                  <a:pt x="1248354" y="320076"/>
                </a:lnTo>
                <a:lnTo>
                  <a:pt x="1248354" y="331787"/>
                </a:lnTo>
                <a:lnTo>
                  <a:pt x="1244453" y="331787"/>
                </a:lnTo>
                <a:lnTo>
                  <a:pt x="1244453" y="347400"/>
                </a:lnTo>
                <a:lnTo>
                  <a:pt x="1240552" y="347400"/>
                </a:lnTo>
                <a:lnTo>
                  <a:pt x="1240552" y="355207"/>
                </a:lnTo>
                <a:lnTo>
                  <a:pt x="1236651" y="355207"/>
                </a:lnTo>
                <a:lnTo>
                  <a:pt x="1236651" y="366917"/>
                </a:lnTo>
                <a:lnTo>
                  <a:pt x="990881" y="366917"/>
                </a:lnTo>
                <a:lnTo>
                  <a:pt x="990881" y="359110"/>
                </a:lnTo>
                <a:lnTo>
                  <a:pt x="994782" y="359110"/>
                </a:lnTo>
                <a:lnTo>
                  <a:pt x="994782" y="355207"/>
                </a:lnTo>
                <a:lnTo>
                  <a:pt x="998683" y="355207"/>
                </a:lnTo>
                <a:lnTo>
                  <a:pt x="998683" y="347400"/>
                </a:lnTo>
                <a:lnTo>
                  <a:pt x="1002585" y="347400"/>
                </a:lnTo>
                <a:lnTo>
                  <a:pt x="1002585" y="343497"/>
                </a:lnTo>
                <a:lnTo>
                  <a:pt x="1006486" y="343497"/>
                </a:lnTo>
                <a:lnTo>
                  <a:pt x="1006486" y="339593"/>
                </a:lnTo>
                <a:lnTo>
                  <a:pt x="1010387" y="339593"/>
                </a:lnTo>
                <a:lnTo>
                  <a:pt x="1010387" y="335690"/>
                </a:lnTo>
                <a:lnTo>
                  <a:pt x="1014288" y="335690"/>
                </a:lnTo>
                <a:lnTo>
                  <a:pt x="1014288" y="331787"/>
                </a:lnTo>
                <a:lnTo>
                  <a:pt x="1018189" y="331787"/>
                </a:lnTo>
                <a:lnTo>
                  <a:pt x="1018189" y="323980"/>
                </a:lnTo>
                <a:lnTo>
                  <a:pt x="1022090" y="323980"/>
                </a:lnTo>
                <a:lnTo>
                  <a:pt x="1022090" y="320076"/>
                </a:lnTo>
                <a:lnTo>
                  <a:pt x="1025991" y="320076"/>
                </a:lnTo>
                <a:lnTo>
                  <a:pt x="1025991" y="316173"/>
                </a:lnTo>
                <a:lnTo>
                  <a:pt x="1029892" y="316173"/>
                </a:lnTo>
                <a:lnTo>
                  <a:pt x="1029892" y="312270"/>
                </a:lnTo>
                <a:lnTo>
                  <a:pt x="1033793" y="312270"/>
                </a:lnTo>
                <a:lnTo>
                  <a:pt x="1033793" y="304463"/>
                </a:lnTo>
                <a:lnTo>
                  <a:pt x="1037694" y="304463"/>
                </a:lnTo>
                <a:lnTo>
                  <a:pt x="1037694" y="300560"/>
                </a:lnTo>
                <a:lnTo>
                  <a:pt x="1041596" y="300560"/>
                </a:lnTo>
                <a:lnTo>
                  <a:pt x="1041596" y="296656"/>
                </a:lnTo>
                <a:lnTo>
                  <a:pt x="1045497" y="296656"/>
                </a:lnTo>
                <a:lnTo>
                  <a:pt x="1045497" y="292753"/>
                </a:lnTo>
                <a:lnTo>
                  <a:pt x="1049398" y="292753"/>
                </a:lnTo>
                <a:lnTo>
                  <a:pt x="1049398" y="284946"/>
                </a:lnTo>
                <a:lnTo>
                  <a:pt x="1053299" y="284946"/>
                </a:lnTo>
                <a:lnTo>
                  <a:pt x="1053299" y="281043"/>
                </a:lnTo>
                <a:lnTo>
                  <a:pt x="1057200" y="281043"/>
                </a:lnTo>
                <a:lnTo>
                  <a:pt x="1057200" y="277139"/>
                </a:lnTo>
                <a:lnTo>
                  <a:pt x="1061101" y="277139"/>
                </a:lnTo>
                <a:lnTo>
                  <a:pt x="1061101" y="273236"/>
                </a:lnTo>
                <a:lnTo>
                  <a:pt x="1065002" y="273236"/>
                </a:lnTo>
                <a:lnTo>
                  <a:pt x="1065002" y="269333"/>
                </a:lnTo>
                <a:lnTo>
                  <a:pt x="1068903" y="269333"/>
                </a:lnTo>
                <a:lnTo>
                  <a:pt x="1068903" y="261526"/>
                </a:lnTo>
                <a:lnTo>
                  <a:pt x="1072804" y="261526"/>
                </a:lnTo>
                <a:lnTo>
                  <a:pt x="1072804" y="257623"/>
                </a:lnTo>
                <a:lnTo>
                  <a:pt x="1076706" y="257623"/>
                </a:lnTo>
                <a:lnTo>
                  <a:pt x="1076706" y="253719"/>
                </a:lnTo>
                <a:lnTo>
                  <a:pt x="1080607" y="253719"/>
                </a:lnTo>
                <a:lnTo>
                  <a:pt x="1080607" y="249816"/>
                </a:lnTo>
                <a:lnTo>
                  <a:pt x="1084508" y="249816"/>
                </a:lnTo>
                <a:lnTo>
                  <a:pt x="1084508" y="242009"/>
                </a:lnTo>
                <a:lnTo>
                  <a:pt x="1088409" y="242009"/>
                </a:lnTo>
                <a:lnTo>
                  <a:pt x="1088409" y="238106"/>
                </a:lnTo>
                <a:lnTo>
                  <a:pt x="1092310" y="238106"/>
                </a:lnTo>
                <a:lnTo>
                  <a:pt x="1092310" y="230299"/>
                </a:lnTo>
                <a:lnTo>
                  <a:pt x="1088409" y="230299"/>
                </a:lnTo>
                <a:lnTo>
                  <a:pt x="1088409" y="222492"/>
                </a:lnTo>
                <a:lnTo>
                  <a:pt x="1084508" y="222492"/>
                </a:lnTo>
                <a:lnTo>
                  <a:pt x="1084508" y="218589"/>
                </a:lnTo>
                <a:lnTo>
                  <a:pt x="1080607" y="218589"/>
                </a:lnTo>
                <a:lnTo>
                  <a:pt x="1080607" y="210782"/>
                </a:lnTo>
                <a:lnTo>
                  <a:pt x="1076706" y="210782"/>
                </a:lnTo>
                <a:lnTo>
                  <a:pt x="1076706" y="206879"/>
                </a:lnTo>
                <a:lnTo>
                  <a:pt x="1072804" y="206879"/>
                </a:lnTo>
                <a:lnTo>
                  <a:pt x="1072804" y="202975"/>
                </a:lnTo>
                <a:lnTo>
                  <a:pt x="1068903" y="202975"/>
                </a:lnTo>
                <a:lnTo>
                  <a:pt x="1068903" y="195169"/>
                </a:lnTo>
                <a:lnTo>
                  <a:pt x="1065002" y="195169"/>
                </a:lnTo>
                <a:lnTo>
                  <a:pt x="1065002" y="191265"/>
                </a:lnTo>
                <a:lnTo>
                  <a:pt x="1061101" y="191265"/>
                </a:lnTo>
                <a:lnTo>
                  <a:pt x="1061101" y="187362"/>
                </a:lnTo>
                <a:lnTo>
                  <a:pt x="1057200" y="187362"/>
                </a:lnTo>
                <a:lnTo>
                  <a:pt x="1057200" y="179555"/>
                </a:lnTo>
                <a:lnTo>
                  <a:pt x="1053299" y="179555"/>
                </a:lnTo>
                <a:lnTo>
                  <a:pt x="1053299" y="175652"/>
                </a:lnTo>
                <a:lnTo>
                  <a:pt x="1049398" y="175652"/>
                </a:lnTo>
                <a:lnTo>
                  <a:pt x="1049398" y="167845"/>
                </a:lnTo>
                <a:lnTo>
                  <a:pt x="1045497" y="167845"/>
                </a:lnTo>
                <a:lnTo>
                  <a:pt x="1045497" y="163942"/>
                </a:lnTo>
                <a:lnTo>
                  <a:pt x="1041596" y="163942"/>
                </a:lnTo>
                <a:lnTo>
                  <a:pt x="1041596" y="156135"/>
                </a:lnTo>
                <a:lnTo>
                  <a:pt x="1037694" y="156135"/>
                </a:lnTo>
                <a:lnTo>
                  <a:pt x="1037694" y="152231"/>
                </a:lnTo>
                <a:lnTo>
                  <a:pt x="1033793" y="152231"/>
                </a:lnTo>
                <a:lnTo>
                  <a:pt x="1033793" y="144425"/>
                </a:lnTo>
                <a:lnTo>
                  <a:pt x="1029892" y="144425"/>
                </a:lnTo>
                <a:lnTo>
                  <a:pt x="1029892" y="140521"/>
                </a:lnTo>
                <a:lnTo>
                  <a:pt x="1025991" y="140521"/>
                </a:lnTo>
                <a:lnTo>
                  <a:pt x="1025991" y="132715"/>
                </a:lnTo>
                <a:lnTo>
                  <a:pt x="1022090" y="132715"/>
                </a:lnTo>
                <a:lnTo>
                  <a:pt x="1022090" y="128811"/>
                </a:lnTo>
                <a:lnTo>
                  <a:pt x="1018189" y="128811"/>
                </a:lnTo>
                <a:lnTo>
                  <a:pt x="1018189" y="124908"/>
                </a:lnTo>
                <a:lnTo>
                  <a:pt x="1014288" y="124908"/>
                </a:lnTo>
                <a:lnTo>
                  <a:pt x="1014288" y="117101"/>
                </a:lnTo>
                <a:lnTo>
                  <a:pt x="1010387" y="117101"/>
                </a:lnTo>
                <a:lnTo>
                  <a:pt x="1010387" y="113198"/>
                </a:lnTo>
                <a:lnTo>
                  <a:pt x="1006486" y="113198"/>
                </a:lnTo>
                <a:lnTo>
                  <a:pt x="1006486" y="105391"/>
                </a:lnTo>
                <a:lnTo>
                  <a:pt x="1002585" y="105391"/>
                </a:lnTo>
                <a:lnTo>
                  <a:pt x="1002585" y="101488"/>
                </a:lnTo>
                <a:lnTo>
                  <a:pt x="998683" y="101488"/>
                </a:lnTo>
                <a:lnTo>
                  <a:pt x="998683" y="93681"/>
                </a:lnTo>
                <a:lnTo>
                  <a:pt x="994782" y="93681"/>
                </a:lnTo>
                <a:close/>
                <a:moveTo>
                  <a:pt x="2937534" y="85874"/>
                </a:moveTo>
                <a:lnTo>
                  <a:pt x="2957039" y="85874"/>
                </a:lnTo>
                <a:lnTo>
                  <a:pt x="2957039" y="113198"/>
                </a:lnTo>
                <a:lnTo>
                  <a:pt x="2953138" y="113198"/>
                </a:lnTo>
                <a:lnTo>
                  <a:pt x="2953138" y="124908"/>
                </a:lnTo>
                <a:lnTo>
                  <a:pt x="2949237" y="124908"/>
                </a:lnTo>
                <a:lnTo>
                  <a:pt x="2949237" y="140521"/>
                </a:lnTo>
                <a:lnTo>
                  <a:pt x="2945336" y="140521"/>
                </a:lnTo>
                <a:lnTo>
                  <a:pt x="2945336" y="152231"/>
                </a:lnTo>
                <a:lnTo>
                  <a:pt x="2941435" y="152231"/>
                </a:lnTo>
                <a:lnTo>
                  <a:pt x="2941435" y="171748"/>
                </a:lnTo>
                <a:lnTo>
                  <a:pt x="2937534" y="171748"/>
                </a:lnTo>
                <a:lnTo>
                  <a:pt x="2937534" y="187362"/>
                </a:lnTo>
                <a:lnTo>
                  <a:pt x="2941435" y="187362"/>
                </a:lnTo>
                <a:lnTo>
                  <a:pt x="2941435" y="183458"/>
                </a:lnTo>
                <a:lnTo>
                  <a:pt x="2945336" y="183458"/>
                </a:lnTo>
                <a:lnTo>
                  <a:pt x="2945336" y="171748"/>
                </a:lnTo>
                <a:lnTo>
                  <a:pt x="2953138" y="171748"/>
                </a:lnTo>
                <a:lnTo>
                  <a:pt x="2953138" y="187362"/>
                </a:lnTo>
                <a:lnTo>
                  <a:pt x="2949237" y="187362"/>
                </a:lnTo>
                <a:lnTo>
                  <a:pt x="2949237" y="195169"/>
                </a:lnTo>
                <a:lnTo>
                  <a:pt x="2945336" y="195169"/>
                </a:lnTo>
                <a:lnTo>
                  <a:pt x="2945336" y="199072"/>
                </a:lnTo>
                <a:lnTo>
                  <a:pt x="2937534" y="199072"/>
                </a:lnTo>
                <a:lnTo>
                  <a:pt x="2937534" y="195169"/>
                </a:lnTo>
                <a:lnTo>
                  <a:pt x="2929731" y="195169"/>
                </a:lnTo>
                <a:lnTo>
                  <a:pt x="2929731" y="191265"/>
                </a:lnTo>
                <a:lnTo>
                  <a:pt x="2918028" y="191265"/>
                </a:lnTo>
                <a:lnTo>
                  <a:pt x="2918028" y="195169"/>
                </a:lnTo>
                <a:lnTo>
                  <a:pt x="2906325" y="195169"/>
                </a:lnTo>
                <a:lnTo>
                  <a:pt x="2906325" y="199072"/>
                </a:lnTo>
                <a:lnTo>
                  <a:pt x="2902424" y="199072"/>
                </a:lnTo>
                <a:lnTo>
                  <a:pt x="2902424" y="195169"/>
                </a:lnTo>
                <a:lnTo>
                  <a:pt x="2890720" y="195169"/>
                </a:lnTo>
                <a:lnTo>
                  <a:pt x="2890720" y="191265"/>
                </a:lnTo>
                <a:lnTo>
                  <a:pt x="2886819" y="191265"/>
                </a:lnTo>
                <a:lnTo>
                  <a:pt x="2886819" y="187362"/>
                </a:lnTo>
                <a:lnTo>
                  <a:pt x="2882918" y="187362"/>
                </a:lnTo>
                <a:lnTo>
                  <a:pt x="2882918" y="152231"/>
                </a:lnTo>
                <a:lnTo>
                  <a:pt x="2886819" y="152231"/>
                </a:lnTo>
                <a:lnTo>
                  <a:pt x="2886819" y="148328"/>
                </a:lnTo>
                <a:lnTo>
                  <a:pt x="2890720" y="148328"/>
                </a:lnTo>
                <a:lnTo>
                  <a:pt x="2890720" y="140521"/>
                </a:lnTo>
                <a:lnTo>
                  <a:pt x="2894621" y="140521"/>
                </a:lnTo>
                <a:lnTo>
                  <a:pt x="2894621" y="136618"/>
                </a:lnTo>
                <a:lnTo>
                  <a:pt x="2898523" y="136618"/>
                </a:lnTo>
                <a:lnTo>
                  <a:pt x="2898523" y="132715"/>
                </a:lnTo>
                <a:lnTo>
                  <a:pt x="2902424" y="132715"/>
                </a:lnTo>
                <a:lnTo>
                  <a:pt x="2902424" y="128811"/>
                </a:lnTo>
                <a:lnTo>
                  <a:pt x="2910226" y="128811"/>
                </a:lnTo>
                <a:lnTo>
                  <a:pt x="2910226" y="124908"/>
                </a:lnTo>
                <a:lnTo>
                  <a:pt x="2929731" y="124908"/>
                </a:lnTo>
                <a:lnTo>
                  <a:pt x="2929731" y="128811"/>
                </a:lnTo>
                <a:lnTo>
                  <a:pt x="2937534" y="128811"/>
                </a:lnTo>
                <a:lnTo>
                  <a:pt x="2937534" y="113198"/>
                </a:lnTo>
                <a:lnTo>
                  <a:pt x="2941435" y="113198"/>
                </a:lnTo>
                <a:lnTo>
                  <a:pt x="2941435" y="97584"/>
                </a:lnTo>
                <a:lnTo>
                  <a:pt x="2929731" y="97584"/>
                </a:lnTo>
                <a:lnTo>
                  <a:pt x="2929731" y="93681"/>
                </a:lnTo>
                <a:lnTo>
                  <a:pt x="2933632" y="93681"/>
                </a:lnTo>
                <a:lnTo>
                  <a:pt x="2933632" y="89778"/>
                </a:lnTo>
                <a:lnTo>
                  <a:pt x="2937534" y="89778"/>
                </a:lnTo>
                <a:close/>
                <a:moveTo>
                  <a:pt x="3148193" y="85874"/>
                </a:moveTo>
                <a:lnTo>
                  <a:pt x="3163798" y="85874"/>
                </a:lnTo>
                <a:lnTo>
                  <a:pt x="3163798" y="109294"/>
                </a:lnTo>
                <a:lnTo>
                  <a:pt x="3159897" y="109294"/>
                </a:lnTo>
                <a:lnTo>
                  <a:pt x="3159897" y="121005"/>
                </a:lnTo>
                <a:lnTo>
                  <a:pt x="3155996" y="121005"/>
                </a:lnTo>
                <a:lnTo>
                  <a:pt x="3155996" y="140521"/>
                </a:lnTo>
                <a:lnTo>
                  <a:pt x="3152094" y="140521"/>
                </a:lnTo>
                <a:lnTo>
                  <a:pt x="3152094" y="152231"/>
                </a:lnTo>
                <a:lnTo>
                  <a:pt x="3148193" y="152231"/>
                </a:lnTo>
                <a:lnTo>
                  <a:pt x="3148193" y="167845"/>
                </a:lnTo>
                <a:lnTo>
                  <a:pt x="3144292" y="167845"/>
                </a:lnTo>
                <a:lnTo>
                  <a:pt x="3144292" y="187362"/>
                </a:lnTo>
                <a:lnTo>
                  <a:pt x="3152094" y="187362"/>
                </a:lnTo>
                <a:lnTo>
                  <a:pt x="3152094" y="179555"/>
                </a:lnTo>
                <a:lnTo>
                  <a:pt x="3155996" y="179555"/>
                </a:lnTo>
                <a:lnTo>
                  <a:pt x="3155996" y="171748"/>
                </a:lnTo>
                <a:lnTo>
                  <a:pt x="3163798" y="171748"/>
                </a:lnTo>
                <a:lnTo>
                  <a:pt x="3163798" y="179555"/>
                </a:lnTo>
                <a:lnTo>
                  <a:pt x="3159897" y="179555"/>
                </a:lnTo>
                <a:lnTo>
                  <a:pt x="3159897" y="187362"/>
                </a:lnTo>
                <a:lnTo>
                  <a:pt x="3155996" y="187362"/>
                </a:lnTo>
                <a:lnTo>
                  <a:pt x="3155996" y="195169"/>
                </a:lnTo>
                <a:lnTo>
                  <a:pt x="3152094" y="195169"/>
                </a:lnTo>
                <a:lnTo>
                  <a:pt x="3152094" y="199072"/>
                </a:lnTo>
                <a:lnTo>
                  <a:pt x="3140391" y="199072"/>
                </a:lnTo>
                <a:lnTo>
                  <a:pt x="3140391" y="195169"/>
                </a:lnTo>
                <a:lnTo>
                  <a:pt x="3132589" y="195169"/>
                </a:lnTo>
                <a:lnTo>
                  <a:pt x="3132589" y="191265"/>
                </a:lnTo>
                <a:lnTo>
                  <a:pt x="3120886" y="191265"/>
                </a:lnTo>
                <a:lnTo>
                  <a:pt x="3120886" y="195169"/>
                </a:lnTo>
                <a:lnTo>
                  <a:pt x="3097479" y="195169"/>
                </a:lnTo>
                <a:lnTo>
                  <a:pt x="3097479" y="191265"/>
                </a:lnTo>
                <a:lnTo>
                  <a:pt x="3093578" y="191265"/>
                </a:lnTo>
                <a:lnTo>
                  <a:pt x="3093578" y="187362"/>
                </a:lnTo>
                <a:lnTo>
                  <a:pt x="3089677" y="187362"/>
                </a:lnTo>
                <a:lnTo>
                  <a:pt x="3089677" y="183458"/>
                </a:lnTo>
                <a:lnTo>
                  <a:pt x="3085776" y="183458"/>
                </a:lnTo>
                <a:lnTo>
                  <a:pt x="3085776" y="163942"/>
                </a:lnTo>
                <a:lnTo>
                  <a:pt x="3089677" y="163942"/>
                </a:lnTo>
                <a:lnTo>
                  <a:pt x="3089677" y="152231"/>
                </a:lnTo>
                <a:lnTo>
                  <a:pt x="3093578" y="152231"/>
                </a:lnTo>
                <a:lnTo>
                  <a:pt x="3093578" y="144425"/>
                </a:lnTo>
                <a:lnTo>
                  <a:pt x="3097479" y="144425"/>
                </a:lnTo>
                <a:lnTo>
                  <a:pt x="3097479" y="140521"/>
                </a:lnTo>
                <a:lnTo>
                  <a:pt x="3101380" y="140521"/>
                </a:lnTo>
                <a:lnTo>
                  <a:pt x="3101380" y="136618"/>
                </a:lnTo>
                <a:lnTo>
                  <a:pt x="3105281" y="136618"/>
                </a:lnTo>
                <a:lnTo>
                  <a:pt x="3105281" y="132715"/>
                </a:lnTo>
                <a:lnTo>
                  <a:pt x="3109182" y="132715"/>
                </a:lnTo>
                <a:lnTo>
                  <a:pt x="3109182" y="128811"/>
                </a:lnTo>
                <a:lnTo>
                  <a:pt x="3116984" y="128811"/>
                </a:lnTo>
                <a:lnTo>
                  <a:pt x="3116984" y="124908"/>
                </a:lnTo>
                <a:lnTo>
                  <a:pt x="3136490" y="124908"/>
                </a:lnTo>
                <a:lnTo>
                  <a:pt x="3136490" y="128811"/>
                </a:lnTo>
                <a:lnTo>
                  <a:pt x="3144292" y="128811"/>
                </a:lnTo>
                <a:lnTo>
                  <a:pt x="3144292" y="113198"/>
                </a:lnTo>
                <a:lnTo>
                  <a:pt x="3148193" y="113198"/>
                </a:lnTo>
                <a:lnTo>
                  <a:pt x="3148193" y="97584"/>
                </a:lnTo>
                <a:lnTo>
                  <a:pt x="3140391" y="97584"/>
                </a:lnTo>
                <a:lnTo>
                  <a:pt x="3140391" y="89778"/>
                </a:lnTo>
                <a:lnTo>
                  <a:pt x="3148193" y="89778"/>
                </a:lnTo>
                <a:close/>
                <a:moveTo>
                  <a:pt x="2980446" y="117101"/>
                </a:moveTo>
                <a:lnTo>
                  <a:pt x="2992149" y="117101"/>
                </a:lnTo>
                <a:lnTo>
                  <a:pt x="2992149" y="121005"/>
                </a:lnTo>
                <a:lnTo>
                  <a:pt x="2996050" y="121005"/>
                </a:lnTo>
                <a:lnTo>
                  <a:pt x="2996050" y="124908"/>
                </a:lnTo>
                <a:lnTo>
                  <a:pt x="2999951" y="124908"/>
                </a:lnTo>
                <a:lnTo>
                  <a:pt x="2999951" y="128811"/>
                </a:lnTo>
                <a:lnTo>
                  <a:pt x="3003852" y="128811"/>
                </a:lnTo>
                <a:lnTo>
                  <a:pt x="3003852" y="132715"/>
                </a:lnTo>
                <a:lnTo>
                  <a:pt x="3007754" y="132715"/>
                </a:lnTo>
                <a:lnTo>
                  <a:pt x="3007754" y="136618"/>
                </a:lnTo>
                <a:lnTo>
                  <a:pt x="3011655" y="136618"/>
                </a:lnTo>
                <a:lnTo>
                  <a:pt x="3011655" y="140521"/>
                </a:lnTo>
                <a:lnTo>
                  <a:pt x="3015556" y="140521"/>
                </a:lnTo>
                <a:lnTo>
                  <a:pt x="3015556" y="144425"/>
                </a:lnTo>
                <a:lnTo>
                  <a:pt x="3019457" y="144425"/>
                </a:lnTo>
                <a:lnTo>
                  <a:pt x="3019457" y="148328"/>
                </a:lnTo>
                <a:lnTo>
                  <a:pt x="3023358" y="148328"/>
                </a:lnTo>
                <a:lnTo>
                  <a:pt x="3023358" y="144425"/>
                </a:lnTo>
                <a:lnTo>
                  <a:pt x="3027259" y="144425"/>
                </a:lnTo>
                <a:lnTo>
                  <a:pt x="3027259" y="140521"/>
                </a:lnTo>
                <a:lnTo>
                  <a:pt x="3031160" y="140521"/>
                </a:lnTo>
                <a:lnTo>
                  <a:pt x="3031160" y="136618"/>
                </a:lnTo>
                <a:lnTo>
                  <a:pt x="3035061" y="136618"/>
                </a:lnTo>
                <a:lnTo>
                  <a:pt x="3035061" y="132715"/>
                </a:lnTo>
                <a:lnTo>
                  <a:pt x="3038962" y="132715"/>
                </a:lnTo>
                <a:lnTo>
                  <a:pt x="3038962" y="128811"/>
                </a:lnTo>
                <a:lnTo>
                  <a:pt x="3042863" y="128811"/>
                </a:lnTo>
                <a:lnTo>
                  <a:pt x="3042863" y="124908"/>
                </a:lnTo>
                <a:lnTo>
                  <a:pt x="3046765" y="124908"/>
                </a:lnTo>
                <a:lnTo>
                  <a:pt x="3046765" y="121005"/>
                </a:lnTo>
                <a:lnTo>
                  <a:pt x="3050666" y="121005"/>
                </a:lnTo>
                <a:lnTo>
                  <a:pt x="3050666" y="117101"/>
                </a:lnTo>
                <a:lnTo>
                  <a:pt x="3058468" y="117101"/>
                </a:lnTo>
                <a:lnTo>
                  <a:pt x="3058468" y="128811"/>
                </a:lnTo>
                <a:lnTo>
                  <a:pt x="3054567" y="128811"/>
                </a:lnTo>
                <a:lnTo>
                  <a:pt x="3054567" y="132715"/>
                </a:lnTo>
                <a:lnTo>
                  <a:pt x="3050666" y="132715"/>
                </a:lnTo>
                <a:lnTo>
                  <a:pt x="3050666" y="136618"/>
                </a:lnTo>
                <a:lnTo>
                  <a:pt x="3046765" y="136618"/>
                </a:lnTo>
                <a:lnTo>
                  <a:pt x="3046765" y="140521"/>
                </a:lnTo>
                <a:lnTo>
                  <a:pt x="3042863" y="140521"/>
                </a:lnTo>
                <a:lnTo>
                  <a:pt x="3042863" y="144425"/>
                </a:lnTo>
                <a:lnTo>
                  <a:pt x="3038962" y="144425"/>
                </a:lnTo>
                <a:lnTo>
                  <a:pt x="3038962" y="148328"/>
                </a:lnTo>
                <a:lnTo>
                  <a:pt x="3035061" y="148328"/>
                </a:lnTo>
                <a:lnTo>
                  <a:pt x="3035061" y="152231"/>
                </a:lnTo>
                <a:lnTo>
                  <a:pt x="3031160" y="152231"/>
                </a:lnTo>
                <a:lnTo>
                  <a:pt x="3031160" y="156135"/>
                </a:lnTo>
                <a:lnTo>
                  <a:pt x="3027259" y="156135"/>
                </a:lnTo>
                <a:lnTo>
                  <a:pt x="3027259" y="160038"/>
                </a:lnTo>
                <a:lnTo>
                  <a:pt x="3031160" y="160038"/>
                </a:lnTo>
                <a:lnTo>
                  <a:pt x="3031160" y="163942"/>
                </a:lnTo>
                <a:lnTo>
                  <a:pt x="3038962" y="163942"/>
                </a:lnTo>
                <a:lnTo>
                  <a:pt x="3038962" y="167845"/>
                </a:lnTo>
                <a:lnTo>
                  <a:pt x="3042863" y="167845"/>
                </a:lnTo>
                <a:lnTo>
                  <a:pt x="3042863" y="171748"/>
                </a:lnTo>
                <a:lnTo>
                  <a:pt x="3046765" y="171748"/>
                </a:lnTo>
                <a:lnTo>
                  <a:pt x="3046765" y="175652"/>
                </a:lnTo>
                <a:lnTo>
                  <a:pt x="3050666" y="175652"/>
                </a:lnTo>
                <a:lnTo>
                  <a:pt x="3050666" y="179555"/>
                </a:lnTo>
                <a:lnTo>
                  <a:pt x="3054567" y="179555"/>
                </a:lnTo>
                <a:lnTo>
                  <a:pt x="3054567" y="183458"/>
                </a:lnTo>
                <a:lnTo>
                  <a:pt x="3058468" y="183458"/>
                </a:lnTo>
                <a:lnTo>
                  <a:pt x="3058468" y="195169"/>
                </a:lnTo>
                <a:lnTo>
                  <a:pt x="3050666" y="195169"/>
                </a:lnTo>
                <a:lnTo>
                  <a:pt x="3050666" y="191265"/>
                </a:lnTo>
                <a:lnTo>
                  <a:pt x="3046765" y="191265"/>
                </a:lnTo>
                <a:lnTo>
                  <a:pt x="3046765" y="187362"/>
                </a:lnTo>
                <a:lnTo>
                  <a:pt x="3042863" y="187362"/>
                </a:lnTo>
                <a:lnTo>
                  <a:pt x="3042863" y="183458"/>
                </a:lnTo>
                <a:lnTo>
                  <a:pt x="3038962" y="183458"/>
                </a:lnTo>
                <a:lnTo>
                  <a:pt x="3038962" y="179555"/>
                </a:lnTo>
                <a:lnTo>
                  <a:pt x="3035061" y="179555"/>
                </a:lnTo>
                <a:lnTo>
                  <a:pt x="3035061" y="175652"/>
                </a:lnTo>
                <a:lnTo>
                  <a:pt x="3031160" y="175652"/>
                </a:lnTo>
                <a:lnTo>
                  <a:pt x="3031160" y="171748"/>
                </a:lnTo>
                <a:lnTo>
                  <a:pt x="3023358" y="171748"/>
                </a:lnTo>
                <a:lnTo>
                  <a:pt x="3023358" y="167845"/>
                </a:lnTo>
                <a:lnTo>
                  <a:pt x="3015556" y="167845"/>
                </a:lnTo>
                <a:lnTo>
                  <a:pt x="3015556" y="171748"/>
                </a:lnTo>
                <a:lnTo>
                  <a:pt x="3011655" y="171748"/>
                </a:lnTo>
                <a:lnTo>
                  <a:pt x="3011655" y="175652"/>
                </a:lnTo>
                <a:lnTo>
                  <a:pt x="3007754" y="175652"/>
                </a:lnTo>
                <a:lnTo>
                  <a:pt x="3007754" y="179555"/>
                </a:lnTo>
                <a:lnTo>
                  <a:pt x="3003852" y="179555"/>
                </a:lnTo>
                <a:lnTo>
                  <a:pt x="3003852" y="183458"/>
                </a:lnTo>
                <a:lnTo>
                  <a:pt x="2999951" y="183458"/>
                </a:lnTo>
                <a:lnTo>
                  <a:pt x="2999951" y="187362"/>
                </a:lnTo>
                <a:lnTo>
                  <a:pt x="2996050" y="187362"/>
                </a:lnTo>
                <a:lnTo>
                  <a:pt x="2996050" y="191265"/>
                </a:lnTo>
                <a:lnTo>
                  <a:pt x="2992149" y="191265"/>
                </a:lnTo>
                <a:lnTo>
                  <a:pt x="2992149" y="195169"/>
                </a:lnTo>
                <a:lnTo>
                  <a:pt x="2988248" y="195169"/>
                </a:lnTo>
                <a:lnTo>
                  <a:pt x="2988248" y="199072"/>
                </a:lnTo>
                <a:lnTo>
                  <a:pt x="2984347" y="199072"/>
                </a:lnTo>
                <a:lnTo>
                  <a:pt x="2984347" y="195169"/>
                </a:lnTo>
                <a:lnTo>
                  <a:pt x="2980446" y="195169"/>
                </a:lnTo>
                <a:lnTo>
                  <a:pt x="2980446" y="187362"/>
                </a:lnTo>
                <a:lnTo>
                  <a:pt x="2984347" y="187362"/>
                </a:lnTo>
                <a:lnTo>
                  <a:pt x="2984347" y="183458"/>
                </a:lnTo>
                <a:lnTo>
                  <a:pt x="2988248" y="183458"/>
                </a:lnTo>
                <a:lnTo>
                  <a:pt x="2988248" y="179555"/>
                </a:lnTo>
                <a:lnTo>
                  <a:pt x="2992149" y="179555"/>
                </a:lnTo>
                <a:lnTo>
                  <a:pt x="2992149" y="175652"/>
                </a:lnTo>
                <a:lnTo>
                  <a:pt x="2996050" y="175652"/>
                </a:lnTo>
                <a:lnTo>
                  <a:pt x="2996050" y="171748"/>
                </a:lnTo>
                <a:lnTo>
                  <a:pt x="2999951" y="171748"/>
                </a:lnTo>
                <a:lnTo>
                  <a:pt x="2999951" y="167845"/>
                </a:lnTo>
                <a:lnTo>
                  <a:pt x="3003852" y="167845"/>
                </a:lnTo>
                <a:lnTo>
                  <a:pt x="3003852" y="163942"/>
                </a:lnTo>
                <a:lnTo>
                  <a:pt x="3007754" y="163942"/>
                </a:lnTo>
                <a:lnTo>
                  <a:pt x="3007754" y="160038"/>
                </a:lnTo>
                <a:lnTo>
                  <a:pt x="3011655" y="160038"/>
                </a:lnTo>
                <a:lnTo>
                  <a:pt x="3011655" y="152231"/>
                </a:lnTo>
                <a:lnTo>
                  <a:pt x="3007754" y="152231"/>
                </a:lnTo>
                <a:lnTo>
                  <a:pt x="3007754" y="148328"/>
                </a:lnTo>
                <a:lnTo>
                  <a:pt x="3003852" y="148328"/>
                </a:lnTo>
                <a:lnTo>
                  <a:pt x="3003852" y="144425"/>
                </a:lnTo>
                <a:lnTo>
                  <a:pt x="2999951" y="144425"/>
                </a:lnTo>
                <a:lnTo>
                  <a:pt x="2999951" y="140521"/>
                </a:lnTo>
                <a:lnTo>
                  <a:pt x="2996050" y="140521"/>
                </a:lnTo>
                <a:lnTo>
                  <a:pt x="2996050" y="136618"/>
                </a:lnTo>
                <a:lnTo>
                  <a:pt x="2992149" y="136618"/>
                </a:lnTo>
                <a:lnTo>
                  <a:pt x="2992149" y="132715"/>
                </a:lnTo>
                <a:lnTo>
                  <a:pt x="2988248" y="132715"/>
                </a:lnTo>
                <a:lnTo>
                  <a:pt x="2988248" y="128811"/>
                </a:lnTo>
                <a:lnTo>
                  <a:pt x="2984347" y="128811"/>
                </a:lnTo>
                <a:lnTo>
                  <a:pt x="2984347" y="124908"/>
                </a:lnTo>
                <a:lnTo>
                  <a:pt x="2980446" y="124908"/>
                </a:lnTo>
                <a:close/>
                <a:moveTo>
                  <a:pt x="39011" y="121005"/>
                </a:moveTo>
                <a:lnTo>
                  <a:pt x="54615" y="121005"/>
                </a:lnTo>
                <a:lnTo>
                  <a:pt x="54615" y="124908"/>
                </a:lnTo>
                <a:lnTo>
                  <a:pt x="50714" y="124908"/>
                </a:lnTo>
                <a:lnTo>
                  <a:pt x="50714" y="128811"/>
                </a:lnTo>
                <a:lnTo>
                  <a:pt x="46813" y="128811"/>
                </a:lnTo>
                <a:lnTo>
                  <a:pt x="46813" y="132715"/>
                </a:lnTo>
                <a:lnTo>
                  <a:pt x="42912" y="132715"/>
                </a:lnTo>
                <a:lnTo>
                  <a:pt x="42912" y="136618"/>
                </a:lnTo>
                <a:lnTo>
                  <a:pt x="39011" y="136618"/>
                </a:lnTo>
                <a:lnTo>
                  <a:pt x="39011" y="140521"/>
                </a:lnTo>
                <a:lnTo>
                  <a:pt x="35110" y="140521"/>
                </a:lnTo>
                <a:lnTo>
                  <a:pt x="35110" y="148328"/>
                </a:lnTo>
                <a:lnTo>
                  <a:pt x="31209" y="148328"/>
                </a:lnTo>
                <a:lnTo>
                  <a:pt x="31209" y="156135"/>
                </a:lnTo>
                <a:lnTo>
                  <a:pt x="27308" y="156135"/>
                </a:lnTo>
                <a:lnTo>
                  <a:pt x="27308" y="163942"/>
                </a:lnTo>
                <a:lnTo>
                  <a:pt x="23407" y="163942"/>
                </a:lnTo>
                <a:lnTo>
                  <a:pt x="23407" y="175652"/>
                </a:lnTo>
                <a:lnTo>
                  <a:pt x="19506" y="175652"/>
                </a:lnTo>
                <a:lnTo>
                  <a:pt x="19506" y="187362"/>
                </a:lnTo>
                <a:lnTo>
                  <a:pt x="15604" y="187362"/>
                </a:lnTo>
                <a:lnTo>
                  <a:pt x="15604" y="206879"/>
                </a:lnTo>
                <a:lnTo>
                  <a:pt x="11703" y="206879"/>
                </a:lnTo>
                <a:lnTo>
                  <a:pt x="11703" y="218589"/>
                </a:lnTo>
                <a:lnTo>
                  <a:pt x="15604" y="218589"/>
                </a:lnTo>
                <a:lnTo>
                  <a:pt x="15604" y="222492"/>
                </a:lnTo>
                <a:lnTo>
                  <a:pt x="11703" y="222492"/>
                </a:lnTo>
                <a:lnTo>
                  <a:pt x="11703" y="234202"/>
                </a:lnTo>
                <a:lnTo>
                  <a:pt x="15604" y="234202"/>
                </a:lnTo>
                <a:lnTo>
                  <a:pt x="15604" y="261526"/>
                </a:lnTo>
                <a:lnTo>
                  <a:pt x="19506" y="261526"/>
                </a:lnTo>
                <a:lnTo>
                  <a:pt x="19506" y="277139"/>
                </a:lnTo>
                <a:lnTo>
                  <a:pt x="23407" y="277139"/>
                </a:lnTo>
                <a:lnTo>
                  <a:pt x="23407" y="288849"/>
                </a:lnTo>
                <a:lnTo>
                  <a:pt x="27308" y="288849"/>
                </a:lnTo>
                <a:lnTo>
                  <a:pt x="27308" y="296656"/>
                </a:lnTo>
                <a:lnTo>
                  <a:pt x="31209" y="296656"/>
                </a:lnTo>
                <a:lnTo>
                  <a:pt x="31209" y="304463"/>
                </a:lnTo>
                <a:lnTo>
                  <a:pt x="35110" y="304463"/>
                </a:lnTo>
                <a:lnTo>
                  <a:pt x="35110" y="308366"/>
                </a:lnTo>
                <a:lnTo>
                  <a:pt x="39011" y="308366"/>
                </a:lnTo>
                <a:lnTo>
                  <a:pt x="39011" y="316173"/>
                </a:lnTo>
                <a:lnTo>
                  <a:pt x="42912" y="316173"/>
                </a:lnTo>
                <a:lnTo>
                  <a:pt x="42912" y="320076"/>
                </a:lnTo>
                <a:lnTo>
                  <a:pt x="50714" y="320076"/>
                </a:lnTo>
                <a:lnTo>
                  <a:pt x="50714" y="331787"/>
                </a:lnTo>
                <a:lnTo>
                  <a:pt x="42912" y="331787"/>
                </a:lnTo>
                <a:lnTo>
                  <a:pt x="42912" y="327883"/>
                </a:lnTo>
                <a:lnTo>
                  <a:pt x="39011" y="327883"/>
                </a:lnTo>
                <a:lnTo>
                  <a:pt x="39011" y="323980"/>
                </a:lnTo>
                <a:lnTo>
                  <a:pt x="35110" y="323980"/>
                </a:lnTo>
                <a:lnTo>
                  <a:pt x="35110" y="320076"/>
                </a:lnTo>
                <a:lnTo>
                  <a:pt x="31209" y="320076"/>
                </a:lnTo>
                <a:lnTo>
                  <a:pt x="31209" y="316173"/>
                </a:lnTo>
                <a:lnTo>
                  <a:pt x="27308" y="316173"/>
                </a:lnTo>
                <a:lnTo>
                  <a:pt x="27308" y="312270"/>
                </a:lnTo>
                <a:lnTo>
                  <a:pt x="23407" y="312270"/>
                </a:lnTo>
                <a:lnTo>
                  <a:pt x="23407" y="304463"/>
                </a:lnTo>
                <a:lnTo>
                  <a:pt x="19506" y="304463"/>
                </a:lnTo>
                <a:lnTo>
                  <a:pt x="19506" y="300560"/>
                </a:lnTo>
                <a:lnTo>
                  <a:pt x="15604" y="300560"/>
                </a:lnTo>
                <a:lnTo>
                  <a:pt x="15604" y="292753"/>
                </a:lnTo>
                <a:lnTo>
                  <a:pt x="11703" y="292753"/>
                </a:lnTo>
                <a:lnTo>
                  <a:pt x="11703" y="284946"/>
                </a:lnTo>
                <a:lnTo>
                  <a:pt x="7802" y="284946"/>
                </a:lnTo>
                <a:lnTo>
                  <a:pt x="7802" y="273236"/>
                </a:lnTo>
                <a:lnTo>
                  <a:pt x="3901" y="273236"/>
                </a:lnTo>
                <a:lnTo>
                  <a:pt x="3901" y="257623"/>
                </a:lnTo>
                <a:lnTo>
                  <a:pt x="0" y="257623"/>
                </a:lnTo>
                <a:lnTo>
                  <a:pt x="0" y="191265"/>
                </a:lnTo>
                <a:lnTo>
                  <a:pt x="3901" y="191265"/>
                </a:lnTo>
                <a:lnTo>
                  <a:pt x="3901" y="175652"/>
                </a:lnTo>
                <a:lnTo>
                  <a:pt x="7802" y="175652"/>
                </a:lnTo>
                <a:lnTo>
                  <a:pt x="7802" y="167845"/>
                </a:lnTo>
                <a:lnTo>
                  <a:pt x="11703" y="167845"/>
                </a:lnTo>
                <a:lnTo>
                  <a:pt x="11703" y="156135"/>
                </a:lnTo>
                <a:lnTo>
                  <a:pt x="15604" y="156135"/>
                </a:lnTo>
                <a:lnTo>
                  <a:pt x="15604" y="148328"/>
                </a:lnTo>
                <a:lnTo>
                  <a:pt x="19506" y="148328"/>
                </a:lnTo>
                <a:lnTo>
                  <a:pt x="19506" y="144425"/>
                </a:lnTo>
                <a:lnTo>
                  <a:pt x="23407" y="144425"/>
                </a:lnTo>
                <a:lnTo>
                  <a:pt x="23407" y="136618"/>
                </a:lnTo>
                <a:lnTo>
                  <a:pt x="27308" y="136618"/>
                </a:lnTo>
                <a:lnTo>
                  <a:pt x="27308" y="132715"/>
                </a:lnTo>
                <a:lnTo>
                  <a:pt x="31209" y="132715"/>
                </a:lnTo>
                <a:lnTo>
                  <a:pt x="31209" y="128811"/>
                </a:lnTo>
                <a:lnTo>
                  <a:pt x="35110" y="128811"/>
                </a:lnTo>
                <a:lnTo>
                  <a:pt x="35110" y="124908"/>
                </a:lnTo>
                <a:lnTo>
                  <a:pt x="39011" y="124908"/>
                </a:lnTo>
                <a:close/>
                <a:moveTo>
                  <a:pt x="339396" y="121005"/>
                </a:moveTo>
                <a:lnTo>
                  <a:pt x="351100" y="121005"/>
                </a:lnTo>
                <a:lnTo>
                  <a:pt x="351100" y="124908"/>
                </a:lnTo>
                <a:lnTo>
                  <a:pt x="358902" y="124908"/>
                </a:lnTo>
                <a:lnTo>
                  <a:pt x="358902" y="128811"/>
                </a:lnTo>
                <a:lnTo>
                  <a:pt x="362803" y="128811"/>
                </a:lnTo>
                <a:lnTo>
                  <a:pt x="362803" y="132715"/>
                </a:lnTo>
                <a:lnTo>
                  <a:pt x="366704" y="132715"/>
                </a:lnTo>
                <a:lnTo>
                  <a:pt x="366704" y="140521"/>
                </a:lnTo>
                <a:lnTo>
                  <a:pt x="370605" y="140521"/>
                </a:lnTo>
                <a:lnTo>
                  <a:pt x="370605" y="148328"/>
                </a:lnTo>
                <a:lnTo>
                  <a:pt x="374506" y="148328"/>
                </a:lnTo>
                <a:lnTo>
                  <a:pt x="374506" y="156135"/>
                </a:lnTo>
                <a:lnTo>
                  <a:pt x="378407" y="156135"/>
                </a:lnTo>
                <a:lnTo>
                  <a:pt x="378407" y="163942"/>
                </a:lnTo>
                <a:lnTo>
                  <a:pt x="382308" y="163942"/>
                </a:lnTo>
                <a:lnTo>
                  <a:pt x="382308" y="171748"/>
                </a:lnTo>
                <a:lnTo>
                  <a:pt x="386210" y="171748"/>
                </a:lnTo>
                <a:lnTo>
                  <a:pt x="386210" y="183458"/>
                </a:lnTo>
                <a:lnTo>
                  <a:pt x="390111" y="183458"/>
                </a:lnTo>
                <a:lnTo>
                  <a:pt x="390111" y="206879"/>
                </a:lnTo>
                <a:lnTo>
                  <a:pt x="394012" y="206879"/>
                </a:lnTo>
                <a:lnTo>
                  <a:pt x="394012" y="245912"/>
                </a:lnTo>
                <a:lnTo>
                  <a:pt x="390111" y="245912"/>
                </a:lnTo>
                <a:lnTo>
                  <a:pt x="390111" y="269333"/>
                </a:lnTo>
                <a:lnTo>
                  <a:pt x="386210" y="269333"/>
                </a:lnTo>
                <a:lnTo>
                  <a:pt x="386210" y="281043"/>
                </a:lnTo>
                <a:lnTo>
                  <a:pt x="382308" y="281043"/>
                </a:lnTo>
                <a:lnTo>
                  <a:pt x="382308" y="288849"/>
                </a:lnTo>
                <a:lnTo>
                  <a:pt x="378407" y="288849"/>
                </a:lnTo>
                <a:lnTo>
                  <a:pt x="378407" y="296656"/>
                </a:lnTo>
                <a:lnTo>
                  <a:pt x="374506" y="296656"/>
                </a:lnTo>
                <a:lnTo>
                  <a:pt x="374506" y="304463"/>
                </a:lnTo>
                <a:lnTo>
                  <a:pt x="370605" y="304463"/>
                </a:lnTo>
                <a:lnTo>
                  <a:pt x="370605" y="312270"/>
                </a:lnTo>
                <a:lnTo>
                  <a:pt x="366704" y="312270"/>
                </a:lnTo>
                <a:lnTo>
                  <a:pt x="366704" y="316173"/>
                </a:lnTo>
                <a:lnTo>
                  <a:pt x="362803" y="316173"/>
                </a:lnTo>
                <a:lnTo>
                  <a:pt x="362803" y="320076"/>
                </a:lnTo>
                <a:lnTo>
                  <a:pt x="358902" y="320076"/>
                </a:lnTo>
                <a:lnTo>
                  <a:pt x="358902" y="323980"/>
                </a:lnTo>
                <a:lnTo>
                  <a:pt x="355001" y="323980"/>
                </a:lnTo>
                <a:lnTo>
                  <a:pt x="355001" y="327883"/>
                </a:lnTo>
                <a:lnTo>
                  <a:pt x="351100" y="327883"/>
                </a:lnTo>
                <a:lnTo>
                  <a:pt x="351100" y="331787"/>
                </a:lnTo>
                <a:lnTo>
                  <a:pt x="343297" y="331787"/>
                </a:lnTo>
                <a:lnTo>
                  <a:pt x="343297" y="323980"/>
                </a:lnTo>
                <a:lnTo>
                  <a:pt x="347199" y="323980"/>
                </a:lnTo>
                <a:lnTo>
                  <a:pt x="347199" y="320076"/>
                </a:lnTo>
                <a:lnTo>
                  <a:pt x="351100" y="320076"/>
                </a:lnTo>
                <a:lnTo>
                  <a:pt x="351100" y="312270"/>
                </a:lnTo>
                <a:lnTo>
                  <a:pt x="355001" y="312270"/>
                </a:lnTo>
                <a:lnTo>
                  <a:pt x="355001" y="308366"/>
                </a:lnTo>
                <a:lnTo>
                  <a:pt x="358902" y="308366"/>
                </a:lnTo>
                <a:lnTo>
                  <a:pt x="358902" y="300560"/>
                </a:lnTo>
                <a:lnTo>
                  <a:pt x="362803" y="300560"/>
                </a:lnTo>
                <a:lnTo>
                  <a:pt x="362803" y="292753"/>
                </a:lnTo>
                <a:lnTo>
                  <a:pt x="366704" y="292753"/>
                </a:lnTo>
                <a:lnTo>
                  <a:pt x="366704" y="284946"/>
                </a:lnTo>
                <a:lnTo>
                  <a:pt x="370605" y="284946"/>
                </a:lnTo>
                <a:lnTo>
                  <a:pt x="370605" y="269333"/>
                </a:lnTo>
                <a:lnTo>
                  <a:pt x="374506" y="269333"/>
                </a:lnTo>
                <a:lnTo>
                  <a:pt x="374506" y="257623"/>
                </a:lnTo>
                <a:lnTo>
                  <a:pt x="378407" y="257623"/>
                </a:lnTo>
                <a:lnTo>
                  <a:pt x="378407" y="195169"/>
                </a:lnTo>
                <a:lnTo>
                  <a:pt x="374506" y="195169"/>
                </a:lnTo>
                <a:lnTo>
                  <a:pt x="374506" y="179555"/>
                </a:lnTo>
                <a:lnTo>
                  <a:pt x="370605" y="179555"/>
                </a:lnTo>
                <a:lnTo>
                  <a:pt x="370605" y="167845"/>
                </a:lnTo>
                <a:lnTo>
                  <a:pt x="366704" y="167845"/>
                </a:lnTo>
                <a:lnTo>
                  <a:pt x="366704" y="160038"/>
                </a:lnTo>
                <a:lnTo>
                  <a:pt x="362803" y="160038"/>
                </a:lnTo>
                <a:lnTo>
                  <a:pt x="362803" y="152231"/>
                </a:lnTo>
                <a:lnTo>
                  <a:pt x="358902" y="152231"/>
                </a:lnTo>
                <a:lnTo>
                  <a:pt x="358902" y="144425"/>
                </a:lnTo>
                <a:lnTo>
                  <a:pt x="355001" y="144425"/>
                </a:lnTo>
                <a:lnTo>
                  <a:pt x="355001" y="140521"/>
                </a:lnTo>
                <a:lnTo>
                  <a:pt x="351100" y="140521"/>
                </a:lnTo>
                <a:lnTo>
                  <a:pt x="351100" y="136618"/>
                </a:lnTo>
                <a:lnTo>
                  <a:pt x="347199" y="136618"/>
                </a:lnTo>
                <a:lnTo>
                  <a:pt x="347199" y="128811"/>
                </a:lnTo>
                <a:lnTo>
                  <a:pt x="343297" y="128811"/>
                </a:lnTo>
                <a:lnTo>
                  <a:pt x="343297" y="124908"/>
                </a:lnTo>
                <a:lnTo>
                  <a:pt x="339396" y="124908"/>
                </a:lnTo>
                <a:close/>
                <a:moveTo>
                  <a:pt x="159945" y="124908"/>
                </a:moveTo>
                <a:lnTo>
                  <a:pt x="167748" y="124908"/>
                </a:lnTo>
                <a:lnTo>
                  <a:pt x="167748" y="128811"/>
                </a:lnTo>
                <a:lnTo>
                  <a:pt x="175550" y="128811"/>
                </a:lnTo>
                <a:lnTo>
                  <a:pt x="175550" y="132715"/>
                </a:lnTo>
                <a:lnTo>
                  <a:pt x="179451" y="132715"/>
                </a:lnTo>
                <a:lnTo>
                  <a:pt x="179451" y="136618"/>
                </a:lnTo>
                <a:lnTo>
                  <a:pt x="183352" y="136618"/>
                </a:lnTo>
                <a:lnTo>
                  <a:pt x="183352" y="144425"/>
                </a:lnTo>
                <a:lnTo>
                  <a:pt x="187253" y="144425"/>
                </a:lnTo>
                <a:lnTo>
                  <a:pt x="187253" y="148328"/>
                </a:lnTo>
                <a:lnTo>
                  <a:pt x="183352" y="148328"/>
                </a:lnTo>
                <a:lnTo>
                  <a:pt x="183352" y="156135"/>
                </a:lnTo>
                <a:lnTo>
                  <a:pt x="179451" y="156135"/>
                </a:lnTo>
                <a:lnTo>
                  <a:pt x="179451" y="163942"/>
                </a:lnTo>
                <a:lnTo>
                  <a:pt x="175550" y="163942"/>
                </a:lnTo>
                <a:lnTo>
                  <a:pt x="175550" y="167845"/>
                </a:lnTo>
                <a:lnTo>
                  <a:pt x="167748" y="167845"/>
                </a:lnTo>
                <a:lnTo>
                  <a:pt x="167748" y="171748"/>
                </a:lnTo>
                <a:lnTo>
                  <a:pt x="163846" y="171748"/>
                </a:lnTo>
                <a:lnTo>
                  <a:pt x="163846" y="167845"/>
                </a:lnTo>
                <a:lnTo>
                  <a:pt x="159945" y="167845"/>
                </a:lnTo>
                <a:lnTo>
                  <a:pt x="159945" y="152231"/>
                </a:lnTo>
                <a:lnTo>
                  <a:pt x="156044" y="152231"/>
                </a:lnTo>
                <a:lnTo>
                  <a:pt x="156044" y="148328"/>
                </a:lnTo>
                <a:lnTo>
                  <a:pt x="152143" y="148328"/>
                </a:lnTo>
                <a:lnTo>
                  <a:pt x="152143" y="144425"/>
                </a:lnTo>
                <a:lnTo>
                  <a:pt x="148242" y="144425"/>
                </a:lnTo>
                <a:lnTo>
                  <a:pt x="148242" y="148328"/>
                </a:lnTo>
                <a:lnTo>
                  <a:pt x="140440" y="148328"/>
                </a:lnTo>
                <a:lnTo>
                  <a:pt x="140440" y="152231"/>
                </a:lnTo>
                <a:lnTo>
                  <a:pt x="136539" y="152231"/>
                </a:lnTo>
                <a:lnTo>
                  <a:pt x="136539" y="156135"/>
                </a:lnTo>
                <a:lnTo>
                  <a:pt x="132638" y="156135"/>
                </a:lnTo>
                <a:lnTo>
                  <a:pt x="132638" y="163942"/>
                </a:lnTo>
                <a:lnTo>
                  <a:pt x="128737" y="163942"/>
                </a:lnTo>
                <a:lnTo>
                  <a:pt x="128737" y="171748"/>
                </a:lnTo>
                <a:lnTo>
                  <a:pt x="124835" y="171748"/>
                </a:lnTo>
                <a:lnTo>
                  <a:pt x="124835" y="179555"/>
                </a:lnTo>
                <a:lnTo>
                  <a:pt x="120934" y="179555"/>
                </a:lnTo>
                <a:lnTo>
                  <a:pt x="120934" y="191265"/>
                </a:lnTo>
                <a:lnTo>
                  <a:pt x="117033" y="191265"/>
                </a:lnTo>
                <a:lnTo>
                  <a:pt x="117033" y="202975"/>
                </a:lnTo>
                <a:lnTo>
                  <a:pt x="113132" y="202975"/>
                </a:lnTo>
                <a:lnTo>
                  <a:pt x="113132" y="218589"/>
                </a:lnTo>
                <a:lnTo>
                  <a:pt x="109231" y="218589"/>
                </a:lnTo>
                <a:lnTo>
                  <a:pt x="109231" y="230299"/>
                </a:lnTo>
                <a:lnTo>
                  <a:pt x="105330" y="230299"/>
                </a:lnTo>
                <a:lnTo>
                  <a:pt x="105330" y="242009"/>
                </a:lnTo>
                <a:lnTo>
                  <a:pt x="101429" y="242009"/>
                </a:lnTo>
                <a:lnTo>
                  <a:pt x="101429" y="249816"/>
                </a:lnTo>
                <a:lnTo>
                  <a:pt x="97528" y="249816"/>
                </a:lnTo>
                <a:lnTo>
                  <a:pt x="97528" y="253719"/>
                </a:lnTo>
                <a:lnTo>
                  <a:pt x="109231" y="253719"/>
                </a:lnTo>
                <a:lnTo>
                  <a:pt x="109231" y="257623"/>
                </a:lnTo>
                <a:lnTo>
                  <a:pt x="128737" y="257623"/>
                </a:lnTo>
                <a:lnTo>
                  <a:pt x="128737" y="261526"/>
                </a:lnTo>
                <a:lnTo>
                  <a:pt x="148242" y="261526"/>
                </a:lnTo>
                <a:lnTo>
                  <a:pt x="148242" y="265429"/>
                </a:lnTo>
                <a:lnTo>
                  <a:pt x="163846" y="265429"/>
                </a:lnTo>
                <a:lnTo>
                  <a:pt x="163846" y="261526"/>
                </a:lnTo>
                <a:lnTo>
                  <a:pt x="167748" y="261526"/>
                </a:lnTo>
                <a:lnTo>
                  <a:pt x="167748" y="257623"/>
                </a:lnTo>
                <a:lnTo>
                  <a:pt x="171649" y="257623"/>
                </a:lnTo>
                <a:lnTo>
                  <a:pt x="171649" y="249816"/>
                </a:lnTo>
                <a:lnTo>
                  <a:pt x="175550" y="249816"/>
                </a:lnTo>
                <a:lnTo>
                  <a:pt x="175550" y="245912"/>
                </a:lnTo>
                <a:lnTo>
                  <a:pt x="179451" y="245912"/>
                </a:lnTo>
                <a:lnTo>
                  <a:pt x="179451" y="242009"/>
                </a:lnTo>
                <a:lnTo>
                  <a:pt x="191154" y="242009"/>
                </a:lnTo>
                <a:lnTo>
                  <a:pt x="191154" y="257623"/>
                </a:lnTo>
                <a:lnTo>
                  <a:pt x="187253" y="257623"/>
                </a:lnTo>
                <a:lnTo>
                  <a:pt x="187253" y="261526"/>
                </a:lnTo>
                <a:lnTo>
                  <a:pt x="183352" y="261526"/>
                </a:lnTo>
                <a:lnTo>
                  <a:pt x="183352" y="265429"/>
                </a:lnTo>
                <a:lnTo>
                  <a:pt x="179451" y="265429"/>
                </a:lnTo>
                <a:lnTo>
                  <a:pt x="179451" y="269333"/>
                </a:lnTo>
                <a:lnTo>
                  <a:pt x="175550" y="269333"/>
                </a:lnTo>
                <a:lnTo>
                  <a:pt x="175550" y="273236"/>
                </a:lnTo>
                <a:lnTo>
                  <a:pt x="171649" y="273236"/>
                </a:lnTo>
                <a:lnTo>
                  <a:pt x="171649" y="277139"/>
                </a:lnTo>
                <a:lnTo>
                  <a:pt x="167748" y="277139"/>
                </a:lnTo>
                <a:lnTo>
                  <a:pt x="167748" y="281043"/>
                </a:lnTo>
                <a:lnTo>
                  <a:pt x="156044" y="281043"/>
                </a:lnTo>
                <a:lnTo>
                  <a:pt x="156044" y="284946"/>
                </a:lnTo>
                <a:lnTo>
                  <a:pt x="132638" y="284946"/>
                </a:lnTo>
                <a:lnTo>
                  <a:pt x="132638" y="281043"/>
                </a:lnTo>
                <a:lnTo>
                  <a:pt x="113132" y="281043"/>
                </a:lnTo>
                <a:lnTo>
                  <a:pt x="113132" y="277139"/>
                </a:lnTo>
                <a:lnTo>
                  <a:pt x="97528" y="277139"/>
                </a:lnTo>
                <a:lnTo>
                  <a:pt x="97528" y="273236"/>
                </a:lnTo>
                <a:lnTo>
                  <a:pt x="81923" y="273236"/>
                </a:lnTo>
                <a:lnTo>
                  <a:pt x="81923" y="277139"/>
                </a:lnTo>
                <a:lnTo>
                  <a:pt x="74121" y="277139"/>
                </a:lnTo>
                <a:lnTo>
                  <a:pt x="74121" y="281043"/>
                </a:lnTo>
                <a:lnTo>
                  <a:pt x="70220" y="281043"/>
                </a:lnTo>
                <a:lnTo>
                  <a:pt x="70220" y="284946"/>
                </a:lnTo>
                <a:lnTo>
                  <a:pt x="62418" y="284946"/>
                </a:lnTo>
                <a:lnTo>
                  <a:pt x="62418" y="273236"/>
                </a:lnTo>
                <a:lnTo>
                  <a:pt x="66319" y="273236"/>
                </a:lnTo>
                <a:lnTo>
                  <a:pt x="66319" y="269333"/>
                </a:lnTo>
                <a:lnTo>
                  <a:pt x="70220" y="269333"/>
                </a:lnTo>
                <a:lnTo>
                  <a:pt x="70220" y="265429"/>
                </a:lnTo>
                <a:lnTo>
                  <a:pt x="74121" y="265429"/>
                </a:lnTo>
                <a:lnTo>
                  <a:pt x="74121" y="257623"/>
                </a:lnTo>
                <a:lnTo>
                  <a:pt x="81923" y="257623"/>
                </a:lnTo>
                <a:lnTo>
                  <a:pt x="81923" y="245912"/>
                </a:lnTo>
                <a:lnTo>
                  <a:pt x="85824" y="245912"/>
                </a:lnTo>
                <a:lnTo>
                  <a:pt x="85824" y="230299"/>
                </a:lnTo>
                <a:lnTo>
                  <a:pt x="89725" y="230299"/>
                </a:lnTo>
                <a:lnTo>
                  <a:pt x="89725" y="218589"/>
                </a:lnTo>
                <a:lnTo>
                  <a:pt x="93627" y="218589"/>
                </a:lnTo>
                <a:lnTo>
                  <a:pt x="93627" y="206879"/>
                </a:lnTo>
                <a:lnTo>
                  <a:pt x="97528" y="206879"/>
                </a:lnTo>
                <a:lnTo>
                  <a:pt x="97528" y="195169"/>
                </a:lnTo>
                <a:lnTo>
                  <a:pt x="101429" y="195169"/>
                </a:lnTo>
                <a:lnTo>
                  <a:pt x="101429" y="183458"/>
                </a:lnTo>
                <a:lnTo>
                  <a:pt x="105330" y="183458"/>
                </a:lnTo>
                <a:lnTo>
                  <a:pt x="105330" y="171748"/>
                </a:lnTo>
                <a:lnTo>
                  <a:pt x="109231" y="171748"/>
                </a:lnTo>
                <a:lnTo>
                  <a:pt x="109231" y="163942"/>
                </a:lnTo>
                <a:lnTo>
                  <a:pt x="113132" y="163942"/>
                </a:lnTo>
                <a:lnTo>
                  <a:pt x="113132" y="160038"/>
                </a:lnTo>
                <a:lnTo>
                  <a:pt x="117033" y="160038"/>
                </a:lnTo>
                <a:lnTo>
                  <a:pt x="117033" y="152231"/>
                </a:lnTo>
                <a:lnTo>
                  <a:pt x="120934" y="152231"/>
                </a:lnTo>
                <a:lnTo>
                  <a:pt x="120934" y="148328"/>
                </a:lnTo>
                <a:lnTo>
                  <a:pt x="124835" y="148328"/>
                </a:lnTo>
                <a:lnTo>
                  <a:pt x="124835" y="144425"/>
                </a:lnTo>
                <a:lnTo>
                  <a:pt x="128737" y="144425"/>
                </a:lnTo>
                <a:lnTo>
                  <a:pt x="128737" y="140521"/>
                </a:lnTo>
                <a:lnTo>
                  <a:pt x="136539" y="140521"/>
                </a:lnTo>
                <a:lnTo>
                  <a:pt x="136539" y="136618"/>
                </a:lnTo>
                <a:lnTo>
                  <a:pt x="140440" y="136618"/>
                </a:lnTo>
                <a:lnTo>
                  <a:pt x="140440" y="132715"/>
                </a:lnTo>
                <a:lnTo>
                  <a:pt x="148242" y="132715"/>
                </a:lnTo>
                <a:lnTo>
                  <a:pt x="148242" y="128811"/>
                </a:lnTo>
                <a:lnTo>
                  <a:pt x="159945" y="128811"/>
                </a:lnTo>
                <a:close/>
                <a:moveTo>
                  <a:pt x="2914127" y="132715"/>
                </a:moveTo>
                <a:lnTo>
                  <a:pt x="2914127" y="136618"/>
                </a:lnTo>
                <a:lnTo>
                  <a:pt x="2910226" y="136618"/>
                </a:lnTo>
                <a:lnTo>
                  <a:pt x="2910226" y="140521"/>
                </a:lnTo>
                <a:lnTo>
                  <a:pt x="2906325" y="140521"/>
                </a:lnTo>
                <a:lnTo>
                  <a:pt x="2906325" y="144425"/>
                </a:lnTo>
                <a:lnTo>
                  <a:pt x="2902424" y="144425"/>
                </a:lnTo>
                <a:lnTo>
                  <a:pt x="2902424" y="152231"/>
                </a:lnTo>
                <a:lnTo>
                  <a:pt x="2898523" y="152231"/>
                </a:lnTo>
                <a:lnTo>
                  <a:pt x="2898523" y="167845"/>
                </a:lnTo>
                <a:lnTo>
                  <a:pt x="2894621" y="167845"/>
                </a:lnTo>
                <a:lnTo>
                  <a:pt x="2894621" y="175652"/>
                </a:lnTo>
                <a:lnTo>
                  <a:pt x="2898523" y="175652"/>
                </a:lnTo>
                <a:lnTo>
                  <a:pt x="2898523" y="187362"/>
                </a:lnTo>
                <a:lnTo>
                  <a:pt x="2914127" y="187362"/>
                </a:lnTo>
                <a:lnTo>
                  <a:pt x="2914127" y="183458"/>
                </a:lnTo>
                <a:lnTo>
                  <a:pt x="2921929" y="183458"/>
                </a:lnTo>
                <a:lnTo>
                  <a:pt x="2921929" y="175652"/>
                </a:lnTo>
                <a:lnTo>
                  <a:pt x="2925830" y="175652"/>
                </a:lnTo>
                <a:lnTo>
                  <a:pt x="2925830" y="163942"/>
                </a:lnTo>
                <a:lnTo>
                  <a:pt x="2929731" y="163942"/>
                </a:lnTo>
                <a:lnTo>
                  <a:pt x="2929731" y="136618"/>
                </a:lnTo>
                <a:lnTo>
                  <a:pt x="2925830" y="136618"/>
                </a:lnTo>
                <a:lnTo>
                  <a:pt x="2925830" y="132715"/>
                </a:lnTo>
                <a:close/>
                <a:moveTo>
                  <a:pt x="3128688" y="132715"/>
                </a:moveTo>
                <a:lnTo>
                  <a:pt x="3124787" y="132715"/>
                </a:lnTo>
                <a:lnTo>
                  <a:pt x="3124787" y="136618"/>
                </a:lnTo>
                <a:lnTo>
                  <a:pt x="3116984" y="136618"/>
                </a:lnTo>
                <a:lnTo>
                  <a:pt x="3116984" y="140521"/>
                </a:lnTo>
                <a:lnTo>
                  <a:pt x="3113083" y="140521"/>
                </a:lnTo>
                <a:lnTo>
                  <a:pt x="3113083" y="144425"/>
                </a:lnTo>
                <a:lnTo>
                  <a:pt x="3109182" y="144425"/>
                </a:lnTo>
                <a:lnTo>
                  <a:pt x="3109182" y="152231"/>
                </a:lnTo>
                <a:lnTo>
                  <a:pt x="3105281" y="152231"/>
                </a:lnTo>
                <a:lnTo>
                  <a:pt x="3105281" y="163942"/>
                </a:lnTo>
                <a:lnTo>
                  <a:pt x="3101380" y="163942"/>
                </a:lnTo>
                <a:lnTo>
                  <a:pt x="3101380" y="183458"/>
                </a:lnTo>
                <a:lnTo>
                  <a:pt x="3105281" y="183458"/>
                </a:lnTo>
                <a:lnTo>
                  <a:pt x="3105281" y="187362"/>
                </a:lnTo>
                <a:lnTo>
                  <a:pt x="3120886" y="187362"/>
                </a:lnTo>
                <a:lnTo>
                  <a:pt x="3120886" y="183458"/>
                </a:lnTo>
                <a:lnTo>
                  <a:pt x="3124787" y="183458"/>
                </a:lnTo>
                <a:lnTo>
                  <a:pt x="3124787" y="179555"/>
                </a:lnTo>
                <a:lnTo>
                  <a:pt x="3128688" y="179555"/>
                </a:lnTo>
                <a:lnTo>
                  <a:pt x="3128688" y="167845"/>
                </a:lnTo>
                <a:lnTo>
                  <a:pt x="3132589" y="167845"/>
                </a:lnTo>
                <a:lnTo>
                  <a:pt x="3132589" y="156135"/>
                </a:lnTo>
                <a:lnTo>
                  <a:pt x="3136490" y="156135"/>
                </a:lnTo>
                <a:lnTo>
                  <a:pt x="3136490" y="140521"/>
                </a:lnTo>
                <a:lnTo>
                  <a:pt x="3132589" y="140521"/>
                </a:lnTo>
                <a:lnTo>
                  <a:pt x="3132589" y="136618"/>
                </a:lnTo>
                <a:lnTo>
                  <a:pt x="3128688" y="136618"/>
                </a:lnTo>
                <a:close/>
                <a:moveTo>
                  <a:pt x="2738577" y="132715"/>
                </a:moveTo>
                <a:lnTo>
                  <a:pt x="2808797" y="132715"/>
                </a:lnTo>
                <a:lnTo>
                  <a:pt x="2808797" y="136618"/>
                </a:lnTo>
                <a:lnTo>
                  <a:pt x="2836105" y="136618"/>
                </a:lnTo>
                <a:lnTo>
                  <a:pt x="2836105" y="140521"/>
                </a:lnTo>
                <a:lnTo>
                  <a:pt x="2843907" y="140521"/>
                </a:lnTo>
                <a:lnTo>
                  <a:pt x="2843907" y="144425"/>
                </a:lnTo>
                <a:lnTo>
                  <a:pt x="2847808" y="144425"/>
                </a:lnTo>
                <a:lnTo>
                  <a:pt x="2847808" y="148328"/>
                </a:lnTo>
                <a:lnTo>
                  <a:pt x="2855610" y="148328"/>
                </a:lnTo>
                <a:lnTo>
                  <a:pt x="2855610" y="156135"/>
                </a:lnTo>
                <a:lnTo>
                  <a:pt x="2859511" y="156135"/>
                </a:lnTo>
                <a:lnTo>
                  <a:pt x="2859511" y="163942"/>
                </a:lnTo>
                <a:lnTo>
                  <a:pt x="2863413" y="163942"/>
                </a:lnTo>
                <a:lnTo>
                  <a:pt x="2863413" y="187362"/>
                </a:lnTo>
                <a:lnTo>
                  <a:pt x="2859511" y="187362"/>
                </a:lnTo>
                <a:lnTo>
                  <a:pt x="2859511" y="195169"/>
                </a:lnTo>
                <a:lnTo>
                  <a:pt x="2855610" y="195169"/>
                </a:lnTo>
                <a:lnTo>
                  <a:pt x="2855610" y="199072"/>
                </a:lnTo>
                <a:lnTo>
                  <a:pt x="2851709" y="199072"/>
                </a:lnTo>
                <a:lnTo>
                  <a:pt x="2851709" y="202975"/>
                </a:lnTo>
                <a:lnTo>
                  <a:pt x="2847808" y="202975"/>
                </a:lnTo>
                <a:lnTo>
                  <a:pt x="2847808" y="206879"/>
                </a:lnTo>
                <a:lnTo>
                  <a:pt x="2840006" y="206879"/>
                </a:lnTo>
                <a:lnTo>
                  <a:pt x="2840006" y="210782"/>
                </a:lnTo>
                <a:lnTo>
                  <a:pt x="2832204" y="210782"/>
                </a:lnTo>
                <a:lnTo>
                  <a:pt x="2832204" y="218589"/>
                </a:lnTo>
                <a:lnTo>
                  <a:pt x="2836105" y="218589"/>
                </a:lnTo>
                <a:lnTo>
                  <a:pt x="2836105" y="226396"/>
                </a:lnTo>
                <a:lnTo>
                  <a:pt x="2840006" y="226396"/>
                </a:lnTo>
                <a:lnTo>
                  <a:pt x="2840006" y="230299"/>
                </a:lnTo>
                <a:lnTo>
                  <a:pt x="2843907" y="230299"/>
                </a:lnTo>
                <a:lnTo>
                  <a:pt x="2843907" y="238106"/>
                </a:lnTo>
                <a:lnTo>
                  <a:pt x="2847808" y="238106"/>
                </a:lnTo>
                <a:lnTo>
                  <a:pt x="2847808" y="242009"/>
                </a:lnTo>
                <a:lnTo>
                  <a:pt x="2851709" y="242009"/>
                </a:lnTo>
                <a:lnTo>
                  <a:pt x="2851709" y="245912"/>
                </a:lnTo>
                <a:lnTo>
                  <a:pt x="2855610" y="245912"/>
                </a:lnTo>
                <a:lnTo>
                  <a:pt x="2855610" y="249816"/>
                </a:lnTo>
                <a:lnTo>
                  <a:pt x="2859511" y="249816"/>
                </a:lnTo>
                <a:lnTo>
                  <a:pt x="2859511" y="257623"/>
                </a:lnTo>
                <a:lnTo>
                  <a:pt x="2863413" y="257623"/>
                </a:lnTo>
                <a:lnTo>
                  <a:pt x="2863413" y="261526"/>
                </a:lnTo>
                <a:lnTo>
                  <a:pt x="2867314" y="261526"/>
                </a:lnTo>
                <a:lnTo>
                  <a:pt x="2867314" y="269333"/>
                </a:lnTo>
                <a:lnTo>
                  <a:pt x="2875116" y="269333"/>
                </a:lnTo>
                <a:lnTo>
                  <a:pt x="2875116" y="281043"/>
                </a:lnTo>
                <a:lnTo>
                  <a:pt x="2832204" y="281043"/>
                </a:lnTo>
                <a:lnTo>
                  <a:pt x="2832204" y="277139"/>
                </a:lnTo>
                <a:lnTo>
                  <a:pt x="2828303" y="277139"/>
                </a:lnTo>
                <a:lnTo>
                  <a:pt x="2828303" y="269333"/>
                </a:lnTo>
                <a:lnTo>
                  <a:pt x="2824401" y="269333"/>
                </a:lnTo>
                <a:lnTo>
                  <a:pt x="2824401" y="261526"/>
                </a:lnTo>
                <a:lnTo>
                  <a:pt x="2820500" y="261526"/>
                </a:lnTo>
                <a:lnTo>
                  <a:pt x="2820500" y="257623"/>
                </a:lnTo>
                <a:lnTo>
                  <a:pt x="2816599" y="257623"/>
                </a:lnTo>
                <a:lnTo>
                  <a:pt x="2816599" y="253719"/>
                </a:lnTo>
                <a:lnTo>
                  <a:pt x="2812698" y="253719"/>
                </a:lnTo>
                <a:lnTo>
                  <a:pt x="2812698" y="245912"/>
                </a:lnTo>
                <a:lnTo>
                  <a:pt x="2808797" y="245912"/>
                </a:lnTo>
                <a:lnTo>
                  <a:pt x="2808797" y="242009"/>
                </a:lnTo>
                <a:lnTo>
                  <a:pt x="2804896" y="242009"/>
                </a:lnTo>
                <a:lnTo>
                  <a:pt x="2804896" y="234202"/>
                </a:lnTo>
                <a:lnTo>
                  <a:pt x="2800995" y="234202"/>
                </a:lnTo>
                <a:lnTo>
                  <a:pt x="2800995" y="230299"/>
                </a:lnTo>
                <a:lnTo>
                  <a:pt x="2797094" y="230299"/>
                </a:lnTo>
                <a:lnTo>
                  <a:pt x="2797094" y="226396"/>
                </a:lnTo>
                <a:lnTo>
                  <a:pt x="2793193" y="226396"/>
                </a:lnTo>
                <a:lnTo>
                  <a:pt x="2793193" y="218589"/>
                </a:lnTo>
                <a:lnTo>
                  <a:pt x="2789292" y="218589"/>
                </a:lnTo>
                <a:lnTo>
                  <a:pt x="2789292" y="269333"/>
                </a:lnTo>
                <a:lnTo>
                  <a:pt x="2808797" y="269333"/>
                </a:lnTo>
                <a:lnTo>
                  <a:pt x="2808797" y="281043"/>
                </a:lnTo>
                <a:lnTo>
                  <a:pt x="2738577" y="281043"/>
                </a:lnTo>
                <a:lnTo>
                  <a:pt x="2738577" y="277139"/>
                </a:lnTo>
                <a:lnTo>
                  <a:pt x="2734676" y="277139"/>
                </a:lnTo>
                <a:lnTo>
                  <a:pt x="2734676" y="273236"/>
                </a:lnTo>
                <a:lnTo>
                  <a:pt x="2738577" y="273236"/>
                </a:lnTo>
                <a:lnTo>
                  <a:pt x="2738577" y="269333"/>
                </a:lnTo>
                <a:lnTo>
                  <a:pt x="2750280" y="269333"/>
                </a:lnTo>
                <a:lnTo>
                  <a:pt x="2750280" y="148328"/>
                </a:lnTo>
                <a:lnTo>
                  <a:pt x="2746379" y="148328"/>
                </a:lnTo>
                <a:lnTo>
                  <a:pt x="2746379" y="144425"/>
                </a:lnTo>
                <a:lnTo>
                  <a:pt x="2738577" y="144425"/>
                </a:lnTo>
                <a:lnTo>
                  <a:pt x="2738577" y="140521"/>
                </a:lnTo>
                <a:lnTo>
                  <a:pt x="2734676" y="140521"/>
                </a:lnTo>
                <a:lnTo>
                  <a:pt x="2734676" y="136618"/>
                </a:lnTo>
                <a:lnTo>
                  <a:pt x="2738577" y="136618"/>
                </a:lnTo>
                <a:close/>
                <a:moveTo>
                  <a:pt x="2761984" y="148328"/>
                </a:moveTo>
                <a:lnTo>
                  <a:pt x="2761984" y="269333"/>
                </a:lnTo>
                <a:lnTo>
                  <a:pt x="2777588" y="269333"/>
                </a:lnTo>
                <a:lnTo>
                  <a:pt x="2777588" y="148328"/>
                </a:lnTo>
                <a:close/>
                <a:moveTo>
                  <a:pt x="2789292" y="148328"/>
                </a:moveTo>
                <a:lnTo>
                  <a:pt x="2789292" y="202975"/>
                </a:lnTo>
                <a:lnTo>
                  <a:pt x="2793193" y="202975"/>
                </a:lnTo>
                <a:lnTo>
                  <a:pt x="2793193" y="206879"/>
                </a:lnTo>
                <a:lnTo>
                  <a:pt x="2797094" y="206879"/>
                </a:lnTo>
                <a:lnTo>
                  <a:pt x="2797094" y="202975"/>
                </a:lnTo>
                <a:lnTo>
                  <a:pt x="2816599" y="202975"/>
                </a:lnTo>
                <a:lnTo>
                  <a:pt x="2816599" y="199072"/>
                </a:lnTo>
                <a:lnTo>
                  <a:pt x="2820500" y="199072"/>
                </a:lnTo>
                <a:lnTo>
                  <a:pt x="2820500" y="191265"/>
                </a:lnTo>
                <a:lnTo>
                  <a:pt x="2824401" y="191265"/>
                </a:lnTo>
                <a:lnTo>
                  <a:pt x="2824401" y="163942"/>
                </a:lnTo>
                <a:lnTo>
                  <a:pt x="2820500" y="163942"/>
                </a:lnTo>
                <a:lnTo>
                  <a:pt x="2820500" y="152231"/>
                </a:lnTo>
                <a:lnTo>
                  <a:pt x="2816599" y="152231"/>
                </a:lnTo>
                <a:lnTo>
                  <a:pt x="2816599" y="148328"/>
                </a:lnTo>
                <a:close/>
                <a:moveTo>
                  <a:pt x="2832204" y="152231"/>
                </a:moveTo>
                <a:lnTo>
                  <a:pt x="2832204" y="199072"/>
                </a:lnTo>
                <a:lnTo>
                  <a:pt x="2840006" y="199072"/>
                </a:lnTo>
                <a:lnTo>
                  <a:pt x="2840006" y="195169"/>
                </a:lnTo>
                <a:lnTo>
                  <a:pt x="2843907" y="195169"/>
                </a:lnTo>
                <a:lnTo>
                  <a:pt x="2843907" y="191265"/>
                </a:lnTo>
                <a:lnTo>
                  <a:pt x="2847808" y="191265"/>
                </a:lnTo>
                <a:lnTo>
                  <a:pt x="2847808" y="187362"/>
                </a:lnTo>
                <a:lnTo>
                  <a:pt x="2851709" y="187362"/>
                </a:lnTo>
                <a:lnTo>
                  <a:pt x="2851709" y="167845"/>
                </a:lnTo>
                <a:lnTo>
                  <a:pt x="2847808" y="167845"/>
                </a:lnTo>
                <a:lnTo>
                  <a:pt x="2847808" y="160038"/>
                </a:lnTo>
                <a:lnTo>
                  <a:pt x="2843907" y="160038"/>
                </a:lnTo>
                <a:lnTo>
                  <a:pt x="2843907" y="156135"/>
                </a:lnTo>
                <a:lnTo>
                  <a:pt x="2840006" y="156135"/>
                </a:lnTo>
                <a:lnTo>
                  <a:pt x="2840006" y="152231"/>
                </a:lnTo>
                <a:close/>
                <a:moveTo>
                  <a:pt x="2605939" y="160038"/>
                </a:moveTo>
                <a:lnTo>
                  <a:pt x="2660555" y="160038"/>
                </a:lnTo>
                <a:lnTo>
                  <a:pt x="2660555" y="171748"/>
                </a:lnTo>
                <a:lnTo>
                  <a:pt x="2644951" y="171748"/>
                </a:lnTo>
                <a:lnTo>
                  <a:pt x="2644951" y="175652"/>
                </a:lnTo>
                <a:lnTo>
                  <a:pt x="2641049" y="175652"/>
                </a:lnTo>
                <a:lnTo>
                  <a:pt x="2641049" y="171748"/>
                </a:lnTo>
                <a:lnTo>
                  <a:pt x="2637148" y="171748"/>
                </a:lnTo>
                <a:lnTo>
                  <a:pt x="2637148" y="175652"/>
                </a:lnTo>
                <a:lnTo>
                  <a:pt x="2602038" y="175652"/>
                </a:lnTo>
                <a:lnTo>
                  <a:pt x="2602038" y="179555"/>
                </a:lnTo>
                <a:lnTo>
                  <a:pt x="2594236" y="179555"/>
                </a:lnTo>
                <a:lnTo>
                  <a:pt x="2594236" y="183458"/>
                </a:lnTo>
                <a:lnTo>
                  <a:pt x="2590335" y="183458"/>
                </a:lnTo>
                <a:lnTo>
                  <a:pt x="2590335" y="187362"/>
                </a:lnTo>
                <a:lnTo>
                  <a:pt x="2586434" y="187362"/>
                </a:lnTo>
                <a:lnTo>
                  <a:pt x="2586434" y="191265"/>
                </a:lnTo>
                <a:lnTo>
                  <a:pt x="2582533" y="191265"/>
                </a:lnTo>
                <a:lnTo>
                  <a:pt x="2582533" y="195169"/>
                </a:lnTo>
                <a:lnTo>
                  <a:pt x="2578632" y="195169"/>
                </a:lnTo>
                <a:lnTo>
                  <a:pt x="2578632" y="199072"/>
                </a:lnTo>
                <a:lnTo>
                  <a:pt x="2574731" y="199072"/>
                </a:lnTo>
                <a:lnTo>
                  <a:pt x="2574731" y="218589"/>
                </a:lnTo>
                <a:lnTo>
                  <a:pt x="2660555" y="218589"/>
                </a:lnTo>
                <a:lnTo>
                  <a:pt x="2660555" y="230299"/>
                </a:lnTo>
                <a:lnTo>
                  <a:pt x="2574731" y="230299"/>
                </a:lnTo>
                <a:lnTo>
                  <a:pt x="2574731" y="249816"/>
                </a:lnTo>
                <a:lnTo>
                  <a:pt x="2578632" y="249816"/>
                </a:lnTo>
                <a:lnTo>
                  <a:pt x="2578632" y="253719"/>
                </a:lnTo>
                <a:lnTo>
                  <a:pt x="2582533" y="253719"/>
                </a:lnTo>
                <a:lnTo>
                  <a:pt x="2582533" y="261526"/>
                </a:lnTo>
                <a:lnTo>
                  <a:pt x="2586434" y="261526"/>
                </a:lnTo>
                <a:lnTo>
                  <a:pt x="2586434" y="265429"/>
                </a:lnTo>
                <a:lnTo>
                  <a:pt x="2590335" y="265429"/>
                </a:lnTo>
                <a:lnTo>
                  <a:pt x="2590335" y="269333"/>
                </a:lnTo>
                <a:lnTo>
                  <a:pt x="2598137" y="269333"/>
                </a:lnTo>
                <a:lnTo>
                  <a:pt x="2598137" y="273236"/>
                </a:lnTo>
                <a:lnTo>
                  <a:pt x="2656654" y="273236"/>
                </a:lnTo>
                <a:lnTo>
                  <a:pt x="2656654" y="288849"/>
                </a:lnTo>
                <a:lnTo>
                  <a:pt x="2609841" y="288849"/>
                </a:lnTo>
                <a:lnTo>
                  <a:pt x="2609841" y="284946"/>
                </a:lnTo>
                <a:lnTo>
                  <a:pt x="2590335" y="284946"/>
                </a:lnTo>
                <a:lnTo>
                  <a:pt x="2590335" y="281043"/>
                </a:lnTo>
                <a:lnTo>
                  <a:pt x="2586434" y="281043"/>
                </a:lnTo>
                <a:lnTo>
                  <a:pt x="2586434" y="277139"/>
                </a:lnTo>
                <a:lnTo>
                  <a:pt x="2578632" y="277139"/>
                </a:lnTo>
                <a:lnTo>
                  <a:pt x="2578632" y="273236"/>
                </a:lnTo>
                <a:lnTo>
                  <a:pt x="2574731" y="273236"/>
                </a:lnTo>
                <a:lnTo>
                  <a:pt x="2574731" y="269333"/>
                </a:lnTo>
                <a:lnTo>
                  <a:pt x="2570830" y="269333"/>
                </a:lnTo>
                <a:lnTo>
                  <a:pt x="2570830" y="261526"/>
                </a:lnTo>
                <a:lnTo>
                  <a:pt x="2566928" y="261526"/>
                </a:lnTo>
                <a:lnTo>
                  <a:pt x="2566928" y="253719"/>
                </a:lnTo>
                <a:lnTo>
                  <a:pt x="2563027" y="253719"/>
                </a:lnTo>
                <a:lnTo>
                  <a:pt x="2563027" y="245912"/>
                </a:lnTo>
                <a:lnTo>
                  <a:pt x="2559126" y="245912"/>
                </a:lnTo>
                <a:lnTo>
                  <a:pt x="2559126" y="230299"/>
                </a:lnTo>
                <a:lnTo>
                  <a:pt x="2555225" y="230299"/>
                </a:lnTo>
                <a:lnTo>
                  <a:pt x="2555225" y="210782"/>
                </a:lnTo>
                <a:lnTo>
                  <a:pt x="2559126" y="210782"/>
                </a:lnTo>
                <a:lnTo>
                  <a:pt x="2559126" y="199072"/>
                </a:lnTo>
                <a:lnTo>
                  <a:pt x="2563027" y="199072"/>
                </a:lnTo>
                <a:lnTo>
                  <a:pt x="2563027" y="191265"/>
                </a:lnTo>
                <a:lnTo>
                  <a:pt x="2566928" y="191265"/>
                </a:lnTo>
                <a:lnTo>
                  <a:pt x="2566928" y="187362"/>
                </a:lnTo>
                <a:lnTo>
                  <a:pt x="2570830" y="187362"/>
                </a:lnTo>
                <a:lnTo>
                  <a:pt x="2570830" y="183458"/>
                </a:lnTo>
                <a:lnTo>
                  <a:pt x="2574731" y="183458"/>
                </a:lnTo>
                <a:lnTo>
                  <a:pt x="2574731" y="175652"/>
                </a:lnTo>
                <a:lnTo>
                  <a:pt x="2582533" y="175652"/>
                </a:lnTo>
                <a:lnTo>
                  <a:pt x="2582533" y="171748"/>
                </a:lnTo>
                <a:lnTo>
                  <a:pt x="2586434" y="171748"/>
                </a:lnTo>
                <a:lnTo>
                  <a:pt x="2586434" y="167845"/>
                </a:lnTo>
                <a:lnTo>
                  <a:pt x="2594236" y="167845"/>
                </a:lnTo>
                <a:lnTo>
                  <a:pt x="2594236" y="163942"/>
                </a:lnTo>
                <a:lnTo>
                  <a:pt x="2605939" y="163942"/>
                </a:lnTo>
                <a:close/>
                <a:moveTo>
                  <a:pt x="678793" y="195169"/>
                </a:moveTo>
                <a:lnTo>
                  <a:pt x="795826" y="195169"/>
                </a:lnTo>
                <a:lnTo>
                  <a:pt x="795826" y="199072"/>
                </a:lnTo>
                <a:lnTo>
                  <a:pt x="803628" y="199072"/>
                </a:lnTo>
                <a:lnTo>
                  <a:pt x="803628" y="202975"/>
                </a:lnTo>
                <a:lnTo>
                  <a:pt x="807529" y="202975"/>
                </a:lnTo>
                <a:lnTo>
                  <a:pt x="807529" y="206879"/>
                </a:lnTo>
                <a:lnTo>
                  <a:pt x="803628" y="206879"/>
                </a:lnTo>
                <a:lnTo>
                  <a:pt x="803628" y="210782"/>
                </a:lnTo>
                <a:lnTo>
                  <a:pt x="667089" y="210782"/>
                </a:lnTo>
                <a:lnTo>
                  <a:pt x="667089" y="206879"/>
                </a:lnTo>
                <a:lnTo>
                  <a:pt x="663188" y="206879"/>
                </a:lnTo>
                <a:lnTo>
                  <a:pt x="663188" y="202975"/>
                </a:lnTo>
                <a:lnTo>
                  <a:pt x="667089" y="202975"/>
                </a:lnTo>
                <a:lnTo>
                  <a:pt x="667089" y="199072"/>
                </a:lnTo>
                <a:lnTo>
                  <a:pt x="678793" y="199072"/>
                </a:lnTo>
                <a:close/>
                <a:moveTo>
                  <a:pt x="241869" y="202975"/>
                </a:moveTo>
                <a:lnTo>
                  <a:pt x="315990" y="202975"/>
                </a:lnTo>
                <a:lnTo>
                  <a:pt x="315990" y="206879"/>
                </a:lnTo>
                <a:lnTo>
                  <a:pt x="319891" y="206879"/>
                </a:lnTo>
                <a:lnTo>
                  <a:pt x="319891" y="210782"/>
                </a:lnTo>
                <a:lnTo>
                  <a:pt x="323792" y="210782"/>
                </a:lnTo>
                <a:lnTo>
                  <a:pt x="323792" y="218589"/>
                </a:lnTo>
                <a:lnTo>
                  <a:pt x="315990" y="218589"/>
                </a:lnTo>
                <a:lnTo>
                  <a:pt x="315990" y="222492"/>
                </a:lnTo>
                <a:lnTo>
                  <a:pt x="308187" y="222492"/>
                </a:lnTo>
                <a:lnTo>
                  <a:pt x="308187" y="218589"/>
                </a:lnTo>
                <a:lnTo>
                  <a:pt x="269176" y="218589"/>
                </a:lnTo>
                <a:lnTo>
                  <a:pt x="269176" y="234202"/>
                </a:lnTo>
                <a:lnTo>
                  <a:pt x="265275" y="234202"/>
                </a:lnTo>
                <a:lnTo>
                  <a:pt x="265275" y="249816"/>
                </a:lnTo>
                <a:lnTo>
                  <a:pt x="300385" y="249816"/>
                </a:lnTo>
                <a:lnTo>
                  <a:pt x="300385" y="253719"/>
                </a:lnTo>
                <a:lnTo>
                  <a:pt x="304286" y="253719"/>
                </a:lnTo>
                <a:lnTo>
                  <a:pt x="304286" y="257623"/>
                </a:lnTo>
                <a:lnTo>
                  <a:pt x="300385" y="257623"/>
                </a:lnTo>
                <a:lnTo>
                  <a:pt x="300385" y="261526"/>
                </a:lnTo>
                <a:lnTo>
                  <a:pt x="296484" y="261526"/>
                </a:lnTo>
                <a:lnTo>
                  <a:pt x="296484" y="265429"/>
                </a:lnTo>
                <a:lnTo>
                  <a:pt x="257473" y="265429"/>
                </a:lnTo>
                <a:lnTo>
                  <a:pt x="257473" y="273236"/>
                </a:lnTo>
                <a:lnTo>
                  <a:pt x="253572" y="273236"/>
                </a:lnTo>
                <a:lnTo>
                  <a:pt x="253572" y="281043"/>
                </a:lnTo>
                <a:lnTo>
                  <a:pt x="249671" y="281043"/>
                </a:lnTo>
                <a:lnTo>
                  <a:pt x="249671" y="288849"/>
                </a:lnTo>
                <a:lnTo>
                  <a:pt x="245770" y="288849"/>
                </a:lnTo>
                <a:lnTo>
                  <a:pt x="245770" y="296656"/>
                </a:lnTo>
                <a:lnTo>
                  <a:pt x="241869" y="296656"/>
                </a:lnTo>
                <a:lnTo>
                  <a:pt x="241869" y="300560"/>
                </a:lnTo>
                <a:lnTo>
                  <a:pt x="237968" y="300560"/>
                </a:lnTo>
                <a:lnTo>
                  <a:pt x="237968" y="304463"/>
                </a:lnTo>
                <a:lnTo>
                  <a:pt x="234066" y="304463"/>
                </a:lnTo>
                <a:lnTo>
                  <a:pt x="234066" y="308366"/>
                </a:lnTo>
                <a:lnTo>
                  <a:pt x="230165" y="308366"/>
                </a:lnTo>
                <a:lnTo>
                  <a:pt x="230165" y="312270"/>
                </a:lnTo>
                <a:lnTo>
                  <a:pt x="206759" y="312270"/>
                </a:lnTo>
                <a:lnTo>
                  <a:pt x="206759" y="308366"/>
                </a:lnTo>
                <a:lnTo>
                  <a:pt x="202858" y="308366"/>
                </a:lnTo>
                <a:lnTo>
                  <a:pt x="202858" y="304463"/>
                </a:lnTo>
                <a:lnTo>
                  <a:pt x="198956" y="304463"/>
                </a:lnTo>
                <a:lnTo>
                  <a:pt x="198956" y="292753"/>
                </a:lnTo>
                <a:lnTo>
                  <a:pt x="202858" y="292753"/>
                </a:lnTo>
                <a:lnTo>
                  <a:pt x="202858" y="288849"/>
                </a:lnTo>
                <a:lnTo>
                  <a:pt x="206759" y="288849"/>
                </a:lnTo>
                <a:lnTo>
                  <a:pt x="206759" y="292753"/>
                </a:lnTo>
                <a:lnTo>
                  <a:pt x="214561" y="292753"/>
                </a:lnTo>
                <a:lnTo>
                  <a:pt x="214561" y="296656"/>
                </a:lnTo>
                <a:lnTo>
                  <a:pt x="222363" y="296656"/>
                </a:lnTo>
                <a:lnTo>
                  <a:pt x="222363" y="300560"/>
                </a:lnTo>
                <a:lnTo>
                  <a:pt x="226264" y="300560"/>
                </a:lnTo>
                <a:lnTo>
                  <a:pt x="226264" y="296656"/>
                </a:lnTo>
                <a:lnTo>
                  <a:pt x="230165" y="296656"/>
                </a:lnTo>
                <a:lnTo>
                  <a:pt x="230165" y="288849"/>
                </a:lnTo>
                <a:lnTo>
                  <a:pt x="234066" y="288849"/>
                </a:lnTo>
                <a:lnTo>
                  <a:pt x="234066" y="281043"/>
                </a:lnTo>
                <a:lnTo>
                  <a:pt x="237968" y="281043"/>
                </a:lnTo>
                <a:lnTo>
                  <a:pt x="237968" y="269333"/>
                </a:lnTo>
                <a:lnTo>
                  <a:pt x="241869" y="269333"/>
                </a:lnTo>
                <a:lnTo>
                  <a:pt x="241869" y="261526"/>
                </a:lnTo>
                <a:lnTo>
                  <a:pt x="245770" y="261526"/>
                </a:lnTo>
                <a:lnTo>
                  <a:pt x="245770" y="249816"/>
                </a:lnTo>
                <a:lnTo>
                  <a:pt x="249671" y="249816"/>
                </a:lnTo>
                <a:lnTo>
                  <a:pt x="249671" y="234202"/>
                </a:lnTo>
                <a:lnTo>
                  <a:pt x="253572" y="234202"/>
                </a:lnTo>
                <a:lnTo>
                  <a:pt x="253572" y="222492"/>
                </a:lnTo>
                <a:lnTo>
                  <a:pt x="257473" y="222492"/>
                </a:lnTo>
                <a:lnTo>
                  <a:pt x="257473" y="218589"/>
                </a:lnTo>
                <a:lnTo>
                  <a:pt x="234066" y="218589"/>
                </a:lnTo>
                <a:lnTo>
                  <a:pt x="234066" y="222492"/>
                </a:lnTo>
                <a:lnTo>
                  <a:pt x="230165" y="222492"/>
                </a:lnTo>
                <a:lnTo>
                  <a:pt x="230165" y="226396"/>
                </a:lnTo>
                <a:lnTo>
                  <a:pt x="222363" y="226396"/>
                </a:lnTo>
                <a:lnTo>
                  <a:pt x="222363" y="214685"/>
                </a:lnTo>
                <a:lnTo>
                  <a:pt x="226264" y="214685"/>
                </a:lnTo>
                <a:lnTo>
                  <a:pt x="226264" y="210782"/>
                </a:lnTo>
                <a:lnTo>
                  <a:pt x="230165" y="210782"/>
                </a:lnTo>
                <a:lnTo>
                  <a:pt x="230165" y="206879"/>
                </a:lnTo>
                <a:lnTo>
                  <a:pt x="241869" y="206879"/>
                </a:lnTo>
                <a:close/>
                <a:moveTo>
                  <a:pt x="2804896" y="214685"/>
                </a:moveTo>
                <a:lnTo>
                  <a:pt x="2804896" y="222492"/>
                </a:lnTo>
                <a:lnTo>
                  <a:pt x="2808797" y="222492"/>
                </a:lnTo>
                <a:lnTo>
                  <a:pt x="2808797" y="226396"/>
                </a:lnTo>
                <a:lnTo>
                  <a:pt x="2812698" y="226396"/>
                </a:lnTo>
                <a:lnTo>
                  <a:pt x="2812698" y="234202"/>
                </a:lnTo>
                <a:lnTo>
                  <a:pt x="2816599" y="234202"/>
                </a:lnTo>
                <a:lnTo>
                  <a:pt x="2816599" y="238106"/>
                </a:lnTo>
                <a:lnTo>
                  <a:pt x="2820500" y="238106"/>
                </a:lnTo>
                <a:lnTo>
                  <a:pt x="2820500" y="245912"/>
                </a:lnTo>
                <a:lnTo>
                  <a:pt x="2824401" y="245912"/>
                </a:lnTo>
                <a:lnTo>
                  <a:pt x="2824401" y="249816"/>
                </a:lnTo>
                <a:lnTo>
                  <a:pt x="2828303" y="249816"/>
                </a:lnTo>
                <a:lnTo>
                  <a:pt x="2828303" y="253719"/>
                </a:lnTo>
                <a:lnTo>
                  <a:pt x="2832204" y="253719"/>
                </a:lnTo>
                <a:lnTo>
                  <a:pt x="2832204" y="261526"/>
                </a:lnTo>
                <a:lnTo>
                  <a:pt x="2836105" y="261526"/>
                </a:lnTo>
                <a:lnTo>
                  <a:pt x="2836105" y="269333"/>
                </a:lnTo>
                <a:lnTo>
                  <a:pt x="2855610" y="269333"/>
                </a:lnTo>
                <a:lnTo>
                  <a:pt x="2855610" y="265429"/>
                </a:lnTo>
                <a:lnTo>
                  <a:pt x="2851709" y="265429"/>
                </a:lnTo>
                <a:lnTo>
                  <a:pt x="2851709" y="261526"/>
                </a:lnTo>
                <a:lnTo>
                  <a:pt x="2847808" y="261526"/>
                </a:lnTo>
                <a:lnTo>
                  <a:pt x="2847808" y="253719"/>
                </a:lnTo>
                <a:lnTo>
                  <a:pt x="2843907" y="253719"/>
                </a:lnTo>
                <a:lnTo>
                  <a:pt x="2843907" y="249816"/>
                </a:lnTo>
                <a:lnTo>
                  <a:pt x="2840006" y="249816"/>
                </a:lnTo>
                <a:lnTo>
                  <a:pt x="2840006" y="245912"/>
                </a:lnTo>
                <a:lnTo>
                  <a:pt x="2836105" y="245912"/>
                </a:lnTo>
                <a:lnTo>
                  <a:pt x="2836105" y="238106"/>
                </a:lnTo>
                <a:lnTo>
                  <a:pt x="2832204" y="238106"/>
                </a:lnTo>
                <a:lnTo>
                  <a:pt x="2832204" y="234202"/>
                </a:lnTo>
                <a:lnTo>
                  <a:pt x="2828303" y="234202"/>
                </a:lnTo>
                <a:lnTo>
                  <a:pt x="2828303" y="226396"/>
                </a:lnTo>
                <a:lnTo>
                  <a:pt x="2824401" y="226396"/>
                </a:lnTo>
                <a:lnTo>
                  <a:pt x="2824401" y="218589"/>
                </a:lnTo>
                <a:lnTo>
                  <a:pt x="2820500" y="218589"/>
                </a:lnTo>
                <a:lnTo>
                  <a:pt x="2820500" y="214685"/>
                </a:lnTo>
                <a:close/>
                <a:moveTo>
                  <a:pt x="1431706" y="214685"/>
                </a:moveTo>
                <a:lnTo>
                  <a:pt x="1591652" y="214685"/>
                </a:lnTo>
                <a:lnTo>
                  <a:pt x="1591652" y="218589"/>
                </a:lnTo>
                <a:lnTo>
                  <a:pt x="1595553" y="218589"/>
                </a:lnTo>
                <a:lnTo>
                  <a:pt x="1595553" y="226396"/>
                </a:lnTo>
                <a:lnTo>
                  <a:pt x="1591652" y="226396"/>
                </a:lnTo>
                <a:lnTo>
                  <a:pt x="1591652" y="230299"/>
                </a:lnTo>
                <a:lnTo>
                  <a:pt x="1431706" y="230299"/>
                </a:lnTo>
                <a:lnTo>
                  <a:pt x="1431706" y="226396"/>
                </a:lnTo>
                <a:lnTo>
                  <a:pt x="1427805" y="226396"/>
                </a:lnTo>
                <a:lnTo>
                  <a:pt x="1427805" y="218589"/>
                </a:lnTo>
                <a:lnTo>
                  <a:pt x="1431706" y="218589"/>
                </a:lnTo>
                <a:close/>
                <a:moveTo>
                  <a:pt x="1950554" y="230299"/>
                </a:moveTo>
                <a:lnTo>
                  <a:pt x="1958356" y="230299"/>
                </a:lnTo>
                <a:lnTo>
                  <a:pt x="1958356" y="234202"/>
                </a:lnTo>
                <a:lnTo>
                  <a:pt x="1962257" y="234202"/>
                </a:lnTo>
                <a:lnTo>
                  <a:pt x="1962257" y="238106"/>
                </a:lnTo>
                <a:lnTo>
                  <a:pt x="1950554" y="238106"/>
                </a:lnTo>
                <a:close/>
                <a:moveTo>
                  <a:pt x="429122" y="238106"/>
                </a:moveTo>
                <a:lnTo>
                  <a:pt x="444726" y="238106"/>
                </a:lnTo>
                <a:lnTo>
                  <a:pt x="444726" y="242009"/>
                </a:lnTo>
                <a:lnTo>
                  <a:pt x="448627" y="242009"/>
                </a:lnTo>
                <a:lnTo>
                  <a:pt x="448627" y="265429"/>
                </a:lnTo>
                <a:lnTo>
                  <a:pt x="444726" y="265429"/>
                </a:lnTo>
                <a:lnTo>
                  <a:pt x="444726" y="281043"/>
                </a:lnTo>
                <a:lnTo>
                  <a:pt x="440825" y="281043"/>
                </a:lnTo>
                <a:lnTo>
                  <a:pt x="440825" y="296656"/>
                </a:lnTo>
                <a:lnTo>
                  <a:pt x="444726" y="296656"/>
                </a:lnTo>
                <a:lnTo>
                  <a:pt x="444726" y="300560"/>
                </a:lnTo>
                <a:lnTo>
                  <a:pt x="456430" y="300560"/>
                </a:lnTo>
                <a:lnTo>
                  <a:pt x="456430" y="296656"/>
                </a:lnTo>
                <a:lnTo>
                  <a:pt x="464232" y="296656"/>
                </a:lnTo>
                <a:lnTo>
                  <a:pt x="464232" y="288849"/>
                </a:lnTo>
                <a:lnTo>
                  <a:pt x="468133" y="288849"/>
                </a:lnTo>
                <a:lnTo>
                  <a:pt x="468133" y="269333"/>
                </a:lnTo>
                <a:lnTo>
                  <a:pt x="472034" y="269333"/>
                </a:lnTo>
                <a:lnTo>
                  <a:pt x="472034" y="249816"/>
                </a:lnTo>
                <a:lnTo>
                  <a:pt x="475935" y="249816"/>
                </a:lnTo>
                <a:lnTo>
                  <a:pt x="475935" y="242009"/>
                </a:lnTo>
                <a:lnTo>
                  <a:pt x="487638" y="242009"/>
                </a:lnTo>
                <a:lnTo>
                  <a:pt x="487638" y="265429"/>
                </a:lnTo>
                <a:lnTo>
                  <a:pt x="483737" y="265429"/>
                </a:lnTo>
                <a:lnTo>
                  <a:pt x="483737" y="281043"/>
                </a:lnTo>
                <a:lnTo>
                  <a:pt x="479836" y="281043"/>
                </a:lnTo>
                <a:lnTo>
                  <a:pt x="479836" y="300560"/>
                </a:lnTo>
                <a:lnTo>
                  <a:pt x="483737" y="300560"/>
                </a:lnTo>
                <a:lnTo>
                  <a:pt x="483737" y="292753"/>
                </a:lnTo>
                <a:lnTo>
                  <a:pt x="487638" y="292753"/>
                </a:lnTo>
                <a:lnTo>
                  <a:pt x="487638" y="284946"/>
                </a:lnTo>
                <a:lnTo>
                  <a:pt x="491539" y="284946"/>
                </a:lnTo>
                <a:lnTo>
                  <a:pt x="491539" y="281043"/>
                </a:lnTo>
                <a:lnTo>
                  <a:pt x="495441" y="281043"/>
                </a:lnTo>
                <a:lnTo>
                  <a:pt x="495441" y="300560"/>
                </a:lnTo>
                <a:lnTo>
                  <a:pt x="491539" y="300560"/>
                </a:lnTo>
                <a:lnTo>
                  <a:pt x="491539" y="308366"/>
                </a:lnTo>
                <a:lnTo>
                  <a:pt x="487638" y="308366"/>
                </a:lnTo>
                <a:lnTo>
                  <a:pt x="487638" y="312270"/>
                </a:lnTo>
                <a:lnTo>
                  <a:pt x="475935" y="312270"/>
                </a:lnTo>
                <a:lnTo>
                  <a:pt x="475935" y="308366"/>
                </a:lnTo>
                <a:lnTo>
                  <a:pt x="472034" y="308366"/>
                </a:lnTo>
                <a:lnTo>
                  <a:pt x="472034" y="304463"/>
                </a:lnTo>
                <a:lnTo>
                  <a:pt x="460331" y="304463"/>
                </a:lnTo>
                <a:lnTo>
                  <a:pt x="460331" y="308366"/>
                </a:lnTo>
                <a:lnTo>
                  <a:pt x="448627" y="308366"/>
                </a:lnTo>
                <a:lnTo>
                  <a:pt x="448627" y="312270"/>
                </a:lnTo>
                <a:lnTo>
                  <a:pt x="444726" y="312270"/>
                </a:lnTo>
                <a:lnTo>
                  <a:pt x="444726" y="308366"/>
                </a:lnTo>
                <a:lnTo>
                  <a:pt x="433023" y="308366"/>
                </a:lnTo>
                <a:lnTo>
                  <a:pt x="433023" y="304463"/>
                </a:lnTo>
                <a:lnTo>
                  <a:pt x="429122" y="304463"/>
                </a:lnTo>
                <a:lnTo>
                  <a:pt x="429122" y="296656"/>
                </a:lnTo>
                <a:lnTo>
                  <a:pt x="425221" y="296656"/>
                </a:lnTo>
                <a:lnTo>
                  <a:pt x="425221" y="284946"/>
                </a:lnTo>
                <a:lnTo>
                  <a:pt x="429122" y="284946"/>
                </a:lnTo>
                <a:lnTo>
                  <a:pt x="429122" y="269333"/>
                </a:lnTo>
                <a:lnTo>
                  <a:pt x="433023" y="269333"/>
                </a:lnTo>
                <a:lnTo>
                  <a:pt x="433023" y="257623"/>
                </a:lnTo>
                <a:lnTo>
                  <a:pt x="436924" y="257623"/>
                </a:lnTo>
                <a:lnTo>
                  <a:pt x="436924" y="245912"/>
                </a:lnTo>
                <a:lnTo>
                  <a:pt x="429122" y="245912"/>
                </a:lnTo>
                <a:lnTo>
                  <a:pt x="429122" y="253719"/>
                </a:lnTo>
                <a:lnTo>
                  <a:pt x="425221" y="253719"/>
                </a:lnTo>
                <a:lnTo>
                  <a:pt x="425221" y="261526"/>
                </a:lnTo>
                <a:lnTo>
                  <a:pt x="421320" y="261526"/>
                </a:lnTo>
                <a:lnTo>
                  <a:pt x="421320" y="265429"/>
                </a:lnTo>
                <a:lnTo>
                  <a:pt x="413517" y="265429"/>
                </a:lnTo>
                <a:lnTo>
                  <a:pt x="413517" y="249816"/>
                </a:lnTo>
                <a:lnTo>
                  <a:pt x="417418" y="249816"/>
                </a:lnTo>
                <a:lnTo>
                  <a:pt x="417418" y="245912"/>
                </a:lnTo>
                <a:lnTo>
                  <a:pt x="421320" y="245912"/>
                </a:lnTo>
                <a:lnTo>
                  <a:pt x="421320" y="242009"/>
                </a:lnTo>
                <a:lnTo>
                  <a:pt x="429122" y="242009"/>
                </a:lnTo>
                <a:close/>
                <a:moveTo>
                  <a:pt x="522748" y="238106"/>
                </a:moveTo>
                <a:lnTo>
                  <a:pt x="534452" y="238106"/>
                </a:lnTo>
                <a:lnTo>
                  <a:pt x="534452" y="242009"/>
                </a:lnTo>
                <a:lnTo>
                  <a:pt x="538353" y="242009"/>
                </a:lnTo>
                <a:lnTo>
                  <a:pt x="538353" y="249816"/>
                </a:lnTo>
                <a:lnTo>
                  <a:pt x="542254" y="249816"/>
                </a:lnTo>
                <a:lnTo>
                  <a:pt x="542254" y="261526"/>
                </a:lnTo>
                <a:lnTo>
                  <a:pt x="538353" y="261526"/>
                </a:lnTo>
                <a:lnTo>
                  <a:pt x="538353" y="277139"/>
                </a:lnTo>
                <a:lnTo>
                  <a:pt x="534452" y="277139"/>
                </a:lnTo>
                <a:lnTo>
                  <a:pt x="534452" y="296656"/>
                </a:lnTo>
                <a:lnTo>
                  <a:pt x="538353" y="296656"/>
                </a:lnTo>
                <a:lnTo>
                  <a:pt x="538353" y="300560"/>
                </a:lnTo>
                <a:lnTo>
                  <a:pt x="550056" y="300560"/>
                </a:lnTo>
                <a:lnTo>
                  <a:pt x="550056" y="296656"/>
                </a:lnTo>
                <a:lnTo>
                  <a:pt x="553957" y="296656"/>
                </a:lnTo>
                <a:lnTo>
                  <a:pt x="553957" y="292753"/>
                </a:lnTo>
                <a:lnTo>
                  <a:pt x="557858" y="292753"/>
                </a:lnTo>
                <a:lnTo>
                  <a:pt x="557858" y="288849"/>
                </a:lnTo>
                <a:lnTo>
                  <a:pt x="561759" y="288849"/>
                </a:lnTo>
                <a:lnTo>
                  <a:pt x="561759" y="277139"/>
                </a:lnTo>
                <a:lnTo>
                  <a:pt x="565661" y="277139"/>
                </a:lnTo>
                <a:lnTo>
                  <a:pt x="565661" y="253719"/>
                </a:lnTo>
                <a:lnTo>
                  <a:pt x="561759" y="253719"/>
                </a:lnTo>
                <a:lnTo>
                  <a:pt x="561759" y="242009"/>
                </a:lnTo>
                <a:lnTo>
                  <a:pt x="577364" y="242009"/>
                </a:lnTo>
                <a:lnTo>
                  <a:pt x="577364" y="269333"/>
                </a:lnTo>
                <a:lnTo>
                  <a:pt x="573463" y="269333"/>
                </a:lnTo>
                <a:lnTo>
                  <a:pt x="573463" y="281043"/>
                </a:lnTo>
                <a:lnTo>
                  <a:pt x="569562" y="281043"/>
                </a:lnTo>
                <a:lnTo>
                  <a:pt x="569562" y="288849"/>
                </a:lnTo>
                <a:lnTo>
                  <a:pt x="565661" y="288849"/>
                </a:lnTo>
                <a:lnTo>
                  <a:pt x="565661" y="292753"/>
                </a:lnTo>
                <a:lnTo>
                  <a:pt x="561759" y="292753"/>
                </a:lnTo>
                <a:lnTo>
                  <a:pt x="561759" y="300560"/>
                </a:lnTo>
                <a:lnTo>
                  <a:pt x="557858" y="300560"/>
                </a:lnTo>
                <a:lnTo>
                  <a:pt x="557858" y="304463"/>
                </a:lnTo>
                <a:lnTo>
                  <a:pt x="553957" y="304463"/>
                </a:lnTo>
                <a:lnTo>
                  <a:pt x="553957" y="308366"/>
                </a:lnTo>
                <a:lnTo>
                  <a:pt x="550056" y="308366"/>
                </a:lnTo>
                <a:lnTo>
                  <a:pt x="550056" y="312270"/>
                </a:lnTo>
                <a:lnTo>
                  <a:pt x="538353" y="312270"/>
                </a:lnTo>
                <a:lnTo>
                  <a:pt x="538353" y="308366"/>
                </a:lnTo>
                <a:lnTo>
                  <a:pt x="530551" y="308366"/>
                </a:lnTo>
                <a:lnTo>
                  <a:pt x="530551" y="304463"/>
                </a:lnTo>
                <a:lnTo>
                  <a:pt x="526649" y="304463"/>
                </a:lnTo>
                <a:lnTo>
                  <a:pt x="526649" y="300560"/>
                </a:lnTo>
                <a:lnTo>
                  <a:pt x="522748" y="300560"/>
                </a:lnTo>
                <a:lnTo>
                  <a:pt x="522748" y="296656"/>
                </a:lnTo>
                <a:lnTo>
                  <a:pt x="518847" y="296656"/>
                </a:lnTo>
                <a:lnTo>
                  <a:pt x="518847" y="273236"/>
                </a:lnTo>
                <a:lnTo>
                  <a:pt x="522748" y="273236"/>
                </a:lnTo>
                <a:lnTo>
                  <a:pt x="522748" y="261526"/>
                </a:lnTo>
                <a:lnTo>
                  <a:pt x="526649" y="261526"/>
                </a:lnTo>
                <a:lnTo>
                  <a:pt x="526649" y="249816"/>
                </a:lnTo>
                <a:lnTo>
                  <a:pt x="518847" y="249816"/>
                </a:lnTo>
                <a:lnTo>
                  <a:pt x="518847" y="253719"/>
                </a:lnTo>
                <a:lnTo>
                  <a:pt x="514946" y="253719"/>
                </a:lnTo>
                <a:lnTo>
                  <a:pt x="514946" y="261526"/>
                </a:lnTo>
                <a:lnTo>
                  <a:pt x="511045" y="261526"/>
                </a:lnTo>
                <a:lnTo>
                  <a:pt x="511045" y="265429"/>
                </a:lnTo>
                <a:lnTo>
                  <a:pt x="507144" y="265429"/>
                </a:lnTo>
                <a:lnTo>
                  <a:pt x="507144" y="269333"/>
                </a:lnTo>
                <a:lnTo>
                  <a:pt x="503243" y="269333"/>
                </a:lnTo>
                <a:lnTo>
                  <a:pt x="503243" y="257623"/>
                </a:lnTo>
                <a:lnTo>
                  <a:pt x="507144" y="257623"/>
                </a:lnTo>
                <a:lnTo>
                  <a:pt x="507144" y="249816"/>
                </a:lnTo>
                <a:lnTo>
                  <a:pt x="511045" y="249816"/>
                </a:lnTo>
                <a:lnTo>
                  <a:pt x="511045" y="245912"/>
                </a:lnTo>
                <a:lnTo>
                  <a:pt x="514946" y="245912"/>
                </a:lnTo>
                <a:lnTo>
                  <a:pt x="514946" y="242009"/>
                </a:lnTo>
                <a:lnTo>
                  <a:pt x="522748" y="242009"/>
                </a:lnTo>
                <a:close/>
                <a:moveTo>
                  <a:pt x="667089" y="238106"/>
                </a:moveTo>
                <a:lnTo>
                  <a:pt x="803628" y="238106"/>
                </a:lnTo>
                <a:lnTo>
                  <a:pt x="803628" y="242009"/>
                </a:lnTo>
                <a:lnTo>
                  <a:pt x="807529" y="242009"/>
                </a:lnTo>
                <a:lnTo>
                  <a:pt x="807529" y="249816"/>
                </a:lnTo>
                <a:lnTo>
                  <a:pt x="803628" y="249816"/>
                </a:lnTo>
                <a:lnTo>
                  <a:pt x="803628" y="253719"/>
                </a:lnTo>
                <a:lnTo>
                  <a:pt x="667089" y="253719"/>
                </a:lnTo>
                <a:lnTo>
                  <a:pt x="667089" y="249816"/>
                </a:lnTo>
                <a:lnTo>
                  <a:pt x="663188" y="249816"/>
                </a:lnTo>
                <a:lnTo>
                  <a:pt x="663188" y="242009"/>
                </a:lnTo>
                <a:lnTo>
                  <a:pt x="667089" y="242009"/>
                </a:lnTo>
                <a:close/>
                <a:moveTo>
                  <a:pt x="1622861" y="253719"/>
                </a:moveTo>
                <a:lnTo>
                  <a:pt x="1626762" y="253719"/>
                </a:lnTo>
                <a:lnTo>
                  <a:pt x="1626762" y="257623"/>
                </a:lnTo>
                <a:lnTo>
                  <a:pt x="1634564" y="257623"/>
                </a:lnTo>
                <a:lnTo>
                  <a:pt x="1634564" y="261526"/>
                </a:lnTo>
                <a:lnTo>
                  <a:pt x="1626762" y="261526"/>
                </a:lnTo>
                <a:lnTo>
                  <a:pt x="1626762" y="257623"/>
                </a:lnTo>
                <a:lnTo>
                  <a:pt x="1622861" y="257623"/>
                </a:lnTo>
                <a:lnTo>
                  <a:pt x="1622861" y="261526"/>
                </a:lnTo>
                <a:lnTo>
                  <a:pt x="1618959" y="261526"/>
                </a:lnTo>
                <a:lnTo>
                  <a:pt x="1618959" y="269333"/>
                </a:lnTo>
                <a:lnTo>
                  <a:pt x="1615058" y="269333"/>
                </a:lnTo>
                <a:lnTo>
                  <a:pt x="1615058" y="261526"/>
                </a:lnTo>
                <a:lnTo>
                  <a:pt x="1618959" y="261526"/>
                </a:lnTo>
                <a:lnTo>
                  <a:pt x="1618959" y="257623"/>
                </a:lnTo>
                <a:lnTo>
                  <a:pt x="1622861" y="257623"/>
                </a:lnTo>
                <a:close/>
                <a:moveTo>
                  <a:pt x="1474618" y="273236"/>
                </a:moveTo>
                <a:lnTo>
                  <a:pt x="1501926" y="273236"/>
                </a:lnTo>
                <a:lnTo>
                  <a:pt x="1501926" y="277139"/>
                </a:lnTo>
                <a:lnTo>
                  <a:pt x="1509728" y="277139"/>
                </a:lnTo>
                <a:lnTo>
                  <a:pt x="1509728" y="281043"/>
                </a:lnTo>
                <a:lnTo>
                  <a:pt x="1513630" y="281043"/>
                </a:lnTo>
                <a:lnTo>
                  <a:pt x="1513630" y="288849"/>
                </a:lnTo>
                <a:lnTo>
                  <a:pt x="1509728" y="288849"/>
                </a:lnTo>
                <a:lnTo>
                  <a:pt x="1509728" y="292753"/>
                </a:lnTo>
                <a:lnTo>
                  <a:pt x="1501926" y="292753"/>
                </a:lnTo>
                <a:lnTo>
                  <a:pt x="1501926" y="288849"/>
                </a:lnTo>
                <a:lnTo>
                  <a:pt x="1494124" y="288849"/>
                </a:lnTo>
                <a:lnTo>
                  <a:pt x="1494124" y="284946"/>
                </a:lnTo>
                <a:lnTo>
                  <a:pt x="1474618" y="284946"/>
                </a:lnTo>
                <a:lnTo>
                  <a:pt x="1474618" y="292753"/>
                </a:lnTo>
                <a:lnTo>
                  <a:pt x="1470717" y="292753"/>
                </a:lnTo>
                <a:lnTo>
                  <a:pt x="1470717" y="296656"/>
                </a:lnTo>
                <a:lnTo>
                  <a:pt x="1474618" y="296656"/>
                </a:lnTo>
                <a:lnTo>
                  <a:pt x="1474618" y="304463"/>
                </a:lnTo>
                <a:lnTo>
                  <a:pt x="1478520" y="304463"/>
                </a:lnTo>
                <a:lnTo>
                  <a:pt x="1478520" y="312270"/>
                </a:lnTo>
                <a:lnTo>
                  <a:pt x="1482421" y="312270"/>
                </a:lnTo>
                <a:lnTo>
                  <a:pt x="1482421" y="316173"/>
                </a:lnTo>
                <a:lnTo>
                  <a:pt x="1486322" y="316173"/>
                </a:lnTo>
                <a:lnTo>
                  <a:pt x="1486322" y="320076"/>
                </a:lnTo>
                <a:lnTo>
                  <a:pt x="1490223" y="320076"/>
                </a:lnTo>
                <a:lnTo>
                  <a:pt x="1490223" y="323980"/>
                </a:lnTo>
                <a:lnTo>
                  <a:pt x="1494124" y="323980"/>
                </a:lnTo>
                <a:lnTo>
                  <a:pt x="1494124" y="331787"/>
                </a:lnTo>
                <a:lnTo>
                  <a:pt x="1498025" y="331787"/>
                </a:lnTo>
                <a:lnTo>
                  <a:pt x="1498025" y="339593"/>
                </a:lnTo>
                <a:lnTo>
                  <a:pt x="1501926" y="339593"/>
                </a:lnTo>
                <a:lnTo>
                  <a:pt x="1501926" y="347400"/>
                </a:lnTo>
                <a:lnTo>
                  <a:pt x="1505827" y="347400"/>
                </a:lnTo>
                <a:lnTo>
                  <a:pt x="1505827" y="378627"/>
                </a:lnTo>
                <a:lnTo>
                  <a:pt x="1501926" y="378627"/>
                </a:lnTo>
                <a:lnTo>
                  <a:pt x="1501926" y="390337"/>
                </a:lnTo>
                <a:lnTo>
                  <a:pt x="1498025" y="390337"/>
                </a:lnTo>
                <a:lnTo>
                  <a:pt x="1498025" y="394241"/>
                </a:lnTo>
                <a:lnTo>
                  <a:pt x="1494124" y="394241"/>
                </a:lnTo>
                <a:lnTo>
                  <a:pt x="1494124" y="402047"/>
                </a:lnTo>
                <a:lnTo>
                  <a:pt x="1490223" y="402047"/>
                </a:lnTo>
                <a:lnTo>
                  <a:pt x="1490223" y="405951"/>
                </a:lnTo>
                <a:lnTo>
                  <a:pt x="1486322" y="405951"/>
                </a:lnTo>
                <a:lnTo>
                  <a:pt x="1486322" y="409854"/>
                </a:lnTo>
                <a:lnTo>
                  <a:pt x="1482421" y="409854"/>
                </a:lnTo>
                <a:lnTo>
                  <a:pt x="1482421" y="413757"/>
                </a:lnTo>
                <a:lnTo>
                  <a:pt x="1478520" y="413757"/>
                </a:lnTo>
                <a:lnTo>
                  <a:pt x="1478520" y="417661"/>
                </a:lnTo>
                <a:lnTo>
                  <a:pt x="1466816" y="417661"/>
                </a:lnTo>
                <a:lnTo>
                  <a:pt x="1466816" y="421564"/>
                </a:lnTo>
                <a:lnTo>
                  <a:pt x="1455113" y="421564"/>
                </a:lnTo>
                <a:lnTo>
                  <a:pt x="1455113" y="417661"/>
                </a:lnTo>
                <a:lnTo>
                  <a:pt x="1447311" y="417661"/>
                </a:lnTo>
                <a:lnTo>
                  <a:pt x="1447311" y="413757"/>
                </a:lnTo>
                <a:lnTo>
                  <a:pt x="1443410" y="413757"/>
                </a:lnTo>
                <a:lnTo>
                  <a:pt x="1443410" y="409854"/>
                </a:lnTo>
                <a:lnTo>
                  <a:pt x="1439508" y="409854"/>
                </a:lnTo>
                <a:lnTo>
                  <a:pt x="1439508" y="405951"/>
                </a:lnTo>
                <a:lnTo>
                  <a:pt x="1435607" y="405951"/>
                </a:lnTo>
                <a:lnTo>
                  <a:pt x="1435607" y="402047"/>
                </a:lnTo>
                <a:lnTo>
                  <a:pt x="1431706" y="402047"/>
                </a:lnTo>
                <a:lnTo>
                  <a:pt x="1431706" y="390337"/>
                </a:lnTo>
                <a:lnTo>
                  <a:pt x="1427805" y="390337"/>
                </a:lnTo>
                <a:lnTo>
                  <a:pt x="1427805" y="374724"/>
                </a:lnTo>
                <a:lnTo>
                  <a:pt x="1431706" y="374724"/>
                </a:lnTo>
                <a:lnTo>
                  <a:pt x="1431706" y="363014"/>
                </a:lnTo>
                <a:lnTo>
                  <a:pt x="1435607" y="363014"/>
                </a:lnTo>
                <a:lnTo>
                  <a:pt x="1435607" y="355207"/>
                </a:lnTo>
                <a:lnTo>
                  <a:pt x="1439508" y="355207"/>
                </a:lnTo>
                <a:lnTo>
                  <a:pt x="1439508" y="351303"/>
                </a:lnTo>
                <a:lnTo>
                  <a:pt x="1443410" y="351303"/>
                </a:lnTo>
                <a:lnTo>
                  <a:pt x="1443410" y="347400"/>
                </a:lnTo>
                <a:lnTo>
                  <a:pt x="1447311" y="347400"/>
                </a:lnTo>
                <a:lnTo>
                  <a:pt x="1447311" y="343497"/>
                </a:lnTo>
                <a:lnTo>
                  <a:pt x="1451212" y="343497"/>
                </a:lnTo>
                <a:lnTo>
                  <a:pt x="1451212" y="339593"/>
                </a:lnTo>
                <a:lnTo>
                  <a:pt x="1455113" y="339593"/>
                </a:lnTo>
                <a:lnTo>
                  <a:pt x="1455113" y="335690"/>
                </a:lnTo>
                <a:lnTo>
                  <a:pt x="1459014" y="335690"/>
                </a:lnTo>
                <a:lnTo>
                  <a:pt x="1459014" y="331787"/>
                </a:lnTo>
                <a:lnTo>
                  <a:pt x="1466816" y="331787"/>
                </a:lnTo>
                <a:lnTo>
                  <a:pt x="1466816" y="327883"/>
                </a:lnTo>
                <a:lnTo>
                  <a:pt x="1470717" y="327883"/>
                </a:lnTo>
                <a:lnTo>
                  <a:pt x="1470717" y="320076"/>
                </a:lnTo>
                <a:lnTo>
                  <a:pt x="1466816" y="320076"/>
                </a:lnTo>
                <a:lnTo>
                  <a:pt x="1466816" y="312270"/>
                </a:lnTo>
                <a:lnTo>
                  <a:pt x="1462915" y="312270"/>
                </a:lnTo>
                <a:lnTo>
                  <a:pt x="1462915" y="304463"/>
                </a:lnTo>
                <a:lnTo>
                  <a:pt x="1459014" y="304463"/>
                </a:lnTo>
                <a:lnTo>
                  <a:pt x="1459014" y="288849"/>
                </a:lnTo>
                <a:lnTo>
                  <a:pt x="1462915" y="288849"/>
                </a:lnTo>
                <a:lnTo>
                  <a:pt x="1462915" y="281043"/>
                </a:lnTo>
                <a:lnTo>
                  <a:pt x="1466816" y="281043"/>
                </a:lnTo>
                <a:lnTo>
                  <a:pt x="1466816" y="277139"/>
                </a:lnTo>
                <a:lnTo>
                  <a:pt x="1474618" y="277139"/>
                </a:lnTo>
                <a:close/>
                <a:moveTo>
                  <a:pt x="2469401" y="288849"/>
                </a:moveTo>
                <a:lnTo>
                  <a:pt x="2473302" y="288849"/>
                </a:lnTo>
                <a:lnTo>
                  <a:pt x="2473302" y="296656"/>
                </a:lnTo>
                <a:lnTo>
                  <a:pt x="2469401" y="296656"/>
                </a:lnTo>
                <a:lnTo>
                  <a:pt x="2469401" y="300560"/>
                </a:lnTo>
                <a:lnTo>
                  <a:pt x="2465500" y="300560"/>
                </a:lnTo>
                <a:lnTo>
                  <a:pt x="2465500" y="304463"/>
                </a:lnTo>
                <a:lnTo>
                  <a:pt x="2461599" y="304463"/>
                </a:lnTo>
                <a:lnTo>
                  <a:pt x="2461599" y="308366"/>
                </a:lnTo>
                <a:lnTo>
                  <a:pt x="2453796" y="308366"/>
                </a:lnTo>
                <a:lnTo>
                  <a:pt x="2453796" y="300560"/>
                </a:lnTo>
                <a:lnTo>
                  <a:pt x="2457697" y="300560"/>
                </a:lnTo>
                <a:lnTo>
                  <a:pt x="2457697" y="296656"/>
                </a:lnTo>
                <a:lnTo>
                  <a:pt x="2461599" y="296656"/>
                </a:lnTo>
                <a:lnTo>
                  <a:pt x="2461599" y="292753"/>
                </a:lnTo>
                <a:lnTo>
                  <a:pt x="2469401" y="292753"/>
                </a:lnTo>
                <a:close/>
                <a:moveTo>
                  <a:pt x="2040279" y="308366"/>
                </a:moveTo>
                <a:lnTo>
                  <a:pt x="2048081" y="308366"/>
                </a:lnTo>
                <a:lnTo>
                  <a:pt x="2048081" y="316173"/>
                </a:lnTo>
                <a:lnTo>
                  <a:pt x="2044180" y="316173"/>
                </a:lnTo>
                <a:lnTo>
                  <a:pt x="2044180" y="320076"/>
                </a:lnTo>
                <a:lnTo>
                  <a:pt x="2028576" y="320076"/>
                </a:lnTo>
                <a:lnTo>
                  <a:pt x="2028576" y="316173"/>
                </a:lnTo>
                <a:lnTo>
                  <a:pt x="2036378" y="316173"/>
                </a:lnTo>
                <a:lnTo>
                  <a:pt x="2036378" y="312270"/>
                </a:lnTo>
                <a:lnTo>
                  <a:pt x="2040279" y="312270"/>
                </a:lnTo>
                <a:close/>
                <a:moveTo>
                  <a:pt x="1470717" y="339593"/>
                </a:moveTo>
                <a:lnTo>
                  <a:pt x="1470717" y="343497"/>
                </a:lnTo>
                <a:lnTo>
                  <a:pt x="1462915" y="343497"/>
                </a:lnTo>
                <a:lnTo>
                  <a:pt x="1462915" y="347400"/>
                </a:lnTo>
                <a:lnTo>
                  <a:pt x="1459014" y="347400"/>
                </a:lnTo>
                <a:lnTo>
                  <a:pt x="1459014" y="351303"/>
                </a:lnTo>
                <a:lnTo>
                  <a:pt x="1455113" y="351303"/>
                </a:lnTo>
                <a:lnTo>
                  <a:pt x="1455113" y="359110"/>
                </a:lnTo>
                <a:lnTo>
                  <a:pt x="1451212" y="359110"/>
                </a:lnTo>
                <a:lnTo>
                  <a:pt x="1451212" y="366917"/>
                </a:lnTo>
                <a:lnTo>
                  <a:pt x="1447311" y="366917"/>
                </a:lnTo>
                <a:lnTo>
                  <a:pt x="1447311" y="382530"/>
                </a:lnTo>
                <a:lnTo>
                  <a:pt x="1443410" y="382530"/>
                </a:lnTo>
                <a:lnTo>
                  <a:pt x="1443410" y="394241"/>
                </a:lnTo>
                <a:lnTo>
                  <a:pt x="1447311" y="394241"/>
                </a:lnTo>
                <a:lnTo>
                  <a:pt x="1447311" y="402047"/>
                </a:lnTo>
                <a:lnTo>
                  <a:pt x="1451212" y="402047"/>
                </a:lnTo>
                <a:lnTo>
                  <a:pt x="1451212" y="405951"/>
                </a:lnTo>
                <a:lnTo>
                  <a:pt x="1455113" y="405951"/>
                </a:lnTo>
                <a:lnTo>
                  <a:pt x="1455113" y="409854"/>
                </a:lnTo>
                <a:lnTo>
                  <a:pt x="1466816" y="409854"/>
                </a:lnTo>
                <a:lnTo>
                  <a:pt x="1466816" y="405951"/>
                </a:lnTo>
                <a:lnTo>
                  <a:pt x="1474618" y="405951"/>
                </a:lnTo>
                <a:lnTo>
                  <a:pt x="1474618" y="402047"/>
                </a:lnTo>
                <a:lnTo>
                  <a:pt x="1478520" y="402047"/>
                </a:lnTo>
                <a:lnTo>
                  <a:pt x="1478520" y="398144"/>
                </a:lnTo>
                <a:lnTo>
                  <a:pt x="1482421" y="398144"/>
                </a:lnTo>
                <a:lnTo>
                  <a:pt x="1482421" y="390337"/>
                </a:lnTo>
                <a:lnTo>
                  <a:pt x="1486322" y="390337"/>
                </a:lnTo>
                <a:lnTo>
                  <a:pt x="1486322" y="351303"/>
                </a:lnTo>
                <a:lnTo>
                  <a:pt x="1482421" y="351303"/>
                </a:lnTo>
                <a:lnTo>
                  <a:pt x="1482421" y="343497"/>
                </a:lnTo>
                <a:lnTo>
                  <a:pt x="1478520" y="343497"/>
                </a:lnTo>
                <a:lnTo>
                  <a:pt x="1478520" y="339593"/>
                </a:lnTo>
                <a:close/>
                <a:moveTo>
                  <a:pt x="1942751" y="343497"/>
                </a:moveTo>
                <a:lnTo>
                  <a:pt x="1958356" y="343497"/>
                </a:lnTo>
                <a:lnTo>
                  <a:pt x="1958356" y="347400"/>
                </a:lnTo>
                <a:lnTo>
                  <a:pt x="1962257" y="347400"/>
                </a:lnTo>
                <a:lnTo>
                  <a:pt x="1962257" y="351303"/>
                </a:lnTo>
                <a:lnTo>
                  <a:pt x="1958356" y="351303"/>
                </a:lnTo>
                <a:lnTo>
                  <a:pt x="1958356" y="355207"/>
                </a:lnTo>
                <a:lnTo>
                  <a:pt x="1942751" y="355207"/>
                </a:lnTo>
                <a:lnTo>
                  <a:pt x="1942751" y="351303"/>
                </a:lnTo>
                <a:lnTo>
                  <a:pt x="1946652" y="351303"/>
                </a:lnTo>
                <a:lnTo>
                  <a:pt x="1946652" y="347400"/>
                </a:lnTo>
                <a:lnTo>
                  <a:pt x="1942751" y="347400"/>
                </a:lnTo>
                <a:close/>
                <a:moveTo>
                  <a:pt x="1868630" y="347400"/>
                </a:moveTo>
                <a:lnTo>
                  <a:pt x="1876432" y="347400"/>
                </a:lnTo>
                <a:lnTo>
                  <a:pt x="1876432" y="351303"/>
                </a:lnTo>
                <a:lnTo>
                  <a:pt x="1880334" y="351303"/>
                </a:lnTo>
                <a:lnTo>
                  <a:pt x="1880334" y="355207"/>
                </a:lnTo>
                <a:lnTo>
                  <a:pt x="1868630" y="355207"/>
                </a:lnTo>
                <a:close/>
                <a:moveTo>
                  <a:pt x="1552641" y="378627"/>
                </a:moveTo>
                <a:lnTo>
                  <a:pt x="1572146" y="378627"/>
                </a:lnTo>
                <a:lnTo>
                  <a:pt x="1572146" y="382530"/>
                </a:lnTo>
                <a:lnTo>
                  <a:pt x="1576047" y="382530"/>
                </a:lnTo>
                <a:lnTo>
                  <a:pt x="1576047" y="386434"/>
                </a:lnTo>
                <a:lnTo>
                  <a:pt x="1579948" y="386434"/>
                </a:lnTo>
                <a:lnTo>
                  <a:pt x="1579948" y="394241"/>
                </a:lnTo>
                <a:lnTo>
                  <a:pt x="1572146" y="394241"/>
                </a:lnTo>
                <a:lnTo>
                  <a:pt x="1572146" y="398144"/>
                </a:lnTo>
                <a:lnTo>
                  <a:pt x="1568245" y="398144"/>
                </a:lnTo>
                <a:lnTo>
                  <a:pt x="1568245" y="394241"/>
                </a:lnTo>
                <a:lnTo>
                  <a:pt x="1564344" y="394241"/>
                </a:lnTo>
                <a:lnTo>
                  <a:pt x="1564344" y="390337"/>
                </a:lnTo>
                <a:lnTo>
                  <a:pt x="1544838" y="390337"/>
                </a:lnTo>
                <a:lnTo>
                  <a:pt x="1544838" y="394241"/>
                </a:lnTo>
                <a:lnTo>
                  <a:pt x="1540937" y="394241"/>
                </a:lnTo>
                <a:lnTo>
                  <a:pt x="1540937" y="402047"/>
                </a:lnTo>
                <a:lnTo>
                  <a:pt x="1552641" y="402047"/>
                </a:lnTo>
                <a:lnTo>
                  <a:pt x="1552641" y="405951"/>
                </a:lnTo>
                <a:lnTo>
                  <a:pt x="1564344" y="405951"/>
                </a:lnTo>
                <a:lnTo>
                  <a:pt x="1564344" y="413757"/>
                </a:lnTo>
                <a:lnTo>
                  <a:pt x="1560443" y="413757"/>
                </a:lnTo>
                <a:lnTo>
                  <a:pt x="1560443" y="417661"/>
                </a:lnTo>
                <a:lnTo>
                  <a:pt x="1540937" y="417661"/>
                </a:lnTo>
                <a:lnTo>
                  <a:pt x="1540937" y="421564"/>
                </a:lnTo>
                <a:lnTo>
                  <a:pt x="1537036" y="421564"/>
                </a:lnTo>
                <a:lnTo>
                  <a:pt x="1537036" y="433274"/>
                </a:lnTo>
                <a:lnTo>
                  <a:pt x="1540937" y="433274"/>
                </a:lnTo>
                <a:lnTo>
                  <a:pt x="1540937" y="437178"/>
                </a:lnTo>
                <a:lnTo>
                  <a:pt x="1544838" y="437178"/>
                </a:lnTo>
                <a:lnTo>
                  <a:pt x="1544838" y="441081"/>
                </a:lnTo>
                <a:lnTo>
                  <a:pt x="1556542" y="441081"/>
                </a:lnTo>
                <a:lnTo>
                  <a:pt x="1556542" y="437178"/>
                </a:lnTo>
                <a:lnTo>
                  <a:pt x="1564344" y="437178"/>
                </a:lnTo>
                <a:lnTo>
                  <a:pt x="1564344" y="433274"/>
                </a:lnTo>
                <a:lnTo>
                  <a:pt x="1568245" y="433274"/>
                </a:lnTo>
                <a:lnTo>
                  <a:pt x="1568245" y="429371"/>
                </a:lnTo>
                <a:lnTo>
                  <a:pt x="1579948" y="429371"/>
                </a:lnTo>
                <a:lnTo>
                  <a:pt x="1579948" y="437178"/>
                </a:lnTo>
                <a:lnTo>
                  <a:pt x="1576047" y="437178"/>
                </a:lnTo>
                <a:lnTo>
                  <a:pt x="1576047" y="441081"/>
                </a:lnTo>
                <a:lnTo>
                  <a:pt x="1572146" y="441081"/>
                </a:lnTo>
                <a:lnTo>
                  <a:pt x="1572146" y="444984"/>
                </a:lnTo>
                <a:lnTo>
                  <a:pt x="1564344" y="444984"/>
                </a:lnTo>
                <a:lnTo>
                  <a:pt x="1564344" y="448888"/>
                </a:lnTo>
                <a:lnTo>
                  <a:pt x="1533135" y="448888"/>
                </a:lnTo>
                <a:lnTo>
                  <a:pt x="1533135" y="444984"/>
                </a:lnTo>
                <a:lnTo>
                  <a:pt x="1525333" y="444984"/>
                </a:lnTo>
                <a:lnTo>
                  <a:pt x="1525333" y="441081"/>
                </a:lnTo>
                <a:lnTo>
                  <a:pt x="1521432" y="441081"/>
                </a:lnTo>
                <a:lnTo>
                  <a:pt x="1521432" y="433274"/>
                </a:lnTo>
                <a:lnTo>
                  <a:pt x="1517531" y="433274"/>
                </a:lnTo>
                <a:lnTo>
                  <a:pt x="1517531" y="425468"/>
                </a:lnTo>
                <a:lnTo>
                  <a:pt x="1521432" y="425468"/>
                </a:lnTo>
                <a:lnTo>
                  <a:pt x="1521432" y="421564"/>
                </a:lnTo>
                <a:lnTo>
                  <a:pt x="1525333" y="421564"/>
                </a:lnTo>
                <a:lnTo>
                  <a:pt x="1525333" y="413757"/>
                </a:lnTo>
                <a:lnTo>
                  <a:pt x="1529234" y="413757"/>
                </a:lnTo>
                <a:lnTo>
                  <a:pt x="1529234" y="409854"/>
                </a:lnTo>
                <a:lnTo>
                  <a:pt x="1533135" y="409854"/>
                </a:lnTo>
                <a:lnTo>
                  <a:pt x="1533135" y="405951"/>
                </a:lnTo>
                <a:lnTo>
                  <a:pt x="1529234" y="405951"/>
                </a:lnTo>
                <a:lnTo>
                  <a:pt x="1529234" y="398144"/>
                </a:lnTo>
                <a:lnTo>
                  <a:pt x="1525333" y="398144"/>
                </a:lnTo>
                <a:lnTo>
                  <a:pt x="1525333" y="394241"/>
                </a:lnTo>
                <a:lnTo>
                  <a:pt x="1529234" y="394241"/>
                </a:lnTo>
                <a:lnTo>
                  <a:pt x="1529234" y="386434"/>
                </a:lnTo>
                <a:lnTo>
                  <a:pt x="1537036" y="386434"/>
                </a:lnTo>
                <a:lnTo>
                  <a:pt x="1537036" y="382530"/>
                </a:lnTo>
                <a:lnTo>
                  <a:pt x="1552641" y="382530"/>
                </a:lnTo>
                <a:close/>
                <a:moveTo>
                  <a:pt x="1256156" y="421564"/>
                </a:moveTo>
                <a:lnTo>
                  <a:pt x="1295168" y="421564"/>
                </a:lnTo>
                <a:lnTo>
                  <a:pt x="1295168" y="425468"/>
                </a:lnTo>
                <a:lnTo>
                  <a:pt x="1299069" y="425468"/>
                </a:lnTo>
                <a:lnTo>
                  <a:pt x="1299069" y="433274"/>
                </a:lnTo>
                <a:lnTo>
                  <a:pt x="1295168" y="433274"/>
                </a:lnTo>
                <a:lnTo>
                  <a:pt x="1295168" y="437178"/>
                </a:lnTo>
                <a:lnTo>
                  <a:pt x="1271761" y="437178"/>
                </a:lnTo>
                <a:lnTo>
                  <a:pt x="1271761" y="433274"/>
                </a:lnTo>
                <a:lnTo>
                  <a:pt x="1267860" y="433274"/>
                </a:lnTo>
                <a:lnTo>
                  <a:pt x="1267860" y="437178"/>
                </a:lnTo>
                <a:lnTo>
                  <a:pt x="1252255" y="437178"/>
                </a:lnTo>
                <a:lnTo>
                  <a:pt x="1252255" y="441081"/>
                </a:lnTo>
                <a:lnTo>
                  <a:pt x="1244453" y="441081"/>
                </a:lnTo>
                <a:lnTo>
                  <a:pt x="1244453" y="444984"/>
                </a:lnTo>
                <a:lnTo>
                  <a:pt x="1240552" y="444984"/>
                </a:lnTo>
                <a:lnTo>
                  <a:pt x="1240552" y="448888"/>
                </a:lnTo>
                <a:lnTo>
                  <a:pt x="1236651" y="448888"/>
                </a:lnTo>
                <a:lnTo>
                  <a:pt x="1236651" y="456694"/>
                </a:lnTo>
                <a:lnTo>
                  <a:pt x="1232750" y="456694"/>
                </a:lnTo>
                <a:lnTo>
                  <a:pt x="1232750" y="464501"/>
                </a:lnTo>
                <a:lnTo>
                  <a:pt x="1299069" y="464501"/>
                </a:lnTo>
                <a:lnTo>
                  <a:pt x="1299069" y="468405"/>
                </a:lnTo>
                <a:lnTo>
                  <a:pt x="1302970" y="468405"/>
                </a:lnTo>
                <a:lnTo>
                  <a:pt x="1302970" y="472308"/>
                </a:lnTo>
                <a:lnTo>
                  <a:pt x="1299069" y="472308"/>
                </a:lnTo>
                <a:lnTo>
                  <a:pt x="1299069" y="476211"/>
                </a:lnTo>
                <a:lnTo>
                  <a:pt x="1232750" y="476211"/>
                </a:lnTo>
                <a:lnTo>
                  <a:pt x="1232750" y="484018"/>
                </a:lnTo>
                <a:lnTo>
                  <a:pt x="1236651" y="484018"/>
                </a:lnTo>
                <a:lnTo>
                  <a:pt x="1236651" y="491825"/>
                </a:lnTo>
                <a:lnTo>
                  <a:pt x="1240552" y="491825"/>
                </a:lnTo>
                <a:lnTo>
                  <a:pt x="1240552" y="495728"/>
                </a:lnTo>
                <a:lnTo>
                  <a:pt x="1244453" y="495728"/>
                </a:lnTo>
                <a:lnTo>
                  <a:pt x="1244453" y="499632"/>
                </a:lnTo>
                <a:lnTo>
                  <a:pt x="1252255" y="499632"/>
                </a:lnTo>
                <a:lnTo>
                  <a:pt x="1252255" y="503535"/>
                </a:lnTo>
                <a:lnTo>
                  <a:pt x="1260058" y="503535"/>
                </a:lnTo>
                <a:lnTo>
                  <a:pt x="1260058" y="507438"/>
                </a:lnTo>
                <a:lnTo>
                  <a:pt x="1299069" y="507438"/>
                </a:lnTo>
                <a:lnTo>
                  <a:pt x="1299069" y="519148"/>
                </a:lnTo>
                <a:lnTo>
                  <a:pt x="1252255" y="519148"/>
                </a:lnTo>
                <a:lnTo>
                  <a:pt x="1252255" y="515245"/>
                </a:lnTo>
                <a:lnTo>
                  <a:pt x="1248354" y="515245"/>
                </a:lnTo>
                <a:lnTo>
                  <a:pt x="1248354" y="511342"/>
                </a:lnTo>
                <a:lnTo>
                  <a:pt x="1240552" y="511342"/>
                </a:lnTo>
                <a:lnTo>
                  <a:pt x="1240552" y="507438"/>
                </a:lnTo>
                <a:lnTo>
                  <a:pt x="1236651" y="507438"/>
                </a:lnTo>
                <a:lnTo>
                  <a:pt x="1236651" y="503535"/>
                </a:lnTo>
                <a:lnTo>
                  <a:pt x="1232750" y="503535"/>
                </a:lnTo>
                <a:lnTo>
                  <a:pt x="1232750" y="499632"/>
                </a:lnTo>
                <a:lnTo>
                  <a:pt x="1228849" y="499632"/>
                </a:lnTo>
                <a:lnTo>
                  <a:pt x="1228849" y="495728"/>
                </a:lnTo>
                <a:lnTo>
                  <a:pt x="1224948" y="495728"/>
                </a:lnTo>
                <a:lnTo>
                  <a:pt x="1224948" y="487921"/>
                </a:lnTo>
                <a:lnTo>
                  <a:pt x="1221046" y="487921"/>
                </a:lnTo>
                <a:lnTo>
                  <a:pt x="1221046" y="452791"/>
                </a:lnTo>
                <a:lnTo>
                  <a:pt x="1224948" y="452791"/>
                </a:lnTo>
                <a:lnTo>
                  <a:pt x="1224948" y="444984"/>
                </a:lnTo>
                <a:lnTo>
                  <a:pt x="1228849" y="444984"/>
                </a:lnTo>
                <a:lnTo>
                  <a:pt x="1228849" y="441081"/>
                </a:lnTo>
                <a:lnTo>
                  <a:pt x="1232750" y="441081"/>
                </a:lnTo>
                <a:lnTo>
                  <a:pt x="1232750" y="437178"/>
                </a:lnTo>
                <a:lnTo>
                  <a:pt x="1236651" y="437178"/>
                </a:lnTo>
                <a:lnTo>
                  <a:pt x="1236651" y="433274"/>
                </a:lnTo>
                <a:lnTo>
                  <a:pt x="1240552" y="433274"/>
                </a:lnTo>
                <a:lnTo>
                  <a:pt x="1240552" y="429371"/>
                </a:lnTo>
                <a:lnTo>
                  <a:pt x="1248354" y="429371"/>
                </a:lnTo>
                <a:lnTo>
                  <a:pt x="1248354" y="425468"/>
                </a:lnTo>
                <a:lnTo>
                  <a:pt x="1256156" y="425468"/>
                </a:lnTo>
                <a:close/>
                <a:moveTo>
                  <a:pt x="893354" y="441081"/>
                </a:moveTo>
                <a:lnTo>
                  <a:pt x="924562" y="441081"/>
                </a:lnTo>
                <a:lnTo>
                  <a:pt x="924562" y="444984"/>
                </a:lnTo>
                <a:lnTo>
                  <a:pt x="928463" y="444984"/>
                </a:lnTo>
                <a:lnTo>
                  <a:pt x="928463" y="448888"/>
                </a:lnTo>
                <a:lnTo>
                  <a:pt x="932365" y="448888"/>
                </a:lnTo>
                <a:lnTo>
                  <a:pt x="932365" y="452791"/>
                </a:lnTo>
                <a:lnTo>
                  <a:pt x="928463" y="452791"/>
                </a:lnTo>
                <a:lnTo>
                  <a:pt x="928463" y="456694"/>
                </a:lnTo>
                <a:lnTo>
                  <a:pt x="924562" y="456694"/>
                </a:lnTo>
                <a:lnTo>
                  <a:pt x="924562" y="460598"/>
                </a:lnTo>
                <a:lnTo>
                  <a:pt x="920661" y="460598"/>
                </a:lnTo>
                <a:lnTo>
                  <a:pt x="920661" y="456694"/>
                </a:lnTo>
                <a:lnTo>
                  <a:pt x="916760" y="456694"/>
                </a:lnTo>
                <a:lnTo>
                  <a:pt x="916760" y="452791"/>
                </a:lnTo>
                <a:lnTo>
                  <a:pt x="893354" y="452791"/>
                </a:lnTo>
                <a:lnTo>
                  <a:pt x="893354" y="464501"/>
                </a:lnTo>
                <a:lnTo>
                  <a:pt x="897255" y="464501"/>
                </a:lnTo>
                <a:lnTo>
                  <a:pt x="897255" y="468405"/>
                </a:lnTo>
                <a:lnTo>
                  <a:pt x="916760" y="468405"/>
                </a:lnTo>
                <a:lnTo>
                  <a:pt x="916760" y="476211"/>
                </a:lnTo>
                <a:lnTo>
                  <a:pt x="912859" y="476211"/>
                </a:lnTo>
                <a:lnTo>
                  <a:pt x="912859" y="480115"/>
                </a:lnTo>
                <a:lnTo>
                  <a:pt x="889452" y="480115"/>
                </a:lnTo>
                <a:lnTo>
                  <a:pt x="889452" y="487921"/>
                </a:lnTo>
                <a:lnTo>
                  <a:pt x="885551" y="487921"/>
                </a:lnTo>
                <a:lnTo>
                  <a:pt x="885551" y="499632"/>
                </a:lnTo>
                <a:lnTo>
                  <a:pt x="893354" y="499632"/>
                </a:lnTo>
                <a:lnTo>
                  <a:pt x="893354" y="503535"/>
                </a:lnTo>
                <a:lnTo>
                  <a:pt x="908958" y="503535"/>
                </a:lnTo>
                <a:lnTo>
                  <a:pt x="908958" y="499632"/>
                </a:lnTo>
                <a:lnTo>
                  <a:pt x="916760" y="499632"/>
                </a:lnTo>
                <a:lnTo>
                  <a:pt x="916760" y="495728"/>
                </a:lnTo>
                <a:lnTo>
                  <a:pt x="924562" y="495728"/>
                </a:lnTo>
                <a:lnTo>
                  <a:pt x="924562" y="491825"/>
                </a:lnTo>
                <a:lnTo>
                  <a:pt x="932365" y="491825"/>
                </a:lnTo>
                <a:lnTo>
                  <a:pt x="932365" y="499632"/>
                </a:lnTo>
                <a:lnTo>
                  <a:pt x="928463" y="499632"/>
                </a:lnTo>
                <a:lnTo>
                  <a:pt x="928463" y="503535"/>
                </a:lnTo>
                <a:lnTo>
                  <a:pt x="920661" y="503535"/>
                </a:lnTo>
                <a:lnTo>
                  <a:pt x="920661" y="507438"/>
                </a:lnTo>
                <a:lnTo>
                  <a:pt x="912859" y="507438"/>
                </a:lnTo>
                <a:lnTo>
                  <a:pt x="912859" y="511342"/>
                </a:lnTo>
                <a:lnTo>
                  <a:pt x="901156" y="511342"/>
                </a:lnTo>
                <a:lnTo>
                  <a:pt x="901156" y="515245"/>
                </a:lnTo>
                <a:lnTo>
                  <a:pt x="893354" y="515245"/>
                </a:lnTo>
                <a:lnTo>
                  <a:pt x="893354" y="511342"/>
                </a:lnTo>
                <a:lnTo>
                  <a:pt x="881650" y="511342"/>
                </a:lnTo>
                <a:lnTo>
                  <a:pt x="881650" y="507438"/>
                </a:lnTo>
                <a:lnTo>
                  <a:pt x="873848" y="507438"/>
                </a:lnTo>
                <a:lnTo>
                  <a:pt x="873848" y="499632"/>
                </a:lnTo>
                <a:lnTo>
                  <a:pt x="869947" y="499632"/>
                </a:lnTo>
                <a:lnTo>
                  <a:pt x="869947" y="484018"/>
                </a:lnTo>
                <a:lnTo>
                  <a:pt x="873848" y="484018"/>
                </a:lnTo>
                <a:lnTo>
                  <a:pt x="873848" y="480115"/>
                </a:lnTo>
                <a:lnTo>
                  <a:pt x="877749" y="480115"/>
                </a:lnTo>
                <a:lnTo>
                  <a:pt x="877749" y="476211"/>
                </a:lnTo>
                <a:lnTo>
                  <a:pt x="885551" y="476211"/>
                </a:lnTo>
                <a:lnTo>
                  <a:pt x="885551" y="468405"/>
                </a:lnTo>
                <a:lnTo>
                  <a:pt x="881650" y="468405"/>
                </a:lnTo>
                <a:lnTo>
                  <a:pt x="881650" y="464501"/>
                </a:lnTo>
                <a:lnTo>
                  <a:pt x="877749" y="464501"/>
                </a:lnTo>
                <a:lnTo>
                  <a:pt x="877749" y="456694"/>
                </a:lnTo>
                <a:lnTo>
                  <a:pt x="881650" y="456694"/>
                </a:lnTo>
                <a:lnTo>
                  <a:pt x="881650" y="452791"/>
                </a:lnTo>
                <a:lnTo>
                  <a:pt x="885551" y="452791"/>
                </a:lnTo>
                <a:lnTo>
                  <a:pt x="885551" y="444984"/>
                </a:lnTo>
                <a:lnTo>
                  <a:pt x="893354" y="444984"/>
                </a:lnTo>
                <a:close/>
                <a:moveTo>
                  <a:pt x="1002585" y="441081"/>
                </a:moveTo>
                <a:lnTo>
                  <a:pt x="1018189" y="441081"/>
                </a:lnTo>
                <a:lnTo>
                  <a:pt x="1018189" y="444984"/>
                </a:lnTo>
                <a:lnTo>
                  <a:pt x="1022090" y="444984"/>
                </a:lnTo>
                <a:lnTo>
                  <a:pt x="1022090" y="468405"/>
                </a:lnTo>
                <a:lnTo>
                  <a:pt x="1018189" y="468405"/>
                </a:lnTo>
                <a:lnTo>
                  <a:pt x="1018189" y="480115"/>
                </a:lnTo>
                <a:lnTo>
                  <a:pt x="1014288" y="480115"/>
                </a:lnTo>
                <a:lnTo>
                  <a:pt x="1014288" y="495728"/>
                </a:lnTo>
                <a:lnTo>
                  <a:pt x="1018189" y="495728"/>
                </a:lnTo>
                <a:lnTo>
                  <a:pt x="1018189" y="499632"/>
                </a:lnTo>
                <a:lnTo>
                  <a:pt x="1022090" y="499632"/>
                </a:lnTo>
                <a:lnTo>
                  <a:pt x="1022090" y="503535"/>
                </a:lnTo>
                <a:lnTo>
                  <a:pt x="1025991" y="503535"/>
                </a:lnTo>
                <a:lnTo>
                  <a:pt x="1025991" y="499632"/>
                </a:lnTo>
                <a:lnTo>
                  <a:pt x="1033793" y="499632"/>
                </a:lnTo>
                <a:lnTo>
                  <a:pt x="1033793" y="495728"/>
                </a:lnTo>
                <a:lnTo>
                  <a:pt x="1037694" y="495728"/>
                </a:lnTo>
                <a:lnTo>
                  <a:pt x="1037694" y="487921"/>
                </a:lnTo>
                <a:lnTo>
                  <a:pt x="1041596" y="487921"/>
                </a:lnTo>
                <a:lnTo>
                  <a:pt x="1041596" y="468405"/>
                </a:lnTo>
                <a:lnTo>
                  <a:pt x="1045497" y="468405"/>
                </a:lnTo>
                <a:lnTo>
                  <a:pt x="1045497" y="456694"/>
                </a:lnTo>
                <a:lnTo>
                  <a:pt x="1049398" y="456694"/>
                </a:lnTo>
                <a:lnTo>
                  <a:pt x="1049398" y="448888"/>
                </a:lnTo>
                <a:lnTo>
                  <a:pt x="1053299" y="448888"/>
                </a:lnTo>
                <a:lnTo>
                  <a:pt x="1053299" y="444984"/>
                </a:lnTo>
                <a:lnTo>
                  <a:pt x="1061101" y="444984"/>
                </a:lnTo>
                <a:lnTo>
                  <a:pt x="1061101" y="464501"/>
                </a:lnTo>
                <a:lnTo>
                  <a:pt x="1057200" y="464501"/>
                </a:lnTo>
                <a:lnTo>
                  <a:pt x="1057200" y="480115"/>
                </a:lnTo>
                <a:lnTo>
                  <a:pt x="1053299" y="480115"/>
                </a:lnTo>
                <a:lnTo>
                  <a:pt x="1053299" y="499632"/>
                </a:lnTo>
                <a:lnTo>
                  <a:pt x="1061101" y="499632"/>
                </a:lnTo>
                <a:lnTo>
                  <a:pt x="1061101" y="487921"/>
                </a:lnTo>
                <a:lnTo>
                  <a:pt x="1065002" y="487921"/>
                </a:lnTo>
                <a:lnTo>
                  <a:pt x="1065002" y="484018"/>
                </a:lnTo>
                <a:lnTo>
                  <a:pt x="1068903" y="484018"/>
                </a:lnTo>
                <a:lnTo>
                  <a:pt x="1068903" y="503535"/>
                </a:lnTo>
                <a:lnTo>
                  <a:pt x="1065002" y="503535"/>
                </a:lnTo>
                <a:lnTo>
                  <a:pt x="1065002" y="507438"/>
                </a:lnTo>
                <a:lnTo>
                  <a:pt x="1061101" y="507438"/>
                </a:lnTo>
                <a:lnTo>
                  <a:pt x="1061101" y="511342"/>
                </a:lnTo>
                <a:lnTo>
                  <a:pt x="1045497" y="511342"/>
                </a:lnTo>
                <a:lnTo>
                  <a:pt x="1045497" y="507438"/>
                </a:lnTo>
                <a:lnTo>
                  <a:pt x="1041596" y="507438"/>
                </a:lnTo>
                <a:lnTo>
                  <a:pt x="1041596" y="503535"/>
                </a:lnTo>
                <a:lnTo>
                  <a:pt x="1037694" y="503535"/>
                </a:lnTo>
                <a:lnTo>
                  <a:pt x="1037694" y="507438"/>
                </a:lnTo>
                <a:lnTo>
                  <a:pt x="1033793" y="507438"/>
                </a:lnTo>
                <a:lnTo>
                  <a:pt x="1033793" y="511342"/>
                </a:lnTo>
                <a:lnTo>
                  <a:pt x="1010387" y="511342"/>
                </a:lnTo>
                <a:lnTo>
                  <a:pt x="1010387" y="507438"/>
                </a:lnTo>
                <a:lnTo>
                  <a:pt x="1006486" y="507438"/>
                </a:lnTo>
                <a:lnTo>
                  <a:pt x="1006486" y="499632"/>
                </a:lnTo>
                <a:lnTo>
                  <a:pt x="1002585" y="499632"/>
                </a:lnTo>
                <a:lnTo>
                  <a:pt x="1002585" y="476211"/>
                </a:lnTo>
                <a:lnTo>
                  <a:pt x="1006486" y="476211"/>
                </a:lnTo>
                <a:lnTo>
                  <a:pt x="1006486" y="460598"/>
                </a:lnTo>
                <a:lnTo>
                  <a:pt x="1010387" y="460598"/>
                </a:lnTo>
                <a:lnTo>
                  <a:pt x="1010387" y="452791"/>
                </a:lnTo>
                <a:lnTo>
                  <a:pt x="1002585" y="452791"/>
                </a:lnTo>
                <a:lnTo>
                  <a:pt x="1002585" y="456694"/>
                </a:lnTo>
                <a:lnTo>
                  <a:pt x="998683" y="456694"/>
                </a:lnTo>
                <a:lnTo>
                  <a:pt x="998683" y="464501"/>
                </a:lnTo>
                <a:lnTo>
                  <a:pt x="994782" y="464501"/>
                </a:lnTo>
                <a:lnTo>
                  <a:pt x="994782" y="468405"/>
                </a:lnTo>
                <a:lnTo>
                  <a:pt x="990881" y="468405"/>
                </a:lnTo>
                <a:lnTo>
                  <a:pt x="990881" y="452791"/>
                </a:lnTo>
                <a:lnTo>
                  <a:pt x="994782" y="452791"/>
                </a:lnTo>
                <a:lnTo>
                  <a:pt x="994782" y="448888"/>
                </a:lnTo>
                <a:lnTo>
                  <a:pt x="998683" y="448888"/>
                </a:lnTo>
                <a:lnTo>
                  <a:pt x="998683" y="444984"/>
                </a:lnTo>
                <a:lnTo>
                  <a:pt x="1002585" y="444984"/>
                </a:lnTo>
                <a:close/>
                <a:moveTo>
                  <a:pt x="1143024" y="441081"/>
                </a:moveTo>
                <a:lnTo>
                  <a:pt x="1158629" y="441081"/>
                </a:lnTo>
                <a:lnTo>
                  <a:pt x="1158629" y="444984"/>
                </a:lnTo>
                <a:lnTo>
                  <a:pt x="1162530" y="444984"/>
                </a:lnTo>
                <a:lnTo>
                  <a:pt x="1162530" y="468405"/>
                </a:lnTo>
                <a:lnTo>
                  <a:pt x="1158629" y="468405"/>
                </a:lnTo>
                <a:lnTo>
                  <a:pt x="1158629" y="480115"/>
                </a:lnTo>
                <a:lnTo>
                  <a:pt x="1154728" y="480115"/>
                </a:lnTo>
                <a:lnTo>
                  <a:pt x="1154728" y="499632"/>
                </a:lnTo>
                <a:lnTo>
                  <a:pt x="1158629" y="499632"/>
                </a:lnTo>
                <a:lnTo>
                  <a:pt x="1158629" y="503535"/>
                </a:lnTo>
                <a:lnTo>
                  <a:pt x="1170332" y="503535"/>
                </a:lnTo>
                <a:lnTo>
                  <a:pt x="1170332" y="499632"/>
                </a:lnTo>
                <a:lnTo>
                  <a:pt x="1174233" y="499632"/>
                </a:lnTo>
                <a:lnTo>
                  <a:pt x="1174233" y="495728"/>
                </a:lnTo>
                <a:lnTo>
                  <a:pt x="1178134" y="495728"/>
                </a:lnTo>
                <a:lnTo>
                  <a:pt x="1178134" y="491825"/>
                </a:lnTo>
                <a:lnTo>
                  <a:pt x="1182035" y="491825"/>
                </a:lnTo>
                <a:lnTo>
                  <a:pt x="1182035" y="480115"/>
                </a:lnTo>
                <a:lnTo>
                  <a:pt x="1185937" y="480115"/>
                </a:lnTo>
                <a:lnTo>
                  <a:pt x="1185937" y="456694"/>
                </a:lnTo>
                <a:lnTo>
                  <a:pt x="1182035" y="456694"/>
                </a:lnTo>
                <a:lnTo>
                  <a:pt x="1182035" y="444984"/>
                </a:lnTo>
                <a:lnTo>
                  <a:pt x="1185937" y="444984"/>
                </a:lnTo>
                <a:lnTo>
                  <a:pt x="1185937" y="441081"/>
                </a:lnTo>
                <a:lnTo>
                  <a:pt x="1197640" y="441081"/>
                </a:lnTo>
                <a:lnTo>
                  <a:pt x="1197640" y="448888"/>
                </a:lnTo>
                <a:lnTo>
                  <a:pt x="1201541" y="448888"/>
                </a:lnTo>
                <a:lnTo>
                  <a:pt x="1201541" y="460598"/>
                </a:lnTo>
                <a:lnTo>
                  <a:pt x="1197640" y="460598"/>
                </a:lnTo>
                <a:lnTo>
                  <a:pt x="1197640" y="468405"/>
                </a:lnTo>
                <a:lnTo>
                  <a:pt x="1193739" y="468405"/>
                </a:lnTo>
                <a:lnTo>
                  <a:pt x="1193739" y="484018"/>
                </a:lnTo>
                <a:lnTo>
                  <a:pt x="1189838" y="484018"/>
                </a:lnTo>
                <a:lnTo>
                  <a:pt x="1189838" y="491825"/>
                </a:lnTo>
                <a:lnTo>
                  <a:pt x="1185937" y="491825"/>
                </a:lnTo>
                <a:lnTo>
                  <a:pt x="1185937" y="495728"/>
                </a:lnTo>
                <a:lnTo>
                  <a:pt x="1182035" y="495728"/>
                </a:lnTo>
                <a:lnTo>
                  <a:pt x="1182035" y="503535"/>
                </a:lnTo>
                <a:lnTo>
                  <a:pt x="1178134" y="503535"/>
                </a:lnTo>
                <a:lnTo>
                  <a:pt x="1178134" y="507438"/>
                </a:lnTo>
                <a:lnTo>
                  <a:pt x="1174233" y="507438"/>
                </a:lnTo>
                <a:lnTo>
                  <a:pt x="1174233" y="511342"/>
                </a:lnTo>
                <a:lnTo>
                  <a:pt x="1150827" y="511342"/>
                </a:lnTo>
                <a:lnTo>
                  <a:pt x="1150827" y="507438"/>
                </a:lnTo>
                <a:lnTo>
                  <a:pt x="1146925" y="507438"/>
                </a:lnTo>
                <a:lnTo>
                  <a:pt x="1146925" y="503535"/>
                </a:lnTo>
                <a:lnTo>
                  <a:pt x="1143024" y="503535"/>
                </a:lnTo>
                <a:lnTo>
                  <a:pt x="1143024" y="472308"/>
                </a:lnTo>
                <a:lnTo>
                  <a:pt x="1146925" y="472308"/>
                </a:lnTo>
                <a:lnTo>
                  <a:pt x="1146925" y="460598"/>
                </a:lnTo>
                <a:lnTo>
                  <a:pt x="1150827" y="460598"/>
                </a:lnTo>
                <a:lnTo>
                  <a:pt x="1150827" y="448888"/>
                </a:lnTo>
                <a:lnTo>
                  <a:pt x="1146925" y="448888"/>
                </a:lnTo>
                <a:lnTo>
                  <a:pt x="1146925" y="452791"/>
                </a:lnTo>
                <a:lnTo>
                  <a:pt x="1143024" y="452791"/>
                </a:lnTo>
                <a:lnTo>
                  <a:pt x="1143024" y="456694"/>
                </a:lnTo>
                <a:lnTo>
                  <a:pt x="1139123" y="456694"/>
                </a:lnTo>
                <a:lnTo>
                  <a:pt x="1139123" y="468405"/>
                </a:lnTo>
                <a:lnTo>
                  <a:pt x="1131321" y="468405"/>
                </a:lnTo>
                <a:lnTo>
                  <a:pt x="1131321" y="452791"/>
                </a:lnTo>
                <a:lnTo>
                  <a:pt x="1135222" y="452791"/>
                </a:lnTo>
                <a:lnTo>
                  <a:pt x="1135222" y="444984"/>
                </a:lnTo>
                <a:lnTo>
                  <a:pt x="1143024" y="444984"/>
                </a:lnTo>
                <a:close/>
                <a:moveTo>
                  <a:pt x="1349783" y="441081"/>
                </a:moveTo>
                <a:lnTo>
                  <a:pt x="1369289" y="441081"/>
                </a:lnTo>
                <a:lnTo>
                  <a:pt x="1369289" y="444984"/>
                </a:lnTo>
                <a:lnTo>
                  <a:pt x="1373190" y="444984"/>
                </a:lnTo>
                <a:lnTo>
                  <a:pt x="1373190" y="448888"/>
                </a:lnTo>
                <a:lnTo>
                  <a:pt x="1377091" y="448888"/>
                </a:lnTo>
                <a:lnTo>
                  <a:pt x="1377091" y="468405"/>
                </a:lnTo>
                <a:lnTo>
                  <a:pt x="1373190" y="468405"/>
                </a:lnTo>
                <a:lnTo>
                  <a:pt x="1373190" y="472308"/>
                </a:lnTo>
                <a:lnTo>
                  <a:pt x="1369289" y="472308"/>
                </a:lnTo>
                <a:lnTo>
                  <a:pt x="1369289" y="476211"/>
                </a:lnTo>
                <a:lnTo>
                  <a:pt x="1334179" y="476211"/>
                </a:lnTo>
                <a:lnTo>
                  <a:pt x="1334179" y="495728"/>
                </a:lnTo>
                <a:lnTo>
                  <a:pt x="1338080" y="495728"/>
                </a:lnTo>
                <a:lnTo>
                  <a:pt x="1338080" y="503535"/>
                </a:lnTo>
                <a:lnTo>
                  <a:pt x="1361486" y="503535"/>
                </a:lnTo>
                <a:lnTo>
                  <a:pt x="1361486" y="499632"/>
                </a:lnTo>
                <a:lnTo>
                  <a:pt x="1365387" y="499632"/>
                </a:lnTo>
                <a:lnTo>
                  <a:pt x="1365387" y="495728"/>
                </a:lnTo>
                <a:lnTo>
                  <a:pt x="1369289" y="495728"/>
                </a:lnTo>
                <a:lnTo>
                  <a:pt x="1369289" y="491825"/>
                </a:lnTo>
                <a:lnTo>
                  <a:pt x="1377091" y="491825"/>
                </a:lnTo>
                <a:lnTo>
                  <a:pt x="1377091" y="487921"/>
                </a:lnTo>
                <a:lnTo>
                  <a:pt x="1380992" y="487921"/>
                </a:lnTo>
                <a:lnTo>
                  <a:pt x="1380992" y="495728"/>
                </a:lnTo>
                <a:lnTo>
                  <a:pt x="1377091" y="495728"/>
                </a:lnTo>
                <a:lnTo>
                  <a:pt x="1377091" y="499632"/>
                </a:lnTo>
                <a:lnTo>
                  <a:pt x="1373190" y="499632"/>
                </a:lnTo>
                <a:lnTo>
                  <a:pt x="1373190" y="503535"/>
                </a:lnTo>
                <a:lnTo>
                  <a:pt x="1369289" y="503535"/>
                </a:lnTo>
                <a:lnTo>
                  <a:pt x="1369289" y="507438"/>
                </a:lnTo>
                <a:lnTo>
                  <a:pt x="1361486" y="507438"/>
                </a:lnTo>
                <a:lnTo>
                  <a:pt x="1361486" y="511342"/>
                </a:lnTo>
                <a:lnTo>
                  <a:pt x="1330277" y="511342"/>
                </a:lnTo>
                <a:lnTo>
                  <a:pt x="1330277" y="507438"/>
                </a:lnTo>
                <a:lnTo>
                  <a:pt x="1326376" y="507438"/>
                </a:lnTo>
                <a:lnTo>
                  <a:pt x="1326376" y="503535"/>
                </a:lnTo>
                <a:lnTo>
                  <a:pt x="1322475" y="503535"/>
                </a:lnTo>
                <a:lnTo>
                  <a:pt x="1322475" y="495728"/>
                </a:lnTo>
                <a:lnTo>
                  <a:pt x="1318574" y="495728"/>
                </a:lnTo>
                <a:lnTo>
                  <a:pt x="1318574" y="468405"/>
                </a:lnTo>
                <a:lnTo>
                  <a:pt x="1322475" y="468405"/>
                </a:lnTo>
                <a:lnTo>
                  <a:pt x="1322475" y="460598"/>
                </a:lnTo>
                <a:lnTo>
                  <a:pt x="1326376" y="460598"/>
                </a:lnTo>
                <a:lnTo>
                  <a:pt x="1326376" y="456694"/>
                </a:lnTo>
                <a:lnTo>
                  <a:pt x="1330277" y="456694"/>
                </a:lnTo>
                <a:lnTo>
                  <a:pt x="1330277" y="452791"/>
                </a:lnTo>
                <a:lnTo>
                  <a:pt x="1338080" y="452791"/>
                </a:lnTo>
                <a:lnTo>
                  <a:pt x="1338080" y="448888"/>
                </a:lnTo>
                <a:lnTo>
                  <a:pt x="1341981" y="448888"/>
                </a:lnTo>
                <a:lnTo>
                  <a:pt x="1341981" y="444984"/>
                </a:lnTo>
                <a:lnTo>
                  <a:pt x="1349783" y="444984"/>
                </a:lnTo>
                <a:close/>
                <a:moveTo>
                  <a:pt x="955771" y="444984"/>
                </a:moveTo>
                <a:lnTo>
                  <a:pt x="967475" y="444984"/>
                </a:lnTo>
                <a:lnTo>
                  <a:pt x="967475" y="460598"/>
                </a:lnTo>
                <a:lnTo>
                  <a:pt x="951870" y="460598"/>
                </a:lnTo>
                <a:lnTo>
                  <a:pt x="951870" y="448888"/>
                </a:lnTo>
                <a:lnTo>
                  <a:pt x="955771" y="448888"/>
                </a:lnTo>
                <a:close/>
                <a:moveTo>
                  <a:pt x="1361486" y="448888"/>
                </a:moveTo>
                <a:lnTo>
                  <a:pt x="1357585" y="448888"/>
                </a:lnTo>
                <a:lnTo>
                  <a:pt x="1357585" y="452791"/>
                </a:lnTo>
                <a:lnTo>
                  <a:pt x="1345882" y="452791"/>
                </a:lnTo>
                <a:lnTo>
                  <a:pt x="1345882" y="456694"/>
                </a:lnTo>
                <a:lnTo>
                  <a:pt x="1341981" y="456694"/>
                </a:lnTo>
                <a:lnTo>
                  <a:pt x="1341981" y="464501"/>
                </a:lnTo>
                <a:lnTo>
                  <a:pt x="1338080" y="464501"/>
                </a:lnTo>
                <a:lnTo>
                  <a:pt x="1338080" y="468405"/>
                </a:lnTo>
                <a:lnTo>
                  <a:pt x="1361486" y="468405"/>
                </a:lnTo>
                <a:lnTo>
                  <a:pt x="1361486" y="464501"/>
                </a:lnTo>
                <a:lnTo>
                  <a:pt x="1369289" y="464501"/>
                </a:lnTo>
                <a:lnTo>
                  <a:pt x="1369289" y="452791"/>
                </a:lnTo>
                <a:lnTo>
                  <a:pt x="1361486" y="452791"/>
                </a:lnTo>
                <a:close/>
                <a:moveTo>
                  <a:pt x="1092310" y="491825"/>
                </a:moveTo>
                <a:lnTo>
                  <a:pt x="1107914" y="491825"/>
                </a:lnTo>
                <a:lnTo>
                  <a:pt x="1107914" y="523052"/>
                </a:lnTo>
                <a:lnTo>
                  <a:pt x="1104013" y="523052"/>
                </a:lnTo>
                <a:lnTo>
                  <a:pt x="1104013" y="530859"/>
                </a:lnTo>
                <a:lnTo>
                  <a:pt x="1100112" y="530859"/>
                </a:lnTo>
                <a:lnTo>
                  <a:pt x="1100112" y="534762"/>
                </a:lnTo>
                <a:lnTo>
                  <a:pt x="1092310" y="534762"/>
                </a:lnTo>
                <a:lnTo>
                  <a:pt x="1092310" y="530859"/>
                </a:lnTo>
                <a:lnTo>
                  <a:pt x="1088409" y="530859"/>
                </a:lnTo>
                <a:lnTo>
                  <a:pt x="1088409" y="526955"/>
                </a:lnTo>
                <a:lnTo>
                  <a:pt x="1096211" y="526955"/>
                </a:lnTo>
                <a:lnTo>
                  <a:pt x="1096211" y="519148"/>
                </a:lnTo>
                <a:lnTo>
                  <a:pt x="1100112" y="519148"/>
                </a:lnTo>
                <a:lnTo>
                  <a:pt x="1100112" y="511342"/>
                </a:lnTo>
                <a:lnTo>
                  <a:pt x="1092310" y="511342"/>
                </a:lnTo>
                <a:lnTo>
                  <a:pt x="1092310" y="507438"/>
                </a:lnTo>
                <a:lnTo>
                  <a:pt x="1088409" y="507438"/>
                </a:lnTo>
                <a:lnTo>
                  <a:pt x="1088409" y="495728"/>
                </a:lnTo>
                <a:lnTo>
                  <a:pt x="1092310" y="495728"/>
                </a:lnTo>
                <a:close/>
                <a:moveTo>
                  <a:pt x="955771" y="495728"/>
                </a:moveTo>
                <a:lnTo>
                  <a:pt x="963573" y="495728"/>
                </a:lnTo>
                <a:lnTo>
                  <a:pt x="963573" y="499632"/>
                </a:lnTo>
                <a:lnTo>
                  <a:pt x="967475" y="499632"/>
                </a:lnTo>
                <a:lnTo>
                  <a:pt x="967475" y="503535"/>
                </a:lnTo>
                <a:lnTo>
                  <a:pt x="971376" y="503535"/>
                </a:lnTo>
                <a:lnTo>
                  <a:pt x="971376" y="523052"/>
                </a:lnTo>
                <a:lnTo>
                  <a:pt x="967475" y="523052"/>
                </a:lnTo>
                <a:lnTo>
                  <a:pt x="967475" y="530859"/>
                </a:lnTo>
                <a:lnTo>
                  <a:pt x="963573" y="530859"/>
                </a:lnTo>
                <a:lnTo>
                  <a:pt x="963573" y="534762"/>
                </a:lnTo>
                <a:lnTo>
                  <a:pt x="951870" y="534762"/>
                </a:lnTo>
                <a:lnTo>
                  <a:pt x="951870" y="523052"/>
                </a:lnTo>
                <a:lnTo>
                  <a:pt x="959672" y="523052"/>
                </a:lnTo>
                <a:lnTo>
                  <a:pt x="959672" y="519148"/>
                </a:lnTo>
                <a:lnTo>
                  <a:pt x="963573" y="519148"/>
                </a:lnTo>
                <a:lnTo>
                  <a:pt x="963573" y="515245"/>
                </a:lnTo>
                <a:lnTo>
                  <a:pt x="951870" y="515245"/>
                </a:lnTo>
                <a:lnTo>
                  <a:pt x="951870" y="511342"/>
                </a:lnTo>
                <a:lnTo>
                  <a:pt x="947969" y="511342"/>
                </a:lnTo>
                <a:lnTo>
                  <a:pt x="947969" y="503535"/>
                </a:lnTo>
                <a:lnTo>
                  <a:pt x="951870" y="503535"/>
                </a:lnTo>
                <a:lnTo>
                  <a:pt x="951870" y="499632"/>
                </a:lnTo>
                <a:lnTo>
                  <a:pt x="955771" y="499632"/>
                </a:lnTo>
                <a:close/>
              </a:path>
            </a:pathLst>
          </a:custGeom>
          <a:solidFill xmlns:a="http://schemas.openxmlformats.org/drawingml/2006/main">
            <a:srgbClr val="111111"/>
          </a:solidFill>
          <a:ln xmlns:a="http://schemas.openxmlformats.org/drawingml/2006/main" w="0">
            <a:noFill/>
          </a:ln>
        </p:spPr>
      </p:sp>
      <p:sp>
        <p:nvSpPr>
          <p:cNvPr id="517" name="R1|Formula native glyph contours #4D7850">
            <a:extLst xmlns:a="http://schemas.openxmlformats.org/drawingml/2006/main">
              <a:ext uri="{FF2B5EF4-FFF2-40B4-BE49-F238E27FC236}">
                <a16:creationId xmlns:a16="http://schemas.microsoft.com/office/drawing/2014/main" id="{A3B7F3B2-6DB3-4E15-AC3F-1360896FF5FD}"/>
              </a:ext>
            </a:extLst>
          </p:cNvPr>
          <p:cNvSpPr>
            <a:spLocks xmlns:a="http://schemas.openxmlformats.org/drawingml/2006/main" noGrp="1"/>
          </p:cNvSpPr>
          <p:nvPr/>
        </p:nvSpPr>
        <p:spPr>
          <a:xfrm xmlns:a="http://schemas.openxmlformats.org/drawingml/2006/main">
            <a:off x="8400844" y="2849413"/>
            <a:ext cx="421320" cy="265429"/>
          </a:xfrm>
          <a:custGeom xmlns:a="http://schemas.openxmlformats.org/drawingml/2006/main">
            <a:pathLst>
              <a:path w="421320" h="265429">
                <a:moveTo>
                  <a:pt x="171649" y="0"/>
                </a:moveTo>
                <a:lnTo>
                  <a:pt x="269176" y="0"/>
                </a:lnTo>
                <a:lnTo>
                  <a:pt x="269176" y="7807"/>
                </a:lnTo>
                <a:lnTo>
                  <a:pt x="265275" y="7807"/>
                </a:lnTo>
                <a:lnTo>
                  <a:pt x="265275" y="31227"/>
                </a:lnTo>
                <a:lnTo>
                  <a:pt x="261374" y="31227"/>
                </a:lnTo>
                <a:lnTo>
                  <a:pt x="261374" y="35130"/>
                </a:lnTo>
                <a:lnTo>
                  <a:pt x="253572" y="35130"/>
                </a:lnTo>
                <a:lnTo>
                  <a:pt x="253572" y="19517"/>
                </a:lnTo>
                <a:lnTo>
                  <a:pt x="257473" y="19517"/>
                </a:lnTo>
                <a:lnTo>
                  <a:pt x="257473" y="7807"/>
                </a:lnTo>
                <a:lnTo>
                  <a:pt x="230165" y="7807"/>
                </a:lnTo>
                <a:lnTo>
                  <a:pt x="230165" y="15613"/>
                </a:lnTo>
                <a:lnTo>
                  <a:pt x="226264" y="15613"/>
                </a:lnTo>
                <a:lnTo>
                  <a:pt x="226264" y="31227"/>
                </a:lnTo>
                <a:lnTo>
                  <a:pt x="222363" y="31227"/>
                </a:lnTo>
                <a:lnTo>
                  <a:pt x="222363" y="46840"/>
                </a:lnTo>
                <a:lnTo>
                  <a:pt x="218462" y="46840"/>
                </a:lnTo>
                <a:lnTo>
                  <a:pt x="218462" y="62454"/>
                </a:lnTo>
                <a:lnTo>
                  <a:pt x="214561" y="62454"/>
                </a:lnTo>
                <a:lnTo>
                  <a:pt x="214561" y="78067"/>
                </a:lnTo>
                <a:lnTo>
                  <a:pt x="210660" y="78067"/>
                </a:lnTo>
                <a:lnTo>
                  <a:pt x="210660" y="89778"/>
                </a:lnTo>
                <a:lnTo>
                  <a:pt x="218462" y="89778"/>
                </a:lnTo>
                <a:lnTo>
                  <a:pt x="218462" y="93681"/>
                </a:lnTo>
                <a:lnTo>
                  <a:pt x="226264" y="93681"/>
                </a:lnTo>
                <a:lnTo>
                  <a:pt x="226264" y="101488"/>
                </a:lnTo>
                <a:lnTo>
                  <a:pt x="175550" y="101488"/>
                </a:lnTo>
                <a:lnTo>
                  <a:pt x="175550" y="97584"/>
                </a:lnTo>
                <a:lnTo>
                  <a:pt x="171649" y="97584"/>
                </a:lnTo>
                <a:lnTo>
                  <a:pt x="171649" y="93681"/>
                </a:lnTo>
                <a:lnTo>
                  <a:pt x="183352" y="93681"/>
                </a:lnTo>
                <a:lnTo>
                  <a:pt x="183352" y="89778"/>
                </a:lnTo>
                <a:lnTo>
                  <a:pt x="191154" y="89778"/>
                </a:lnTo>
                <a:lnTo>
                  <a:pt x="191154" y="81971"/>
                </a:lnTo>
                <a:lnTo>
                  <a:pt x="195055" y="81971"/>
                </a:lnTo>
                <a:lnTo>
                  <a:pt x="195055" y="70261"/>
                </a:lnTo>
                <a:lnTo>
                  <a:pt x="198956" y="70261"/>
                </a:lnTo>
                <a:lnTo>
                  <a:pt x="198956" y="50744"/>
                </a:lnTo>
                <a:lnTo>
                  <a:pt x="202858" y="50744"/>
                </a:lnTo>
                <a:lnTo>
                  <a:pt x="202858" y="35130"/>
                </a:lnTo>
                <a:lnTo>
                  <a:pt x="206759" y="35130"/>
                </a:lnTo>
                <a:lnTo>
                  <a:pt x="206759" y="19517"/>
                </a:lnTo>
                <a:lnTo>
                  <a:pt x="210660" y="19517"/>
                </a:lnTo>
                <a:lnTo>
                  <a:pt x="210660" y="7807"/>
                </a:lnTo>
                <a:lnTo>
                  <a:pt x="187253" y="7807"/>
                </a:lnTo>
                <a:lnTo>
                  <a:pt x="187253" y="11710"/>
                </a:lnTo>
                <a:lnTo>
                  <a:pt x="183352" y="11710"/>
                </a:lnTo>
                <a:lnTo>
                  <a:pt x="183352" y="15613"/>
                </a:lnTo>
                <a:lnTo>
                  <a:pt x="179451" y="15613"/>
                </a:lnTo>
                <a:lnTo>
                  <a:pt x="179451" y="27324"/>
                </a:lnTo>
                <a:lnTo>
                  <a:pt x="175550" y="27324"/>
                </a:lnTo>
                <a:lnTo>
                  <a:pt x="175550" y="35130"/>
                </a:lnTo>
                <a:lnTo>
                  <a:pt x="167748" y="35130"/>
                </a:lnTo>
                <a:lnTo>
                  <a:pt x="167748" y="15613"/>
                </a:lnTo>
                <a:lnTo>
                  <a:pt x="171649" y="15613"/>
                </a:lnTo>
                <a:close/>
                <a:moveTo>
                  <a:pt x="50714" y="42937"/>
                </a:moveTo>
                <a:lnTo>
                  <a:pt x="159945" y="42937"/>
                </a:lnTo>
                <a:lnTo>
                  <a:pt x="159945" y="46840"/>
                </a:lnTo>
                <a:lnTo>
                  <a:pt x="163846" y="46840"/>
                </a:lnTo>
                <a:lnTo>
                  <a:pt x="163846" y="54647"/>
                </a:lnTo>
                <a:lnTo>
                  <a:pt x="159945" y="54647"/>
                </a:lnTo>
                <a:lnTo>
                  <a:pt x="159945" y="62454"/>
                </a:lnTo>
                <a:lnTo>
                  <a:pt x="156044" y="62454"/>
                </a:lnTo>
                <a:lnTo>
                  <a:pt x="156044" y="70261"/>
                </a:lnTo>
                <a:lnTo>
                  <a:pt x="144341" y="70261"/>
                </a:lnTo>
                <a:lnTo>
                  <a:pt x="144341" y="66357"/>
                </a:lnTo>
                <a:lnTo>
                  <a:pt x="140440" y="66357"/>
                </a:lnTo>
                <a:lnTo>
                  <a:pt x="140440" y="62454"/>
                </a:lnTo>
                <a:lnTo>
                  <a:pt x="132638" y="62454"/>
                </a:lnTo>
                <a:lnTo>
                  <a:pt x="132638" y="58551"/>
                </a:lnTo>
                <a:lnTo>
                  <a:pt x="97528" y="58551"/>
                </a:lnTo>
                <a:lnTo>
                  <a:pt x="97528" y="66357"/>
                </a:lnTo>
                <a:lnTo>
                  <a:pt x="93627" y="66357"/>
                </a:lnTo>
                <a:lnTo>
                  <a:pt x="93627" y="81971"/>
                </a:lnTo>
                <a:lnTo>
                  <a:pt x="89725" y="81971"/>
                </a:lnTo>
                <a:lnTo>
                  <a:pt x="89725" y="93681"/>
                </a:lnTo>
                <a:lnTo>
                  <a:pt x="85824" y="93681"/>
                </a:lnTo>
                <a:lnTo>
                  <a:pt x="85824" y="105391"/>
                </a:lnTo>
                <a:lnTo>
                  <a:pt x="81923" y="105391"/>
                </a:lnTo>
                <a:lnTo>
                  <a:pt x="81923" y="109294"/>
                </a:lnTo>
                <a:lnTo>
                  <a:pt x="109231" y="109294"/>
                </a:lnTo>
                <a:lnTo>
                  <a:pt x="109231" y="113198"/>
                </a:lnTo>
                <a:lnTo>
                  <a:pt x="113132" y="113198"/>
                </a:lnTo>
                <a:lnTo>
                  <a:pt x="113132" y="109294"/>
                </a:lnTo>
                <a:lnTo>
                  <a:pt x="124835" y="109294"/>
                </a:lnTo>
                <a:lnTo>
                  <a:pt x="124835" y="113198"/>
                </a:lnTo>
                <a:lnTo>
                  <a:pt x="128737" y="113198"/>
                </a:lnTo>
                <a:lnTo>
                  <a:pt x="128737" y="124908"/>
                </a:lnTo>
                <a:lnTo>
                  <a:pt x="124835" y="124908"/>
                </a:lnTo>
                <a:lnTo>
                  <a:pt x="124835" y="128811"/>
                </a:lnTo>
                <a:lnTo>
                  <a:pt x="78022" y="128811"/>
                </a:lnTo>
                <a:lnTo>
                  <a:pt x="78022" y="132715"/>
                </a:lnTo>
                <a:lnTo>
                  <a:pt x="74121" y="132715"/>
                </a:lnTo>
                <a:lnTo>
                  <a:pt x="74121" y="140521"/>
                </a:lnTo>
                <a:lnTo>
                  <a:pt x="70220" y="140521"/>
                </a:lnTo>
                <a:lnTo>
                  <a:pt x="70220" y="148328"/>
                </a:lnTo>
                <a:lnTo>
                  <a:pt x="66319" y="148328"/>
                </a:lnTo>
                <a:lnTo>
                  <a:pt x="66319" y="160038"/>
                </a:lnTo>
                <a:lnTo>
                  <a:pt x="62418" y="160038"/>
                </a:lnTo>
                <a:lnTo>
                  <a:pt x="62418" y="167845"/>
                </a:lnTo>
                <a:lnTo>
                  <a:pt x="58517" y="167845"/>
                </a:lnTo>
                <a:lnTo>
                  <a:pt x="58517" y="171748"/>
                </a:lnTo>
                <a:lnTo>
                  <a:pt x="54615" y="171748"/>
                </a:lnTo>
                <a:lnTo>
                  <a:pt x="54615" y="179555"/>
                </a:lnTo>
                <a:lnTo>
                  <a:pt x="50714" y="179555"/>
                </a:lnTo>
                <a:lnTo>
                  <a:pt x="50714" y="183458"/>
                </a:lnTo>
                <a:lnTo>
                  <a:pt x="46813" y="183458"/>
                </a:lnTo>
                <a:lnTo>
                  <a:pt x="46813" y="187362"/>
                </a:lnTo>
                <a:lnTo>
                  <a:pt x="42912" y="187362"/>
                </a:lnTo>
                <a:lnTo>
                  <a:pt x="42912" y="191265"/>
                </a:lnTo>
                <a:lnTo>
                  <a:pt x="39011" y="191265"/>
                </a:lnTo>
                <a:lnTo>
                  <a:pt x="39011" y="195169"/>
                </a:lnTo>
                <a:lnTo>
                  <a:pt x="7802" y="195169"/>
                </a:lnTo>
                <a:lnTo>
                  <a:pt x="7802" y="191265"/>
                </a:lnTo>
                <a:lnTo>
                  <a:pt x="3901" y="191265"/>
                </a:lnTo>
                <a:lnTo>
                  <a:pt x="3901" y="183458"/>
                </a:lnTo>
                <a:lnTo>
                  <a:pt x="0" y="183458"/>
                </a:lnTo>
                <a:lnTo>
                  <a:pt x="0" y="171748"/>
                </a:lnTo>
                <a:lnTo>
                  <a:pt x="3901" y="171748"/>
                </a:lnTo>
                <a:lnTo>
                  <a:pt x="3901" y="167845"/>
                </a:lnTo>
                <a:lnTo>
                  <a:pt x="7802" y="167845"/>
                </a:lnTo>
                <a:lnTo>
                  <a:pt x="7802" y="171748"/>
                </a:lnTo>
                <a:lnTo>
                  <a:pt x="19506" y="171748"/>
                </a:lnTo>
                <a:lnTo>
                  <a:pt x="19506" y="175652"/>
                </a:lnTo>
                <a:lnTo>
                  <a:pt x="23407" y="175652"/>
                </a:lnTo>
                <a:lnTo>
                  <a:pt x="23407" y="179555"/>
                </a:lnTo>
                <a:lnTo>
                  <a:pt x="35110" y="179555"/>
                </a:lnTo>
                <a:lnTo>
                  <a:pt x="35110" y="175652"/>
                </a:lnTo>
                <a:lnTo>
                  <a:pt x="39011" y="175652"/>
                </a:lnTo>
                <a:lnTo>
                  <a:pt x="39011" y="167845"/>
                </a:lnTo>
                <a:lnTo>
                  <a:pt x="42912" y="167845"/>
                </a:lnTo>
                <a:lnTo>
                  <a:pt x="42912" y="160038"/>
                </a:lnTo>
                <a:lnTo>
                  <a:pt x="46813" y="160038"/>
                </a:lnTo>
                <a:lnTo>
                  <a:pt x="46813" y="152231"/>
                </a:lnTo>
                <a:lnTo>
                  <a:pt x="50714" y="152231"/>
                </a:lnTo>
                <a:lnTo>
                  <a:pt x="50714" y="144425"/>
                </a:lnTo>
                <a:lnTo>
                  <a:pt x="54615" y="144425"/>
                </a:lnTo>
                <a:lnTo>
                  <a:pt x="54615" y="132715"/>
                </a:lnTo>
                <a:lnTo>
                  <a:pt x="58517" y="132715"/>
                </a:lnTo>
                <a:lnTo>
                  <a:pt x="58517" y="121005"/>
                </a:lnTo>
                <a:lnTo>
                  <a:pt x="62418" y="121005"/>
                </a:lnTo>
                <a:lnTo>
                  <a:pt x="62418" y="109294"/>
                </a:lnTo>
                <a:lnTo>
                  <a:pt x="66319" y="109294"/>
                </a:lnTo>
                <a:lnTo>
                  <a:pt x="66319" y="93681"/>
                </a:lnTo>
                <a:lnTo>
                  <a:pt x="70220" y="93681"/>
                </a:lnTo>
                <a:lnTo>
                  <a:pt x="70220" y="81971"/>
                </a:lnTo>
                <a:lnTo>
                  <a:pt x="74121" y="81971"/>
                </a:lnTo>
                <a:lnTo>
                  <a:pt x="74121" y="66357"/>
                </a:lnTo>
                <a:lnTo>
                  <a:pt x="78022" y="66357"/>
                </a:lnTo>
                <a:lnTo>
                  <a:pt x="78022" y="58551"/>
                </a:lnTo>
                <a:lnTo>
                  <a:pt x="54615" y="58551"/>
                </a:lnTo>
                <a:lnTo>
                  <a:pt x="54615" y="62454"/>
                </a:lnTo>
                <a:lnTo>
                  <a:pt x="46813" y="62454"/>
                </a:lnTo>
                <a:lnTo>
                  <a:pt x="46813" y="66357"/>
                </a:lnTo>
                <a:lnTo>
                  <a:pt x="42912" y="66357"/>
                </a:lnTo>
                <a:lnTo>
                  <a:pt x="42912" y="70261"/>
                </a:lnTo>
                <a:lnTo>
                  <a:pt x="31209" y="70261"/>
                </a:lnTo>
                <a:lnTo>
                  <a:pt x="31209" y="66357"/>
                </a:lnTo>
                <a:lnTo>
                  <a:pt x="27308" y="66357"/>
                </a:lnTo>
                <a:lnTo>
                  <a:pt x="27308" y="62454"/>
                </a:lnTo>
                <a:lnTo>
                  <a:pt x="31209" y="62454"/>
                </a:lnTo>
                <a:lnTo>
                  <a:pt x="31209" y="58551"/>
                </a:lnTo>
                <a:lnTo>
                  <a:pt x="35110" y="58551"/>
                </a:lnTo>
                <a:lnTo>
                  <a:pt x="35110" y="54647"/>
                </a:lnTo>
                <a:lnTo>
                  <a:pt x="39011" y="54647"/>
                </a:lnTo>
                <a:lnTo>
                  <a:pt x="39011" y="50744"/>
                </a:lnTo>
                <a:lnTo>
                  <a:pt x="42912" y="50744"/>
                </a:lnTo>
                <a:lnTo>
                  <a:pt x="42912" y="46840"/>
                </a:lnTo>
                <a:lnTo>
                  <a:pt x="50714" y="46840"/>
                </a:lnTo>
                <a:close/>
                <a:moveTo>
                  <a:pt x="323792" y="144425"/>
                </a:moveTo>
                <a:lnTo>
                  <a:pt x="331594" y="144425"/>
                </a:lnTo>
                <a:lnTo>
                  <a:pt x="331594" y="148328"/>
                </a:lnTo>
                <a:lnTo>
                  <a:pt x="339396" y="148328"/>
                </a:lnTo>
                <a:lnTo>
                  <a:pt x="339396" y="152231"/>
                </a:lnTo>
                <a:lnTo>
                  <a:pt x="331594" y="152231"/>
                </a:lnTo>
                <a:lnTo>
                  <a:pt x="331594" y="156135"/>
                </a:lnTo>
                <a:lnTo>
                  <a:pt x="323792" y="156135"/>
                </a:lnTo>
                <a:lnTo>
                  <a:pt x="323792" y="160038"/>
                </a:lnTo>
                <a:lnTo>
                  <a:pt x="315990" y="160038"/>
                </a:lnTo>
                <a:lnTo>
                  <a:pt x="315990" y="163942"/>
                </a:lnTo>
                <a:lnTo>
                  <a:pt x="308187" y="163942"/>
                </a:lnTo>
                <a:lnTo>
                  <a:pt x="308187" y="167845"/>
                </a:lnTo>
                <a:lnTo>
                  <a:pt x="300385" y="167845"/>
                </a:lnTo>
                <a:lnTo>
                  <a:pt x="300385" y="171748"/>
                </a:lnTo>
                <a:lnTo>
                  <a:pt x="292583" y="171748"/>
                </a:lnTo>
                <a:lnTo>
                  <a:pt x="292583" y="175652"/>
                </a:lnTo>
                <a:lnTo>
                  <a:pt x="284781" y="175652"/>
                </a:lnTo>
                <a:lnTo>
                  <a:pt x="284781" y="179555"/>
                </a:lnTo>
                <a:lnTo>
                  <a:pt x="276979" y="179555"/>
                </a:lnTo>
                <a:lnTo>
                  <a:pt x="276979" y="183458"/>
                </a:lnTo>
                <a:lnTo>
                  <a:pt x="265275" y="183458"/>
                </a:lnTo>
                <a:lnTo>
                  <a:pt x="265275" y="187362"/>
                </a:lnTo>
                <a:lnTo>
                  <a:pt x="273077" y="187362"/>
                </a:lnTo>
                <a:lnTo>
                  <a:pt x="273077" y="191265"/>
                </a:lnTo>
                <a:lnTo>
                  <a:pt x="280880" y="191265"/>
                </a:lnTo>
                <a:lnTo>
                  <a:pt x="280880" y="195169"/>
                </a:lnTo>
                <a:lnTo>
                  <a:pt x="288682" y="195169"/>
                </a:lnTo>
                <a:lnTo>
                  <a:pt x="288682" y="199072"/>
                </a:lnTo>
                <a:lnTo>
                  <a:pt x="296484" y="199072"/>
                </a:lnTo>
                <a:lnTo>
                  <a:pt x="296484" y="202975"/>
                </a:lnTo>
                <a:lnTo>
                  <a:pt x="300385" y="202975"/>
                </a:lnTo>
                <a:lnTo>
                  <a:pt x="300385" y="206879"/>
                </a:lnTo>
                <a:lnTo>
                  <a:pt x="308187" y="206879"/>
                </a:lnTo>
                <a:lnTo>
                  <a:pt x="308187" y="210782"/>
                </a:lnTo>
                <a:lnTo>
                  <a:pt x="315990" y="210782"/>
                </a:lnTo>
                <a:lnTo>
                  <a:pt x="315990" y="214685"/>
                </a:lnTo>
                <a:lnTo>
                  <a:pt x="323792" y="214685"/>
                </a:lnTo>
                <a:lnTo>
                  <a:pt x="323792" y="218589"/>
                </a:lnTo>
                <a:lnTo>
                  <a:pt x="331594" y="218589"/>
                </a:lnTo>
                <a:lnTo>
                  <a:pt x="331594" y="222492"/>
                </a:lnTo>
                <a:lnTo>
                  <a:pt x="339396" y="222492"/>
                </a:lnTo>
                <a:lnTo>
                  <a:pt x="339396" y="226396"/>
                </a:lnTo>
                <a:lnTo>
                  <a:pt x="343297" y="226396"/>
                </a:lnTo>
                <a:lnTo>
                  <a:pt x="343297" y="234202"/>
                </a:lnTo>
                <a:lnTo>
                  <a:pt x="339396" y="234202"/>
                </a:lnTo>
                <a:lnTo>
                  <a:pt x="339396" y="238106"/>
                </a:lnTo>
                <a:lnTo>
                  <a:pt x="335495" y="238106"/>
                </a:lnTo>
                <a:lnTo>
                  <a:pt x="335495" y="234202"/>
                </a:lnTo>
                <a:lnTo>
                  <a:pt x="327693" y="234202"/>
                </a:lnTo>
                <a:lnTo>
                  <a:pt x="327693" y="230299"/>
                </a:lnTo>
                <a:lnTo>
                  <a:pt x="319891" y="230299"/>
                </a:lnTo>
                <a:lnTo>
                  <a:pt x="319891" y="226396"/>
                </a:lnTo>
                <a:lnTo>
                  <a:pt x="312089" y="226396"/>
                </a:lnTo>
                <a:lnTo>
                  <a:pt x="312089" y="222492"/>
                </a:lnTo>
                <a:lnTo>
                  <a:pt x="304286" y="222492"/>
                </a:lnTo>
                <a:lnTo>
                  <a:pt x="304286" y="218589"/>
                </a:lnTo>
                <a:lnTo>
                  <a:pt x="296484" y="218589"/>
                </a:lnTo>
                <a:lnTo>
                  <a:pt x="296484" y="214685"/>
                </a:lnTo>
                <a:lnTo>
                  <a:pt x="288682" y="214685"/>
                </a:lnTo>
                <a:lnTo>
                  <a:pt x="288682" y="210782"/>
                </a:lnTo>
                <a:lnTo>
                  <a:pt x="284781" y="210782"/>
                </a:lnTo>
                <a:lnTo>
                  <a:pt x="284781" y="206879"/>
                </a:lnTo>
                <a:lnTo>
                  <a:pt x="276979" y="206879"/>
                </a:lnTo>
                <a:lnTo>
                  <a:pt x="276979" y="202975"/>
                </a:lnTo>
                <a:lnTo>
                  <a:pt x="269176" y="202975"/>
                </a:lnTo>
                <a:lnTo>
                  <a:pt x="269176" y="199072"/>
                </a:lnTo>
                <a:lnTo>
                  <a:pt x="261374" y="199072"/>
                </a:lnTo>
                <a:lnTo>
                  <a:pt x="261374" y="195169"/>
                </a:lnTo>
                <a:lnTo>
                  <a:pt x="253572" y="195169"/>
                </a:lnTo>
                <a:lnTo>
                  <a:pt x="253572" y="191265"/>
                </a:lnTo>
                <a:lnTo>
                  <a:pt x="249671" y="191265"/>
                </a:lnTo>
                <a:lnTo>
                  <a:pt x="249671" y="183458"/>
                </a:lnTo>
                <a:lnTo>
                  <a:pt x="253572" y="183458"/>
                </a:lnTo>
                <a:lnTo>
                  <a:pt x="253572" y="175652"/>
                </a:lnTo>
                <a:lnTo>
                  <a:pt x="265275" y="175652"/>
                </a:lnTo>
                <a:lnTo>
                  <a:pt x="265275" y="171748"/>
                </a:lnTo>
                <a:lnTo>
                  <a:pt x="273077" y="171748"/>
                </a:lnTo>
                <a:lnTo>
                  <a:pt x="273077" y="167845"/>
                </a:lnTo>
                <a:lnTo>
                  <a:pt x="280880" y="167845"/>
                </a:lnTo>
                <a:lnTo>
                  <a:pt x="280880" y="163942"/>
                </a:lnTo>
                <a:lnTo>
                  <a:pt x="288682" y="163942"/>
                </a:lnTo>
                <a:lnTo>
                  <a:pt x="288682" y="160038"/>
                </a:lnTo>
                <a:lnTo>
                  <a:pt x="296484" y="160038"/>
                </a:lnTo>
                <a:lnTo>
                  <a:pt x="296484" y="156135"/>
                </a:lnTo>
                <a:lnTo>
                  <a:pt x="304286" y="156135"/>
                </a:lnTo>
                <a:lnTo>
                  <a:pt x="304286" y="152231"/>
                </a:lnTo>
                <a:lnTo>
                  <a:pt x="312089" y="152231"/>
                </a:lnTo>
                <a:lnTo>
                  <a:pt x="312089" y="148328"/>
                </a:lnTo>
                <a:lnTo>
                  <a:pt x="323792" y="148328"/>
                </a:lnTo>
                <a:close/>
                <a:moveTo>
                  <a:pt x="159945" y="171748"/>
                </a:moveTo>
                <a:lnTo>
                  <a:pt x="171649" y="171748"/>
                </a:lnTo>
                <a:lnTo>
                  <a:pt x="171649" y="175652"/>
                </a:lnTo>
                <a:lnTo>
                  <a:pt x="175550" y="175652"/>
                </a:lnTo>
                <a:lnTo>
                  <a:pt x="175550" y="179555"/>
                </a:lnTo>
                <a:lnTo>
                  <a:pt x="179451" y="179555"/>
                </a:lnTo>
                <a:lnTo>
                  <a:pt x="179451" y="195169"/>
                </a:lnTo>
                <a:lnTo>
                  <a:pt x="175550" y="195169"/>
                </a:lnTo>
                <a:lnTo>
                  <a:pt x="175550" y="206879"/>
                </a:lnTo>
                <a:lnTo>
                  <a:pt x="171649" y="206879"/>
                </a:lnTo>
                <a:lnTo>
                  <a:pt x="171649" y="230299"/>
                </a:lnTo>
                <a:lnTo>
                  <a:pt x="175550" y="230299"/>
                </a:lnTo>
                <a:lnTo>
                  <a:pt x="175550" y="234202"/>
                </a:lnTo>
                <a:lnTo>
                  <a:pt x="179451" y="234202"/>
                </a:lnTo>
                <a:lnTo>
                  <a:pt x="179451" y="230299"/>
                </a:lnTo>
                <a:lnTo>
                  <a:pt x="187253" y="230299"/>
                </a:lnTo>
                <a:lnTo>
                  <a:pt x="187253" y="226396"/>
                </a:lnTo>
                <a:lnTo>
                  <a:pt x="191154" y="226396"/>
                </a:lnTo>
                <a:lnTo>
                  <a:pt x="191154" y="222492"/>
                </a:lnTo>
                <a:lnTo>
                  <a:pt x="195055" y="222492"/>
                </a:lnTo>
                <a:lnTo>
                  <a:pt x="195055" y="210782"/>
                </a:lnTo>
                <a:lnTo>
                  <a:pt x="198956" y="210782"/>
                </a:lnTo>
                <a:lnTo>
                  <a:pt x="198956" y="195169"/>
                </a:lnTo>
                <a:lnTo>
                  <a:pt x="202858" y="195169"/>
                </a:lnTo>
                <a:lnTo>
                  <a:pt x="202858" y="179555"/>
                </a:lnTo>
                <a:lnTo>
                  <a:pt x="206759" y="179555"/>
                </a:lnTo>
                <a:lnTo>
                  <a:pt x="206759" y="175652"/>
                </a:lnTo>
                <a:lnTo>
                  <a:pt x="218462" y="175652"/>
                </a:lnTo>
                <a:lnTo>
                  <a:pt x="218462" y="187362"/>
                </a:lnTo>
                <a:lnTo>
                  <a:pt x="214561" y="187362"/>
                </a:lnTo>
                <a:lnTo>
                  <a:pt x="214561" y="202975"/>
                </a:lnTo>
                <a:lnTo>
                  <a:pt x="210660" y="202975"/>
                </a:lnTo>
                <a:lnTo>
                  <a:pt x="210660" y="222492"/>
                </a:lnTo>
                <a:lnTo>
                  <a:pt x="206759" y="222492"/>
                </a:lnTo>
                <a:lnTo>
                  <a:pt x="206759" y="230299"/>
                </a:lnTo>
                <a:lnTo>
                  <a:pt x="214561" y="230299"/>
                </a:lnTo>
                <a:lnTo>
                  <a:pt x="214561" y="226396"/>
                </a:lnTo>
                <a:lnTo>
                  <a:pt x="218462" y="226396"/>
                </a:lnTo>
                <a:lnTo>
                  <a:pt x="218462" y="218589"/>
                </a:lnTo>
                <a:lnTo>
                  <a:pt x="226264" y="218589"/>
                </a:lnTo>
                <a:lnTo>
                  <a:pt x="226264" y="222492"/>
                </a:lnTo>
                <a:lnTo>
                  <a:pt x="222363" y="222492"/>
                </a:lnTo>
                <a:lnTo>
                  <a:pt x="222363" y="234202"/>
                </a:lnTo>
                <a:lnTo>
                  <a:pt x="218462" y="234202"/>
                </a:lnTo>
                <a:lnTo>
                  <a:pt x="218462" y="238106"/>
                </a:lnTo>
                <a:lnTo>
                  <a:pt x="214561" y="238106"/>
                </a:lnTo>
                <a:lnTo>
                  <a:pt x="214561" y="242009"/>
                </a:lnTo>
                <a:lnTo>
                  <a:pt x="198956" y="242009"/>
                </a:lnTo>
                <a:lnTo>
                  <a:pt x="198956" y="234202"/>
                </a:lnTo>
                <a:lnTo>
                  <a:pt x="191154" y="234202"/>
                </a:lnTo>
                <a:lnTo>
                  <a:pt x="191154" y="238106"/>
                </a:lnTo>
                <a:lnTo>
                  <a:pt x="187253" y="238106"/>
                </a:lnTo>
                <a:lnTo>
                  <a:pt x="187253" y="242009"/>
                </a:lnTo>
                <a:lnTo>
                  <a:pt x="167748" y="242009"/>
                </a:lnTo>
                <a:lnTo>
                  <a:pt x="167748" y="238106"/>
                </a:lnTo>
                <a:lnTo>
                  <a:pt x="159945" y="238106"/>
                </a:lnTo>
                <a:lnTo>
                  <a:pt x="159945" y="234202"/>
                </a:lnTo>
                <a:lnTo>
                  <a:pt x="156044" y="234202"/>
                </a:lnTo>
                <a:lnTo>
                  <a:pt x="156044" y="202975"/>
                </a:lnTo>
                <a:lnTo>
                  <a:pt x="159945" y="202975"/>
                </a:lnTo>
                <a:lnTo>
                  <a:pt x="159945" y="195169"/>
                </a:lnTo>
                <a:lnTo>
                  <a:pt x="163846" y="195169"/>
                </a:lnTo>
                <a:lnTo>
                  <a:pt x="163846" y="179555"/>
                </a:lnTo>
                <a:lnTo>
                  <a:pt x="159945" y="179555"/>
                </a:lnTo>
                <a:lnTo>
                  <a:pt x="159945" y="187362"/>
                </a:lnTo>
                <a:lnTo>
                  <a:pt x="156044" y="187362"/>
                </a:lnTo>
                <a:lnTo>
                  <a:pt x="156044" y="191265"/>
                </a:lnTo>
                <a:lnTo>
                  <a:pt x="152143" y="191265"/>
                </a:lnTo>
                <a:lnTo>
                  <a:pt x="152143" y="195169"/>
                </a:lnTo>
                <a:lnTo>
                  <a:pt x="144341" y="195169"/>
                </a:lnTo>
                <a:lnTo>
                  <a:pt x="144341" y="187362"/>
                </a:lnTo>
                <a:lnTo>
                  <a:pt x="148242" y="187362"/>
                </a:lnTo>
                <a:lnTo>
                  <a:pt x="148242" y="183458"/>
                </a:lnTo>
                <a:lnTo>
                  <a:pt x="152143" y="183458"/>
                </a:lnTo>
                <a:lnTo>
                  <a:pt x="152143" y="175652"/>
                </a:lnTo>
                <a:lnTo>
                  <a:pt x="159945" y="175652"/>
                </a:lnTo>
                <a:close/>
                <a:moveTo>
                  <a:pt x="394012" y="171748"/>
                </a:moveTo>
                <a:lnTo>
                  <a:pt x="413517" y="171748"/>
                </a:lnTo>
                <a:lnTo>
                  <a:pt x="413517" y="175652"/>
                </a:lnTo>
                <a:lnTo>
                  <a:pt x="417418" y="175652"/>
                </a:lnTo>
                <a:lnTo>
                  <a:pt x="417418" y="179555"/>
                </a:lnTo>
                <a:lnTo>
                  <a:pt x="421320" y="179555"/>
                </a:lnTo>
                <a:lnTo>
                  <a:pt x="421320" y="191265"/>
                </a:lnTo>
                <a:lnTo>
                  <a:pt x="417418" y="191265"/>
                </a:lnTo>
                <a:lnTo>
                  <a:pt x="417418" y="195169"/>
                </a:lnTo>
                <a:lnTo>
                  <a:pt x="421320" y="195169"/>
                </a:lnTo>
                <a:lnTo>
                  <a:pt x="421320" y="199072"/>
                </a:lnTo>
                <a:lnTo>
                  <a:pt x="417418" y="199072"/>
                </a:lnTo>
                <a:lnTo>
                  <a:pt x="417418" y="202975"/>
                </a:lnTo>
                <a:lnTo>
                  <a:pt x="409616" y="202975"/>
                </a:lnTo>
                <a:lnTo>
                  <a:pt x="409616" y="206879"/>
                </a:lnTo>
                <a:lnTo>
                  <a:pt x="382308" y="206879"/>
                </a:lnTo>
                <a:lnTo>
                  <a:pt x="382308" y="210782"/>
                </a:lnTo>
                <a:lnTo>
                  <a:pt x="378407" y="210782"/>
                </a:lnTo>
                <a:lnTo>
                  <a:pt x="378407" y="222492"/>
                </a:lnTo>
                <a:lnTo>
                  <a:pt x="382308" y="222492"/>
                </a:lnTo>
                <a:lnTo>
                  <a:pt x="382308" y="230299"/>
                </a:lnTo>
                <a:lnTo>
                  <a:pt x="386210" y="230299"/>
                </a:lnTo>
                <a:lnTo>
                  <a:pt x="386210" y="234202"/>
                </a:lnTo>
                <a:lnTo>
                  <a:pt x="401814" y="234202"/>
                </a:lnTo>
                <a:lnTo>
                  <a:pt x="401814" y="230299"/>
                </a:lnTo>
                <a:lnTo>
                  <a:pt x="421320" y="230299"/>
                </a:lnTo>
                <a:lnTo>
                  <a:pt x="421320" y="234202"/>
                </a:lnTo>
                <a:lnTo>
                  <a:pt x="413517" y="234202"/>
                </a:lnTo>
                <a:lnTo>
                  <a:pt x="413517" y="238106"/>
                </a:lnTo>
                <a:lnTo>
                  <a:pt x="405715" y="238106"/>
                </a:lnTo>
                <a:lnTo>
                  <a:pt x="405715" y="242009"/>
                </a:lnTo>
                <a:lnTo>
                  <a:pt x="378407" y="242009"/>
                </a:lnTo>
                <a:lnTo>
                  <a:pt x="378407" y="238106"/>
                </a:lnTo>
                <a:lnTo>
                  <a:pt x="370605" y="238106"/>
                </a:lnTo>
                <a:lnTo>
                  <a:pt x="370605" y="234202"/>
                </a:lnTo>
                <a:lnTo>
                  <a:pt x="366704" y="234202"/>
                </a:lnTo>
                <a:lnTo>
                  <a:pt x="366704" y="222492"/>
                </a:lnTo>
                <a:lnTo>
                  <a:pt x="362803" y="222492"/>
                </a:lnTo>
                <a:lnTo>
                  <a:pt x="362803" y="199072"/>
                </a:lnTo>
                <a:lnTo>
                  <a:pt x="366704" y="199072"/>
                </a:lnTo>
                <a:lnTo>
                  <a:pt x="366704" y="191265"/>
                </a:lnTo>
                <a:lnTo>
                  <a:pt x="370605" y="191265"/>
                </a:lnTo>
                <a:lnTo>
                  <a:pt x="370605" y="187362"/>
                </a:lnTo>
                <a:lnTo>
                  <a:pt x="374506" y="187362"/>
                </a:lnTo>
                <a:lnTo>
                  <a:pt x="374506" y="183458"/>
                </a:lnTo>
                <a:lnTo>
                  <a:pt x="378407" y="183458"/>
                </a:lnTo>
                <a:lnTo>
                  <a:pt x="378407" y="179555"/>
                </a:lnTo>
                <a:lnTo>
                  <a:pt x="386210" y="179555"/>
                </a:lnTo>
                <a:lnTo>
                  <a:pt x="386210" y="175652"/>
                </a:lnTo>
                <a:lnTo>
                  <a:pt x="394012" y="175652"/>
                </a:lnTo>
                <a:close/>
                <a:moveTo>
                  <a:pt x="401814" y="179555"/>
                </a:moveTo>
                <a:lnTo>
                  <a:pt x="401814" y="183458"/>
                </a:lnTo>
                <a:lnTo>
                  <a:pt x="394012" y="183458"/>
                </a:lnTo>
                <a:lnTo>
                  <a:pt x="394012" y="187362"/>
                </a:lnTo>
                <a:lnTo>
                  <a:pt x="390111" y="187362"/>
                </a:lnTo>
                <a:lnTo>
                  <a:pt x="390111" y="191265"/>
                </a:lnTo>
                <a:lnTo>
                  <a:pt x="386210" y="191265"/>
                </a:lnTo>
                <a:lnTo>
                  <a:pt x="386210" y="195169"/>
                </a:lnTo>
                <a:lnTo>
                  <a:pt x="382308" y="195169"/>
                </a:lnTo>
                <a:lnTo>
                  <a:pt x="382308" y="199072"/>
                </a:lnTo>
                <a:lnTo>
                  <a:pt x="405715" y="199072"/>
                </a:lnTo>
                <a:lnTo>
                  <a:pt x="405715" y="195169"/>
                </a:lnTo>
                <a:lnTo>
                  <a:pt x="409616" y="195169"/>
                </a:lnTo>
                <a:lnTo>
                  <a:pt x="409616" y="191265"/>
                </a:lnTo>
                <a:lnTo>
                  <a:pt x="413517" y="191265"/>
                </a:lnTo>
                <a:lnTo>
                  <a:pt x="413517" y="183458"/>
                </a:lnTo>
                <a:lnTo>
                  <a:pt x="409616" y="183458"/>
                </a:lnTo>
                <a:lnTo>
                  <a:pt x="409616" y="179555"/>
                </a:lnTo>
                <a:close/>
                <a:moveTo>
                  <a:pt x="253572" y="253719"/>
                </a:moveTo>
                <a:lnTo>
                  <a:pt x="261374" y="253719"/>
                </a:lnTo>
                <a:lnTo>
                  <a:pt x="261374" y="257623"/>
                </a:lnTo>
                <a:lnTo>
                  <a:pt x="269176" y="257623"/>
                </a:lnTo>
                <a:lnTo>
                  <a:pt x="269176" y="253719"/>
                </a:lnTo>
                <a:lnTo>
                  <a:pt x="323792" y="253719"/>
                </a:lnTo>
                <a:lnTo>
                  <a:pt x="323792" y="257623"/>
                </a:lnTo>
                <a:lnTo>
                  <a:pt x="327693" y="257623"/>
                </a:lnTo>
                <a:lnTo>
                  <a:pt x="327693" y="261526"/>
                </a:lnTo>
                <a:lnTo>
                  <a:pt x="323792" y="261526"/>
                </a:lnTo>
                <a:lnTo>
                  <a:pt x="323792" y="265429"/>
                </a:lnTo>
                <a:lnTo>
                  <a:pt x="261374" y="265429"/>
                </a:lnTo>
                <a:lnTo>
                  <a:pt x="261374" y="261526"/>
                </a:lnTo>
                <a:lnTo>
                  <a:pt x="257473" y="261526"/>
                </a:lnTo>
                <a:lnTo>
                  <a:pt x="257473" y="257623"/>
                </a:lnTo>
                <a:lnTo>
                  <a:pt x="253572" y="257623"/>
                </a:lnTo>
                <a:close/>
              </a:path>
            </a:pathLst>
          </a:custGeom>
          <a:solidFill xmlns:a="http://schemas.openxmlformats.org/drawingml/2006/main">
            <a:srgbClr val="4D7850"/>
          </a:solidFill>
          <a:ln xmlns:a="http://schemas.openxmlformats.org/drawingml/2006/main" w="0">
            <a:noFill/>
          </a:ln>
        </p:spPr>
      </p:sp>
      <p:sp>
        <p:nvSpPr>
          <p:cNvPr id="518" name="R1|Formula native glyph contours #AD3A27">
            <a:extLst xmlns:a="http://schemas.openxmlformats.org/drawingml/2006/main">
              <a:ext uri="{FF2B5EF4-FFF2-40B4-BE49-F238E27FC236}">
                <a16:creationId xmlns:a16="http://schemas.microsoft.com/office/drawing/2014/main" id="{73066CF2-B513-40A4-A2B7-44926955AA2A}"/>
              </a:ext>
            </a:extLst>
          </p:cNvPr>
          <p:cNvSpPr>
            <a:spLocks xmlns:a="http://schemas.openxmlformats.org/drawingml/2006/main" noGrp="1"/>
          </p:cNvSpPr>
          <p:nvPr/>
        </p:nvSpPr>
        <p:spPr>
          <a:xfrm xmlns:a="http://schemas.openxmlformats.org/drawingml/2006/main">
            <a:off x="8841669" y="2888446"/>
            <a:ext cx="413517" cy="202975"/>
          </a:xfrm>
          <a:custGeom xmlns:a="http://schemas.openxmlformats.org/drawingml/2006/main">
            <a:pathLst>
              <a:path w="413517" h="202975">
                <a:moveTo>
                  <a:pt x="81923" y="0"/>
                </a:moveTo>
                <a:lnTo>
                  <a:pt x="85824" y="0"/>
                </a:lnTo>
                <a:lnTo>
                  <a:pt x="85824" y="3903"/>
                </a:lnTo>
                <a:lnTo>
                  <a:pt x="159945" y="3903"/>
                </a:lnTo>
                <a:lnTo>
                  <a:pt x="159945" y="7807"/>
                </a:lnTo>
                <a:lnTo>
                  <a:pt x="163846" y="7807"/>
                </a:lnTo>
                <a:lnTo>
                  <a:pt x="163846" y="15613"/>
                </a:lnTo>
                <a:lnTo>
                  <a:pt x="159945" y="15613"/>
                </a:lnTo>
                <a:lnTo>
                  <a:pt x="159945" y="23420"/>
                </a:lnTo>
                <a:lnTo>
                  <a:pt x="156044" y="23420"/>
                </a:lnTo>
                <a:lnTo>
                  <a:pt x="156044" y="27324"/>
                </a:lnTo>
                <a:lnTo>
                  <a:pt x="152143" y="27324"/>
                </a:lnTo>
                <a:lnTo>
                  <a:pt x="152143" y="31227"/>
                </a:lnTo>
                <a:lnTo>
                  <a:pt x="148242" y="31227"/>
                </a:lnTo>
                <a:lnTo>
                  <a:pt x="148242" y="27324"/>
                </a:lnTo>
                <a:lnTo>
                  <a:pt x="144341" y="27324"/>
                </a:lnTo>
                <a:lnTo>
                  <a:pt x="144341" y="23420"/>
                </a:lnTo>
                <a:lnTo>
                  <a:pt x="132638" y="23420"/>
                </a:lnTo>
                <a:lnTo>
                  <a:pt x="132638" y="19517"/>
                </a:lnTo>
                <a:lnTo>
                  <a:pt x="97528" y="19517"/>
                </a:lnTo>
                <a:lnTo>
                  <a:pt x="97528" y="23420"/>
                </a:lnTo>
                <a:lnTo>
                  <a:pt x="93627" y="23420"/>
                </a:lnTo>
                <a:lnTo>
                  <a:pt x="93627" y="35130"/>
                </a:lnTo>
                <a:lnTo>
                  <a:pt x="89725" y="35130"/>
                </a:lnTo>
                <a:lnTo>
                  <a:pt x="89725" y="50744"/>
                </a:lnTo>
                <a:lnTo>
                  <a:pt x="85824" y="50744"/>
                </a:lnTo>
                <a:lnTo>
                  <a:pt x="85824" y="62454"/>
                </a:lnTo>
                <a:lnTo>
                  <a:pt x="81923" y="62454"/>
                </a:lnTo>
                <a:lnTo>
                  <a:pt x="81923" y="70261"/>
                </a:lnTo>
                <a:lnTo>
                  <a:pt x="113132" y="70261"/>
                </a:lnTo>
                <a:lnTo>
                  <a:pt x="113132" y="74164"/>
                </a:lnTo>
                <a:lnTo>
                  <a:pt x="117033" y="74164"/>
                </a:lnTo>
                <a:lnTo>
                  <a:pt x="117033" y="70261"/>
                </a:lnTo>
                <a:lnTo>
                  <a:pt x="128737" y="70261"/>
                </a:lnTo>
                <a:lnTo>
                  <a:pt x="128737" y="74164"/>
                </a:lnTo>
                <a:lnTo>
                  <a:pt x="132638" y="74164"/>
                </a:lnTo>
                <a:lnTo>
                  <a:pt x="132638" y="81971"/>
                </a:lnTo>
                <a:lnTo>
                  <a:pt x="128737" y="81971"/>
                </a:lnTo>
                <a:lnTo>
                  <a:pt x="128737" y="85874"/>
                </a:lnTo>
                <a:lnTo>
                  <a:pt x="124835" y="85874"/>
                </a:lnTo>
                <a:lnTo>
                  <a:pt x="124835" y="89778"/>
                </a:lnTo>
                <a:lnTo>
                  <a:pt x="74121" y="89778"/>
                </a:lnTo>
                <a:lnTo>
                  <a:pt x="74121" y="101488"/>
                </a:lnTo>
                <a:lnTo>
                  <a:pt x="70220" y="101488"/>
                </a:lnTo>
                <a:lnTo>
                  <a:pt x="70220" y="109294"/>
                </a:lnTo>
                <a:lnTo>
                  <a:pt x="66319" y="109294"/>
                </a:lnTo>
                <a:lnTo>
                  <a:pt x="66319" y="121005"/>
                </a:lnTo>
                <a:lnTo>
                  <a:pt x="62418" y="121005"/>
                </a:lnTo>
                <a:lnTo>
                  <a:pt x="62418" y="128811"/>
                </a:lnTo>
                <a:lnTo>
                  <a:pt x="58517" y="128811"/>
                </a:lnTo>
                <a:lnTo>
                  <a:pt x="58517" y="136618"/>
                </a:lnTo>
                <a:lnTo>
                  <a:pt x="54615" y="136618"/>
                </a:lnTo>
                <a:lnTo>
                  <a:pt x="54615" y="144425"/>
                </a:lnTo>
                <a:lnTo>
                  <a:pt x="46813" y="144425"/>
                </a:lnTo>
                <a:lnTo>
                  <a:pt x="46813" y="152231"/>
                </a:lnTo>
                <a:lnTo>
                  <a:pt x="39011" y="152231"/>
                </a:lnTo>
                <a:lnTo>
                  <a:pt x="39011" y="156135"/>
                </a:lnTo>
                <a:lnTo>
                  <a:pt x="11703" y="156135"/>
                </a:lnTo>
                <a:lnTo>
                  <a:pt x="11703" y="152231"/>
                </a:lnTo>
                <a:lnTo>
                  <a:pt x="7802" y="152231"/>
                </a:lnTo>
                <a:lnTo>
                  <a:pt x="7802" y="148328"/>
                </a:lnTo>
                <a:lnTo>
                  <a:pt x="0" y="148328"/>
                </a:lnTo>
                <a:lnTo>
                  <a:pt x="0" y="124908"/>
                </a:lnTo>
                <a:lnTo>
                  <a:pt x="11703" y="124908"/>
                </a:lnTo>
                <a:lnTo>
                  <a:pt x="11703" y="128811"/>
                </a:lnTo>
                <a:lnTo>
                  <a:pt x="19506" y="128811"/>
                </a:lnTo>
                <a:lnTo>
                  <a:pt x="19506" y="132715"/>
                </a:lnTo>
                <a:lnTo>
                  <a:pt x="23407" y="132715"/>
                </a:lnTo>
                <a:lnTo>
                  <a:pt x="23407" y="136618"/>
                </a:lnTo>
                <a:lnTo>
                  <a:pt x="35110" y="136618"/>
                </a:lnTo>
                <a:lnTo>
                  <a:pt x="35110" y="132715"/>
                </a:lnTo>
                <a:lnTo>
                  <a:pt x="39011" y="132715"/>
                </a:lnTo>
                <a:lnTo>
                  <a:pt x="39011" y="128811"/>
                </a:lnTo>
                <a:lnTo>
                  <a:pt x="42912" y="128811"/>
                </a:lnTo>
                <a:lnTo>
                  <a:pt x="42912" y="121005"/>
                </a:lnTo>
                <a:lnTo>
                  <a:pt x="46813" y="121005"/>
                </a:lnTo>
                <a:lnTo>
                  <a:pt x="46813" y="113198"/>
                </a:lnTo>
                <a:lnTo>
                  <a:pt x="50714" y="113198"/>
                </a:lnTo>
                <a:lnTo>
                  <a:pt x="50714" y="101488"/>
                </a:lnTo>
                <a:lnTo>
                  <a:pt x="54615" y="101488"/>
                </a:lnTo>
                <a:lnTo>
                  <a:pt x="54615" y="89778"/>
                </a:lnTo>
                <a:lnTo>
                  <a:pt x="58517" y="89778"/>
                </a:lnTo>
                <a:lnTo>
                  <a:pt x="58517" y="78067"/>
                </a:lnTo>
                <a:lnTo>
                  <a:pt x="62418" y="78067"/>
                </a:lnTo>
                <a:lnTo>
                  <a:pt x="62418" y="62454"/>
                </a:lnTo>
                <a:lnTo>
                  <a:pt x="66319" y="62454"/>
                </a:lnTo>
                <a:lnTo>
                  <a:pt x="66319" y="50744"/>
                </a:lnTo>
                <a:lnTo>
                  <a:pt x="70220" y="50744"/>
                </a:lnTo>
                <a:lnTo>
                  <a:pt x="70220" y="35130"/>
                </a:lnTo>
                <a:lnTo>
                  <a:pt x="74121" y="35130"/>
                </a:lnTo>
                <a:lnTo>
                  <a:pt x="74121" y="19517"/>
                </a:lnTo>
                <a:lnTo>
                  <a:pt x="50714" y="19517"/>
                </a:lnTo>
                <a:lnTo>
                  <a:pt x="50714" y="23420"/>
                </a:lnTo>
                <a:lnTo>
                  <a:pt x="46813" y="23420"/>
                </a:lnTo>
                <a:lnTo>
                  <a:pt x="46813" y="27324"/>
                </a:lnTo>
                <a:lnTo>
                  <a:pt x="27308" y="27324"/>
                </a:lnTo>
                <a:lnTo>
                  <a:pt x="27308" y="19517"/>
                </a:lnTo>
                <a:lnTo>
                  <a:pt x="35110" y="19517"/>
                </a:lnTo>
                <a:lnTo>
                  <a:pt x="35110" y="15613"/>
                </a:lnTo>
                <a:lnTo>
                  <a:pt x="39011" y="15613"/>
                </a:lnTo>
                <a:lnTo>
                  <a:pt x="39011" y="11710"/>
                </a:lnTo>
                <a:lnTo>
                  <a:pt x="42912" y="11710"/>
                </a:lnTo>
                <a:lnTo>
                  <a:pt x="42912" y="7807"/>
                </a:lnTo>
                <a:lnTo>
                  <a:pt x="50714" y="7807"/>
                </a:lnTo>
                <a:lnTo>
                  <a:pt x="50714" y="3903"/>
                </a:lnTo>
                <a:lnTo>
                  <a:pt x="81923" y="3903"/>
                </a:lnTo>
                <a:close/>
                <a:moveTo>
                  <a:pt x="315990" y="81971"/>
                </a:moveTo>
                <a:lnTo>
                  <a:pt x="327693" y="81971"/>
                </a:lnTo>
                <a:lnTo>
                  <a:pt x="327693" y="85874"/>
                </a:lnTo>
                <a:lnTo>
                  <a:pt x="331594" y="85874"/>
                </a:lnTo>
                <a:lnTo>
                  <a:pt x="331594" y="89778"/>
                </a:lnTo>
                <a:lnTo>
                  <a:pt x="327693" y="89778"/>
                </a:lnTo>
                <a:lnTo>
                  <a:pt x="327693" y="93681"/>
                </a:lnTo>
                <a:lnTo>
                  <a:pt x="315990" y="93681"/>
                </a:lnTo>
                <a:lnTo>
                  <a:pt x="315990" y="97584"/>
                </a:lnTo>
                <a:lnTo>
                  <a:pt x="308187" y="97584"/>
                </a:lnTo>
                <a:lnTo>
                  <a:pt x="308187" y="101488"/>
                </a:lnTo>
                <a:lnTo>
                  <a:pt x="300385" y="101488"/>
                </a:lnTo>
                <a:lnTo>
                  <a:pt x="300385" y="105391"/>
                </a:lnTo>
                <a:lnTo>
                  <a:pt x="292583" y="105391"/>
                </a:lnTo>
                <a:lnTo>
                  <a:pt x="292583" y="109294"/>
                </a:lnTo>
                <a:lnTo>
                  <a:pt x="284781" y="109294"/>
                </a:lnTo>
                <a:lnTo>
                  <a:pt x="284781" y="113198"/>
                </a:lnTo>
                <a:lnTo>
                  <a:pt x="276979" y="113198"/>
                </a:lnTo>
                <a:lnTo>
                  <a:pt x="276979" y="117101"/>
                </a:lnTo>
                <a:lnTo>
                  <a:pt x="269176" y="117101"/>
                </a:lnTo>
                <a:lnTo>
                  <a:pt x="269176" y="121005"/>
                </a:lnTo>
                <a:lnTo>
                  <a:pt x="261374" y="121005"/>
                </a:lnTo>
                <a:lnTo>
                  <a:pt x="261374" y="124908"/>
                </a:lnTo>
                <a:lnTo>
                  <a:pt x="257473" y="124908"/>
                </a:lnTo>
                <a:lnTo>
                  <a:pt x="257473" y="128811"/>
                </a:lnTo>
                <a:lnTo>
                  <a:pt x="265275" y="128811"/>
                </a:lnTo>
                <a:lnTo>
                  <a:pt x="265275" y="132715"/>
                </a:lnTo>
                <a:lnTo>
                  <a:pt x="273077" y="132715"/>
                </a:lnTo>
                <a:lnTo>
                  <a:pt x="273077" y="136618"/>
                </a:lnTo>
                <a:lnTo>
                  <a:pt x="276979" y="136618"/>
                </a:lnTo>
                <a:lnTo>
                  <a:pt x="276979" y="140521"/>
                </a:lnTo>
                <a:lnTo>
                  <a:pt x="284781" y="140521"/>
                </a:lnTo>
                <a:lnTo>
                  <a:pt x="284781" y="144425"/>
                </a:lnTo>
                <a:lnTo>
                  <a:pt x="296484" y="144425"/>
                </a:lnTo>
                <a:lnTo>
                  <a:pt x="296484" y="148328"/>
                </a:lnTo>
                <a:lnTo>
                  <a:pt x="304286" y="148328"/>
                </a:lnTo>
                <a:lnTo>
                  <a:pt x="304286" y="152231"/>
                </a:lnTo>
                <a:lnTo>
                  <a:pt x="312089" y="152231"/>
                </a:lnTo>
                <a:lnTo>
                  <a:pt x="312089" y="156135"/>
                </a:lnTo>
                <a:lnTo>
                  <a:pt x="319891" y="156135"/>
                </a:lnTo>
                <a:lnTo>
                  <a:pt x="319891" y="160038"/>
                </a:lnTo>
                <a:lnTo>
                  <a:pt x="327693" y="160038"/>
                </a:lnTo>
                <a:lnTo>
                  <a:pt x="327693" y="163942"/>
                </a:lnTo>
                <a:lnTo>
                  <a:pt x="331594" y="163942"/>
                </a:lnTo>
                <a:lnTo>
                  <a:pt x="331594" y="167845"/>
                </a:lnTo>
                <a:lnTo>
                  <a:pt x="327693" y="167845"/>
                </a:lnTo>
                <a:lnTo>
                  <a:pt x="327693" y="171748"/>
                </a:lnTo>
                <a:lnTo>
                  <a:pt x="319891" y="171748"/>
                </a:lnTo>
                <a:lnTo>
                  <a:pt x="319891" y="167845"/>
                </a:lnTo>
                <a:lnTo>
                  <a:pt x="308187" y="167845"/>
                </a:lnTo>
                <a:lnTo>
                  <a:pt x="308187" y="163942"/>
                </a:lnTo>
                <a:lnTo>
                  <a:pt x="300385" y="163942"/>
                </a:lnTo>
                <a:lnTo>
                  <a:pt x="300385" y="160038"/>
                </a:lnTo>
                <a:lnTo>
                  <a:pt x="292583" y="160038"/>
                </a:lnTo>
                <a:lnTo>
                  <a:pt x="292583" y="156135"/>
                </a:lnTo>
                <a:lnTo>
                  <a:pt x="284781" y="156135"/>
                </a:lnTo>
                <a:lnTo>
                  <a:pt x="284781" y="152231"/>
                </a:lnTo>
                <a:lnTo>
                  <a:pt x="280880" y="152231"/>
                </a:lnTo>
                <a:lnTo>
                  <a:pt x="280880" y="148328"/>
                </a:lnTo>
                <a:lnTo>
                  <a:pt x="273077" y="148328"/>
                </a:lnTo>
                <a:lnTo>
                  <a:pt x="273077" y="144425"/>
                </a:lnTo>
                <a:lnTo>
                  <a:pt x="261374" y="144425"/>
                </a:lnTo>
                <a:lnTo>
                  <a:pt x="261374" y="140521"/>
                </a:lnTo>
                <a:lnTo>
                  <a:pt x="253572" y="140521"/>
                </a:lnTo>
                <a:lnTo>
                  <a:pt x="253572" y="136618"/>
                </a:lnTo>
                <a:lnTo>
                  <a:pt x="249671" y="136618"/>
                </a:lnTo>
                <a:lnTo>
                  <a:pt x="249671" y="132715"/>
                </a:lnTo>
                <a:lnTo>
                  <a:pt x="245770" y="132715"/>
                </a:lnTo>
                <a:lnTo>
                  <a:pt x="245770" y="128811"/>
                </a:lnTo>
                <a:lnTo>
                  <a:pt x="241869" y="128811"/>
                </a:lnTo>
                <a:lnTo>
                  <a:pt x="241869" y="117101"/>
                </a:lnTo>
                <a:lnTo>
                  <a:pt x="245770" y="117101"/>
                </a:lnTo>
                <a:lnTo>
                  <a:pt x="245770" y="113198"/>
                </a:lnTo>
                <a:lnTo>
                  <a:pt x="253572" y="113198"/>
                </a:lnTo>
                <a:lnTo>
                  <a:pt x="253572" y="109294"/>
                </a:lnTo>
                <a:lnTo>
                  <a:pt x="265275" y="109294"/>
                </a:lnTo>
                <a:lnTo>
                  <a:pt x="265275" y="105391"/>
                </a:lnTo>
                <a:lnTo>
                  <a:pt x="273077" y="105391"/>
                </a:lnTo>
                <a:lnTo>
                  <a:pt x="273077" y="101488"/>
                </a:lnTo>
                <a:lnTo>
                  <a:pt x="280880" y="101488"/>
                </a:lnTo>
                <a:lnTo>
                  <a:pt x="280880" y="97584"/>
                </a:lnTo>
                <a:lnTo>
                  <a:pt x="288682" y="97584"/>
                </a:lnTo>
                <a:lnTo>
                  <a:pt x="288682" y="93681"/>
                </a:lnTo>
                <a:lnTo>
                  <a:pt x="300385" y="93681"/>
                </a:lnTo>
                <a:lnTo>
                  <a:pt x="300385" y="89778"/>
                </a:lnTo>
                <a:lnTo>
                  <a:pt x="308187" y="89778"/>
                </a:lnTo>
                <a:lnTo>
                  <a:pt x="308187" y="85874"/>
                </a:lnTo>
                <a:lnTo>
                  <a:pt x="315990" y="85874"/>
                </a:lnTo>
                <a:close/>
                <a:moveTo>
                  <a:pt x="163846" y="109294"/>
                </a:moveTo>
                <a:lnTo>
                  <a:pt x="175550" y="109294"/>
                </a:lnTo>
                <a:lnTo>
                  <a:pt x="175550" y="113198"/>
                </a:lnTo>
                <a:lnTo>
                  <a:pt x="179451" y="113198"/>
                </a:lnTo>
                <a:lnTo>
                  <a:pt x="179451" y="136618"/>
                </a:lnTo>
                <a:lnTo>
                  <a:pt x="175550" y="136618"/>
                </a:lnTo>
                <a:lnTo>
                  <a:pt x="175550" y="152231"/>
                </a:lnTo>
                <a:lnTo>
                  <a:pt x="171649" y="152231"/>
                </a:lnTo>
                <a:lnTo>
                  <a:pt x="171649" y="163942"/>
                </a:lnTo>
                <a:lnTo>
                  <a:pt x="175550" y="163942"/>
                </a:lnTo>
                <a:lnTo>
                  <a:pt x="175550" y="167845"/>
                </a:lnTo>
                <a:lnTo>
                  <a:pt x="163846" y="167845"/>
                </a:lnTo>
                <a:lnTo>
                  <a:pt x="163846" y="160038"/>
                </a:lnTo>
                <a:lnTo>
                  <a:pt x="159945" y="160038"/>
                </a:lnTo>
                <a:lnTo>
                  <a:pt x="159945" y="136618"/>
                </a:lnTo>
                <a:lnTo>
                  <a:pt x="163846" y="136618"/>
                </a:lnTo>
                <a:lnTo>
                  <a:pt x="163846" y="124908"/>
                </a:lnTo>
                <a:lnTo>
                  <a:pt x="167748" y="124908"/>
                </a:lnTo>
                <a:lnTo>
                  <a:pt x="167748" y="121005"/>
                </a:lnTo>
                <a:lnTo>
                  <a:pt x="159945" y="121005"/>
                </a:lnTo>
                <a:lnTo>
                  <a:pt x="159945" y="128811"/>
                </a:lnTo>
                <a:lnTo>
                  <a:pt x="156044" y="128811"/>
                </a:lnTo>
                <a:lnTo>
                  <a:pt x="156044" y="124908"/>
                </a:lnTo>
                <a:lnTo>
                  <a:pt x="152143" y="124908"/>
                </a:lnTo>
                <a:lnTo>
                  <a:pt x="152143" y="121005"/>
                </a:lnTo>
                <a:lnTo>
                  <a:pt x="156044" y="121005"/>
                </a:lnTo>
                <a:lnTo>
                  <a:pt x="156044" y="113198"/>
                </a:lnTo>
                <a:lnTo>
                  <a:pt x="163846" y="113198"/>
                </a:lnTo>
                <a:close/>
                <a:moveTo>
                  <a:pt x="390111" y="109294"/>
                </a:moveTo>
                <a:lnTo>
                  <a:pt x="405715" y="109294"/>
                </a:lnTo>
                <a:lnTo>
                  <a:pt x="405715" y="113198"/>
                </a:lnTo>
                <a:lnTo>
                  <a:pt x="409616" y="113198"/>
                </a:lnTo>
                <a:lnTo>
                  <a:pt x="409616" y="117101"/>
                </a:lnTo>
                <a:lnTo>
                  <a:pt x="413517" y="117101"/>
                </a:lnTo>
                <a:lnTo>
                  <a:pt x="413517" y="132715"/>
                </a:lnTo>
                <a:lnTo>
                  <a:pt x="409616" y="132715"/>
                </a:lnTo>
                <a:lnTo>
                  <a:pt x="409616" y="136618"/>
                </a:lnTo>
                <a:lnTo>
                  <a:pt x="405715" y="136618"/>
                </a:lnTo>
                <a:lnTo>
                  <a:pt x="405715" y="140521"/>
                </a:lnTo>
                <a:lnTo>
                  <a:pt x="382308" y="140521"/>
                </a:lnTo>
                <a:lnTo>
                  <a:pt x="382308" y="144425"/>
                </a:lnTo>
                <a:lnTo>
                  <a:pt x="374506" y="144425"/>
                </a:lnTo>
                <a:lnTo>
                  <a:pt x="374506" y="148328"/>
                </a:lnTo>
                <a:lnTo>
                  <a:pt x="370605" y="148328"/>
                </a:lnTo>
                <a:lnTo>
                  <a:pt x="370605" y="152231"/>
                </a:lnTo>
                <a:lnTo>
                  <a:pt x="366704" y="152231"/>
                </a:lnTo>
                <a:lnTo>
                  <a:pt x="366704" y="160038"/>
                </a:lnTo>
                <a:lnTo>
                  <a:pt x="370605" y="160038"/>
                </a:lnTo>
                <a:lnTo>
                  <a:pt x="370605" y="167845"/>
                </a:lnTo>
                <a:lnTo>
                  <a:pt x="374506" y="167845"/>
                </a:lnTo>
                <a:lnTo>
                  <a:pt x="374506" y="171748"/>
                </a:lnTo>
                <a:lnTo>
                  <a:pt x="378407" y="171748"/>
                </a:lnTo>
                <a:lnTo>
                  <a:pt x="378407" y="175652"/>
                </a:lnTo>
                <a:lnTo>
                  <a:pt x="382308" y="175652"/>
                </a:lnTo>
                <a:lnTo>
                  <a:pt x="382308" y="179555"/>
                </a:lnTo>
                <a:lnTo>
                  <a:pt x="362803" y="179555"/>
                </a:lnTo>
                <a:lnTo>
                  <a:pt x="362803" y="175652"/>
                </a:lnTo>
                <a:lnTo>
                  <a:pt x="358902" y="175652"/>
                </a:lnTo>
                <a:lnTo>
                  <a:pt x="358902" y="171748"/>
                </a:lnTo>
                <a:lnTo>
                  <a:pt x="355001" y="171748"/>
                </a:lnTo>
                <a:lnTo>
                  <a:pt x="355001" y="160038"/>
                </a:lnTo>
                <a:lnTo>
                  <a:pt x="351100" y="160038"/>
                </a:lnTo>
                <a:lnTo>
                  <a:pt x="351100" y="144425"/>
                </a:lnTo>
                <a:lnTo>
                  <a:pt x="355001" y="144425"/>
                </a:lnTo>
                <a:lnTo>
                  <a:pt x="355001" y="132715"/>
                </a:lnTo>
                <a:lnTo>
                  <a:pt x="358902" y="132715"/>
                </a:lnTo>
                <a:lnTo>
                  <a:pt x="358902" y="128811"/>
                </a:lnTo>
                <a:lnTo>
                  <a:pt x="362803" y="128811"/>
                </a:lnTo>
                <a:lnTo>
                  <a:pt x="362803" y="124908"/>
                </a:lnTo>
                <a:lnTo>
                  <a:pt x="366704" y="124908"/>
                </a:lnTo>
                <a:lnTo>
                  <a:pt x="366704" y="117101"/>
                </a:lnTo>
                <a:lnTo>
                  <a:pt x="374506" y="117101"/>
                </a:lnTo>
                <a:lnTo>
                  <a:pt x="374506" y="113198"/>
                </a:lnTo>
                <a:lnTo>
                  <a:pt x="390111" y="113198"/>
                </a:lnTo>
                <a:close/>
                <a:moveTo>
                  <a:pt x="198956" y="113198"/>
                </a:moveTo>
                <a:lnTo>
                  <a:pt x="202858" y="113198"/>
                </a:lnTo>
                <a:lnTo>
                  <a:pt x="202858" y="117101"/>
                </a:lnTo>
                <a:lnTo>
                  <a:pt x="210660" y="117101"/>
                </a:lnTo>
                <a:lnTo>
                  <a:pt x="210660" y="128811"/>
                </a:lnTo>
                <a:lnTo>
                  <a:pt x="206759" y="128811"/>
                </a:lnTo>
                <a:lnTo>
                  <a:pt x="206759" y="132715"/>
                </a:lnTo>
                <a:lnTo>
                  <a:pt x="202858" y="132715"/>
                </a:lnTo>
                <a:lnTo>
                  <a:pt x="202858" y="124908"/>
                </a:lnTo>
                <a:lnTo>
                  <a:pt x="198956" y="124908"/>
                </a:lnTo>
                <a:close/>
                <a:moveTo>
                  <a:pt x="386210" y="117101"/>
                </a:moveTo>
                <a:lnTo>
                  <a:pt x="386210" y="121005"/>
                </a:lnTo>
                <a:lnTo>
                  <a:pt x="382308" y="121005"/>
                </a:lnTo>
                <a:lnTo>
                  <a:pt x="382308" y="124908"/>
                </a:lnTo>
                <a:lnTo>
                  <a:pt x="378407" y="124908"/>
                </a:lnTo>
                <a:lnTo>
                  <a:pt x="378407" y="128811"/>
                </a:lnTo>
                <a:lnTo>
                  <a:pt x="374506" y="128811"/>
                </a:lnTo>
                <a:lnTo>
                  <a:pt x="374506" y="136618"/>
                </a:lnTo>
                <a:lnTo>
                  <a:pt x="394012" y="136618"/>
                </a:lnTo>
                <a:lnTo>
                  <a:pt x="394012" y="132715"/>
                </a:lnTo>
                <a:lnTo>
                  <a:pt x="401814" y="132715"/>
                </a:lnTo>
                <a:lnTo>
                  <a:pt x="401814" y="128811"/>
                </a:lnTo>
                <a:lnTo>
                  <a:pt x="405715" y="128811"/>
                </a:lnTo>
                <a:lnTo>
                  <a:pt x="405715" y="124908"/>
                </a:lnTo>
                <a:lnTo>
                  <a:pt x="401814" y="124908"/>
                </a:lnTo>
                <a:lnTo>
                  <a:pt x="401814" y="117101"/>
                </a:lnTo>
                <a:close/>
                <a:moveTo>
                  <a:pt x="253572" y="195169"/>
                </a:moveTo>
                <a:lnTo>
                  <a:pt x="327693" y="195169"/>
                </a:lnTo>
                <a:lnTo>
                  <a:pt x="327693" y="202975"/>
                </a:lnTo>
                <a:lnTo>
                  <a:pt x="253572" y="202975"/>
                </a:lnTo>
                <a:close/>
              </a:path>
            </a:pathLst>
          </a:custGeom>
          <a:solidFill xmlns:a="http://schemas.openxmlformats.org/drawingml/2006/main">
            <a:srgbClr val="AD3A27"/>
          </a:solidFill>
          <a:ln xmlns:a="http://schemas.openxmlformats.org/drawingml/2006/main" w="0">
            <a:noFill/>
          </a:ln>
        </p:spPr>
      </p:sp>
      <p:sp>
        <p:nvSpPr>
          <p:cNvPr id="519" name="R1|Formula native glyph contours #B59745">
            <a:extLst xmlns:a="http://schemas.openxmlformats.org/drawingml/2006/main">
              <a:ext uri="{FF2B5EF4-FFF2-40B4-BE49-F238E27FC236}">
                <a16:creationId xmlns:a16="http://schemas.microsoft.com/office/drawing/2014/main" id="{A1E28996-F3A8-4726-A7B7-A4C8FE5D653E}"/>
              </a:ext>
            </a:extLst>
          </p:cNvPr>
          <p:cNvSpPr>
            <a:spLocks xmlns:a="http://schemas.openxmlformats.org/drawingml/2006/main" noGrp="1"/>
          </p:cNvSpPr>
          <p:nvPr/>
        </p:nvSpPr>
        <p:spPr>
          <a:xfrm xmlns:a="http://schemas.openxmlformats.org/drawingml/2006/main">
            <a:off x="8989911" y="2966514"/>
            <a:ext cx="249671" cy="124908"/>
          </a:xfrm>
          <a:custGeom xmlns:a="http://schemas.openxmlformats.org/drawingml/2006/main">
            <a:pathLst>
              <a:path w="249671" h="124908">
                <a:moveTo>
                  <a:pt x="175550" y="0"/>
                </a:moveTo>
                <a:lnTo>
                  <a:pt x="183352" y="0"/>
                </a:lnTo>
                <a:lnTo>
                  <a:pt x="183352" y="3903"/>
                </a:lnTo>
                <a:lnTo>
                  <a:pt x="187253" y="3903"/>
                </a:lnTo>
                <a:lnTo>
                  <a:pt x="187253" y="7807"/>
                </a:lnTo>
                <a:lnTo>
                  <a:pt x="179451" y="7807"/>
                </a:lnTo>
                <a:lnTo>
                  <a:pt x="179451" y="3903"/>
                </a:lnTo>
                <a:lnTo>
                  <a:pt x="175550" y="3903"/>
                </a:lnTo>
                <a:close/>
                <a:moveTo>
                  <a:pt x="54615" y="31227"/>
                </a:moveTo>
                <a:lnTo>
                  <a:pt x="66319" y="31227"/>
                </a:lnTo>
                <a:lnTo>
                  <a:pt x="66319" y="58551"/>
                </a:lnTo>
                <a:lnTo>
                  <a:pt x="62418" y="58551"/>
                </a:lnTo>
                <a:lnTo>
                  <a:pt x="62418" y="70261"/>
                </a:lnTo>
                <a:lnTo>
                  <a:pt x="58517" y="70261"/>
                </a:lnTo>
                <a:lnTo>
                  <a:pt x="58517" y="81971"/>
                </a:lnTo>
                <a:lnTo>
                  <a:pt x="54615" y="81971"/>
                </a:lnTo>
                <a:lnTo>
                  <a:pt x="54615" y="89778"/>
                </a:lnTo>
                <a:lnTo>
                  <a:pt x="50714" y="89778"/>
                </a:lnTo>
                <a:lnTo>
                  <a:pt x="50714" y="93681"/>
                </a:lnTo>
                <a:lnTo>
                  <a:pt x="46813" y="93681"/>
                </a:lnTo>
                <a:lnTo>
                  <a:pt x="46813" y="97584"/>
                </a:lnTo>
                <a:lnTo>
                  <a:pt x="42912" y="97584"/>
                </a:lnTo>
                <a:lnTo>
                  <a:pt x="42912" y="101488"/>
                </a:lnTo>
                <a:lnTo>
                  <a:pt x="23407" y="101488"/>
                </a:lnTo>
                <a:lnTo>
                  <a:pt x="23407" y="97584"/>
                </a:lnTo>
                <a:lnTo>
                  <a:pt x="15604" y="97584"/>
                </a:lnTo>
                <a:lnTo>
                  <a:pt x="15604" y="93681"/>
                </a:lnTo>
                <a:lnTo>
                  <a:pt x="11703" y="93681"/>
                </a:lnTo>
                <a:lnTo>
                  <a:pt x="11703" y="85874"/>
                </a:lnTo>
                <a:lnTo>
                  <a:pt x="7802" y="85874"/>
                </a:lnTo>
                <a:lnTo>
                  <a:pt x="7802" y="74164"/>
                </a:lnTo>
                <a:lnTo>
                  <a:pt x="11703" y="74164"/>
                </a:lnTo>
                <a:lnTo>
                  <a:pt x="11703" y="81971"/>
                </a:lnTo>
                <a:lnTo>
                  <a:pt x="15604" y="81971"/>
                </a:lnTo>
                <a:lnTo>
                  <a:pt x="15604" y="89778"/>
                </a:lnTo>
                <a:lnTo>
                  <a:pt x="27308" y="89778"/>
                </a:lnTo>
                <a:lnTo>
                  <a:pt x="27308" y="93681"/>
                </a:lnTo>
                <a:lnTo>
                  <a:pt x="39011" y="93681"/>
                </a:lnTo>
                <a:lnTo>
                  <a:pt x="39011" y="89778"/>
                </a:lnTo>
                <a:lnTo>
                  <a:pt x="42912" y="89778"/>
                </a:lnTo>
                <a:lnTo>
                  <a:pt x="42912" y="85874"/>
                </a:lnTo>
                <a:lnTo>
                  <a:pt x="46813" y="85874"/>
                </a:lnTo>
                <a:lnTo>
                  <a:pt x="46813" y="78067"/>
                </a:lnTo>
                <a:lnTo>
                  <a:pt x="50714" y="78067"/>
                </a:lnTo>
                <a:lnTo>
                  <a:pt x="50714" y="62454"/>
                </a:lnTo>
                <a:lnTo>
                  <a:pt x="54615" y="62454"/>
                </a:lnTo>
                <a:lnTo>
                  <a:pt x="54615" y="54647"/>
                </a:lnTo>
                <a:lnTo>
                  <a:pt x="58517" y="54647"/>
                </a:lnTo>
                <a:lnTo>
                  <a:pt x="58517" y="50744"/>
                </a:lnTo>
                <a:lnTo>
                  <a:pt x="62418" y="50744"/>
                </a:lnTo>
                <a:lnTo>
                  <a:pt x="62418" y="39034"/>
                </a:lnTo>
                <a:lnTo>
                  <a:pt x="54615" y="39034"/>
                </a:lnTo>
                <a:close/>
                <a:moveTo>
                  <a:pt x="3901" y="39034"/>
                </a:moveTo>
                <a:lnTo>
                  <a:pt x="7802" y="39034"/>
                </a:lnTo>
                <a:lnTo>
                  <a:pt x="7802" y="42937"/>
                </a:lnTo>
                <a:lnTo>
                  <a:pt x="3901" y="42937"/>
                </a:lnTo>
                <a:lnTo>
                  <a:pt x="3901" y="46840"/>
                </a:lnTo>
                <a:lnTo>
                  <a:pt x="7802" y="46840"/>
                </a:lnTo>
                <a:lnTo>
                  <a:pt x="7802" y="54647"/>
                </a:lnTo>
                <a:lnTo>
                  <a:pt x="0" y="54647"/>
                </a:lnTo>
                <a:lnTo>
                  <a:pt x="0" y="42937"/>
                </a:lnTo>
                <a:lnTo>
                  <a:pt x="3901" y="42937"/>
                </a:lnTo>
                <a:close/>
                <a:moveTo>
                  <a:pt x="89725" y="42937"/>
                </a:moveTo>
                <a:lnTo>
                  <a:pt x="93627" y="42937"/>
                </a:lnTo>
                <a:lnTo>
                  <a:pt x="93627" y="50744"/>
                </a:lnTo>
                <a:lnTo>
                  <a:pt x="97528" y="50744"/>
                </a:lnTo>
                <a:lnTo>
                  <a:pt x="97528" y="54647"/>
                </a:lnTo>
                <a:lnTo>
                  <a:pt x="93627" y="54647"/>
                </a:lnTo>
                <a:lnTo>
                  <a:pt x="93627" y="50744"/>
                </a:lnTo>
                <a:lnTo>
                  <a:pt x="89725" y="50744"/>
                </a:lnTo>
                <a:close/>
                <a:moveTo>
                  <a:pt x="245770" y="89778"/>
                </a:moveTo>
                <a:lnTo>
                  <a:pt x="249671" y="89778"/>
                </a:lnTo>
                <a:lnTo>
                  <a:pt x="249671" y="93681"/>
                </a:lnTo>
                <a:lnTo>
                  <a:pt x="245770" y="93681"/>
                </a:lnTo>
                <a:lnTo>
                  <a:pt x="245770" y="101488"/>
                </a:lnTo>
                <a:lnTo>
                  <a:pt x="241869" y="101488"/>
                </a:lnTo>
                <a:lnTo>
                  <a:pt x="241869" y="97584"/>
                </a:lnTo>
                <a:lnTo>
                  <a:pt x="237968" y="97584"/>
                </a:lnTo>
                <a:lnTo>
                  <a:pt x="237968" y="101488"/>
                </a:lnTo>
                <a:lnTo>
                  <a:pt x="234066" y="101488"/>
                </a:lnTo>
                <a:lnTo>
                  <a:pt x="234066" y="105391"/>
                </a:lnTo>
                <a:lnTo>
                  <a:pt x="230165" y="105391"/>
                </a:lnTo>
                <a:lnTo>
                  <a:pt x="230165" y="101488"/>
                </a:lnTo>
                <a:lnTo>
                  <a:pt x="234066" y="101488"/>
                </a:lnTo>
                <a:lnTo>
                  <a:pt x="234066" y="97584"/>
                </a:lnTo>
                <a:lnTo>
                  <a:pt x="230165" y="97584"/>
                </a:lnTo>
                <a:lnTo>
                  <a:pt x="230165" y="93681"/>
                </a:lnTo>
                <a:lnTo>
                  <a:pt x="245770" y="93681"/>
                </a:lnTo>
                <a:close/>
                <a:moveTo>
                  <a:pt x="109231" y="113198"/>
                </a:moveTo>
                <a:lnTo>
                  <a:pt x="120934" y="113198"/>
                </a:lnTo>
                <a:lnTo>
                  <a:pt x="120934" y="117101"/>
                </a:lnTo>
                <a:lnTo>
                  <a:pt x="109231" y="117101"/>
                </a:lnTo>
                <a:close/>
                <a:moveTo>
                  <a:pt x="93627" y="117101"/>
                </a:moveTo>
                <a:lnTo>
                  <a:pt x="105330" y="117101"/>
                </a:lnTo>
                <a:lnTo>
                  <a:pt x="105330" y="124908"/>
                </a:lnTo>
                <a:lnTo>
                  <a:pt x="89725" y="124908"/>
                </a:lnTo>
                <a:lnTo>
                  <a:pt x="89725" y="121005"/>
                </a:lnTo>
                <a:lnTo>
                  <a:pt x="93627" y="121005"/>
                </a:lnTo>
                <a:close/>
                <a:moveTo>
                  <a:pt x="179451" y="117101"/>
                </a:moveTo>
                <a:lnTo>
                  <a:pt x="187253" y="117101"/>
                </a:lnTo>
                <a:lnTo>
                  <a:pt x="187253" y="124908"/>
                </a:lnTo>
                <a:lnTo>
                  <a:pt x="179451" y="124908"/>
                </a:lnTo>
                <a:close/>
              </a:path>
            </a:pathLst>
          </a:custGeom>
          <a:solidFill xmlns:a="http://schemas.openxmlformats.org/drawingml/2006/main">
            <a:srgbClr val="B59745"/>
          </a:solidFill>
          <a:ln xmlns:a="http://schemas.openxmlformats.org/drawingml/2006/main" w="0">
            <a:noFill/>
          </a:ln>
        </p:spPr>
      </p:sp>
      <p:sp>
        <p:nvSpPr>
          <p:cNvPr id="520" name="Vector element">
            <a:extLst xmlns:a="http://schemas.openxmlformats.org/drawingml/2006/main">
              <a:ext uri="{FF2B5EF4-FFF2-40B4-BE49-F238E27FC236}">
                <a16:creationId xmlns:a16="http://schemas.microsoft.com/office/drawing/2014/main" id="{7EE46362-6962-44DE-B5F2-DA241A6A9E61}"/>
              </a:ext>
            </a:extLst>
          </p:cNvPr>
          <p:cNvSpPr>
            <a:spLocks xmlns:a="http://schemas.openxmlformats.org/drawingml/2006/main" noGrp="1"/>
          </p:cNvSpPr>
          <p:nvPr/>
        </p:nvSpPr>
        <p:spPr>
          <a:xfrm xmlns:a="http://schemas.openxmlformats.org/drawingml/2006/main">
            <a:off x="45748" y="407802"/>
            <a:ext cx="2418560" cy="2435978"/>
          </a:xfrm>
          <a:custGeom xmlns:a="http://schemas.openxmlformats.org/drawingml/2006/main">
            <a:pathLst>
              <a:path w="2418560" h="2435978">
                <a:moveTo>
                  <a:pt x="2418560" y="2435978"/>
                </a:moveTo>
                <a:lnTo>
                  <a:pt x="0" y="2435978"/>
                </a:lnTo>
                <a:lnTo>
                  <a:pt x="0" y="0"/>
                </a:lnTo>
                <a:lnTo>
                  <a:pt x="2418560" y="0"/>
                </a:lnTo>
                <a:lnTo>
                  <a:pt x="2418560" y="2435978"/>
                </a:lnTo>
                <a:close/>
              </a:path>
            </a:pathLst>
          </a:custGeom>
          <a:solidFill xmlns:a="http://schemas.openxmlformats.org/drawingml/2006/main">
            <a:srgbClr val="FFFFFF"/>
          </a:solidFill>
          <a:ln xmlns:a="http://schemas.openxmlformats.org/drawingml/2006/main" w="0" cap="flat">
            <a:noFill/>
            <a:miter/>
          </a:ln>
        </p:spPr>
      </p:sp>
      <p:sp>
        <p:nvSpPr>
          <p:cNvPr id="521" name="Vector element">
            <a:extLst xmlns:a="http://schemas.openxmlformats.org/drawingml/2006/main">
              <a:ext uri="{FF2B5EF4-FFF2-40B4-BE49-F238E27FC236}">
                <a16:creationId xmlns:a16="http://schemas.microsoft.com/office/drawing/2014/main" id="{FEAEDC01-9408-4EC2-AA97-751B4D956D27}"/>
              </a:ext>
            </a:extLst>
          </p:cNvPr>
          <p:cNvSpPr>
            <a:spLocks xmlns:a="http://schemas.openxmlformats.org/drawingml/2006/main" noGrp="1"/>
          </p:cNvSpPr>
          <p:nvPr/>
        </p:nvSpPr>
        <p:spPr>
          <a:xfrm xmlns:a="http://schemas.openxmlformats.org/drawingml/2006/main">
            <a:off x="122801" y="2356247"/>
            <a:ext cx="2489961" cy="494281"/>
          </a:xfrm>
          <a:custGeom xmlns:a="http://schemas.openxmlformats.org/drawingml/2006/main">
            <a:pathLst>
              <a:path w="2489961" h="494281">
                <a:moveTo>
                  <a:pt x="0" y="0"/>
                </a:moveTo>
                <a:lnTo>
                  <a:pt x="2489961" y="0"/>
                </a:lnTo>
                <a:lnTo>
                  <a:pt x="2489961" y="494281"/>
                </a:lnTo>
                <a:lnTo>
                  <a:pt x="0" y="494281"/>
                </a:lnTo>
                <a:lnTo>
                  <a:pt x="0" y="0"/>
                </a:lnTo>
                <a:close/>
              </a:path>
            </a:pathLst>
          </a:custGeom>
          <a:solidFill xmlns:a="http://schemas.openxmlformats.org/drawingml/2006/main">
            <a:srgbClr val="FFFFFF"/>
          </a:solidFill>
          <a:ln xmlns:a="http://schemas.openxmlformats.org/drawingml/2006/main" w="0" cap="flat">
            <a:noFill/>
            <a:miter/>
          </a:ln>
        </p:spPr>
      </p:sp>
      <p:sp>
        <p:nvSpPr>
          <p:cNvPr id="522" name="R2|496">
            <a:extLst xmlns:a="http://schemas.openxmlformats.org/drawingml/2006/main">
              <a:ext uri="{FF2B5EF4-FFF2-40B4-BE49-F238E27FC236}">
                <a16:creationId xmlns:a16="http://schemas.microsoft.com/office/drawing/2014/main" id="{CE279915-CA37-4660-8519-79E10862733F}"/>
              </a:ext>
            </a:extLst>
          </p:cNvPr>
          <p:cNvSpPr>
            <a:spLocks xmlns:a="http://schemas.openxmlformats.org/drawingml/2006/main" noGrp="1"/>
          </p:cNvSpPr>
          <p:nvPr/>
        </p:nvSpPr>
        <p:spPr>
          <a:xfrm xmlns:a="http://schemas.openxmlformats.org/drawingml/2006/main">
            <a:off x="569480" y="340660"/>
            <a:ext cx="1846059" cy="1845978"/>
          </a:xfrm>
          <a:prstGeom xmlns:a="http://schemas.openxmlformats.org/drawingml/2006/main" prst="roundRect">
            <a:avLst>
              <a:gd name="adj" fmla="val 9726"/>
            </a:avLst>
          </a:prstGeom>
          <a:solidFill xmlns:a="http://schemas.openxmlformats.org/drawingml/2006/main">
            <a:srgbClr val="FAFAFA"/>
          </a:solidFill>
          <a:ln xmlns:a="http://schemas.openxmlformats.org/drawingml/2006/main" w="9207">
            <a:solidFill>
              <a:srgbClr val="C4C4C4"/>
            </a:solidFill>
          </a:ln>
          <ns5:effectLst xmlns:ns5="http://schemas.openxmlformats.org/drawingml/2006/main">
            <ns5:outerShdw blurRad="23000" dist="21000" dir="2700000" algn="ctr" rotWithShape="0">
              <ns5:srgbClr val="000000">
                <ns5:alpha val="20000"/>
              </ns5:srgbClr>
            </ns5:outerShdw>
          </ns5:effectLst>
        </p:spPr>
      </p:sp>
      <p:sp>
        <p:nvSpPr>
          <p:cNvPr id="523" name="R3|497">
            <a:extLst xmlns:a="http://schemas.openxmlformats.org/drawingml/2006/main">
              <a:ext uri="{FF2B5EF4-FFF2-40B4-BE49-F238E27FC236}">
                <a16:creationId xmlns:a16="http://schemas.microsoft.com/office/drawing/2014/main" id="{9D3736D9-128B-4AD6-8391-65AAD619F6A3}"/>
              </a:ext>
            </a:extLst>
          </p:cNvPr>
          <p:cNvSpPr>
            <a:spLocks xmlns:a="http://schemas.openxmlformats.org/drawingml/2006/main" noGrp="1"/>
          </p:cNvSpPr>
          <p:nvPr/>
        </p:nvSpPr>
        <p:spPr>
          <a:xfrm xmlns:a="http://schemas.openxmlformats.org/drawingml/2006/main">
            <a:off x="393586" y="493049"/>
            <a:ext cx="1846059" cy="1845978"/>
          </a:xfrm>
          <a:prstGeom xmlns:a="http://schemas.openxmlformats.org/drawingml/2006/main" prst="roundRect">
            <a:avLst>
              <a:gd name="adj" fmla="val 9726"/>
            </a:avLst>
          </a:prstGeom>
          <a:solidFill xmlns:a="http://schemas.openxmlformats.org/drawingml/2006/main">
            <a:srgbClr val="FAFAFA"/>
          </a:solidFill>
          <a:ln xmlns:a="http://schemas.openxmlformats.org/drawingml/2006/main" w="9207">
            <a:solidFill>
              <a:srgbClr val="C4C4C4"/>
            </a:solidFill>
          </a:ln>
          <ns6:effectLst xmlns:ns6="http://schemas.openxmlformats.org/drawingml/2006/main">
            <ns6:outerShdw blurRad="23000" dist="21000" dir="2700000" algn="ctr" rotWithShape="0">
              <ns6:srgbClr val="000000">
                <ns6:alpha val="20000"/>
              </ns6:srgbClr>
            </ns6:outerShdw>
          </ns6:effectLst>
        </p:spPr>
      </p:sp>
      <p:sp>
        <p:nvSpPr>
          <p:cNvPr id="524" name="R4|498">
            <a:extLst xmlns:a="http://schemas.openxmlformats.org/drawingml/2006/main">
              <a:ext uri="{FF2B5EF4-FFF2-40B4-BE49-F238E27FC236}">
                <a16:creationId xmlns:a16="http://schemas.microsoft.com/office/drawing/2014/main" id="{C94ECBE6-B694-419C-B72F-AF08D6BFFA68}"/>
              </a:ext>
            </a:extLst>
          </p:cNvPr>
          <p:cNvSpPr>
            <a:spLocks xmlns:a="http://schemas.openxmlformats.org/drawingml/2006/main" noGrp="1"/>
          </p:cNvSpPr>
          <p:nvPr/>
        </p:nvSpPr>
        <p:spPr>
          <a:xfrm xmlns:a="http://schemas.openxmlformats.org/drawingml/2006/main">
            <a:off x="213671" y="664220"/>
            <a:ext cx="1846059" cy="1845978"/>
          </a:xfrm>
          <a:prstGeom xmlns:a="http://schemas.openxmlformats.org/drawingml/2006/main" prst="roundRect">
            <a:avLst>
              <a:gd name="adj" fmla="val 9726"/>
            </a:avLst>
          </a:prstGeom>
          <a:solidFill xmlns:a="http://schemas.openxmlformats.org/drawingml/2006/main">
            <a:srgbClr val="FAFAFA"/>
          </a:solidFill>
          <a:ln xmlns:a="http://schemas.openxmlformats.org/drawingml/2006/main" w="9207">
            <a:solidFill>
              <a:srgbClr val="C4C4C4"/>
            </a:solidFill>
          </a:ln>
          <ns7:effectLst xmlns:ns7="http://schemas.openxmlformats.org/drawingml/2006/main">
            <ns7:outerShdw blurRad="23000" dist="21000" dir="2700000" algn="ctr" rotWithShape="0">
              <ns7:srgbClr val="000000">
                <ns7:alpha val="20000"/>
              </ns7:srgbClr>
            </ns7:outerShdw>
          </ns7:effectLst>
        </p:spPr>
      </p:sp>
      <p:sp>
        <p:nvSpPr>
          <p:cNvPr id="525" name="Vector element">
            <a:extLst xmlns:a="http://schemas.openxmlformats.org/drawingml/2006/main">
              <a:ext uri="{FF2B5EF4-FFF2-40B4-BE49-F238E27FC236}">
                <a16:creationId xmlns:a16="http://schemas.microsoft.com/office/drawing/2014/main" id="{3EF7DFFC-657B-4BB4-8D65-0BB876BBE4E1}"/>
              </a:ext>
            </a:extLst>
          </p:cNvPr>
          <p:cNvSpPr>
            <a:spLocks xmlns:a="http://schemas.openxmlformats.org/drawingml/2006/main" noGrp="1"/>
          </p:cNvSpPr>
          <p:nvPr/>
        </p:nvSpPr>
        <p:spPr>
          <a:xfrm xmlns:a="http://schemas.openxmlformats.org/drawingml/2006/main">
            <a:off x="562817" y="974426"/>
            <a:ext cx="714978" cy="1425162"/>
          </a:xfrm>
          <a:custGeom xmlns:a="http://schemas.openxmlformats.org/drawingml/2006/main">
            <a:pathLst>
              <a:path w="714978" h="1425162">
                <a:moveTo>
                  <a:pt x="281" y="712096"/>
                </a:moveTo>
                <a:cubicBezTo>
                  <a:pt x="0" y="319033"/>
                  <a:pt x="160051" y="0"/>
                  <a:pt x="357482" y="0"/>
                </a:cubicBezTo>
                <a:cubicBezTo>
                  <a:pt x="554913" y="0"/>
                  <a:pt x="714978" y="319033"/>
                  <a:pt x="714978" y="712574"/>
                </a:cubicBezTo>
                <a:cubicBezTo>
                  <a:pt x="714978" y="1106129"/>
                  <a:pt x="554913" y="1425162"/>
                  <a:pt x="357482" y="1425162"/>
                </a:cubicBezTo>
                <a:cubicBezTo>
                  <a:pt x="160051" y="1425162"/>
                  <a:pt x="0" y="1106129"/>
                  <a:pt x="281" y="712096"/>
                </a:cubicBezTo>
              </a:path>
            </a:pathLst>
          </a:custGeom>
          <a:solidFill xmlns:a="http://schemas.openxmlformats.org/drawingml/2006/main">
            <a:srgbClr val="DAE3F5"/>
          </a:solidFill>
          <a:ln xmlns:a="http://schemas.openxmlformats.org/drawingml/2006/main" w="0" cap="flat">
            <a:noFill/>
            <a:miter/>
          </a:ln>
        </p:spPr>
      </p:sp>
      <p:sp>
        <p:nvSpPr>
          <p:cNvPr id="526" name="Vector element">
            <a:extLst xmlns:a="http://schemas.openxmlformats.org/drawingml/2006/main">
              <a:ext uri="{FF2B5EF4-FFF2-40B4-BE49-F238E27FC236}">
                <a16:creationId xmlns:a16="http://schemas.microsoft.com/office/drawing/2014/main" id="{C12A1588-34FB-4D33-8A95-4E5140EE1C69}"/>
              </a:ext>
            </a:extLst>
          </p:cNvPr>
          <p:cNvSpPr>
            <a:spLocks xmlns:a="http://schemas.openxmlformats.org/drawingml/2006/main" noGrp="1"/>
          </p:cNvSpPr>
          <p:nvPr/>
        </p:nvSpPr>
        <p:spPr>
          <a:xfrm xmlns:a="http://schemas.openxmlformats.org/drawingml/2006/main">
            <a:off x="555788" y="967481"/>
            <a:ext cx="728924" cy="1439136"/>
          </a:xfrm>
          <a:custGeom xmlns:a="http://schemas.openxmlformats.org/drawingml/2006/main">
            <a:pathLst>
              <a:path w="728924" h="1439136">
                <a:moveTo>
                  <a:pt x="204657" y="72132"/>
                </a:moveTo>
                <a:lnTo>
                  <a:pt x="196742" y="79976"/>
                </a:lnTo>
                <a:lnTo>
                  <a:pt x="191189" y="85824"/>
                </a:lnTo>
                <a:lnTo>
                  <a:pt x="201381" y="95510"/>
                </a:lnTo>
                <a:lnTo>
                  <a:pt x="206864" y="89747"/>
                </a:lnTo>
                <a:lnTo>
                  <a:pt x="206709" y="89887"/>
                </a:lnTo>
                <a:lnTo>
                  <a:pt x="214484" y="82197"/>
                </a:lnTo>
                <a:lnTo>
                  <a:pt x="214315" y="82352"/>
                </a:lnTo>
                <a:lnTo>
                  <a:pt x="222058" y="75148"/>
                </a:lnTo>
                <a:lnTo>
                  <a:pt x="229889" y="68326"/>
                </a:lnTo>
                <a:lnTo>
                  <a:pt x="237777" y="61894"/>
                </a:lnTo>
                <a:lnTo>
                  <a:pt x="242164" y="58580"/>
                </a:lnTo>
                <a:lnTo>
                  <a:pt x="233673" y="47376"/>
                </a:lnTo>
                <a:lnTo>
                  <a:pt x="229090" y="50834"/>
                </a:lnTo>
                <a:lnTo>
                  <a:pt x="220838" y="57568"/>
                </a:lnTo>
                <a:lnTo>
                  <a:pt x="212698" y="64667"/>
                </a:lnTo>
                <a:lnTo>
                  <a:pt x="204657" y="72132"/>
                </a:lnTo>
                <a:close/>
                <a:moveTo>
                  <a:pt x="144784" y="144587"/>
                </a:moveTo>
                <a:lnTo>
                  <a:pt x="137881" y="155145"/>
                </a:lnTo>
                <a:lnTo>
                  <a:pt x="131401" y="165548"/>
                </a:lnTo>
                <a:lnTo>
                  <a:pt x="143336" y="172984"/>
                </a:lnTo>
                <a:lnTo>
                  <a:pt x="149774" y="162637"/>
                </a:lnTo>
                <a:lnTo>
                  <a:pt x="149690" y="162778"/>
                </a:lnTo>
                <a:lnTo>
                  <a:pt x="156455" y="152442"/>
                </a:lnTo>
                <a:lnTo>
                  <a:pt x="163304" y="142487"/>
                </a:lnTo>
                <a:lnTo>
                  <a:pt x="170341" y="132764"/>
                </a:lnTo>
                <a:lnTo>
                  <a:pt x="170229" y="132905"/>
                </a:lnTo>
                <a:lnTo>
                  <a:pt x="174643" y="127113"/>
                </a:lnTo>
                <a:lnTo>
                  <a:pt x="163467" y="118594"/>
                </a:lnTo>
                <a:lnTo>
                  <a:pt x="158996" y="124442"/>
                </a:lnTo>
                <a:lnTo>
                  <a:pt x="151827" y="134353"/>
                </a:lnTo>
                <a:lnTo>
                  <a:pt x="144784" y="144587"/>
                </a:lnTo>
                <a:close/>
                <a:moveTo>
                  <a:pt x="112113" y="230861"/>
                </a:moveTo>
                <a:lnTo>
                  <a:pt x="112057" y="230974"/>
                </a:lnTo>
                <a:lnTo>
                  <a:pt x="118045" y="218743"/>
                </a:lnTo>
                <a:lnTo>
                  <a:pt x="117989" y="218870"/>
                </a:lnTo>
                <a:lnTo>
                  <a:pt x="122938" y="209226"/>
                </a:lnTo>
                <a:lnTo>
                  <a:pt x="110440" y="202801"/>
                </a:lnTo>
                <a:lnTo>
                  <a:pt x="105449" y="212501"/>
                </a:lnTo>
                <a:lnTo>
                  <a:pt x="99404" y="224844"/>
                </a:lnTo>
                <a:lnTo>
                  <a:pt x="93500" y="237483"/>
                </a:lnTo>
                <a:lnTo>
                  <a:pt x="87750" y="250388"/>
                </a:lnTo>
                <a:lnTo>
                  <a:pt x="86190" y="254099"/>
                </a:lnTo>
                <a:lnTo>
                  <a:pt x="99123" y="259582"/>
                </a:lnTo>
                <a:lnTo>
                  <a:pt x="100670" y="255941"/>
                </a:lnTo>
                <a:lnTo>
                  <a:pt x="100627" y="256053"/>
                </a:lnTo>
                <a:lnTo>
                  <a:pt x="106321" y="243260"/>
                </a:lnTo>
                <a:lnTo>
                  <a:pt x="106265" y="243373"/>
                </a:lnTo>
                <a:lnTo>
                  <a:pt x="112113" y="230861"/>
                </a:lnTo>
                <a:close/>
                <a:moveTo>
                  <a:pt x="79625" y="309333"/>
                </a:moveTo>
                <a:lnTo>
                  <a:pt x="79583" y="309432"/>
                </a:lnTo>
                <a:lnTo>
                  <a:pt x="83617" y="298410"/>
                </a:lnTo>
                <a:lnTo>
                  <a:pt x="70417" y="293588"/>
                </a:lnTo>
                <a:lnTo>
                  <a:pt x="66368" y="304652"/>
                </a:lnTo>
                <a:lnTo>
                  <a:pt x="61420" y="318850"/>
                </a:lnTo>
                <a:lnTo>
                  <a:pt x="56654" y="333302"/>
                </a:lnTo>
                <a:lnTo>
                  <a:pt x="52310" y="347163"/>
                </a:lnTo>
                <a:lnTo>
                  <a:pt x="65735" y="351367"/>
                </a:lnTo>
                <a:lnTo>
                  <a:pt x="70051" y="337548"/>
                </a:lnTo>
                <a:lnTo>
                  <a:pt x="70023" y="337646"/>
                </a:lnTo>
                <a:lnTo>
                  <a:pt x="74761" y="323321"/>
                </a:lnTo>
                <a:lnTo>
                  <a:pt x="74718" y="323419"/>
                </a:lnTo>
                <a:lnTo>
                  <a:pt x="79625" y="309333"/>
                </a:lnTo>
                <a:close/>
                <a:moveTo>
                  <a:pt x="49119" y="412196"/>
                </a:moveTo>
                <a:lnTo>
                  <a:pt x="49105" y="412294"/>
                </a:lnTo>
                <a:lnTo>
                  <a:pt x="52957" y="396816"/>
                </a:lnTo>
                <a:lnTo>
                  <a:pt x="52929" y="396915"/>
                </a:lnTo>
                <a:lnTo>
                  <a:pt x="54334" y="391643"/>
                </a:lnTo>
                <a:lnTo>
                  <a:pt x="40740" y="388044"/>
                </a:lnTo>
                <a:lnTo>
                  <a:pt x="39334" y="393372"/>
                </a:lnTo>
                <a:lnTo>
                  <a:pt x="35454" y="408934"/>
                </a:lnTo>
                <a:lnTo>
                  <a:pt x="31757" y="424722"/>
                </a:lnTo>
                <a:lnTo>
                  <a:pt x="28243" y="440692"/>
                </a:lnTo>
                <a:lnTo>
                  <a:pt x="27737" y="443152"/>
                </a:lnTo>
                <a:lnTo>
                  <a:pt x="41513" y="445977"/>
                </a:lnTo>
                <a:lnTo>
                  <a:pt x="42005" y="443559"/>
                </a:lnTo>
                <a:lnTo>
                  <a:pt x="41991" y="443658"/>
                </a:lnTo>
                <a:lnTo>
                  <a:pt x="45478" y="427772"/>
                </a:lnTo>
                <a:lnTo>
                  <a:pt x="45450" y="427871"/>
                </a:lnTo>
                <a:lnTo>
                  <a:pt x="49119" y="412196"/>
                </a:lnTo>
                <a:close/>
                <a:moveTo>
                  <a:pt x="18880" y="489796"/>
                </a:moveTo>
                <a:lnTo>
                  <a:pt x="16153" y="506539"/>
                </a:lnTo>
                <a:lnTo>
                  <a:pt x="13636" y="523451"/>
                </a:lnTo>
                <a:lnTo>
                  <a:pt x="11317" y="540532"/>
                </a:lnTo>
                <a:lnTo>
                  <a:pt x="11289" y="540729"/>
                </a:lnTo>
                <a:lnTo>
                  <a:pt x="25248" y="542430"/>
                </a:lnTo>
                <a:lnTo>
                  <a:pt x="25262" y="542289"/>
                </a:lnTo>
                <a:lnTo>
                  <a:pt x="25248" y="542387"/>
                </a:lnTo>
                <a:lnTo>
                  <a:pt x="27547" y="525439"/>
                </a:lnTo>
                <a:lnTo>
                  <a:pt x="30056" y="508662"/>
                </a:lnTo>
                <a:lnTo>
                  <a:pt x="30042" y="508747"/>
                </a:lnTo>
                <a:lnTo>
                  <a:pt x="32755" y="492102"/>
                </a:lnTo>
                <a:lnTo>
                  <a:pt x="32741" y="492200"/>
                </a:lnTo>
                <a:lnTo>
                  <a:pt x="33613" y="487210"/>
                </a:lnTo>
                <a:lnTo>
                  <a:pt x="19780" y="484763"/>
                </a:lnTo>
                <a:lnTo>
                  <a:pt x="18880" y="489796"/>
                </a:lnTo>
                <a:close/>
                <a:moveTo>
                  <a:pt x="19625" y="593966"/>
                </a:moveTo>
                <a:lnTo>
                  <a:pt x="19611" y="594051"/>
                </a:lnTo>
                <a:lnTo>
                  <a:pt x="20567" y="584154"/>
                </a:lnTo>
                <a:lnTo>
                  <a:pt x="6565" y="582818"/>
                </a:lnTo>
                <a:lnTo>
                  <a:pt x="5609" y="592757"/>
                </a:lnTo>
                <a:lnTo>
                  <a:pt x="4147" y="610471"/>
                </a:lnTo>
                <a:lnTo>
                  <a:pt x="2882" y="628324"/>
                </a:lnTo>
                <a:lnTo>
                  <a:pt x="2263" y="639149"/>
                </a:lnTo>
                <a:lnTo>
                  <a:pt x="16307" y="639950"/>
                </a:lnTo>
                <a:lnTo>
                  <a:pt x="16926" y="629168"/>
                </a:lnTo>
                <a:lnTo>
                  <a:pt x="16912" y="629266"/>
                </a:lnTo>
                <a:lnTo>
                  <a:pt x="18163" y="611497"/>
                </a:lnTo>
                <a:lnTo>
                  <a:pt x="18149" y="611581"/>
                </a:lnTo>
                <a:lnTo>
                  <a:pt x="19625" y="593966"/>
                </a:lnTo>
                <a:close/>
                <a:moveTo>
                  <a:pt x="506" y="681464"/>
                </a:moveTo>
                <a:lnTo>
                  <a:pt x="464" y="682673"/>
                </a:lnTo>
                <a:lnTo>
                  <a:pt x="112" y="701046"/>
                </a:lnTo>
                <a:lnTo>
                  <a:pt x="0" y="719519"/>
                </a:lnTo>
                <a:lnTo>
                  <a:pt x="112" y="737963"/>
                </a:lnTo>
                <a:lnTo>
                  <a:pt x="7141" y="737914"/>
                </a:lnTo>
                <a:lnTo>
                  <a:pt x="112" y="738047"/>
                </a:lnTo>
                <a:lnTo>
                  <a:pt x="337" y="749153"/>
                </a:lnTo>
                <a:lnTo>
                  <a:pt x="14381" y="748886"/>
                </a:lnTo>
                <a:lnTo>
                  <a:pt x="14171" y="737780"/>
                </a:lnTo>
                <a:lnTo>
                  <a:pt x="14170" y="737780"/>
                </a:lnTo>
                <a:lnTo>
                  <a:pt x="14058" y="719526"/>
                </a:lnTo>
                <a:lnTo>
                  <a:pt x="14171" y="701173"/>
                </a:lnTo>
                <a:lnTo>
                  <a:pt x="14171" y="701271"/>
                </a:lnTo>
                <a:lnTo>
                  <a:pt x="14522" y="682982"/>
                </a:lnTo>
                <a:lnTo>
                  <a:pt x="14522" y="683080"/>
                </a:lnTo>
                <a:lnTo>
                  <a:pt x="14564" y="681913"/>
                </a:lnTo>
                <a:lnTo>
                  <a:pt x="506" y="681464"/>
                </a:lnTo>
                <a:close/>
                <a:moveTo>
                  <a:pt x="16912" y="809785"/>
                </a:moveTo>
                <a:lnTo>
                  <a:pt x="16926" y="809884"/>
                </a:lnTo>
                <a:lnTo>
                  <a:pt x="15900" y="791974"/>
                </a:lnTo>
                <a:lnTo>
                  <a:pt x="15900" y="792072"/>
                </a:lnTo>
                <a:lnTo>
                  <a:pt x="15843" y="790863"/>
                </a:lnTo>
                <a:lnTo>
                  <a:pt x="1799" y="791482"/>
                </a:lnTo>
                <a:lnTo>
                  <a:pt x="1856" y="792733"/>
                </a:lnTo>
                <a:lnTo>
                  <a:pt x="2882" y="810727"/>
                </a:lnTo>
                <a:lnTo>
                  <a:pt x="4147" y="828581"/>
                </a:lnTo>
                <a:lnTo>
                  <a:pt x="5609" y="846294"/>
                </a:lnTo>
                <a:lnTo>
                  <a:pt x="5764" y="847939"/>
                </a:lnTo>
                <a:lnTo>
                  <a:pt x="19766" y="846589"/>
                </a:lnTo>
                <a:lnTo>
                  <a:pt x="19611" y="844987"/>
                </a:lnTo>
                <a:lnTo>
                  <a:pt x="19625" y="845085"/>
                </a:lnTo>
                <a:lnTo>
                  <a:pt x="18149" y="827456"/>
                </a:lnTo>
                <a:lnTo>
                  <a:pt x="18163" y="827555"/>
                </a:lnTo>
                <a:lnTo>
                  <a:pt x="16912" y="809785"/>
                </a:lnTo>
                <a:close/>
                <a:moveTo>
                  <a:pt x="13636" y="915600"/>
                </a:moveTo>
                <a:lnTo>
                  <a:pt x="16153" y="932512"/>
                </a:lnTo>
                <a:lnTo>
                  <a:pt x="18346" y="945966"/>
                </a:lnTo>
                <a:lnTo>
                  <a:pt x="32221" y="943716"/>
                </a:lnTo>
                <a:lnTo>
                  <a:pt x="30042" y="930291"/>
                </a:lnTo>
                <a:lnTo>
                  <a:pt x="30056" y="930389"/>
                </a:lnTo>
                <a:lnTo>
                  <a:pt x="27547" y="913613"/>
                </a:lnTo>
                <a:lnTo>
                  <a:pt x="25248" y="896664"/>
                </a:lnTo>
                <a:lnTo>
                  <a:pt x="25262" y="896748"/>
                </a:lnTo>
                <a:lnTo>
                  <a:pt x="24236" y="888342"/>
                </a:lnTo>
                <a:lnTo>
                  <a:pt x="10276" y="890043"/>
                </a:lnTo>
                <a:lnTo>
                  <a:pt x="11317" y="898506"/>
                </a:lnTo>
                <a:lnTo>
                  <a:pt x="13636" y="915600"/>
                </a:lnTo>
                <a:close/>
                <a:moveTo>
                  <a:pt x="42005" y="995478"/>
                </a:moveTo>
                <a:lnTo>
                  <a:pt x="39840" y="984906"/>
                </a:lnTo>
                <a:lnTo>
                  <a:pt x="26064" y="987718"/>
                </a:lnTo>
                <a:lnTo>
                  <a:pt x="28243" y="998346"/>
                </a:lnTo>
                <a:lnTo>
                  <a:pt x="31757" y="1014330"/>
                </a:lnTo>
                <a:lnTo>
                  <a:pt x="35454" y="1030103"/>
                </a:lnTo>
                <a:lnTo>
                  <a:pt x="38617" y="1042840"/>
                </a:lnTo>
                <a:lnTo>
                  <a:pt x="52268" y="1039438"/>
                </a:lnTo>
                <a:lnTo>
                  <a:pt x="49105" y="1026757"/>
                </a:lnTo>
                <a:lnTo>
                  <a:pt x="49119" y="1026856"/>
                </a:lnTo>
                <a:lnTo>
                  <a:pt x="45450" y="1011181"/>
                </a:lnTo>
                <a:lnTo>
                  <a:pt x="45478" y="1011265"/>
                </a:lnTo>
                <a:lnTo>
                  <a:pt x="41991" y="995380"/>
                </a:lnTo>
                <a:lnTo>
                  <a:pt x="42005" y="995478"/>
                </a:lnTo>
                <a:close/>
                <a:moveTo>
                  <a:pt x="70051" y="1101504"/>
                </a:moveTo>
                <a:lnTo>
                  <a:pt x="65496" y="1086926"/>
                </a:lnTo>
                <a:lnTo>
                  <a:pt x="65525" y="1087024"/>
                </a:lnTo>
                <a:lnTo>
                  <a:pt x="63374" y="1079798"/>
                </a:lnTo>
                <a:lnTo>
                  <a:pt x="49906" y="1083791"/>
                </a:lnTo>
                <a:lnTo>
                  <a:pt x="52057" y="1091073"/>
                </a:lnTo>
                <a:lnTo>
                  <a:pt x="56654" y="1105749"/>
                </a:lnTo>
                <a:lnTo>
                  <a:pt x="61420" y="1120187"/>
                </a:lnTo>
                <a:lnTo>
                  <a:pt x="66368" y="1134386"/>
                </a:lnTo>
                <a:lnTo>
                  <a:pt x="67549" y="1137633"/>
                </a:lnTo>
                <a:lnTo>
                  <a:pt x="80749" y="1132797"/>
                </a:lnTo>
                <a:lnTo>
                  <a:pt x="79583" y="1129620"/>
                </a:lnTo>
                <a:lnTo>
                  <a:pt x="79625" y="1129718"/>
                </a:lnTo>
                <a:lnTo>
                  <a:pt x="74718" y="1115632"/>
                </a:lnTo>
                <a:lnTo>
                  <a:pt x="74761" y="1115731"/>
                </a:lnTo>
                <a:lnTo>
                  <a:pt x="70023" y="1101391"/>
                </a:lnTo>
                <a:lnTo>
                  <a:pt x="70051" y="1101504"/>
                </a:lnTo>
                <a:close/>
                <a:moveTo>
                  <a:pt x="106265" y="1195679"/>
                </a:moveTo>
                <a:lnTo>
                  <a:pt x="106321" y="1195791"/>
                </a:lnTo>
                <a:lnTo>
                  <a:pt x="100627" y="1182998"/>
                </a:lnTo>
                <a:lnTo>
                  <a:pt x="100670" y="1183111"/>
                </a:lnTo>
                <a:lnTo>
                  <a:pt x="95876" y="1171794"/>
                </a:lnTo>
                <a:lnTo>
                  <a:pt x="82928" y="1177277"/>
                </a:lnTo>
                <a:lnTo>
                  <a:pt x="87750" y="1188664"/>
                </a:lnTo>
                <a:lnTo>
                  <a:pt x="93500" y="1201569"/>
                </a:lnTo>
                <a:lnTo>
                  <a:pt x="99404" y="1214193"/>
                </a:lnTo>
                <a:lnTo>
                  <a:pt x="105449" y="1226550"/>
                </a:lnTo>
                <a:lnTo>
                  <a:pt x="106630" y="1228828"/>
                </a:lnTo>
                <a:lnTo>
                  <a:pt x="119128" y="1222403"/>
                </a:lnTo>
                <a:lnTo>
                  <a:pt x="117989" y="1220182"/>
                </a:lnTo>
                <a:lnTo>
                  <a:pt x="118045" y="1220308"/>
                </a:lnTo>
                <a:lnTo>
                  <a:pt x="112057" y="1208078"/>
                </a:lnTo>
                <a:lnTo>
                  <a:pt x="112113" y="1208190"/>
                </a:lnTo>
                <a:lnTo>
                  <a:pt x="106265" y="1195679"/>
                </a:lnTo>
                <a:close/>
                <a:moveTo>
                  <a:pt x="127057" y="1266194"/>
                </a:moveTo>
                <a:lnTo>
                  <a:pt x="131119" y="1273040"/>
                </a:lnTo>
                <a:lnTo>
                  <a:pt x="137881" y="1283907"/>
                </a:lnTo>
                <a:lnTo>
                  <a:pt x="144784" y="1294465"/>
                </a:lnTo>
                <a:lnTo>
                  <a:pt x="151827" y="1304699"/>
                </a:lnTo>
                <a:lnTo>
                  <a:pt x="158322" y="1313668"/>
                </a:lnTo>
                <a:lnTo>
                  <a:pt x="169709" y="1305430"/>
                </a:lnTo>
                <a:lnTo>
                  <a:pt x="163305" y="1296566"/>
                </a:lnTo>
                <a:lnTo>
                  <a:pt x="156455" y="1286610"/>
                </a:lnTo>
                <a:lnTo>
                  <a:pt x="149690" y="1276273"/>
                </a:lnTo>
                <a:lnTo>
                  <a:pt x="149774" y="1276400"/>
                </a:lnTo>
                <a:lnTo>
                  <a:pt x="143083" y="1265674"/>
                </a:lnTo>
                <a:lnTo>
                  <a:pt x="143167" y="1265800"/>
                </a:lnTo>
                <a:lnTo>
                  <a:pt x="139147" y="1259024"/>
                </a:lnTo>
                <a:lnTo>
                  <a:pt x="127057" y="1266194"/>
                </a:lnTo>
                <a:close/>
                <a:moveTo>
                  <a:pt x="212698" y="1374385"/>
                </a:moveTo>
                <a:lnTo>
                  <a:pt x="220838" y="1381484"/>
                </a:lnTo>
                <a:lnTo>
                  <a:pt x="226883" y="1386418"/>
                </a:lnTo>
                <a:lnTo>
                  <a:pt x="235767" y="1375509"/>
                </a:lnTo>
                <a:lnTo>
                  <a:pt x="229886" y="1370724"/>
                </a:lnTo>
                <a:lnTo>
                  <a:pt x="222019" y="1363869"/>
                </a:lnTo>
                <a:lnTo>
                  <a:pt x="222187" y="1364010"/>
                </a:lnTo>
                <a:lnTo>
                  <a:pt x="214315" y="1356700"/>
                </a:lnTo>
                <a:lnTo>
                  <a:pt x="214484" y="1356840"/>
                </a:lnTo>
                <a:lnTo>
                  <a:pt x="206837" y="1349277"/>
                </a:lnTo>
                <a:lnTo>
                  <a:pt x="199229" y="1341277"/>
                </a:lnTo>
                <a:lnTo>
                  <a:pt x="195885" y="1337538"/>
                </a:lnTo>
                <a:lnTo>
                  <a:pt x="185412" y="1346929"/>
                </a:lnTo>
                <a:lnTo>
                  <a:pt x="188954" y="1350865"/>
                </a:lnTo>
                <a:lnTo>
                  <a:pt x="196742" y="1359075"/>
                </a:lnTo>
                <a:lnTo>
                  <a:pt x="204657" y="1366906"/>
                </a:lnTo>
                <a:lnTo>
                  <a:pt x="212698" y="1374385"/>
                </a:lnTo>
                <a:close/>
                <a:moveTo>
                  <a:pt x="421010" y="8421"/>
                </a:moveTo>
                <a:lnTo>
                  <a:pt x="411774" y="5848"/>
                </a:lnTo>
                <a:lnTo>
                  <a:pt x="402454" y="3725"/>
                </a:lnTo>
                <a:lnTo>
                  <a:pt x="393077" y="2067"/>
                </a:lnTo>
                <a:lnTo>
                  <a:pt x="383616" y="872"/>
                </a:lnTo>
                <a:lnTo>
                  <a:pt x="374099" y="155"/>
                </a:lnTo>
                <a:lnTo>
                  <a:pt x="368124" y="0"/>
                </a:lnTo>
                <a:lnTo>
                  <a:pt x="367772" y="14058"/>
                </a:lnTo>
                <a:lnTo>
                  <a:pt x="373322" y="14193"/>
                </a:lnTo>
                <a:lnTo>
                  <a:pt x="382060" y="14849"/>
                </a:lnTo>
                <a:lnTo>
                  <a:pt x="391066" y="15989"/>
                </a:lnTo>
                <a:lnTo>
                  <a:pt x="399712" y="17522"/>
                </a:lnTo>
                <a:lnTo>
                  <a:pt x="408485" y="19513"/>
                </a:lnTo>
                <a:lnTo>
                  <a:pt x="408161" y="19442"/>
                </a:lnTo>
                <a:lnTo>
                  <a:pt x="417074" y="21916"/>
                </a:lnTo>
                <a:lnTo>
                  <a:pt x="416751" y="21832"/>
                </a:lnTo>
                <a:lnTo>
                  <a:pt x="420940" y="23210"/>
                </a:lnTo>
                <a:lnTo>
                  <a:pt x="425354" y="9855"/>
                </a:lnTo>
                <a:lnTo>
                  <a:pt x="421010" y="8421"/>
                </a:lnTo>
                <a:close/>
                <a:moveTo>
                  <a:pt x="317262" y="5848"/>
                </a:moveTo>
                <a:lnTo>
                  <a:pt x="308026" y="8421"/>
                </a:lnTo>
                <a:lnTo>
                  <a:pt x="298874" y="11443"/>
                </a:lnTo>
                <a:lnTo>
                  <a:pt x="289821" y="14902"/>
                </a:lnTo>
                <a:lnTo>
                  <a:pt x="280838" y="18796"/>
                </a:lnTo>
                <a:lnTo>
                  <a:pt x="271967" y="23111"/>
                </a:lnTo>
                <a:lnTo>
                  <a:pt x="270083" y="24138"/>
                </a:lnTo>
                <a:lnTo>
                  <a:pt x="276761" y="36509"/>
                </a:lnTo>
                <a:lnTo>
                  <a:pt x="278518" y="35567"/>
                </a:lnTo>
                <a:lnTo>
                  <a:pt x="278251" y="35693"/>
                </a:lnTo>
                <a:lnTo>
                  <a:pt x="286768" y="31546"/>
                </a:lnTo>
                <a:lnTo>
                  <a:pt x="295261" y="27863"/>
                </a:lnTo>
                <a:lnTo>
                  <a:pt x="294980" y="27990"/>
                </a:lnTo>
                <a:lnTo>
                  <a:pt x="303717" y="24652"/>
                </a:lnTo>
                <a:lnTo>
                  <a:pt x="312271" y="21832"/>
                </a:lnTo>
                <a:lnTo>
                  <a:pt x="311962" y="21916"/>
                </a:lnTo>
                <a:lnTo>
                  <a:pt x="320875" y="19442"/>
                </a:lnTo>
                <a:lnTo>
                  <a:pt x="320551" y="19513"/>
                </a:lnTo>
                <a:lnTo>
                  <a:pt x="327623" y="17910"/>
                </a:lnTo>
                <a:lnTo>
                  <a:pt x="324502" y="4203"/>
                </a:lnTo>
                <a:lnTo>
                  <a:pt x="317262" y="5848"/>
                </a:lnTo>
                <a:close/>
                <a:moveTo>
                  <a:pt x="491568" y="1394544"/>
                </a:moveTo>
                <a:lnTo>
                  <a:pt x="499932" y="1388204"/>
                </a:lnTo>
                <a:lnTo>
                  <a:pt x="505429" y="1383733"/>
                </a:lnTo>
                <a:lnTo>
                  <a:pt x="496558" y="1372838"/>
                </a:lnTo>
                <a:lnTo>
                  <a:pt x="491160" y="1377224"/>
                </a:lnTo>
                <a:lnTo>
                  <a:pt x="491357" y="1377084"/>
                </a:lnTo>
                <a:lnTo>
                  <a:pt x="483189" y="1383269"/>
                </a:lnTo>
                <a:lnTo>
                  <a:pt x="483386" y="1383115"/>
                </a:lnTo>
                <a:lnTo>
                  <a:pt x="475295" y="1388807"/>
                </a:lnTo>
                <a:lnTo>
                  <a:pt x="467142" y="1394078"/>
                </a:lnTo>
                <a:lnTo>
                  <a:pt x="459014" y="1398900"/>
                </a:lnTo>
                <a:lnTo>
                  <a:pt x="450968" y="1403246"/>
                </a:lnTo>
                <a:lnTo>
                  <a:pt x="457646" y="1415617"/>
                </a:lnTo>
                <a:lnTo>
                  <a:pt x="465841" y="1411189"/>
                </a:lnTo>
                <a:lnTo>
                  <a:pt x="474529" y="1406043"/>
                </a:lnTo>
                <a:lnTo>
                  <a:pt x="483105" y="1400490"/>
                </a:lnTo>
                <a:lnTo>
                  <a:pt x="491568" y="1394544"/>
                </a:lnTo>
                <a:close/>
                <a:moveTo>
                  <a:pt x="289821" y="1424136"/>
                </a:moveTo>
                <a:lnTo>
                  <a:pt x="298874" y="1427608"/>
                </a:lnTo>
                <a:lnTo>
                  <a:pt x="308026" y="1430617"/>
                </a:lnTo>
                <a:lnTo>
                  <a:pt x="316053" y="1432866"/>
                </a:lnTo>
                <a:lnTo>
                  <a:pt x="319835" y="1419328"/>
                </a:lnTo>
                <a:lnTo>
                  <a:pt x="312034" y="1417141"/>
                </a:lnTo>
                <a:lnTo>
                  <a:pt x="303717" y="1414400"/>
                </a:lnTo>
                <a:lnTo>
                  <a:pt x="294980" y="1411062"/>
                </a:lnTo>
                <a:lnTo>
                  <a:pt x="295261" y="1411189"/>
                </a:lnTo>
                <a:lnTo>
                  <a:pt x="286772" y="1407493"/>
                </a:lnTo>
                <a:lnTo>
                  <a:pt x="278251" y="1403358"/>
                </a:lnTo>
                <a:lnTo>
                  <a:pt x="278518" y="1403485"/>
                </a:lnTo>
                <a:lnTo>
                  <a:pt x="270154" y="1398979"/>
                </a:lnTo>
                <a:lnTo>
                  <a:pt x="269689" y="1398705"/>
                </a:lnTo>
                <a:lnTo>
                  <a:pt x="262520" y="1410795"/>
                </a:lnTo>
                <a:lnTo>
                  <a:pt x="263181" y="1411189"/>
                </a:lnTo>
                <a:lnTo>
                  <a:pt x="271967" y="1415926"/>
                </a:lnTo>
                <a:lnTo>
                  <a:pt x="280838" y="1420242"/>
                </a:lnTo>
                <a:lnTo>
                  <a:pt x="289821" y="1424136"/>
                </a:lnTo>
                <a:close/>
                <a:moveTo>
                  <a:pt x="402454" y="1435326"/>
                </a:moveTo>
                <a:lnTo>
                  <a:pt x="411774" y="1433203"/>
                </a:lnTo>
                <a:lnTo>
                  <a:pt x="417060" y="1431727"/>
                </a:lnTo>
                <a:lnTo>
                  <a:pt x="413278" y="1418175"/>
                </a:lnTo>
                <a:lnTo>
                  <a:pt x="408364" y="1419553"/>
                </a:lnTo>
                <a:lnTo>
                  <a:pt x="399706" y="1421531"/>
                </a:lnTo>
                <a:lnTo>
                  <a:pt x="391066" y="1423062"/>
                </a:lnTo>
                <a:lnTo>
                  <a:pt x="382333" y="1424168"/>
                </a:lnTo>
                <a:lnTo>
                  <a:pt x="373318" y="1424859"/>
                </a:lnTo>
                <a:lnTo>
                  <a:pt x="364523" y="1425073"/>
                </a:lnTo>
                <a:lnTo>
                  <a:pt x="359787" y="1424951"/>
                </a:lnTo>
                <a:lnTo>
                  <a:pt x="359436" y="1439009"/>
                </a:lnTo>
                <a:lnTo>
                  <a:pt x="364511" y="1439136"/>
                </a:lnTo>
                <a:lnTo>
                  <a:pt x="374099" y="1438897"/>
                </a:lnTo>
                <a:lnTo>
                  <a:pt x="383616" y="1438180"/>
                </a:lnTo>
                <a:lnTo>
                  <a:pt x="393077" y="1436985"/>
                </a:lnTo>
                <a:lnTo>
                  <a:pt x="402454" y="1435326"/>
                </a:lnTo>
                <a:close/>
                <a:moveTo>
                  <a:pt x="483105" y="38547"/>
                </a:moveTo>
                <a:lnTo>
                  <a:pt x="474529" y="32994"/>
                </a:lnTo>
                <a:lnTo>
                  <a:pt x="465841" y="27849"/>
                </a:lnTo>
                <a:lnTo>
                  <a:pt x="464984" y="27385"/>
                </a:lnTo>
                <a:lnTo>
                  <a:pt x="458306" y="39756"/>
                </a:lnTo>
                <a:lnTo>
                  <a:pt x="459003" y="40145"/>
                </a:lnTo>
                <a:lnTo>
                  <a:pt x="467233" y="45028"/>
                </a:lnTo>
                <a:lnTo>
                  <a:pt x="467008" y="44873"/>
                </a:lnTo>
                <a:lnTo>
                  <a:pt x="475293" y="50243"/>
                </a:lnTo>
                <a:lnTo>
                  <a:pt x="483386" y="55937"/>
                </a:lnTo>
                <a:lnTo>
                  <a:pt x="483189" y="55782"/>
                </a:lnTo>
                <a:lnTo>
                  <a:pt x="491256" y="61892"/>
                </a:lnTo>
                <a:lnTo>
                  <a:pt x="499142" y="68322"/>
                </a:lnTo>
                <a:lnTo>
                  <a:pt x="502730" y="71457"/>
                </a:lnTo>
                <a:lnTo>
                  <a:pt x="511980" y="60857"/>
                </a:lnTo>
                <a:lnTo>
                  <a:pt x="508198" y="57568"/>
                </a:lnTo>
                <a:lnTo>
                  <a:pt x="499932" y="50834"/>
                </a:lnTo>
                <a:lnTo>
                  <a:pt x="491568" y="44494"/>
                </a:lnTo>
                <a:lnTo>
                  <a:pt x="483105" y="38547"/>
                </a:lnTo>
                <a:close/>
                <a:moveTo>
                  <a:pt x="547758" y="96733"/>
                </a:moveTo>
                <a:lnTo>
                  <a:pt x="542626" y="91026"/>
                </a:lnTo>
                <a:lnTo>
                  <a:pt x="532167" y="100403"/>
                </a:lnTo>
                <a:lnTo>
                  <a:pt x="537228" y="106040"/>
                </a:lnTo>
                <a:lnTo>
                  <a:pt x="537102" y="105899"/>
                </a:lnTo>
                <a:lnTo>
                  <a:pt x="544524" y="114657"/>
                </a:lnTo>
                <a:lnTo>
                  <a:pt x="544412" y="114503"/>
                </a:lnTo>
                <a:lnTo>
                  <a:pt x="551619" y="123470"/>
                </a:lnTo>
                <a:lnTo>
                  <a:pt x="558793" y="132905"/>
                </a:lnTo>
                <a:lnTo>
                  <a:pt x="558695" y="132764"/>
                </a:lnTo>
                <a:lnTo>
                  <a:pt x="565732" y="142488"/>
                </a:lnTo>
                <a:lnTo>
                  <a:pt x="566567" y="143701"/>
                </a:lnTo>
                <a:lnTo>
                  <a:pt x="578151" y="135730"/>
                </a:lnTo>
                <a:lnTo>
                  <a:pt x="577209" y="134353"/>
                </a:lnTo>
                <a:lnTo>
                  <a:pt x="570026" y="124442"/>
                </a:lnTo>
                <a:lnTo>
                  <a:pt x="562729" y="114868"/>
                </a:lnTo>
                <a:lnTo>
                  <a:pt x="555307" y="105632"/>
                </a:lnTo>
                <a:lnTo>
                  <a:pt x="547758" y="96733"/>
                </a:lnTo>
                <a:close/>
                <a:moveTo>
                  <a:pt x="628043" y="221625"/>
                </a:moveTo>
                <a:lnTo>
                  <a:pt x="623573" y="212501"/>
                </a:lnTo>
                <a:lnTo>
                  <a:pt x="617373" y="200440"/>
                </a:lnTo>
                <a:lnTo>
                  <a:pt x="611033" y="188659"/>
                </a:lnTo>
                <a:lnTo>
                  <a:pt x="604538" y="177188"/>
                </a:lnTo>
                <a:lnTo>
                  <a:pt x="601220" y="171578"/>
                </a:lnTo>
                <a:lnTo>
                  <a:pt x="589130" y="178748"/>
                </a:lnTo>
                <a:lnTo>
                  <a:pt x="592420" y="184287"/>
                </a:lnTo>
                <a:lnTo>
                  <a:pt x="592350" y="184160"/>
                </a:lnTo>
                <a:lnTo>
                  <a:pt x="598714" y="195437"/>
                </a:lnTo>
                <a:lnTo>
                  <a:pt x="604974" y="207047"/>
                </a:lnTo>
                <a:lnTo>
                  <a:pt x="604904" y="206920"/>
                </a:lnTo>
                <a:lnTo>
                  <a:pt x="611047" y="218870"/>
                </a:lnTo>
                <a:lnTo>
                  <a:pt x="610977" y="218743"/>
                </a:lnTo>
                <a:lnTo>
                  <a:pt x="615419" y="227797"/>
                </a:lnTo>
                <a:lnTo>
                  <a:pt x="628043" y="221625"/>
                </a:lnTo>
                <a:close/>
                <a:moveTo>
                  <a:pt x="652293" y="277000"/>
                </a:moveTo>
                <a:lnTo>
                  <a:pt x="646867" y="263560"/>
                </a:lnTo>
                <a:lnTo>
                  <a:pt x="645531" y="260411"/>
                </a:lnTo>
                <a:lnTo>
                  <a:pt x="632584" y="265908"/>
                </a:lnTo>
                <a:lnTo>
                  <a:pt x="633891" y="269001"/>
                </a:lnTo>
                <a:lnTo>
                  <a:pt x="633849" y="268888"/>
                </a:lnTo>
                <a:lnTo>
                  <a:pt x="639233" y="282215"/>
                </a:lnTo>
                <a:lnTo>
                  <a:pt x="639191" y="282103"/>
                </a:lnTo>
                <a:lnTo>
                  <a:pt x="644399" y="295641"/>
                </a:lnTo>
                <a:lnTo>
                  <a:pt x="649439" y="309432"/>
                </a:lnTo>
                <a:lnTo>
                  <a:pt x="649411" y="309333"/>
                </a:lnTo>
                <a:lnTo>
                  <a:pt x="652420" y="318007"/>
                </a:lnTo>
                <a:lnTo>
                  <a:pt x="665705" y="313382"/>
                </a:lnTo>
                <a:lnTo>
                  <a:pt x="662668" y="304652"/>
                </a:lnTo>
                <a:lnTo>
                  <a:pt x="657565" y="290706"/>
                </a:lnTo>
                <a:lnTo>
                  <a:pt x="652293" y="277000"/>
                </a:lnTo>
                <a:close/>
                <a:moveTo>
                  <a:pt x="693455" y="408428"/>
                </a:moveTo>
                <a:lnTo>
                  <a:pt x="689702" y="393372"/>
                </a:lnTo>
                <a:lnTo>
                  <a:pt x="685639" y="378021"/>
                </a:lnTo>
                <a:lnTo>
                  <a:pt x="681393" y="362880"/>
                </a:lnTo>
                <a:lnTo>
                  <a:pt x="678708" y="353841"/>
                </a:lnTo>
                <a:lnTo>
                  <a:pt x="665227" y="357847"/>
                </a:lnTo>
                <a:lnTo>
                  <a:pt x="667889" y="366801"/>
                </a:lnTo>
                <a:lnTo>
                  <a:pt x="672087" y="381760"/>
                </a:lnTo>
                <a:lnTo>
                  <a:pt x="672059" y="381662"/>
                </a:lnTo>
                <a:lnTo>
                  <a:pt x="676093" y="396915"/>
                </a:lnTo>
                <a:lnTo>
                  <a:pt x="676065" y="396816"/>
                </a:lnTo>
                <a:lnTo>
                  <a:pt x="679819" y="411830"/>
                </a:lnTo>
                <a:lnTo>
                  <a:pt x="693455" y="408428"/>
                </a:lnTo>
                <a:close/>
                <a:moveTo>
                  <a:pt x="696295" y="492200"/>
                </a:moveTo>
                <a:lnTo>
                  <a:pt x="696281" y="492102"/>
                </a:lnTo>
                <a:lnTo>
                  <a:pt x="698825" y="507748"/>
                </a:lnTo>
                <a:lnTo>
                  <a:pt x="712701" y="505499"/>
                </a:lnTo>
                <a:lnTo>
                  <a:pt x="710142" y="489796"/>
                </a:lnTo>
                <a:lnTo>
                  <a:pt x="707218" y="473250"/>
                </a:lnTo>
                <a:lnTo>
                  <a:pt x="704097" y="456872"/>
                </a:lnTo>
                <a:lnTo>
                  <a:pt x="702663" y="449885"/>
                </a:lnTo>
                <a:lnTo>
                  <a:pt x="688900" y="452697"/>
                </a:lnTo>
                <a:lnTo>
                  <a:pt x="690320" y="459656"/>
                </a:lnTo>
                <a:lnTo>
                  <a:pt x="690292" y="459557"/>
                </a:lnTo>
                <a:lnTo>
                  <a:pt x="693399" y="475837"/>
                </a:lnTo>
                <a:lnTo>
                  <a:pt x="693385" y="475738"/>
                </a:lnTo>
                <a:lnTo>
                  <a:pt x="696295" y="492200"/>
                </a:lnTo>
                <a:close/>
                <a:moveTo>
                  <a:pt x="709411" y="593966"/>
                </a:moveTo>
                <a:lnTo>
                  <a:pt x="710325" y="604904"/>
                </a:lnTo>
                <a:lnTo>
                  <a:pt x="724327" y="603751"/>
                </a:lnTo>
                <a:lnTo>
                  <a:pt x="723413" y="592757"/>
                </a:lnTo>
                <a:lnTo>
                  <a:pt x="721726" y="575199"/>
                </a:lnTo>
                <a:lnTo>
                  <a:pt x="719828" y="557781"/>
                </a:lnTo>
                <a:lnTo>
                  <a:pt x="718577" y="547533"/>
                </a:lnTo>
                <a:lnTo>
                  <a:pt x="704617" y="549248"/>
                </a:lnTo>
                <a:lnTo>
                  <a:pt x="705868" y="559454"/>
                </a:lnTo>
                <a:lnTo>
                  <a:pt x="705854" y="559355"/>
                </a:lnTo>
                <a:lnTo>
                  <a:pt x="707752" y="576675"/>
                </a:lnTo>
                <a:lnTo>
                  <a:pt x="707738" y="576591"/>
                </a:lnTo>
                <a:lnTo>
                  <a:pt x="709425" y="594051"/>
                </a:lnTo>
                <a:lnTo>
                  <a:pt x="709411" y="593966"/>
                </a:lnTo>
                <a:close/>
                <a:moveTo>
                  <a:pt x="714514" y="682982"/>
                </a:moveTo>
                <a:lnTo>
                  <a:pt x="714851" y="701271"/>
                </a:lnTo>
                <a:lnTo>
                  <a:pt x="714851" y="701173"/>
                </a:lnTo>
                <a:lnTo>
                  <a:pt x="714866" y="702649"/>
                </a:lnTo>
                <a:lnTo>
                  <a:pt x="728924" y="702565"/>
                </a:lnTo>
                <a:lnTo>
                  <a:pt x="728910" y="701046"/>
                </a:lnTo>
                <a:lnTo>
                  <a:pt x="728558" y="682673"/>
                </a:lnTo>
                <a:lnTo>
                  <a:pt x="727982" y="664425"/>
                </a:lnTo>
                <a:lnTo>
                  <a:pt x="727180" y="646304"/>
                </a:lnTo>
                <a:lnTo>
                  <a:pt x="727152" y="646009"/>
                </a:lnTo>
                <a:lnTo>
                  <a:pt x="713122" y="646811"/>
                </a:lnTo>
                <a:lnTo>
                  <a:pt x="713136" y="647064"/>
                </a:lnTo>
                <a:lnTo>
                  <a:pt x="713136" y="646979"/>
                </a:lnTo>
                <a:lnTo>
                  <a:pt x="713938" y="665016"/>
                </a:lnTo>
                <a:lnTo>
                  <a:pt x="713938" y="664917"/>
                </a:lnTo>
                <a:lnTo>
                  <a:pt x="714514" y="683080"/>
                </a:lnTo>
                <a:lnTo>
                  <a:pt x="714514" y="682982"/>
                </a:lnTo>
                <a:close/>
                <a:moveTo>
                  <a:pt x="713136" y="792072"/>
                </a:moveTo>
                <a:lnTo>
                  <a:pt x="713136" y="791974"/>
                </a:lnTo>
                <a:lnTo>
                  <a:pt x="712644" y="800563"/>
                </a:lnTo>
                <a:lnTo>
                  <a:pt x="726674" y="801365"/>
                </a:lnTo>
                <a:lnTo>
                  <a:pt x="727180" y="792733"/>
                </a:lnTo>
                <a:lnTo>
                  <a:pt x="727982" y="774612"/>
                </a:lnTo>
                <a:lnTo>
                  <a:pt x="728558" y="756379"/>
                </a:lnTo>
                <a:lnTo>
                  <a:pt x="728783" y="744908"/>
                </a:lnTo>
                <a:lnTo>
                  <a:pt x="714725" y="744640"/>
                </a:lnTo>
                <a:lnTo>
                  <a:pt x="714514" y="756056"/>
                </a:lnTo>
                <a:lnTo>
                  <a:pt x="714514" y="755971"/>
                </a:lnTo>
                <a:lnTo>
                  <a:pt x="713938" y="774120"/>
                </a:lnTo>
                <a:lnTo>
                  <a:pt x="713938" y="774036"/>
                </a:lnTo>
                <a:lnTo>
                  <a:pt x="713136" y="792072"/>
                </a:lnTo>
                <a:close/>
                <a:moveTo>
                  <a:pt x="705854" y="879682"/>
                </a:moveTo>
                <a:lnTo>
                  <a:pt x="705868" y="879598"/>
                </a:lnTo>
                <a:lnTo>
                  <a:pt x="703774" y="896748"/>
                </a:lnTo>
                <a:lnTo>
                  <a:pt x="703774" y="896664"/>
                </a:lnTo>
                <a:lnTo>
                  <a:pt x="703605" y="897986"/>
                </a:lnTo>
                <a:lnTo>
                  <a:pt x="717537" y="899869"/>
                </a:lnTo>
                <a:lnTo>
                  <a:pt x="717719" y="898506"/>
                </a:lnTo>
                <a:lnTo>
                  <a:pt x="719828" y="881257"/>
                </a:lnTo>
                <a:lnTo>
                  <a:pt x="721726" y="863853"/>
                </a:lnTo>
                <a:lnTo>
                  <a:pt x="723413" y="846294"/>
                </a:lnTo>
                <a:lnTo>
                  <a:pt x="723638" y="843609"/>
                </a:lnTo>
                <a:lnTo>
                  <a:pt x="709636" y="842442"/>
                </a:lnTo>
                <a:lnTo>
                  <a:pt x="709411" y="845085"/>
                </a:lnTo>
                <a:lnTo>
                  <a:pt x="709425" y="844987"/>
                </a:lnTo>
                <a:lnTo>
                  <a:pt x="707738" y="862461"/>
                </a:lnTo>
                <a:lnTo>
                  <a:pt x="707752" y="862377"/>
                </a:lnTo>
                <a:lnTo>
                  <a:pt x="705854" y="879682"/>
                </a:lnTo>
                <a:close/>
                <a:moveTo>
                  <a:pt x="704097" y="982179"/>
                </a:moveTo>
                <a:lnTo>
                  <a:pt x="707218" y="965802"/>
                </a:lnTo>
                <a:lnTo>
                  <a:pt x="710142" y="949241"/>
                </a:lnTo>
                <a:lnTo>
                  <a:pt x="711365" y="941776"/>
                </a:lnTo>
                <a:lnTo>
                  <a:pt x="697490" y="939527"/>
                </a:lnTo>
                <a:lnTo>
                  <a:pt x="696291" y="946873"/>
                </a:lnTo>
                <a:lnTo>
                  <a:pt x="693385" y="963313"/>
                </a:lnTo>
                <a:lnTo>
                  <a:pt x="693399" y="963215"/>
                </a:lnTo>
                <a:lnTo>
                  <a:pt x="690292" y="979494"/>
                </a:lnTo>
                <a:lnTo>
                  <a:pt x="690320" y="979396"/>
                </a:lnTo>
                <a:lnTo>
                  <a:pt x="687213" y="994508"/>
                </a:lnTo>
                <a:lnTo>
                  <a:pt x="700990" y="997334"/>
                </a:lnTo>
                <a:lnTo>
                  <a:pt x="704097" y="982179"/>
                </a:lnTo>
                <a:close/>
                <a:moveTo>
                  <a:pt x="685639" y="1061031"/>
                </a:moveTo>
                <a:lnTo>
                  <a:pt x="689702" y="1045679"/>
                </a:lnTo>
                <a:lnTo>
                  <a:pt x="691431" y="1038721"/>
                </a:lnTo>
                <a:lnTo>
                  <a:pt x="677794" y="1035319"/>
                </a:lnTo>
                <a:lnTo>
                  <a:pt x="676065" y="1042235"/>
                </a:lnTo>
                <a:lnTo>
                  <a:pt x="676093" y="1042137"/>
                </a:lnTo>
                <a:lnTo>
                  <a:pt x="672059" y="1057390"/>
                </a:lnTo>
                <a:lnTo>
                  <a:pt x="672087" y="1057291"/>
                </a:lnTo>
                <a:lnTo>
                  <a:pt x="667888" y="1072253"/>
                </a:lnTo>
                <a:lnTo>
                  <a:pt x="663512" y="1087024"/>
                </a:lnTo>
                <a:lnTo>
                  <a:pt x="663540" y="1086926"/>
                </a:lnTo>
                <a:lnTo>
                  <a:pt x="662865" y="1089091"/>
                </a:lnTo>
                <a:lnTo>
                  <a:pt x="676276" y="1093294"/>
                </a:lnTo>
                <a:lnTo>
                  <a:pt x="676965" y="1091073"/>
                </a:lnTo>
                <a:lnTo>
                  <a:pt x="681393" y="1076171"/>
                </a:lnTo>
                <a:lnTo>
                  <a:pt x="685639" y="1061031"/>
                </a:lnTo>
                <a:close/>
                <a:moveTo>
                  <a:pt x="639233" y="1156836"/>
                </a:moveTo>
                <a:lnTo>
                  <a:pt x="633849" y="1170163"/>
                </a:lnTo>
                <a:lnTo>
                  <a:pt x="633891" y="1170051"/>
                </a:lnTo>
                <a:lnTo>
                  <a:pt x="629322" y="1180819"/>
                </a:lnTo>
                <a:lnTo>
                  <a:pt x="642270" y="1186316"/>
                </a:lnTo>
                <a:lnTo>
                  <a:pt x="646867" y="1175477"/>
                </a:lnTo>
                <a:lnTo>
                  <a:pt x="652293" y="1162038"/>
                </a:lnTo>
                <a:lnTo>
                  <a:pt x="657565" y="1148345"/>
                </a:lnTo>
                <a:lnTo>
                  <a:pt x="662668" y="1134386"/>
                </a:lnTo>
                <a:lnTo>
                  <a:pt x="662963" y="1133528"/>
                </a:lnTo>
                <a:lnTo>
                  <a:pt x="649692" y="1128917"/>
                </a:lnTo>
                <a:lnTo>
                  <a:pt x="649411" y="1129718"/>
                </a:lnTo>
                <a:lnTo>
                  <a:pt x="649439" y="1129620"/>
                </a:lnTo>
                <a:lnTo>
                  <a:pt x="644379" y="1143453"/>
                </a:lnTo>
                <a:lnTo>
                  <a:pt x="644421" y="1143355"/>
                </a:lnTo>
                <a:lnTo>
                  <a:pt x="639191" y="1156935"/>
                </a:lnTo>
                <a:lnTo>
                  <a:pt x="639233" y="1156836"/>
                </a:lnTo>
                <a:close/>
                <a:moveTo>
                  <a:pt x="596848" y="1274741"/>
                </a:moveTo>
                <a:lnTo>
                  <a:pt x="597917" y="1273040"/>
                </a:lnTo>
                <a:lnTo>
                  <a:pt x="604538" y="1261864"/>
                </a:lnTo>
                <a:lnTo>
                  <a:pt x="611033" y="1250393"/>
                </a:lnTo>
                <a:lnTo>
                  <a:pt x="617373" y="1238612"/>
                </a:lnTo>
                <a:lnTo>
                  <a:pt x="623573" y="1226550"/>
                </a:lnTo>
                <a:lnTo>
                  <a:pt x="624374" y="1224919"/>
                </a:lnTo>
                <a:lnTo>
                  <a:pt x="611750" y="1218734"/>
                </a:lnTo>
                <a:lnTo>
                  <a:pt x="610977" y="1220308"/>
                </a:lnTo>
                <a:lnTo>
                  <a:pt x="611047" y="1220182"/>
                </a:lnTo>
                <a:lnTo>
                  <a:pt x="604904" y="1232131"/>
                </a:lnTo>
                <a:lnTo>
                  <a:pt x="604974" y="1232005"/>
                </a:lnTo>
                <a:lnTo>
                  <a:pt x="598715" y="1243612"/>
                </a:lnTo>
                <a:lnTo>
                  <a:pt x="592350" y="1254877"/>
                </a:lnTo>
                <a:lnTo>
                  <a:pt x="592420" y="1254751"/>
                </a:lnTo>
                <a:lnTo>
                  <a:pt x="585869" y="1265800"/>
                </a:lnTo>
                <a:lnTo>
                  <a:pt x="585939" y="1265674"/>
                </a:lnTo>
                <a:lnTo>
                  <a:pt x="584913" y="1267318"/>
                </a:lnTo>
                <a:lnTo>
                  <a:pt x="596848" y="1274741"/>
                </a:lnTo>
                <a:close/>
                <a:moveTo>
                  <a:pt x="526642" y="1344610"/>
                </a:moveTo>
                <a:lnTo>
                  <a:pt x="536820" y="1354296"/>
                </a:lnTo>
                <a:lnTo>
                  <a:pt x="540082" y="1350865"/>
                </a:lnTo>
                <a:lnTo>
                  <a:pt x="547758" y="1342318"/>
                </a:lnTo>
                <a:lnTo>
                  <a:pt x="555307" y="1333419"/>
                </a:lnTo>
                <a:lnTo>
                  <a:pt x="562729" y="1324183"/>
                </a:lnTo>
                <a:lnTo>
                  <a:pt x="570026" y="1314596"/>
                </a:lnTo>
                <a:lnTo>
                  <a:pt x="573189" y="1310238"/>
                </a:lnTo>
                <a:lnTo>
                  <a:pt x="561802" y="1301986"/>
                </a:lnTo>
                <a:lnTo>
                  <a:pt x="558695" y="1306287"/>
                </a:lnTo>
                <a:lnTo>
                  <a:pt x="558793" y="1306147"/>
                </a:lnTo>
                <a:lnTo>
                  <a:pt x="551619" y="1315567"/>
                </a:lnTo>
                <a:lnTo>
                  <a:pt x="544412" y="1324535"/>
                </a:lnTo>
                <a:lnTo>
                  <a:pt x="544524" y="1324394"/>
                </a:lnTo>
                <a:lnTo>
                  <a:pt x="537102" y="1333152"/>
                </a:lnTo>
                <a:lnTo>
                  <a:pt x="537228" y="1332998"/>
                </a:lnTo>
                <a:lnTo>
                  <a:pt x="529679" y="1341404"/>
                </a:lnTo>
                <a:lnTo>
                  <a:pt x="529820" y="1341264"/>
                </a:lnTo>
                <a:lnTo>
                  <a:pt x="526642" y="1344610"/>
                </a:lnTo>
                <a:close/>
              </a:path>
            </a:pathLst>
          </a:custGeom>
          <a:solidFill xmlns:a="http://schemas.openxmlformats.org/drawingml/2006/main">
            <a:srgbClr val="333F50"/>
          </a:solidFill>
          <a:ln xmlns:a="http://schemas.openxmlformats.org/drawingml/2006/main" w="0" cap="flat">
            <a:noFill/>
            <a:miter/>
          </a:ln>
        </p:spPr>
      </p:sp>
      <p:sp>
        <p:nvSpPr>
          <p:cNvPr id="527" name="Vector element">
            <a:extLst xmlns:a="http://schemas.openxmlformats.org/drawingml/2006/main">
              <a:ext uri="{FF2B5EF4-FFF2-40B4-BE49-F238E27FC236}">
                <a16:creationId xmlns:a16="http://schemas.microsoft.com/office/drawing/2014/main" id="{F41297CC-38B6-4475-91A0-ED4138F52943}"/>
              </a:ext>
            </a:extLst>
          </p:cNvPr>
          <p:cNvSpPr>
            <a:spLocks xmlns:a="http://schemas.openxmlformats.org/drawingml/2006/main" noGrp="1"/>
          </p:cNvSpPr>
          <p:nvPr/>
        </p:nvSpPr>
        <p:spPr>
          <a:xfrm xmlns:a="http://schemas.openxmlformats.org/drawingml/2006/main">
            <a:off x="354027" y="914314"/>
            <a:ext cx="1430617" cy="941987"/>
          </a:xfrm>
          <a:custGeom xmlns:a="http://schemas.openxmlformats.org/drawingml/2006/main">
            <a:pathLst>
              <a:path w="1430617" h="941987">
                <a:moveTo>
                  <a:pt x="1430617" y="562982"/>
                </a:moveTo>
                <a:cubicBezTo>
                  <a:pt x="1430617" y="941987"/>
                  <a:pt x="1193078" y="916219"/>
                  <a:pt x="1014246" y="916219"/>
                </a:cubicBezTo>
                <a:cubicBezTo>
                  <a:pt x="835413" y="916219"/>
                  <a:pt x="0" y="798483"/>
                  <a:pt x="0" y="419478"/>
                </a:cubicBezTo>
                <a:cubicBezTo>
                  <a:pt x="0" y="40023"/>
                  <a:pt x="417271" y="0"/>
                  <a:pt x="625456" y="5525"/>
                </a:cubicBezTo>
                <a:cubicBezTo>
                  <a:pt x="834528" y="11036"/>
                  <a:pt x="1430617" y="183528"/>
                  <a:pt x="1430617" y="562982"/>
                </a:cubicBezTo>
                <a:close/>
              </a:path>
            </a:pathLst>
          </a:custGeom>
          <a:solidFill xmlns:a="http://schemas.openxmlformats.org/drawingml/2006/main">
            <a:srgbClr val="FADBDF">
              <a:alpha val="52900"/>
            </a:srgbClr>
          </a:solidFill>
          <a:ln xmlns:a="http://schemas.openxmlformats.org/drawingml/2006/main" w="0" cap="flat">
            <a:noFill/>
            <a:miter/>
          </a:ln>
        </p:spPr>
      </p:sp>
      <p:sp>
        <p:nvSpPr>
          <p:cNvPr id="528" name="Vector element">
            <a:extLst xmlns:a="http://schemas.openxmlformats.org/drawingml/2006/main">
              <a:ext uri="{FF2B5EF4-FFF2-40B4-BE49-F238E27FC236}">
                <a16:creationId xmlns:a16="http://schemas.microsoft.com/office/drawing/2014/main" id="{342A5909-B7F1-4CB0-B473-14DF30DFB4CE}"/>
              </a:ext>
            </a:extLst>
          </p:cNvPr>
          <p:cNvSpPr>
            <a:spLocks xmlns:a="http://schemas.openxmlformats.org/drawingml/2006/main" noGrp="1"/>
          </p:cNvSpPr>
          <p:nvPr/>
        </p:nvSpPr>
        <p:spPr>
          <a:xfrm xmlns:a="http://schemas.openxmlformats.org/drawingml/2006/main">
            <a:off x="347026" y="912374"/>
            <a:ext cx="1444647" cy="925539"/>
          </a:xfrm>
          <a:custGeom xmlns:a="http://schemas.openxmlformats.org/drawingml/2006/main">
            <a:pathLst>
              <a:path w="1444647" h="925539">
                <a:moveTo>
                  <a:pt x="189587" y="88214"/>
                </a:moveTo>
                <a:lnTo>
                  <a:pt x="196686" y="100346"/>
                </a:lnTo>
                <a:lnTo>
                  <a:pt x="197576" y="99815"/>
                </a:lnTo>
                <a:lnTo>
                  <a:pt x="209127" y="93500"/>
                </a:lnTo>
                <a:lnTo>
                  <a:pt x="208959" y="93584"/>
                </a:lnTo>
                <a:lnTo>
                  <a:pt x="220650" y="87593"/>
                </a:lnTo>
                <a:lnTo>
                  <a:pt x="232542" y="81884"/>
                </a:lnTo>
                <a:lnTo>
                  <a:pt x="244540" y="76476"/>
                </a:lnTo>
                <a:lnTo>
                  <a:pt x="244385" y="76546"/>
                </a:lnTo>
                <a:lnTo>
                  <a:pt x="246213" y="75787"/>
                </a:lnTo>
                <a:lnTo>
                  <a:pt x="240758" y="62825"/>
                </a:lnTo>
                <a:lnTo>
                  <a:pt x="238860" y="63627"/>
                </a:lnTo>
                <a:lnTo>
                  <a:pt x="226559" y="69166"/>
                </a:lnTo>
                <a:lnTo>
                  <a:pt x="214427" y="74986"/>
                </a:lnTo>
                <a:lnTo>
                  <a:pt x="202464" y="81115"/>
                </a:lnTo>
                <a:lnTo>
                  <a:pt x="190697" y="87568"/>
                </a:lnTo>
                <a:lnTo>
                  <a:pt x="189587" y="88214"/>
                </a:lnTo>
                <a:close/>
                <a:moveTo>
                  <a:pt x="118903" y="157534"/>
                </a:moveTo>
                <a:lnTo>
                  <a:pt x="124366" y="152360"/>
                </a:lnTo>
                <a:lnTo>
                  <a:pt x="134049" y="143841"/>
                </a:lnTo>
                <a:lnTo>
                  <a:pt x="143991" y="135680"/>
                </a:lnTo>
                <a:lnTo>
                  <a:pt x="154287" y="127816"/>
                </a:lnTo>
                <a:lnTo>
                  <a:pt x="154090" y="127942"/>
                </a:lnTo>
                <a:lnTo>
                  <a:pt x="161625" y="122572"/>
                </a:lnTo>
                <a:lnTo>
                  <a:pt x="153444" y="111129"/>
                </a:lnTo>
                <a:lnTo>
                  <a:pt x="145824" y="116583"/>
                </a:lnTo>
                <a:lnTo>
                  <a:pt x="135238" y="124681"/>
                </a:lnTo>
                <a:lnTo>
                  <a:pt x="124934" y="133130"/>
                </a:lnTo>
                <a:lnTo>
                  <a:pt x="114910" y="141958"/>
                </a:lnTo>
                <a:lnTo>
                  <a:pt x="109231" y="147328"/>
                </a:lnTo>
                <a:lnTo>
                  <a:pt x="118903" y="157534"/>
                </a:lnTo>
                <a:close/>
                <a:moveTo>
                  <a:pt x="66290" y="221817"/>
                </a:moveTo>
                <a:lnTo>
                  <a:pt x="73594" y="210604"/>
                </a:lnTo>
                <a:lnTo>
                  <a:pt x="73439" y="210843"/>
                </a:lnTo>
                <a:lnTo>
                  <a:pt x="81185" y="199948"/>
                </a:lnTo>
                <a:lnTo>
                  <a:pt x="81017" y="200187"/>
                </a:lnTo>
                <a:lnTo>
                  <a:pt x="89045" y="189811"/>
                </a:lnTo>
                <a:lnTo>
                  <a:pt x="90731" y="187801"/>
                </a:lnTo>
                <a:lnTo>
                  <a:pt x="79962" y="178762"/>
                </a:lnTo>
                <a:lnTo>
                  <a:pt x="78121" y="180969"/>
                </a:lnTo>
                <a:lnTo>
                  <a:pt x="69812" y="191681"/>
                </a:lnTo>
                <a:lnTo>
                  <a:pt x="61898" y="202801"/>
                </a:lnTo>
                <a:lnTo>
                  <a:pt x="54377" y="214329"/>
                </a:lnTo>
                <a:lnTo>
                  <a:pt x="47474" y="225969"/>
                </a:lnTo>
                <a:lnTo>
                  <a:pt x="59564" y="233139"/>
                </a:lnTo>
                <a:lnTo>
                  <a:pt x="66290" y="221817"/>
                </a:lnTo>
                <a:close/>
                <a:moveTo>
                  <a:pt x="27907" y="310677"/>
                </a:moveTo>
                <a:lnTo>
                  <a:pt x="32095" y="296442"/>
                </a:lnTo>
                <a:lnTo>
                  <a:pt x="31996" y="296709"/>
                </a:lnTo>
                <a:lnTo>
                  <a:pt x="36604" y="283120"/>
                </a:lnTo>
                <a:lnTo>
                  <a:pt x="41668" y="269999"/>
                </a:lnTo>
                <a:lnTo>
                  <a:pt x="28552" y="264938"/>
                </a:lnTo>
                <a:lnTo>
                  <a:pt x="23407" y="278265"/>
                </a:lnTo>
                <a:lnTo>
                  <a:pt x="18641" y="292337"/>
                </a:lnTo>
                <a:lnTo>
                  <a:pt x="14381" y="306859"/>
                </a:lnTo>
                <a:lnTo>
                  <a:pt x="11275" y="319300"/>
                </a:lnTo>
                <a:lnTo>
                  <a:pt x="24911" y="322702"/>
                </a:lnTo>
                <a:lnTo>
                  <a:pt x="27907" y="310677"/>
                </a:lnTo>
                <a:close/>
                <a:moveTo>
                  <a:pt x="56" y="412463"/>
                </a:moveTo>
                <a:lnTo>
                  <a:pt x="0" y="418508"/>
                </a:lnTo>
                <a:lnTo>
                  <a:pt x="14058" y="418634"/>
                </a:lnTo>
                <a:lnTo>
                  <a:pt x="14114" y="412646"/>
                </a:lnTo>
                <a:lnTo>
                  <a:pt x="14114" y="412772"/>
                </a:lnTo>
                <a:lnTo>
                  <a:pt x="14339" y="404056"/>
                </a:lnTo>
                <a:lnTo>
                  <a:pt x="14339" y="404183"/>
                </a:lnTo>
                <a:lnTo>
                  <a:pt x="14705" y="395607"/>
                </a:lnTo>
                <a:lnTo>
                  <a:pt x="14705" y="395720"/>
                </a:lnTo>
                <a:lnTo>
                  <a:pt x="15225" y="387257"/>
                </a:lnTo>
                <a:lnTo>
                  <a:pt x="15211" y="387397"/>
                </a:lnTo>
                <a:lnTo>
                  <a:pt x="15886" y="379047"/>
                </a:lnTo>
                <a:lnTo>
                  <a:pt x="15872" y="379174"/>
                </a:lnTo>
                <a:lnTo>
                  <a:pt x="16674" y="371084"/>
                </a:lnTo>
                <a:lnTo>
                  <a:pt x="17587" y="363316"/>
                </a:lnTo>
                <a:lnTo>
                  <a:pt x="3627" y="361671"/>
                </a:lnTo>
                <a:lnTo>
                  <a:pt x="2699" y="369502"/>
                </a:lnTo>
                <a:lnTo>
                  <a:pt x="1884" y="377852"/>
                </a:lnTo>
                <a:lnTo>
                  <a:pt x="1195" y="386329"/>
                </a:lnTo>
                <a:lnTo>
                  <a:pt x="661" y="394919"/>
                </a:lnTo>
                <a:lnTo>
                  <a:pt x="281" y="403635"/>
                </a:lnTo>
                <a:lnTo>
                  <a:pt x="56" y="412463"/>
                </a:lnTo>
                <a:close/>
                <a:moveTo>
                  <a:pt x="18036" y="516015"/>
                </a:moveTo>
                <a:lnTo>
                  <a:pt x="18585" y="517350"/>
                </a:lnTo>
                <a:lnTo>
                  <a:pt x="31574" y="511966"/>
                </a:lnTo>
                <a:lnTo>
                  <a:pt x="31123" y="510874"/>
                </a:lnTo>
                <a:lnTo>
                  <a:pt x="28172" y="503053"/>
                </a:lnTo>
                <a:lnTo>
                  <a:pt x="28243" y="503264"/>
                </a:lnTo>
                <a:lnTo>
                  <a:pt x="25529" y="495279"/>
                </a:lnTo>
                <a:lnTo>
                  <a:pt x="25614" y="495504"/>
                </a:lnTo>
                <a:lnTo>
                  <a:pt x="23168" y="487420"/>
                </a:lnTo>
                <a:lnTo>
                  <a:pt x="23224" y="487645"/>
                </a:lnTo>
                <a:lnTo>
                  <a:pt x="21045" y="479464"/>
                </a:lnTo>
                <a:lnTo>
                  <a:pt x="21115" y="479703"/>
                </a:lnTo>
                <a:lnTo>
                  <a:pt x="19217" y="471436"/>
                </a:lnTo>
                <a:lnTo>
                  <a:pt x="19260" y="471675"/>
                </a:lnTo>
                <a:lnTo>
                  <a:pt x="17668" y="463443"/>
                </a:lnTo>
                <a:lnTo>
                  <a:pt x="17052" y="459487"/>
                </a:lnTo>
                <a:lnTo>
                  <a:pt x="3163" y="461680"/>
                </a:lnTo>
                <a:lnTo>
                  <a:pt x="3824" y="465855"/>
                </a:lnTo>
                <a:lnTo>
                  <a:pt x="5483" y="474459"/>
                </a:lnTo>
                <a:lnTo>
                  <a:pt x="7437" y="482964"/>
                </a:lnTo>
                <a:lnTo>
                  <a:pt x="9672" y="491371"/>
                </a:lnTo>
                <a:lnTo>
                  <a:pt x="12188" y="499693"/>
                </a:lnTo>
                <a:lnTo>
                  <a:pt x="14972" y="507903"/>
                </a:lnTo>
                <a:lnTo>
                  <a:pt x="18036" y="516015"/>
                </a:lnTo>
                <a:close/>
                <a:moveTo>
                  <a:pt x="71176" y="602584"/>
                </a:moveTo>
                <a:lnTo>
                  <a:pt x="81888" y="593474"/>
                </a:lnTo>
                <a:lnTo>
                  <a:pt x="78823" y="589861"/>
                </a:lnTo>
                <a:lnTo>
                  <a:pt x="78936" y="590002"/>
                </a:lnTo>
                <a:lnTo>
                  <a:pt x="73434" y="583186"/>
                </a:lnTo>
                <a:lnTo>
                  <a:pt x="68083" y="576211"/>
                </a:lnTo>
                <a:lnTo>
                  <a:pt x="68196" y="576352"/>
                </a:lnTo>
                <a:lnTo>
                  <a:pt x="63146" y="569418"/>
                </a:lnTo>
                <a:lnTo>
                  <a:pt x="58214" y="562237"/>
                </a:lnTo>
                <a:lnTo>
                  <a:pt x="58327" y="562392"/>
                </a:lnTo>
                <a:lnTo>
                  <a:pt x="53617" y="555124"/>
                </a:lnTo>
                <a:lnTo>
                  <a:pt x="53730" y="555293"/>
                </a:lnTo>
                <a:lnTo>
                  <a:pt x="49780" y="548770"/>
                </a:lnTo>
                <a:lnTo>
                  <a:pt x="37760" y="556066"/>
                </a:lnTo>
                <a:lnTo>
                  <a:pt x="41766" y="562673"/>
                </a:lnTo>
                <a:lnTo>
                  <a:pt x="46574" y="570110"/>
                </a:lnTo>
                <a:lnTo>
                  <a:pt x="51607" y="577448"/>
                </a:lnTo>
                <a:lnTo>
                  <a:pt x="56865" y="584688"/>
                </a:lnTo>
                <a:lnTo>
                  <a:pt x="62347" y="591844"/>
                </a:lnTo>
                <a:lnTo>
                  <a:pt x="68055" y="598901"/>
                </a:lnTo>
                <a:lnTo>
                  <a:pt x="71176" y="602584"/>
                </a:lnTo>
                <a:close/>
                <a:moveTo>
                  <a:pt x="130032" y="641348"/>
                </a:moveTo>
                <a:lnTo>
                  <a:pt x="116073" y="628956"/>
                </a:lnTo>
                <a:lnTo>
                  <a:pt x="110328" y="623544"/>
                </a:lnTo>
                <a:lnTo>
                  <a:pt x="100684" y="633765"/>
                </a:lnTo>
                <a:lnTo>
                  <a:pt x="106574" y="639318"/>
                </a:lnTo>
                <a:lnTo>
                  <a:pt x="120899" y="652040"/>
                </a:lnTo>
                <a:lnTo>
                  <a:pt x="135969" y="664425"/>
                </a:lnTo>
                <a:lnTo>
                  <a:pt x="144053" y="670625"/>
                </a:lnTo>
                <a:lnTo>
                  <a:pt x="152600" y="659463"/>
                </a:lnTo>
                <a:lnTo>
                  <a:pt x="144727" y="653444"/>
                </a:lnTo>
                <a:lnTo>
                  <a:pt x="130032" y="641348"/>
                </a:lnTo>
                <a:close/>
                <a:moveTo>
                  <a:pt x="227712" y="709130"/>
                </a:moveTo>
                <a:lnTo>
                  <a:pt x="209802" y="698530"/>
                </a:lnTo>
                <a:lnTo>
                  <a:pt x="209971" y="698614"/>
                </a:lnTo>
                <a:lnTo>
                  <a:pt x="192616" y="687704"/>
                </a:lnTo>
                <a:lnTo>
                  <a:pt x="186592" y="683657"/>
                </a:lnTo>
                <a:lnTo>
                  <a:pt x="178762" y="695339"/>
                </a:lnTo>
                <a:lnTo>
                  <a:pt x="185032" y="699542"/>
                </a:lnTo>
                <a:lnTo>
                  <a:pt x="202562" y="710564"/>
                </a:lnTo>
                <a:lnTo>
                  <a:pt x="220627" y="721276"/>
                </a:lnTo>
                <a:lnTo>
                  <a:pt x="227206" y="724959"/>
                </a:lnTo>
                <a:lnTo>
                  <a:pt x="234066" y="712687"/>
                </a:lnTo>
                <a:lnTo>
                  <a:pt x="227572" y="709046"/>
                </a:lnTo>
                <a:lnTo>
                  <a:pt x="227712" y="709130"/>
                </a:lnTo>
                <a:close/>
                <a:moveTo>
                  <a:pt x="283790" y="738792"/>
                </a:moveTo>
                <a:lnTo>
                  <a:pt x="283916" y="738863"/>
                </a:lnTo>
                <a:lnTo>
                  <a:pt x="270997" y="732382"/>
                </a:lnTo>
                <a:lnTo>
                  <a:pt x="264699" y="744964"/>
                </a:lnTo>
                <a:lnTo>
                  <a:pt x="277689" y="751459"/>
                </a:lnTo>
                <a:lnTo>
                  <a:pt x="297538" y="760892"/>
                </a:lnTo>
                <a:lnTo>
                  <a:pt x="315772" y="769130"/>
                </a:lnTo>
                <a:lnTo>
                  <a:pt x="321564" y="756323"/>
                </a:lnTo>
                <a:lnTo>
                  <a:pt x="303387" y="748113"/>
                </a:lnTo>
                <a:lnTo>
                  <a:pt x="303513" y="748169"/>
                </a:lnTo>
                <a:lnTo>
                  <a:pt x="283790" y="738792"/>
                </a:lnTo>
                <a:close/>
                <a:moveTo>
                  <a:pt x="612326" y="14114"/>
                </a:moveTo>
                <a:lnTo>
                  <a:pt x="612214" y="14114"/>
                </a:lnTo>
                <a:lnTo>
                  <a:pt x="629154" y="14424"/>
                </a:lnTo>
                <a:lnTo>
                  <a:pt x="629421" y="380"/>
                </a:lnTo>
                <a:lnTo>
                  <a:pt x="612425" y="56"/>
                </a:lnTo>
                <a:lnTo>
                  <a:pt x="591084" y="0"/>
                </a:lnTo>
                <a:lnTo>
                  <a:pt x="572964" y="267"/>
                </a:lnTo>
                <a:lnTo>
                  <a:pt x="573160" y="14325"/>
                </a:lnTo>
                <a:lnTo>
                  <a:pt x="591206" y="14058"/>
                </a:lnTo>
                <a:lnTo>
                  <a:pt x="612326" y="14114"/>
                </a:lnTo>
                <a:close/>
                <a:moveTo>
                  <a:pt x="522313" y="16350"/>
                </a:moveTo>
                <a:lnTo>
                  <a:pt x="531282" y="15886"/>
                </a:lnTo>
                <a:lnTo>
                  <a:pt x="530565" y="1842"/>
                </a:lnTo>
                <a:lnTo>
                  <a:pt x="521511" y="2320"/>
                </a:lnTo>
                <a:lnTo>
                  <a:pt x="496839" y="4091"/>
                </a:lnTo>
                <a:lnTo>
                  <a:pt x="474206" y="6214"/>
                </a:lnTo>
                <a:lnTo>
                  <a:pt x="475527" y="20215"/>
                </a:lnTo>
                <a:lnTo>
                  <a:pt x="497958" y="18105"/>
                </a:lnTo>
                <a:lnTo>
                  <a:pt x="522453" y="16335"/>
                </a:lnTo>
                <a:lnTo>
                  <a:pt x="522313" y="16350"/>
                </a:lnTo>
                <a:close/>
                <a:moveTo>
                  <a:pt x="670695" y="17024"/>
                </a:moveTo>
                <a:lnTo>
                  <a:pt x="675278" y="17460"/>
                </a:lnTo>
                <a:lnTo>
                  <a:pt x="675166" y="17446"/>
                </a:lnTo>
                <a:lnTo>
                  <a:pt x="687284" y="18810"/>
                </a:lnTo>
                <a:lnTo>
                  <a:pt x="687171" y="18810"/>
                </a:lnTo>
                <a:lnTo>
                  <a:pt x="699753" y="20426"/>
                </a:lnTo>
                <a:lnTo>
                  <a:pt x="699655" y="20412"/>
                </a:lnTo>
                <a:lnTo>
                  <a:pt x="712561" y="22254"/>
                </a:lnTo>
                <a:lnTo>
                  <a:pt x="725924" y="24367"/>
                </a:lnTo>
                <a:lnTo>
                  <a:pt x="725915" y="24363"/>
                </a:lnTo>
                <a:lnTo>
                  <a:pt x="728291" y="10515"/>
                </a:lnTo>
                <a:lnTo>
                  <a:pt x="728221" y="10501"/>
                </a:lnTo>
                <a:lnTo>
                  <a:pt x="714711" y="8365"/>
                </a:lnTo>
                <a:lnTo>
                  <a:pt x="701595" y="6481"/>
                </a:lnTo>
                <a:lnTo>
                  <a:pt x="688914" y="4850"/>
                </a:lnTo>
                <a:lnTo>
                  <a:pt x="676684" y="3472"/>
                </a:lnTo>
                <a:lnTo>
                  <a:pt x="672045" y="3022"/>
                </a:lnTo>
                <a:lnTo>
                  <a:pt x="670695" y="17024"/>
                </a:lnTo>
                <a:close/>
                <a:moveTo>
                  <a:pt x="379075" y="34934"/>
                </a:moveTo>
                <a:lnTo>
                  <a:pt x="383560" y="33992"/>
                </a:lnTo>
                <a:lnTo>
                  <a:pt x="383461" y="34020"/>
                </a:lnTo>
                <a:lnTo>
                  <a:pt x="396479" y="31504"/>
                </a:lnTo>
                <a:lnTo>
                  <a:pt x="396381" y="31518"/>
                </a:lnTo>
                <a:lnTo>
                  <a:pt x="409384" y="29199"/>
                </a:lnTo>
                <a:lnTo>
                  <a:pt x="409286" y="29213"/>
                </a:lnTo>
                <a:lnTo>
                  <a:pt x="422261" y="27090"/>
                </a:lnTo>
                <a:lnTo>
                  <a:pt x="422163" y="27104"/>
                </a:lnTo>
                <a:lnTo>
                  <a:pt x="434056" y="25319"/>
                </a:lnTo>
                <a:lnTo>
                  <a:pt x="431961" y="11415"/>
                </a:lnTo>
                <a:lnTo>
                  <a:pt x="420026" y="13201"/>
                </a:lnTo>
                <a:lnTo>
                  <a:pt x="406966" y="15351"/>
                </a:lnTo>
                <a:lnTo>
                  <a:pt x="393850" y="17685"/>
                </a:lnTo>
                <a:lnTo>
                  <a:pt x="380734" y="20230"/>
                </a:lnTo>
                <a:lnTo>
                  <a:pt x="376193" y="21185"/>
                </a:lnTo>
                <a:lnTo>
                  <a:pt x="379075" y="34934"/>
                </a:lnTo>
                <a:close/>
                <a:moveTo>
                  <a:pt x="725887" y="24363"/>
                </a:moveTo>
                <a:lnTo>
                  <a:pt x="725943" y="24377"/>
                </a:lnTo>
                <a:lnTo>
                  <a:pt x="725926" y="24368"/>
                </a:lnTo>
                <a:lnTo>
                  <a:pt x="725887" y="24363"/>
                </a:lnTo>
                <a:close/>
                <a:moveTo>
                  <a:pt x="725985" y="24377"/>
                </a:moveTo>
                <a:lnTo>
                  <a:pt x="725924" y="24367"/>
                </a:lnTo>
                <a:lnTo>
                  <a:pt x="725926" y="24368"/>
                </a:lnTo>
                <a:lnTo>
                  <a:pt x="725985" y="24377"/>
                </a:lnTo>
                <a:close/>
                <a:moveTo>
                  <a:pt x="767204" y="32010"/>
                </a:moveTo>
                <a:lnTo>
                  <a:pt x="768202" y="32207"/>
                </a:lnTo>
                <a:lnTo>
                  <a:pt x="768117" y="32179"/>
                </a:lnTo>
                <a:lnTo>
                  <a:pt x="782949" y="35314"/>
                </a:lnTo>
                <a:lnTo>
                  <a:pt x="782864" y="35300"/>
                </a:lnTo>
                <a:lnTo>
                  <a:pt x="797991" y="38688"/>
                </a:lnTo>
                <a:lnTo>
                  <a:pt x="797906" y="38674"/>
                </a:lnTo>
                <a:lnTo>
                  <a:pt x="813314" y="42315"/>
                </a:lnTo>
                <a:lnTo>
                  <a:pt x="813230" y="42287"/>
                </a:lnTo>
                <a:lnTo>
                  <a:pt x="821693" y="44409"/>
                </a:lnTo>
                <a:lnTo>
                  <a:pt x="825095" y="30759"/>
                </a:lnTo>
                <a:lnTo>
                  <a:pt x="816590" y="28636"/>
                </a:lnTo>
                <a:lnTo>
                  <a:pt x="801098" y="24981"/>
                </a:lnTo>
                <a:lnTo>
                  <a:pt x="785887" y="21565"/>
                </a:lnTo>
                <a:lnTo>
                  <a:pt x="770971" y="18416"/>
                </a:lnTo>
                <a:lnTo>
                  <a:pt x="769945" y="18219"/>
                </a:lnTo>
                <a:lnTo>
                  <a:pt x="767204" y="32010"/>
                </a:lnTo>
                <a:close/>
                <a:moveTo>
                  <a:pt x="293837" y="57645"/>
                </a:moveTo>
                <a:lnTo>
                  <a:pt x="306522" y="53547"/>
                </a:lnTo>
                <a:lnTo>
                  <a:pt x="306395" y="53589"/>
                </a:lnTo>
                <a:lnTo>
                  <a:pt x="319230" y="49709"/>
                </a:lnTo>
                <a:lnTo>
                  <a:pt x="319104" y="49751"/>
                </a:lnTo>
                <a:lnTo>
                  <a:pt x="332009" y="46124"/>
                </a:lnTo>
                <a:lnTo>
                  <a:pt x="331896" y="46153"/>
                </a:lnTo>
                <a:lnTo>
                  <a:pt x="338349" y="44466"/>
                </a:lnTo>
                <a:lnTo>
                  <a:pt x="334792" y="30871"/>
                </a:lnTo>
                <a:lnTo>
                  <a:pt x="328269" y="32572"/>
                </a:lnTo>
                <a:lnTo>
                  <a:pt x="315238" y="36242"/>
                </a:lnTo>
                <a:lnTo>
                  <a:pt x="302276" y="40150"/>
                </a:lnTo>
                <a:lnTo>
                  <a:pt x="289385" y="44311"/>
                </a:lnTo>
                <a:lnTo>
                  <a:pt x="280486" y="47376"/>
                </a:lnTo>
                <a:lnTo>
                  <a:pt x="285083" y="60660"/>
                </a:lnTo>
                <a:lnTo>
                  <a:pt x="293837" y="57645"/>
                </a:lnTo>
                <a:close/>
                <a:moveTo>
                  <a:pt x="876814" y="59367"/>
                </a:moveTo>
                <a:lnTo>
                  <a:pt x="893248" y="64301"/>
                </a:lnTo>
                <a:lnTo>
                  <a:pt x="893164" y="64273"/>
                </a:lnTo>
                <a:lnTo>
                  <a:pt x="909738" y="69475"/>
                </a:lnTo>
                <a:lnTo>
                  <a:pt x="909654" y="69447"/>
                </a:lnTo>
                <a:lnTo>
                  <a:pt x="915769" y="71457"/>
                </a:lnTo>
                <a:lnTo>
                  <a:pt x="920141" y="58088"/>
                </a:lnTo>
                <a:lnTo>
                  <a:pt x="913984" y="56078"/>
                </a:lnTo>
                <a:lnTo>
                  <a:pt x="897325" y="50848"/>
                </a:lnTo>
                <a:lnTo>
                  <a:pt x="880821" y="45885"/>
                </a:lnTo>
                <a:lnTo>
                  <a:pt x="866102" y="41654"/>
                </a:lnTo>
                <a:lnTo>
                  <a:pt x="862208" y="55164"/>
                </a:lnTo>
                <a:lnTo>
                  <a:pt x="876884" y="59381"/>
                </a:lnTo>
                <a:lnTo>
                  <a:pt x="876814" y="59367"/>
                </a:lnTo>
                <a:close/>
                <a:moveTo>
                  <a:pt x="959827" y="86583"/>
                </a:moveTo>
                <a:lnTo>
                  <a:pt x="959743" y="86555"/>
                </a:lnTo>
                <a:lnTo>
                  <a:pt x="976654" y="92811"/>
                </a:lnTo>
                <a:lnTo>
                  <a:pt x="976570" y="92783"/>
                </a:lnTo>
                <a:lnTo>
                  <a:pt x="993496" y="99306"/>
                </a:lnTo>
                <a:lnTo>
                  <a:pt x="993412" y="99264"/>
                </a:lnTo>
                <a:lnTo>
                  <a:pt x="1007765" y="105028"/>
                </a:lnTo>
                <a:lnTo>
                  <a:pt x="1012994" y="91968"/>
                </a:lnTo>
                <a:lnTo>
                  <a:pt x="998599" y="86204"/>
                </a:lnTo>
                <a:lnTo>
                  <a:pt x="981575" y="79639"/>
                </a:lnTo>
                <a:lnTo>
                  <a:pt x="964579" y="73355"/>
                </a:lnTo>
                <a:lnTo>
                  <a:pt x="960206" y="71794"/>
                </a:lnTo>
                <a:lnTo>
                  <a:pt x="955497" y="85037"/>
                </a:lnTo>
                <a:lnTo>
                  <a:pt x="959827" y="86583"/>
                </a:lnTo>
                <a:close/>
                <a:moveTo>
                  <a:pt x="1060595" y="127886"/>
                </a:moveTo>
                <a:lnTo>
                  <a:pt x="1077324" y="135759"/>
                </a:lnTo>
                <a:lnTo>
                  <a:pt x="1077226" y="135716"/>
                </a:lnTo>
                <a:lnTo>
                  <a:pt x="1093856" y="143856"/>
                </a:lnTo>
                <a:lnTo>
                  <a:pt x="1093758" y="143814"/>
                </a:lnTo>
                <a:lnTo>
                  <a:pt x="1096794" y="145360"/>
                </a:lnTo>
                <a:lnTo>
                  <a:pt x="1103177" y="132834"/>
                </a:lnTo>
                <a:lnTo>
                  <a:pt x="1100084" y="131260"/>
                </a:lnTo>
                <a:lnTo>
                  <a:pt x="1083369" y="123064"/>
                </a:lnTo>
                <a:lnTo>
                  <a:pt x="1066527" y="115149"/>
                </a:lnTo>
                <a:lnTo>
                  <a:pt x="1052076" y="108612"/>
                </a:lnTo>
                <a:lnTo>
                  <a:pt x="1046284" y="121419"/>
                </a:lnTo>
                <a:lnTo>
                  <a:pt x="1060693" y="127942"/>
                </a:lnTo>
                <a:lnTo>
                  <a:pt x="1060595" y="127886"/>
                </a:lnTo>
                <a:close/>
                <a:moveTo>
                  <a:pt x="1142427" y="169709"/>
                </a:moveTo>
                <a:lnTo>
                  <a:pt x="1158397" y="178945"/>
                </a:lnTo>
                <a:lnTo>
                  <a:pt x="1158270" y="178875"/>
                </a:lnTo>
                <a:lnTo>
                  <a:pt x="1174029" y="188392"/>
                </a:lnTo>
                <a:lnTo>
                  <a:pt x="1173903" y="188322"/>
                </a:lnTo>
                <a:lnTo>
                  <a:pt x="1181902" y="193382"/>
                </a:lnTo>
                <a:lnTo>
                  <a:pt x="1189409" y="181489"/>
                </a:lnTo>
                <a:lnTo>
                  <a:pt x="1181354" y="176400"/>
                </a:lnTo>
                <a:lnTo>
                  <a:pt x="1165496" y="166813"/>
                </a:lnTo>
                <a:lnTo>
                  <a:pt x="1149414" y="157506"/>
                </a:lnTo>
                <a:lnTo>
                  <a:pt x="1140670" y="152656"/>
                </a:lnTo>
                <a:lnTo>
                  <a:pt x="1133851" y="164957"/>
                </a:lnTo>
                <a:lnTo>
                  <a:pt x="1142539" y="169765"/>
                </a:lnTo>
                <a:lnTo>
                  <a:pt x="1142427" y="169709"/>
                </a:lnTo>
                <a:close/>
                <a:moveTo>
                  <a:pt x="1219352" y="218378"/>
                </a:moveTo>
                <a:lnTo>
                  <a:pt x="1219212" y="218293"/>
                </a:lnTo>
                <a:lnTo>
                  <a:pt x="1233860" y="228921"/>
                </a:lnTo>
                <a:lnTo>
                  <a:pt x="1233720" y="228823"/>
                </a:lnTo>
                <a:lnTo>
                  <a:pt x="1248021" y="239738"/>
                </a:lnTo>
                <a:lnTo>
                  <a:pt x="1261147" y="250275"/>
                </a:lnTo>
                <a:lnTo>
                  <a:pt x="1269947" y="239310"/>
                </a:lnTo>
                <a:lnTo>
                  <a:pt x="1256620" y="228612"/>
                </a:lnTo>
                <a:lnTo>
                  <a:pt x="1242183" y="217604"/>
                </a:lnTo>
                <a:lnTo>
                  <a:pt x="1227422" y="206878"/>
                </a:lnTo>
                <a:lnTo>
                  <a:pt x="1224751" y="205037"/>
                </a:lnTo>
                <a:lnTo>
                  <a:pt x="1216752" y="216592"/>
                </a:lnTo>
                <a:lnTo>
                  <a:pt x="1219352" y="218378"/>
                </a:lnTo>
                <a:close/>
                <a:moveTo>
                  <a:pt x="406376" y="790329"/>
                </a:moveTo>
                <a:lnTo>
                  <a:pt x="406474" y="790371"/>
                </a:lnTo>
                <a:lnTo>
                  <a:pt x="385233" y="782457"/>
                </a:lnTo>
                <a:lnTo>
                  <a:pt x="385331" y="782499"/>
                </a:lnTo>
                <a:lnTo>
                  <a:pt x="364328" y="774303"/>
                </a:lnTo>
                <a:lnTo>
                  <a:pt x="364441" y="774345"/>
                </a:lnTo>
                <a:lnTo>
                  <a:pt x="360181" y="772616"/>
                </a:lnTo>
                <a:lnTo>
                  <a:pt x="354867" y="785620"/>
                </a:lnTo>
                <a:lnTo>
                  <a:pt x="359169" y="787377"/>
                </a:lnTo>
                <a:lnTo>
                  <a:pt x="380284" y="795615"/>
                </a:lnTo>
                <a:lnTo>
                  <a:pt x="401624" y="803558"/>
                </a:lnTo>
                <a:lnTo>
                  <a:pt x="407725" y="805737"/>
                </a:lnTo>
                <a:lnTo>
                  <a:pt x="412435" y="792480"/>
                </a:lnTo>
                <a:lnTo>
                  <a:pt x="406376" y="790329"/>
                </a:lnTo>
                <a:close/>
                <a:moveTo>
                  <a:pt x="470888" y="812274"/>
                </a:moveTo>
                <a:lnTo>
                  <a:pt x="470973" y="812288"/>
                </a:lnTo>
                <a:lnTo>
                  <a:pt x="452121" y="806173"/>
                </a:lnTo>
                <a:lnTo>
                  <a:pt x="447777" y="819542"/>
                </a:lnTo>
                <a:lnTo>
                  <a:pt x="466671" y="825671"/>
                </a:lnTo>
                <a:lnTo>
                  <a:pt x="488587" y="832489"/>
                </a:lnTo>
                <a:lnTo>
                  <a:pt x="501605" y="836369"/>
                </a:lnTo>
                <a:lnTo>
                  <a:pt x="505626" y="822902"/>
                </a:lnTo>
                <a:lnTo>
                  <a:pt x="492636" y="819036"/>
                </a:lnTo>
                <a:lnTo>
                  <a:pt x="492720" y="819050"/>
                </a:lnTo>
                <a:lnTo>
                  <a:pt x="470888" y="812274"/>
                </a:lnTo>
                <a:close/>
                <a:moveTo>
                  <a:pt x="558146" y="837719"/>
                </a:moveTo>
                <a:lnTo>
                  <a:pt x="558217" y="837733"/>
                </a:lnTo>
                <a:lnTo>
                  <a:pt x="546028" y="834415"/>
                </a:lnTo>
                <a:lnTo>
                  <a:pt x="542317" y="847967"/>
                </a:lnTo>
                <a:lnTo>
                  <a:pt x="554562" y="851313"/>
                </a:lnTo>
                <a:lnTo>
                  <a:pt x="576506" y="857049"/>
                </a:lnTo>
                <a:lnTo>
                  <a:pt x="596876" y="862166"/>
                </a:lnTo>
                <a:lnTo>
                  <a:pt x="600307" y="848529"/>
                </a:lnTo>
                <a:lnTo>
                  <a:pt x="579965" y="843426"/>
                </a:lnTo>
                <a:lnTo>
                  <a:pt x="580035" y="843440"/>
                </a:lnTo>
                <a:lnTo>
                  <a:pt x="558146" y="837719"/>
                </a:lnTo>
                <a:close/>
                <a:moveTo>
                  <a:pt x="687241" y="868168"/>
                </a:moveTo>
                <a:lnTo>
                  <a:pt x="687298" y="868183"/>
                </a:lnTo>
                <a:lnTo>
                  <a:pt x="666126" y="863712"/>
                </a:lnTo>
                <a:lnTo>
                  <a:pt x="666197" y="863726"/>
                </a:lnTo>
                <a:lnTo>
                  <a:pt x="644814" y="859017"/>
                </a:lnTo>
                <a:lnTo>
                  <a:pt x="644885" y="859031"/>
                </a:lnTo>
                <a:lnTo>
                  <a:pt x="641215" y="858187"/>
                </a:lnTo>
                <a:lnTo>
                  <a:pt x="638066" y="871894"/>
                </a:lnTo>
                <a:lnTo>
                  <a:pt x="641764" y="872737"/>
                </a:lnTo>
                <a:lnTo>
                  <a:pt x="663202" y="877461"/>
                </a:lnTo>
                <a:lnTo>
                  <a:pt x="684430" y="881945"/>
                </a:lnTo>
                <a:lnTo>
                  <a:pt x="693230" y="883731"/>
                </a:lnTo>
                <a:lnTo>
                  <a:pt x="696014" y="869940"/>
                </a:lnTo>
                <a:lnTo>
                  <a:pt x="687241" y="868168"/>
                </a:lnTo>
                <a:close/>
                <a:moveTo>
                  <a:pt x="788488" y="886908"/>
                </a:moveTo>
                <a:lnTo>
                  <a:pt x="768891" y="883618"/>
                </a:lnTo>
                <a:lnTo>
                  <a:pt x="768947" y="883632"/>
                </a:lnTo>
                <a:lnTo>
                  <a:pt x="748970" y="880104"/>
                </a:lnTo>
                <a:lnTo>
                  <a:pt x="749027" y="880118"/>
                </a:lnTo>
                <a:lnTo>
                  <a:pt x="737288" y="877953"/>
                </a:lnTo>
                <a:lnTo>
                  <a:pt x="734744" y="891772"/>
                </a:lnTo>
                <a:lnTo>
                  <a:pt x="746496" y="893951"/>
                </a:lnTo>
                <a:lnTo>
                  <a:pt x="766529" y="897480"/>
                </a:lnTo>
                <a:lnTo>
                  <a:pt x="786210" y="900783"/>
                </a:lnTo>
                <a:lnTo>
                  <a:pt x="790343" y="901430"/>
                </a:lnTo>
                <a:lnTo>
                  <a:pt x="792508" y="887540"/>
                </a:lnTo>
                <a:lnTo>
                  <a:pt x="788417" y="886894"/>
                </a:lnTo>
                <a:lnTo>
                  <a:pt x="788488" y="886908"/>
                </a:lnTo>
                <a:close/>
                <a:moveTo>
                  <a:pt x="1275444" y="900544"/>
                </a:moveTo>
                <a:lnTo>
                  <a:pt x="1281531" y="898126"/>
                </a:lnTo>
                <a:lnTo>
                  <a:pt x="1276330" y="885066"/>
                </a:lnTo>
                <a:lnTo>
                  <a:pt x="1270341" y="887442"/>
                </a:lnTo>
                <a:lnTo>
                  <a:pt x="1270552" y="887372"/>
                </a:lnTo>
                <a:lnTo>
                  <a:pt x="1262638" y="890234"/>
                </a:lnTo>
                <a:lnTo>
                  <a:pt x="1254484" y="892911"/>
                </a:lnTo>
                <a:lnTo>
                  <a:pt x="1254680" y="892854"/>
                </a:lnTo>
                <a:lnTo>
                  <a:pt x="1246400" y="895315"/>
                </a:lnTo>
                <a:lnTo>
                  <a:pt x="1246583" y="895258"/>
                </a:lnTo>
                <a:lnTo>
                  <a:pt x="1238204" y="897508"/>
                </a:lnTo>
                <a:lnTo>
                  <a:pt x="1238387" y="897465"/>
                </a:lnTo>
                <a:lnTo>
                  <a:pt x="1229938" y="899490"/>
                </a:lnTo>
                <a:lnTo>
                  <a:pt x="1230093" y="899462"/>
                </a:lnTo>
                <a:lnTo>
                  <a:pt x="1223654" y="900839"/>
                </a:lnTo>
                <a:lnTo>
                  <a:pt x="1226620" y="914588"/>
                </a:lnTo>
                <a:lnTo>
                  <a:pt x="1233129" y="913182"/>
                </a:lnTo>
                <a:lnTo>
                  <a:pt x="1241761" y="911102"/>
                </a:lnTo>
                <a:lnTo>
                  <a:pt x="1250308" y="908824"/>
                </a:lnTo>
                <a:lnTo>
                  <a:pt x="1258785" y="906308"/>
                </a:lnTo>
                <a:lnTo>
                  <a:pt x="1267164" y="903553"/>
                </a:lnTo>
                <a:lnTo>
                  <a:pt x="1275444" y="900544"/>
                </a:lnTo>
                <a:close/>
                <a:moveTo>
                  <a:pt x="860324" y="911762"/>
                </a:moveTo>
                <a:lnTo>
                  <a:pt x="887990" y="915207"/>
                </a:lnTo>
                <a:lnTo>
                  <a:pt x="889719" y="901247"/>
                </a:lnTo>
                <a:lnTo>
                  <a:pt x="862213" y="897844"/>
                </a:lnTo>
                <a:lnTo>
                  <a:pt x="834078" y="893895"/>
                </a:lnTo>
                <a:lnTo>
                  <a:pt x="832138" y="907826"/>
                </a:lnTo>
                <a:lnTo>
                  <a:pt x="860324" y="911762"/>
                </a:lnTo>
                <a:close/>
                <a:moveTo>
                  <a:pt x="980886" y="909738"/>
                </a:moveTo>
                <a:lnTo>
                  <a:pt x="955371" y="907925"/>
                </a:lnTo>
                <a:lnTo>
                  <a:pt x="955497" y="907939"/>
                </a:lnTo>
                <a:lnTo>
                  <a:pt x="931416" y="905774"/>
                </a:lnTo>
                <a:lnTo>
                  <a:pt x="930150" y="919762"/>
                </a:lnTo>
                <a:lnTo>
                  <a:pt x="954302" y="921955"/>
                </a:lnTo>
                <a:lnTo>
                  <a:pt x="979944" y="923768"/>
                </a:lnTo>
                <a:lnTo>
                  <a:pt x="986467" y="924119"/>
                </a:lnTo>
                <a:lnTo>
                  <a:pt x="987226" y="910076"/>
                </a:lnTo>
                <a:lnTo>
                  <a:pt x="980759" y="909738"/>
                </a:lnTo>
                <a:lnTo>
                  <a:pt x="980886" y="909738"/>
                </a:lnTo>
                <a:close/>
                <a:moveTo>
                  <a:pt x="1178715" y="907712"/>
                </a:moveTo>
                <a:lnTo>
                  <a:pt x="1161198" y="909254"/>
                </a:lnTo>
                <a:lnTo>
                  <a:pt x="1143495" y="910343"/>
                </a:lnTo>
                <a:lnTo>
                  <a:pt x="1143664" y="910329"/>
                </a:lnTo>
                <a:lnTo>
                  <a:pt x="1127132" y="910975"/>
                </a:lnTo>
                <a:lnTo>
                  <a:pt x="1127666" y="925019"/>
                </a:lnTo>
                <a:lnTo>
                  <a:pt x="1144283" y="924373"/>
                </a:lnTo>
                <a:lnTo>
                  <a:pt x="1162277" y="923276"/>
                </a:lnTo>
                <a:lnTo>
                  <a:pt x="1180173" y="921687"/>
                </a:lnTo>
                <a:lnTo>
                  <a:pt x="1184278" y="921238"/>
                </a:lnTo>
                <a:lnTo>
                  <a:pt x="1182703" y="907264"/>
                </a:lnTo>
                <a:lnTo>
                  <a:pt x="1178715" y="907712"/>
                </a:lnTo>
                <a:close/>
                <a:moveTo>
                  <a:pt x="1028950" y="925244"/>
                </a:moveTo>
                <a:lnTo>
                  <a:pt x="1055351" y="925385"/>
                </a:lnTo>
                <a:lnTo>
                  <a:pt x="1085197" y="925539"/>
                </a:lnTo>
                <a:lnTo>
                  <a:pt x="1085267" y="911481"/>
                </a:lnTo>
                <a:lnTo>
                  <a:pt x="1055422" y="911327"/>
                </a:lnTo>
                <a:lnTo>
                  <a:pt x="1055436" y="911327"/>
                </a:lnTo>
                <a:lnTo>
                  <a:pt x="1029035" y="911186"/>
                </a:lnTo>
                <a:lnTo>
                  <a:pt x="1028950" y="925244"/>
                </a:lnTo>
                <a:close/>
                <a:moveTo>
                  <a:pt x="1300763" y="285603"/>
                </a:moveTo>
                <a:lnTo>
                  <a:pt x="1313063" y="297946"/>
                </a:lnTo>
                <a:lnTo>
                  <a:pt x="1312909" y="297792"/>
                </a:lnTo>
                <a:lnTo>
                  <a:pt x="1324643" y="310306"/>
                </a:lnTo>
                <a:lnTo>
                  <a:pt x="1331058" y="317613"/>
                </a:lnTo>
                <a:lnTo>
                  <a:pt x="1341629" y="308335"/>
                </a:lnTo>
                <a:lnTo>
                  <a:pt x="1335078" y="300870"/>
                </a:lnTo>
                <a:lnTo>
                  <a:pt x="1323087" y="288091"/>
                </a:lnTo>
                <a:lnTo>
                  <a:pt x="1310631" y="275608"/>
                </a:lnTo>
                <a:lnTo>
                  <a:pt x="1302056" y="267496"/>
                </a:lnTo>
                <a:lnTo>
                  <a:pt x="1292398" y="277717"/>
                </a:lnTo>
                <a:lnTo>
                  <a:pt x="1300903" y="285758"/>
                </a:lnTo>
                <a:lnTo>
                  <a:pt x="1300763" y="285603"/>
                </a:lnTo>
                <a:close/>
                <a:moveTo>
                  <a:pt x="1366189" y="362810"/>
                </a:moveTo>
                <a:lnTo>
                  <a:pt x="1375195" y="376658"/>
                </a:lnTo>
                <a:lnTo>
                  <a:pt x="1383708" y="390930"/>
                </a:lnTo>
                <a:lnTo>
                  <a:pt x="1386756" y="396563"/>
                </a:lnTo>
                <a:lnTo>
                  <a:pt x="1399113" y="389886"/>
                </a:lnTo>
                <a:lnTo>
                  <a:pt x="1395893" y="383925"/>
                </a:lnTo>
                <a:lnTo>
                  <a:pt x="1387191" y="369319"/>
                </a:lnTo>
                <a:lnTo>
                  <a:pt x="1377899" y="355022"/>
                </a:lnTo>
                <a:lnTo>
                  <a:pt x="1368508" y="341751"/>
                </a:lnTo>
                <a:lnTo>
                  <a:pt x="1357037" y="349877"/>
                </a:lnTo>
                <a:lnTo>
                  <a:pt x="1366329" y="363035"/>
                </a:lnTo>
                <a:lnTo>
                  <a:pt x="1366189" y="362810"/>
                </a:lnTo>
                <a:close/>
                <a:moveTo>
                  <a:pt x="1421212" y="437486"/>
                </a:moveTo>
                <a:lnTo>
                  <a:pt x="1418105" y="429600"/>
                </a:lnTo>
                <a:lnTo>
                  <a:pt x="1417641" y="428503"/>
                </a:lnTo>
                <a:lnTo>
                  <a:pt x="1404680" y="433944"/>
                </a:lnTo>
                <a:lnTo>
                  <a:pt x="1405102" y="434938"/>
                </a:lnTo>
                <a:lnTo>
                  <a:pt x="1408096" y="442561"/>
                </a:lnTo>
                <a:lnTo>
                  <a:pt x="1408040" y="442407"/>
                </a:lnTo>
                <a:lnTo>
                  <a:pt x="1410876" y="450085"/>
                </a:lnTo>
                <a:lnTo>
                  <a:pt x="1413550" y="457941"/>
                </a:lnTo>
                <a:lnTo>
                  <a:pt x="1413494" y="457786"/>
                </a:lnTo>
                <a:lnTo>
                  <a:pt x="1416010" y="465743"/>
                </a:lnTo>
                <a:lnTo>
                  <a:pt x="1415954" y="465574"/>
                </a:lnTo>
                <a:lnTo>
                  <a:pt x="1418273" y="473550"/>
                </a:lnTo>
                <a:lnTo>
                  <a:pt x="1420382" y="481544"/>
                </a:lnTo>
                <a:lnTo>
                  <a:pt x="1420340" y="481390"/>
                </a:lnTo>
                <a:lnTo>
                  <a:pt x="1421507" y="486338"/>
                </a:lnTo>
                <a:lnTo>
                  <a:pt x="1435186" y="483077"/>
                </a:lnTo>
                <a:lnTo>
                  <a:pt x="1433991" y="478044"/>
                </a:lnTo>
                <a:lnTo>
                  <a:pt x="1431812" y="469778"/>
                </a:lnTo>
                <a:lnTo>
                  <a:pt x="1429436" y="461596"/>
                </a:lnTo>
                <a:lnTo>
                  <a:pt x="1426877" y="453470"/>
                </a:lnTo>
                <a:lnTo>
                  <a:pt x="1424136" y="445443"/>
                </a:lnTo>
                <a:lnTo>
                  <a:pt x="1421212" y="437486"/>
                </a:lnTo>
                <a:close/>
                <a:moveTo>
                  <a:pt x="1428508" y="527022"/>
                </a:moveTo>
                <a:lnTo>
                  <a:pt x="1428916" y="530733"/>
                </a:lnTo>
                <a:lnTo>
                  <a:pt x="1428902" y="530565"/>
                </a:lnTo>
                <a:lnTo>
                  <a:pt x="1429634" y="539035"/>
                </a:lnTo>
                <a:lnTo>
                  <a:pt x="1430167" y="547715"/>
                </a:lnTo>
                <a:lnTo>
                  <a:pt x="1430167" y="547547"/>
                </a:lnTo>
                <a:lnTo>
                  <a:pt x="1430490" y="556333"/>
                </a:lnTo>
                <a:lnTo>
                  <a:pt x="1430476" y="556150"/>
                </a:lnTo>
                <a:lnTo>
                  <a:pt x="1430588" y="564940"/>
                </a:lnTo>
                <a:lnTo>
                  <a:pt x="1430421" y="582186"/>
                </a:lnTo>
                <a:lnTo>
                  <a:pt x="1430420" y="582186"/>
                </a:lnTo>
                <a:lnTo>
                  <a:pt x="1429900" y="599069"/>
                </a:lnTo>
                <a:lnTo>
                  <a:pt x="1429914" y="598915"/>
                </a:lnTo>
                <a:lnTo>
                  <a:pt x="1429098" y="614590"/>
                </a:lnTo>
                <a:lnTo>
                  <a:pt x="1443142" y="615321"/>
                </a:lnTo>
                <a:lnTo>
                  <a:pt x="1443958" y="599576"/>
                </a:lnTo>
                <a:lnTo>
                  <a:pt x="1444478" y="582607"/>
                </a:lnTo>
                <a:lnTo>
                  <a:pt x="1437449" y="582397"/>
                </a:lnTo>
                <a:lnTo>
                  <a:pt x="1444478" y="582467"/>
                </a:lnTo>
                <a:lnTo>
                  <a:pt x="1444647" y="564908"/>
                </a:lnTo>
                <a:lnTo>
                  <a:pt x="1444534" y="555897"/>
                </a:lnTo>
                <a:lnTo>
                  <a:pt x="1444211" y="546942"/>
                </a:lnTo>
                <a:lnTo>
                  <a:pt x="1443663" y="538058"/>
                </a:lnTo>
                <a:lnTo>
                  <a:pt x="1442903" y="529257"/>
                </a:lnTo>
                <a:lnTo>
                  <a:pt x="1442468" y="525462"/>
                </a:lnTo>
                <a:lnTo>
                  <a:pt x="1428508" y="527022"/>
                </a:lnTo>
                <a:close/>
                <a:moveTo>
                  <a:pt x="1424628" y="660334"/>
                </a:moveTo>
                <a:lnTo>
                  <a:pt x="1424642" y="660152"/>
                </a:lnTo>
                <a:lnTo>
                  <a:pt x="1422533" y="674280"/>
                </a:lnTo>
                <a:lnTo>
                  <a:pt x="1422561" y="674083"/>
                </a:lnTo>
                <a:lnTo>
                  <a:pt x="1420143" y="687677"/>
                </a:lnTo>
                <a:lnTo>
                  <a:pt x="1420186" y="687495"/>
                </a:lnTo>
                <a:lnTo>
                  <a:pt x="1417504" y="700414"/>
                </a:lnTo>
                <a:lnTo>
                  <a:pt x="1415083" y="710564"/>
                </a:lnTo>
                <a:lnTo>
                  <a:pt x="1428761" y="713825"/>
                </a:lnTo>
                <a:lnTo>
                  <a:pt x="1431207" y="703521"/>
                </a:lnTo>
                <a:lnTo>
                  <a:pt x="1433963" y="690250"/>
                </a:lnTo>
                <a:lnTo>
                  <a:pt x="1436423" y="676459"/>
                </a:lnTo>
                <a:lnTo>
                  <a:pt x="1438560" y="662148"/>
                </a:lnTo>
                <a:lnTo>
                  <a:pt x="1439108" y="657804"/>
                </a:lnTo>
                <a:lnTo>
                  <a:pt x="1425148" y="656075"/>
                </a:lnTo>
                <a:lnTo>
                  <a:pt x="1424628" y="660334"/>
                </a:lnTo>
                <a:close/>
                <a:moveTo>
                  <a:pt x="1402950" y="749968"/>
                </a:moveTo>
                <a:lnTo>
                  <a:pt x="1400082" y="757460"/>
                </a:lnTo>
                <a:lnTo>
                  <a:pt x="1395823" y="767499"/>
                </a:lnTo>
                <a:lnTo>
                  <a:pt x="1395921" y="767260"/>
                </a:lnTo>
                <a:lnTo>
                  <a:pt x="1391339" y="777016"/>
                </a:lnTo>
                <a:lnTo>
                  <a:pt x="1391465" y="776777"/>
                </a:lnTo>
                <a:lnTo>
                  <a:pt x="1386676" y="786048"/>
                </a:lnTo>
                <a:lnTo>
                  <a:pt x="1381808" y="794608"/>
                </a:lnTo>
                <a:lnTo>
                  <a:pt x="1378939" y="799228"/>
                </a:lnTo>
                <a:lnTo>
                  <a:pt x="1390875" y="806650"/>
                </a:lnTo>
                <a:lnTo>
                  <a:pt x="1393883" y="801829"/>
                </a:lnTo>
                <a:lnTo>
                  <a:pt x="1399070" y="792677"/>
                </a:lnTo>
                <a:lnTo>
                  <a:pt x="1404019" y="783117"/>
                </a:lnTo>
                <a:lnTo>
                  <a:pt x="1408700" y="773108"/>
                </a:lnTo>
                <a:lnTo>
                  <a:pt x="1413143" y="762677"/>
                </a:lnTo>
                <a:lnTo>
                  <a:pt x="1416081" y="755001"/>
                </a:lnTo>
                <a:lnTo>
                  <a:pt x="1402950" y="749968"/>
                </a:lnTo>
                <a:close/>
                <a:moveTo>
                  <a:pt x="1341834" y="844212"/>
                </a:moveTo>
                <a:lnTo>
                  <a:pt x="1335256" y="849985"/>
                </a:lnTo>
                <a:lnTo>
                  <a:pt x="1328704" y="855259"/>
                </a:lnTo>
                <a:lnTo>
                  <a:pt x="1321836" y="860338"/>
                </a:lnTo>
                <a:lnTo>
                  <a:pt x="1322075" y="860184"/>
                </a:lnTo>
                <a:lnTo>
                  <a:pt x="1315009" y="864977"/>
                </a:lnTo>
                <a:lnTo>
                  <a:pt x="1312684" y="866425"/>
                </a:lnTo>
                <a:lnTo>
                  <a:pt x="1320135" y="878361"/>
                </a:lnTo>
                <a:lnTo>
                  <a:pt x="1322693" y="876758"/>
                </a:lnTo>
                <a:lnTo>
                  <a:pt x="1330088" y="871725"/>
                </a:lnTo>
                <a:lnTo>
                  <a:pt x="1337328" y="866369"/>
                </a:lnTo>
                <a:lnTo>
                  <a:pt x="1344399" y="860676"/>
                </a:lnTo>
                <a:lnTo>
                  <a:pt x="1351287" y="854631"/>
                </a:lnTo>
                <a:lnTo>
                  <a:pt x="1357993" y="848220"/>
                </a:lnTo>
                <a:lnTo>
                  <a:pt x="1364502" y="841458"/>
                </a:lnTo>
                <a:lnTo>
                  <a:pt x="1364755" y="841163"/>
                </a:lnTo>
                <a:lnTo>
                  <a:pt x="1354228" y="831859"/>
                </a:lnTo>
                <a:lnTo>
                  <a:pt x="1354267" y="831814"/>
                </a:lnTo>
                <a:lnTo>
                  <a:pt x="1354226" y="831857"/>
                </a:lnTo>
                <a:lnTo>
                  <a:pt x="1354225" y="831857"/>
                </a:lnTo>
                <a:lnTo>
                  <a:pt x="1354214" y="831870"/>
                </a:lnTo>
                <a:lnTo>
                  <a:pt x="1348068" y="838249"/>
                </a:lnTo>
                <a:lnTo>
                  <a:pt x="1341834" y="844212"/>
                </a:lnTo>
                <a:close/>
              </a:path>
            </a:pathLst>
          </a:custGeom>
          <a:solidFill xmlns:a="http://schemas.openxmlformats.org/drawingml/2006/main">
            <a:srgbClr val="EF949E"/>
          </a:solidFill>
          <a:ln xmlns:a="http://schemas.openxmlformats.org/drawingml/2006/main" w="0" cap="flat">
            <a:noFill/>
            <a:miter/>
          </a:ln>
        </p:spPr>
      </p:sp>
      <p:sp>
        <p:nvSpPr>
          <p:cNvPr id="529" name="Vector element">
            <a:extLst xmlns:a="http://schemas.openxmlformats.org/drawingml/2006/main">
              <a:ext uri="{FF2B5EF4-FFF2-40B4-BE49-F238E27FC236}">
                <a16:creationId xmlns:a16="http://schemas.microsoft.com/office/drawing/2014/main" id="{C526129B-014C-4A6F-B34B-4B3336F41040}"/>
              </a:ext>
            </a:extLst>
          </p:cNvPr>
          <p:cNvSpPr>
            <a:spLocks xmlns:a="http://schemas.openxmlformats.org/drawingml/2006/main" noGrp="1"/>
          </p:cNvSpPr>
          <p:nvPr/>
        </p:nvSpPr>
        <p:spPr>
          <a:xfrm xmlns:a="http://schemas.openxmlformats.org/drawingml/2006/main">
            <a:off x="753543" y="1049383"/>
            <a:ext cx="1005530" cy="1185951"/>
          </a:xfrm>
          <a:custGeom xmlns:a="http://schemas.openxmlformats.org/drawingml/2006/main">
            <a:pathLst>
              <a:path w="1005530" h="1185951">
                <a:moveTo>
                  <a:pt x="152010" y="110805"/>
                </a:moveTo>
                <a:cubicBezTo>
                  <a:pt x="304750" y="0"/>
                  <a:pt x="585152" y="126171"/>
                  <a:pt x="778661" y="392529"/>
                </a:cubicBezTo>
                <a:cubicBezTo>
                  <a:pt x="972184" y="658872"/>
                  <a:pt x="1005530" y="964536"/>
                  <a:pt x="853154" y="1075243"/>
                </a:cubicBezTo>
                <a:cubicBezTo>
                  <a:pt x="700765" y="1185951"/>
                  <a:pt x="420378" y="1059780"/>
                  <a:pt x="226855" y="793436"/>
                </a:cubicBezTo>
                <a:cubicBezTo>
                  <a:pt x="33346" y="527092"/>
                  <a:pt x="0" y="221428"/>
                  <a:pt x="152010" y="110805"/>
                </a:cubicBezTo>
              </a:path>
            </a:pathLst>
          </a:custGeom>
          <a:solidFill xmlns:a="http://schemas.openxmlformats.org/drawingml/2006/main">
            <a:srgbClr val="FFF797">
              <a:alpha val="47800"/>
            </a:srgbClr>
          </a:solidFill>
          <a:ln xmlns:a="http://schemas.openxmlformats.org/drawingml/2006/main" w="0" cap="flat">
            <a:noFill/>
            <a:miter/>
          </a:ln>
        </p:spPr>
      </p:sp>
      <p:sp>
        <p:nvSpPr>
          <p:cNvPr id="530" name="Vector element">
            <a:extLst xmlns:a="http://schemas.openxmlformats.org/drawingml/2006/main">
              <a:ext uri="{FF2B5EF4-FFF2-40B4-BE49-F238E27FC236}">
                <a16:creationId xmlns:a16="http://schemas.microsoft.com/office/drawing/2014/main" id="{F98A94E3-9BDA-428A-8343-C7011C9FC7C3}"/>
              </a:ext>
            </a:extLst>
          </p:cNvPr>
          <p:cNvSpPr>
            <a:spLocks xmlns:a="http://schemas.openxmlformats.org/drawingml/2006/main" noGrp="1"/>
          </p:cNvSpPr>
          <p:nvPr/>
        </p:nvSpPr>
        <p:spPr>
          <a:xfrm xmlns:a="http://schemas.openxmlformats.org/drawingml/2006/main">
            <a:off x="803322" y="1112940"/>
            <a:ext cx="905718" cy="1058191"/>
          </a:xfrm>
          <a:custGeom xmlns:a="http://schemas.openxmlformats.org/drawingml/2006/main">
            <a:pathLst>
              <a:path w="905718" h="1058191">
                <a:moveTo>
                  <a:pt x="113631" y="31434"/>
                </a:moveTo>
                <a:lnTo>
                  <a:pt x="105955" y="36284"/>
                </a:lnTo>
                <a:lnTo>
                  <a:pt x="98463" y="41471"/>
                </a:lnTo>
                <a:lnTo>
                  <a:pt x="91335" y="46898"/>
                </a:lnTo>
                <a:lnTo>
                  <a:pt x="95515" y="52397"/>
                </a:lnTo>
                <a:lnTo>
                  <a:pt x="91096" y="47094"/>
                </a:lnTo>
                <a:lnTo>
                  <a:pt x="84236" y="52802"/>
                </a:lnTo>
                <a:lnTo>
                  <a:pt x="77544" y="58889"/>
                </a:lnTo>
                <a:lnTo>
                  <a:pt x="71134" y="65271"/>
                </a:lnTo>
                <a:lnTo>
                  <a:pt x="65004" y="71907"/>
                </a:lnTo>
                <a:lnTo>
                  <a:pt x="59156" y="78809"/>
                </a:lnTo>
                <a:lnTo>
                  <a:pt x="57005" y="81579"/>
                </a:lnTo>
                <a:lnTo>
                  <a:pt x="68097" y="90210"/>
                </a:lnTo>
                <a:lnTo>
                  <a:pt x="70077" y="87664"/>
                </a:lnTo>
                <a:lnTo>
                  <a:pt x="75511" y="81244"/>
                </a:lnTo>
                <a:lnTo>
                  <a:pt x="81357" y="74927"/>
                </a:lnTo>
                <a:lnTo>
                  <a:pt x="87268" y="69043"/>
                </a:lnTo>
                <a:lnTo>
                  <a:pt x="93460" y="63417"/>
                </a:lnTo>
                <a:lnTo>
                  <a:pt x="100036" y="57939"/>
                </a:lnTo>
                <a:lnTo>
                  <a:pt x="106744" y="52831"/>
                </a:lnTo>
                <a:lnTo>
                  <a:pt x="113830" y="47932"/>
                </a:lnTo>
                <a:lnTo>
                  <a:pt x="120958" y="43450"/>
                </a:lnTo>
                <a:lnTo>
                  <a:pt x="128255" y="39288"/>
                </a:lnTo>
                <a:lnTo>
                  <a:pt x="135829" y="35412"/>
                </a:lnTo>
                <a:lnTo>
                  <a:pt x="135548" y="35539"/>
                </a:lnTo>
                <a:lnTo>
                  <a:pt x="143264" y="31988"/>
                </a:lnTo>
                <a:lnTo>
                  <a:pt x="146583" y="30632"/>
                </a:lnTo>
                <a:lnTo>
                  <a:pt x="141269" y="17615"/>
                </a:lnTo>
                <a:lnTo>
                  <a:pt x="137755" y="19049"/>
                </a:lnTo>
                <a:lnTo>
                  <a:pt x="129545" y="22830"/>
                </a:lnTo>
                <a:lnTo>
                  <a:pt x="121504" y="26963"/>
                </a:lnTo>
                <a:lnTo>
                  <a:pt x="113631" y="31434"/>
                </a:lnTo>
                <a:close/>
                <a:moveTo>
                  <a:pt x="26064" y="134001"/>
                </a:moveTo>
                <a:lnTo>
                  <a:pt x="22451" y="142788"/>
                </a:lnTo>
                <a:lnTo>
                  <a:pt x="19105" y="151771"/>
                </a:lnTo>
                <a:lnTo>
                  <a:pt x="16040" y="160965"/>
                </a:lnTo>
                <a:lnTo>
                  <a:pt x="13243" y="170355"/>
                </a:lnTo>
                <a:lnTo>
                  <a:pt x="12821" y="171930"/>
                </a:lnTo>
                <a:lnTo>
                  <a:pt x="26415" y="175515"/>
                </a:lnTo>
                <a:lnTo>
                  <a:pt x="26750" y="174226"/>
                </a:lnTo>
                <a:lnTo>
                  <a:pt x="29479" y="165101"/>
                </a:lnTo>
                <a:lnTo>
                  <a:pt x="32404" y="156339"/>
                </a:lnTo>
                <a:lnTo>
                  <a:pt x="32319" y="156564"/>
                </a:lnTo>
                <a:lnTo>
                  <a:pt x="35504" y="147999"/>
                </a:lnTo>
                <a:lnTo>
                  <a:pt x="38974" y="139561"/>
                </a:lnTo>
                <a:lnTo>
                  <a:pt x="42708" y="131358"/>
                </a:lnTo>
                <a:lnTo>
                  <a:pt x="42596" y="131583"/>
                </a:lnTo>
                <a:lnTo>
                  <a:pt x="46138" y="124498"/>
                </a:lnTo>
                <a:lnTo>
                  <a:pt x="33557" y="118214"/>
                </a:lnTo>
                <a:lnTo>
                  <a:pt x="29958" y="125426"/>
                </a:lnTo>
                <a:lnTo>
                  <a:pt x="26064" y="134001"/>
                </a:lnTo>
                <a:close/>
                <a:moveTo>
                  <a:pt x="3290" y="220036"/>
                </a:moveTo>
                <a:lnTo>
                  <a:pt x="2095" y="230482"/>
                </a:lnTo>
                <a:lnTo>
                  <a:pt x="1167" y="241081"/>
                </a:lnTo>
                <a:lnTo>
                  <a:pt x="506" y="251836"/>
                </a:lnTo>
                <a:lnTo>
                  <a:pt x="98" y="262731"/>
                </a:lnTo>
                <a:lnTo>
                  <a:pt x="0" y="270941"/>
                </a:lnTo>
                <a:lnTo>
                  <a:pt x="14058" y="271123"/>
                </a:lnTo>
                <a:lnTo>
                  <a:pt x="14156" y="262998"/>
                </a:lnTo>
                <a:lnTo>
                  <a:pt x="14156" y="263167"/>
                </a:lnTo>
                <a:lnTo>
                  <a:pt x="14550" y="252440"/>
                </a:lnTo>
                <a:lnTo>
                  <a:pt x="14536" y="252609"/>
                </a:lnTo>
                <a:lnTo>
                  <a:pt x="15195" y="242067"/>
                </a:lnTo>
                <a:lnTo>
                  <a:pt x="16096" y="231789"/>
                </a:lnTo>
                <a:lnTo>
                  <a:pt x="16068" y="231972"/>
                </a:lnTo>
                <a:lnTo>
                  <a:pt x="17235" y="221723"/>
                </a:lnTo>
                <a:lnTo>
                  <a:pt x="17221" y="221906"/>
                </a:lnTo>
                <a:lnTo>
                  <a:pt x="18051" y="215974"/>
                </a:lnTo>
                <a:lnTo>
                  <a:pt x="4133" y="214006"/>
                </a:lnTo>
                <a:lnTo>
                  <a:pt x="3290" y="220036"/>
                </a:lnTo>
                <a:close/>
                <a:moveTo>
                  <a:pt x="6214" y="354586"/>
                </a:moveTo>
                <a:lnTo>
                  <a:pt x="8126" y="366563"/>
                </a:lnTo>
                <a:lnTo>
                  <a:pt x="8772" y="370162"/>
                </a:lnTo>
                <a:lnTo>
                  <a:pt x="22605" y="367674"/>
                </a:lnTo>
                <a:lnTo>
                  <a:pt x="21973" y="364145"/>
                </a:lnTo>
                <a:lnTo>
                  <a:pt x="22001" y="364286"/>
                </a:lnTo>
                <a:lnTo>
                  <a:pt x="20103" y="352435"/>
                </a:lnTo>
                <a:lnTo>
                  <a:pt x="20117" y="352562"/>
                </a:lnTo>
                <a:lnTo>
                  <a:pt x="18486" y="340823"/>
                </a:lnTo>
                <a:lnTo>
                  <a:pt x="18500" y="340964"/>
                </a:lnTo>
                <a:lnTo>
                  <a:pt x="17110" y="329332"/>
                </a:lnTo>
                <a:lnTo>
                  <a:pt x="15994" y="318035"/>
                </a:lnTo>
                <a:lnTo>
                  <a:pt x="15576" y="312623"/>
                </a:lnTo>
                <a:lnTo>
                  <a:pt x="1560" y="313705"/>
                </a:lnTo>
                <a:lnTo>
                  <a:pt x="1982" y="319244"/>
                </a:lnTo>
                <a:lnTo>
                  <a:pt x="3135" y="330912"/>
                </a:lnTo>
                <a:lnTo>
                  <a:pt x="4541" y="342693"/>
                </a:lnTo>
                <a:lnTo>
                  <a:pt x="6214" y="354586"/>
                </a:lnTo>
                <a:close/>
                <a:moveTo>
                  <a:pt x="38435" y="436390"/>
                </a:moveTo>
                <a:lnTo>
                  <a:pt x="38463" y="436502"/>
                </a:lnTo>
                <a:lnTo>
                  <a:pt x="35075" y="424145"/>
                </a:lnTo>
                <a:lnTo>
                  <a:pt x="35103" y="424258"/>
                </a:lnTo>
                <a:lnTo>
                  <a:pt x="31954" y="411971"/>
                </a:lnTo>
                <a:lnTo>
                  <a:pt x="31982" y="412097"/>
                </a:lnTo>
                <a:lnTo>
                  <a:pt x="31153" y="408569"/>
                </a:lnTo>
                <a:lnTo>
                  <a:pt x="17474" y="411816"/>
                </a:lnTo>
                <a:lnTo>
                  <a:pt x="18318" y="415401"/>
                </a:lnTo>
                <a:lnTo>
                  <a:pt x="21495" y="427814"/>
                </a:lnTo>
                <a:lnTo>
                  <a:pt x="24925" y="440284"/>
                </a:lnTo>
                <a:lnTo>
                  <a:pt x="28608" y="452824"/>
                </a:lnTo>
                <a:lnTo>
                  <a:pt x="32530" y="465420"/>
                </a:lnTo>
                <a:lnTo>
                  <a:pt x="32896" y="466502"/>
                </a:lnTo>
                <a:lnTo>
                  <a:pt x="46237" y="462102"/>
                </a:lnTo>
                <a:lnTo>
                  <a:pt x="45900" y="461062"/>
                </a:lnTo>
                <a:lnTo>
                  <a:pt x="45942" y="461174"/>
                </a:lnTo>
                <a:lnTo>
                  <a:pt x="42048" y="448691"/>
                </a:lnTo>
                <a:lnTo>
                  <a:pt x="42076" y="448803"/>
                </a:lnTo>
                <a:lnTo>
                  <a:pt x="38435" y="436390"/>
                </a:lnTo>
                <a:close/>
                <a:moveTo>
                  <a:pt x="46996" y="506610"/>
                </a:moveTo>
                <a:lnTo>
                  <a:pt x="50707" y="516282"/>
                </a:lnTo>
                <a:lnTo>
                  <a:pt x="55881" y="529088"/>
                </a:lnTo>
                <a:lnTo>
                  <a:pt x="61279" y="541923"/>
                </a:lnTo>
                <a:lnTo>
                  <a:pt x="66930" y="554773"/>
                </a:lnTo>
                <a:lnTo>
                  <a:pt x="68814" y="558892"/>
                </a:lnTo>
                <a:lnTo>
                  <a:pt x="81607" y="553043"/>
                </a:lnTo>
                <a:lnTo>
                  <a:pt x="79737" y="548967"/>
                </a:lnTo>
                <a:lnTo>
                  <a:pt x="79779" y="549065"/>
                </a:lnTo>
                <a:lnTo>
                  <a:pt x="74188" y="536355"/>
                </a:lnTo>
                <a:lnTo>
                  <a:pt x="68856" y="523676"/>
                </a:lnTo>
                <a:lnTo>
                  <a:pt x="68898" y="523775"/>
                </a:lnTo>
                <a:lnTo>
                  <a:pt x="63767" y="511080"/>
                </a:lnTo>
                <a:lnTo>
                  <a:pt x="63809" y="511179"/>
                </a:lnTo>
                <a:lnTo>
                  <a:pt x="60112" y="501563"/>
                </a:lnTo>
                <a:lnTo>
                  <a:pt x="46996" y="506610"/>
                </a:lnTo>
                <a:close/>
                <a:moveTo>
                  <a:pt x="111171" y="612439"/>
                </a:moveTo>
                <a:lnTo>
                  <a:pt x="111213" y="612523"/>
                </a:lnTo>
                <a:lnTo>
                  <a:pt x="104395" y="599744"/>
                </a:lnTo>
                <a:lnTo>
                  <a:pt x="104451" y="599829"/>
                </a:lnTo>
                <a:lnTo>
                  <a:pt x="99784" y="590747"/>
                </a:lnTo>
                <a:lnTo>
                  <a:pt x="87272" y="597172"/>
                </a:lnTo>
                <a:lnTo>
                  <a:pt x="91968" y="606309"/>
                </a:lnTo>
                <a:lnTo>
                  <a:pt x="98828" y="619186"/>
                </a:lnTo>
                <a:lnTo>
                  <a:pt x="105941" y="632064"/>
                </a:lnTo>
                <a:lnTo>
                  <a:pt x="113280" y="644913"/>
                </a:lnTo>
                <a:lnTo>
                  <a:pt x="114447" y="646867"/>
                </a:lnTo>
                <a:lnTo>
                  <a:pt x="126536" y="639711"/>
                </a:lnTo>
                <a:lnTo>
                  <a:pt x="125412" y="637799"/>
                </a:lnTo>
                <a:lnTo>
                  <a:pt x="125468" y="637898"/>
                </a:lnTo>
                <a:lnTo>
                  <a:pt x="118172" y="625133"/>
                </a:lnTo>
                <a:lnTo>
                  <a:pt x="118228" y="625217"/>
                </a:lnTo>
                <a:lnTo>
                  <a:pt x="111171" y="612439"/>
                </a:lnTo>
                <a:close/>
                <a:moveTo>
                  <a:pt x="199484" y="2263"/>
                </a:moveTo>
                <a:lnTo>
                  <a:pt x="190247" y="3641"/>
                </a:lnTo>
                <a:lnTo>
                  <a:pt x="182923" y="5033"/>
                </a:lnTo>
                <a:lnTo>
                  <a:pt x="185524" y="18838"/>
                </a:lnTo>
                <a:lnTo>
                  <a:pt x="192611" y="17509"/>
                </a:lnTo>
                <a:lnTo>
                  <a:pt x="201438" y="16181"/>
                </a:lnTo>
                <a:lnTo>
                  <a:pt x="201185" y="16209"/>
                </a:lnTo>
                <a:lnTo>
                  <a:pt x="210280" y="15197"/>
                </a:lnTo>
                <a:lnTo>
                  <a:pt x="210041" y="15211"/>
                </a:lnTo>
                <a:lnTo>
                  <a:pt x="219146" y="14517"/>
                </a:lnTo>
                <a:lnTo>
                  <a:pt x="228359" y="14128"/>
                </a:lnTo>
                <a:lnTo>
                  <a:pt x="228120" y="14142"/>
                </a:lnTo>
                <a:lnTo>
                  <a:pt x="237412" y="14060"/>
                </a:lnTo>
                <a:lnTo>
                  <a:pt x="239971" y="14128"/>
                </a:lnTo>
                <a:lnTo>
                  <a:pt x="240308" y="70"/>
                </a:lnTo>
                <a:lnTo>
                  <a:pt x="237581" y="0"/>
                </a:lnTo>
                <a:lnTo>
                  <a:pt x="227895" y="84"/>
                </a:lnTo>
                <a:lnTo>
                  <a:pt x="218307" y="478"/>
                </a:lnTo>
                <a:lnTo>
                  <a:pt x="208832" y="1209"/>
                </a:lnTo>
                <a:lnTo>
                  <a:pt x="199484" y="2263"/>
                </a:lnTo>
                <a:close/>
                <a:moveTo>
                  <a:pt x="318372" y="10614"/>
                </a:moveTo>
                <a:lnTo>
                  <a:pt x="307998" y="8224"/>
                </a:lnTo>
                <a:lnTo>
                  <a:pt x="297693" y="6129"/>
                </a:lnTo>
                <a:lnTo>
                  <a:pt x="287473" y="4330"/>
                </a:lnTo>
                <a:lnTo>
                  <a:pt x="283143" y="3697"/>
                </a:lnTo>
                <a:lnTo>
                  <a:pt x="281105" y="17615"/>
                </a:lnTo>
                <a:lnTo>
                  <a:pt x="285336" y="18233"/>
                </a:lnTo>
                <a:lnTo>
                  <a:pt x="285139" y="18191"/>
                </a:lnTo>
                <a:lnTo>
                  <a:pt x="295177" y="19962"/>
                </a:lnTo>
                <a:lnTo>
                  <a:pt x="294994" y="19920"/>
                </a:lnTo>
                <a:lnTo>
                  <a:pt x="305102" y="21973"/>
                </a:lnTo>
                <a:lnTo>
                  <a:pt x="304919" y="21945"/>
                </a:lnTo>
                <a:lnTo>
                  <a:pt x="315064" y="24282"/>
                </a:lnTo>
                <a:lnTo>
                  <a:pt x="325205" y="26893"/>
                </a:lnTo>
                <a:lnTo>
                  <a:pt x="325036" y="26851"/>
                </a:lnTo>
                <a:lnTo>
                  <a:pt x="335031" y="29705"/>
                </a:lnTo>
                <a:lnTo>
                  <a:pt x="338883" y="16181"/>
                </a:lnTo>
                <a:lnTo>
                  <a:pt x="328804" y="13313"/>
                </a:lnTo>
                <a:lnTo>
                  <a:pt x="318372" y="10614"/>
                </a:lnTo>
                <a:close/>
                <a:moveTo>
                  <a:pt x="407880" y="57905"/>
                </a:moveTo>
                <a:lnTo>
                  <a:pt x="418550" y="63092"/>
                </a:lnTo>
                <a:lnTo>
                  <a:pt x="418424" y="63036"/>
                </a:lnTo>
                <a:lnTo>
                  <a:pt x="424750" y="66270"/>
                </a:lnTo>
                <a:lnTo>
                  <a:pt x="431160" y="53758"/>
                </a:lnTo>
                <a:lnTo>
                  <a:pt x="424764" y="50482"/>
                </a:lnTo>
                <a:lnTo>
                  <a:pt x="413967" y="45239"/>
                </a:lnTo>
                <a:lnTo>
                  <a:pt x="403199" y="40262"/>
                </a:lnTo>
                <a:lnTo>
                  <a:pt x="392458" y="35553"/>
                </a:lnTo>
                <a:lnTo>
                  <a:pt x="381746" y="31139"/>
                </a:lnTo>
                <a:lnTo>
                  <a:pt x="379328" y="30197"/>
                </a:lnTo>
                <a:lnTo>
                  <a:pt x="374253" y="43299"/>
                </a:lnTo>
                <a:lnTo>
                  <a:pt x="376502" y="44179"/>
                </a:lnTo>
                <a:lnTo>
                  <a:pt x="387032" y="48528"/>
                </a:lnTo>
                <a:lnTo>
                  <a:pt x="386891" y="48458"/>
                </a:lnTo>
                <a:lnTo>
                  <a:pt x="397505" y="53111"/>
                </a:lnTo>
                <a:lnTo>
                  <a:pt x="397365" y="53041"/>
                </a:lnTo>
                <a:lnTo>
                  <a:pt x="408007" y="57961"/>
                </a:lnTo>
                <a:lnTo>
                  <a:pt x="407880" y="57905"/>
                </a:lnTo>
                <a:close/>
                <a:moveTo>
                  <a:pt x="492608" y="106419"/>
                </a:moveTo>
                <a:lnTo>
                  <a:pt x="503292" y="113716"/>
                </a:lnTo>
                <a:lnTo>
                  <a:pt x="503194" y="113645"/>
                </a:lnTo>
                <a:lnTo>
                  <a:pt x="507833" y="116949"/>
                </a:lnTo>
                <a:lnTo>
                  <a:pt x="515958" y="105477"/>
                </a:lnTo>
                <a:lnTo>
                  <a:pt x="511277" y="102146"/>
                </a:lnTo>
                <a:lnTo>
                  <a:pt x="500480" y="94779"/>
                </a:lnTo>
                <a:lnTo>
                  <a:pt x="489684" y="87652"/>
                </a:lnTo>
                <a:lnTo>
                  <a:pt x="478859" y="80806"/>
                </a:lnTo>
                <a:lnTo>
                  <a:pt x="468484" y="74480"/>
                </a:lnTo>
                <a:lnTo>
                  <a:pt x="461160" y="86485"/>
                </a:lnTo>
                <a:lnTo>
                  <a:pt x="471493" y="92769"/>
                </a:lnTo>
                <a:lnTo>
                  <a:pt x="471394" y="92713"/>
                </a:lnTo>
                <a:lnTo>
                  <a:pt x="482107" y="99503"/>
                </a:lnTo>
                <a:lnTo>
                  <a:pt x="481994" y="99433"/>
                </a:lnTo>
                <a:lnTo>
                  <a:pt x="492706" y="106476"/>
                </a:lnTo>
                <a:lnTo>
                  <a:pt x="492608" y="106419"/>
                </a:lnTo>
                <a:close/>
                <a:moveTo>
                  <a:pt x="566230" y="162314"/>
                </a:moveTo>
                <a:lnTo>
                  <a:pt x="576675" y="171353"/>
                </a:lnTo>
                <a:lnTo>
                  <a:pt x="576591" y="171283"/>
                </a:lnTo>
                <a:lnTo>
                  <a:pt x="584013" y="177905"/>
                </a:lnTo>
                <a:lnTo>
                  <a:pt x="593376" y="167403"/>
                </a:lnTo>
                <a:lnTo>
                  <a:pt x="585911" y="160754"/>
                </a:lnTo>
                <a:lnTo>
                  <a:pt x="575382" y="151644"/>
                </a:lnTo>
                <a:lnTo>
                  <a:pt x="564796" y="142788"/>
                </a:lnTo>
                <a:lnTo>
                  <a:pt x="554154" y="134156"/>
                </a:lnTo>
                <a:lnTo>
                  <a:pt x="550021" y="130908"/>
                </a:lnTo>
                <a:lnTo>
                  <a:pt x="541347" y="141972"/>
                </a:lnTo>
                <a:lnTo>
                  <a:pt x="545438" y="145177"/>
                </a:lnTo>
                <a:lnTo>
                  <a:pt x="545340" y="145107"/>
                </a:lnTo>
                <a:lnTo>
                  <a:pt x="555897" y="153668"/>
                </a:lnTo>
                <a:lnTo>
                  <a:pt x="555799" y="153598"/>
                </a:lnTo>
                <a:lnTo>
                  <a:pt x="566300" y="162384"/>
                </a:lnTo>
                <a:lnTo>
                  <a:pt x="566230" y="162314"/>
                </a:lnTo>
                <a:close/>
                <a:moveTo>
                  <a:pt x="145065" y="696070"/>
                </a:moveTo>
                <a:lnTo>
                  <a:pt x="153598" y="708764"/>
                </a:lnTo>
                <a:lnTo>
                  <a:pt x="162384" y="721417"/>
                </a:lnTo>
                <a:lnTo>
                  <a:pt x="168401" y="729837"/>
                </a:lnTo>
                <a:lnTo>
                  <a:pt x="179845" y="721656"/>
                </a:lnTo>
                <a:lnTo>
                  <a:pt x="173842" y="713277"/>
                </a:lnTo>
                <a:lnTo>
                  <a:pt x="173898" y="713361"/>
                </a:lnTo>
                <a:lnTo>
                  <a:pt x="165182" y="700793"/>
                </a:lnTo>
                <a:lnTo>
                  <a:pt x="165238" y="700878"/>
                </a:lnTo>
                <a:lnTo>
                  <a:pt x="156802" y="688329"/>
                </a:lnTo>
                <a:lnTo>
                  <a:pt x="148565" y="675700"/>
                </a:lnTo>
                <a:lnTo>
                  <a:pt x="148622" y="675784"/>
                </a:lnTo>
                <a:lnTo>
                  <a:pt x="148453" y="675503"/>
                </a:lnTo>
                <a:lnTo>
                  <a:pt x="136560" y="683010"/>
                </a:lnTo>
                <a:lnTo>
                  <a:pt x="136757" y="683333"/>
                </a:lnTo>
                <a:lnTo>
                  <a:pt x="145065" y="696070"/>
                </a:lnTo>
                <a:close/>
                <a:moveTo>
                  <a:pt x="219727" y="773656"/>
                </a:moveTo>
                <a:lnTo>
                  <a:pt x="219797" y="773741"/>
                </a:lnTo>
                <a:lnTo>
                  <a:pt x="210308" y="761988"/>
                </a:lnTo>
                <a:lnTo>
                  <a:pt x="210379" y="762072"/>
                </a:lnTo>
                <a:lnTo>
                  <a:pt x="204952" y="755156"/>
                </a:lnTo>
                <a:lnTo>
                  <a:pt x="193889" y="763816"/>
                </a:lnTo>
                <a:lnTo>
                  <a:pt x="199343" y="770774"/>
                </a:lnTo>
                <a:lnTo>
                  <a:pt x="208888" y="782611"/>
                </a:lnTo>
                <a:lnTo>
                  <a:pt x="218546" y="794223"/>
                </a:lnTo>
                <a:lnTo>
                  <a:pt x="228317" y="805624"/>
                </a:lnTo>
                <a:lnTo>
                  <a:pt x="229961" y="807494"/>
                </a:lnTo>
                <a:lnTo>
                  <a:pt x="240505" y="798188"/>
                </a:lnTo>
                <a:lnTo>
                  <a:pt x="238888" y="796360"/>
                </a:lnTo>
                <a:lnTo>
                  <a:pt x="238959" y="796444"/>
                </a:lnTo>
                <a:lnTo>
                  <a:pt x="229259" y="785128"/>
                </a:lnTo>
                <a:lnTo>
                  <a:pt x="229329" y="785198"/>
                </a:lnTo>
                <a:lnTo>
                  <a:pt x="219727" y="773656"/>
                </a:lnTo>
                <a:close/>
                <a:moveTo>
                  <a:pt x="278518" y="859298"/>
                </a:moveTo>
                <a:lnTo>
                  <a:pt x="288808" y="869349"/>
                </a:lnTo>
                <a:lnTo>
                  <a:pt x="298691" y="878726"/>
                </a:lnTo>
                <a:lnTo>
                  <a:pt x="308363" y="868520"/>
                </a:lnTo>
                <a:lnTo>
                  <a:pt x="298508" y="859185"/>
                </a:lnTo>
                <a:lnTo>
                  <a:pt x="298593" y="859256"/>
                </a:lnTo>
                <a:lnTo>
                  <a:pt x="288404" y="849291"/>
                </a:lnTo>
                <a:lnTo>
                  <a:pt x="278321" y="839139"/>
                </a:lnTo>
                <a:lnTo>
                  <a:pt x="278391" y="839223"/>
                </a:lnTo>
                <a:lnTo>
                  <a:pt x="268677" y="829143"/>
                </a:lnTo>
                <a:lnTo>
                  <a:pt x="258556" y="838900"/>
                </a:lnTo>
                <a:lnTo>
                  <a:pt x="268312" y="849007"/>
                </a:lnTo>
                <a:lnTo>
                  <a:pt x="278518" y="859298"/>
                </a:lnTo>
                <a:close/>
                <a:moveTo>
                  <a:pt x="339721" y="896507"/>
                </a:moveTo>
                <a:lnTo>
                  <a:pt x="339741" y="896524"/>
                </a:lnTo>
                <a:lnTo>
                  <a:pt x="339656" y="896453"/>
                </a:lnTo>
                <a:lnTo>
                  <a:pt x="339721" y="896507"/>
                </a:lnTo>
                <a:close/>
                <a:moveTo>
                  <a:pt x="373185" y="941200"/>
                </a:moveTo>
                <a:lnTo>
                  <a:pt x="374816" y="942395"/>
                </a:lnTo>
                <a:lnTo>
                  <a:pt x="383138" y="931050"/>
                </a:lnTo>
                <a:lnTo>
                  <a:pt x="381549" y="929897"/>
                </a:lnTo>
                <a:lnTo>
                  <a:pt x="381648" y="929968"/>
                </a:lnTo>
                <a:lnTo>
                  <a:pt x="371020" y="921898"/>
                </a:lnTo>
                <a:lnTo>
                  <a:pt x="371118" y="921969"/>
                </a:lnTo>
                <a:lnTo>
                  <a:pt x="360533" y="913660"/>
                </a:lnTo>
                <a:lnTo>
                  <a:pt x="360617" y="913731"/>
                </a:lnTo>
                <a:lnTo>
                  <a:pt x="350088" y="905195"/>
                </a:lnTo>
                <a:lnTo>
                  <a:pt x="339721" y="896507"/>
                </a:lnTo>
                <a:lnTo>
                  <a:pt x="339586" y="896397"/>
                </a:lnTo>
                <a:lnTo>
                  <a:pt x="330392" y="907025"/>
                </a:lnTo>
                <a:lnTo>
                  <a:pt x="330589" y="907208"/>
                </a:lnTo>
                <a:lnTo>
                  <a:pt x="341175" y="916064"/>
                </a:lnTo>
                <a:lnTo>
                  <a:pt x="351803" y="924696"/>
                </a:lnTo>
                <a:lnTo>
                  <a:pt x="362487" y="933060"/>
                </a:lnTo>
                <a:lnTo>
                  <a:pt x="373185" y="941200"/>
                </a:lnTo>
                <a:close/>
                <a:moveTo>
                  <a:pt x="434576" y="966139"/>
                </a:moveTo>
                <a:lnTo>
                  <a:pt x="423864" y="959349"/>
                </a:lnTo>
                <a:lnTo>
                  <a:pt x="423962" y="959419"/>
                </a:lnTo>
                <a:lnTo>
                  <a:pt x="417369" y="955061"/>
                </a:lnTo>
                <a:lnTo>
                  <a:pt x="409637" y="966800"/>
                </a:lnTo>
                <a:lnTo>
                  <a:pt x="416287" y="971186"/>
                </a:lnTo>
                <a:lnTo>
                  <a:pt x="427111" y="978046"/>
                </a:lnTo>
                <a:lnTo>
                  <a:pt x="437936" y="984639"/>
                </a:lnTo>
                <a:lnTo>
                  <a:pt x="448761" y="990965"/>
                </a:lnTo>
                <a:lnTo>
                  <a:pt x="458123" y="996223"/>
                </a:lnTo>
                <a:lnTo>
                  <a:pt x="464998" y="983965"/>
                </a:lnTo>
                <a:lnTo>
                  <a:pt x="455691" y="978735"/>
                </a:lnTo>
                <a:lnTo>
                  <a:pt x="455804" y="978805"/>
                </a:lnTo>
                <a:lnTo>
                  <a:pt x="445078" y="972535"/>
                </a:lnTo>
                <a:lnTo>
                  <a:pt x="445190" y="972606"/>
                </a:lnTo>
                <a:lnTo>
                  <a:pt x="434478" y="966069"/>
                </a:lnTo>
                <a:lnTo>
                  <a:pt x="434576" y="966139"/>
                </a:lnTo>
                <a:close/>
                <a:moveTo>
                  <a:pt x="496207" y="1015567"/>
                </a:moveTo>
                <a:lnTo>
                  <a:pt x="502772" y="1018590"/>
                </a:lnTo>
                <a:lnTo>
                  <a:pt x="513512" y="1023299"/>
                </a:lnTo>
                <a:lnTo>
                  <a:pt x="524224" y="1027713"/>
                </a:lnTo>
                <a:lnTo>
                  <a:pt x="534894" y="1031860"/>
                </a:lnTo>
                <a:lnTo>
                  <a:pt x="545536" y="1035712"/>
                </a:lnTo>
                <a:lnTo>
                  <a:pt x="549037" y="1036879"/>
                </a:lnTo>
                <a:lnTo>
                  <a:pt x="553521" y="1023566"/>
                </a:lnTo>
                <a:lnTo>
                  <a:pt x="550105" y="1022413"/>
                </a:lnTo>
                <a:lnTo>
                  <a:pt x="550246" y="1022470"/>
                </a:lnTo>
                <a:lnTo>
                  <a:pt x="539911" y="1018715"/>
                </a:lnTo>
                <a:lnTo>
                  <a:pt x="529441" y="1014667"/>
                </a:lnTo>
                <a:lnTo>
                  <a:pt x="518939" y="1010323"/>
                </a:lnTo>
                <a:lnTo>
                  <a:pt x="519079" y="1010380"/>
                </a:lnTo>
                <a:lnTo>
                  <a:pt x="508465" y="1005740"/>
                </a:lnTo>
                <a:lnTo>
                  <a:pt x="508606" y="1005797"/>
                </a:lnTo>
                <a:lnTo>
                  <a:pt x="502111" y="1002802"/>
                </a:lnTo>
                <a:lnTo>
                  <a:pt x="496207" y="1015567"/>
                </a:lnTo>
                <a:close/>
                <a:moveTo>
                  <a:pt x="593348" y="1035136"/>
                </a:moveTo>
                <a:lnTo>
                  <a:pt x="590185" y="1048828"/>
                </a:lnTo>
                <a:lnTo>
                  <a:pt x="597973" y="1050628"/>
                </a:lnTo>
                <a:lnTo>
                  <a:pt x="608263" y="1052722"/>
                </a:lnTo>
                <a:lnTo>
                  <a:pt x="618498" y="1054508"/>
                </a:lnTo>
                <a:lnTo>
                  <a:pt x="628648" y="1055998"/>
                </a:lnTo>
                <a:lnTo>
                  <a:pt x="638713" y="1057179"/>
                </a:lnTo>
                <a:lnTo>
                  <a:pt x="646614" y="1057868"/>
                </a:lnTo>
                <a:lnTo>
                  <a:pt x="647837" y="1043866"/>
                </a:lnTo>
                <a:lnTo>
                  <a:pt x="640035" y="1043191"/>
                </a:lnTo>
                <a:lnTo>
                  <a:pt x="640245" y="1043205"/>
                </a:lnTo>
                <a:lnTo>
                  <a:pt x="630417" y="1042056"/>
                </a:lnTo>
                <a:lnTo>
                  <a:pt x="620634" y="1040618"/>
                </a:lnTo>
                <a:lnTo>
                  <a:pt x="620831" y="1040647"/>
                </a:lnTo>
                <a:lnTo>
                  <a:pt x="610794" y="1038889"/>
                </a:lnTo>
                <a:lnTo>
                  <a:pt x="610977" y="1038932"/>
                </a:lnTo>
                <a:lnTo>
                  <a:pt x="600855" y="1036865"/>
                </a:lnTo>
                <a:lnTo>
                  <a:pt x="601038" y="1036907"/>
                </a:lnTo>
                <a:lnTo>
                  <a:pt x="593348" y="1035136"/>
                </a:lnTo>
                <a:close/>
                <a:moveTo>
                  <a:pt x="637560" y="229990"/>
                </a:moveTo>
                <a:lnTo>
                  <a:pt x="647542" y="240646"/>
                </a:lnTo>
                <a:lnTo>
                  <a:pt x="647471" y="240575"/>
                </a:lnTo>
                <a:lnTo>
                  <a:pt x="653151" y="246831"/>
                </a:lnTo>
                <a:lnTo>
                  <a:pt x="663554" y="237370"/>
                </a:lnTo>
                <a:lnTo>
                  <a:pt x="657832" y="231086"/>
                </a:lnTo>
                <a:lnTo>
                  <a:pt x="647795" y="220346"/>
                </a:lnTo>
                <a:lnTo>
                  <a:pt x="637659" y="209830"/>
                </a:lnTo>
                <a:lnTo>
                  <a:pt x="627453" y="199554"/>
                </a:lnTo>
                <a:lnTo>
                  <a:pt x="624332" y="196503"/>
                </a:lnTo>
                <a:lnTo>
                  <a:pt x="614505" y="206569"/>
                </a:lnTo>
                <a:lnTo>
                  <a:pt x="617584" y="209577"/>
                </a:lnTo>
                <a:lnTo>
                  <a:pt x="617514" y="209493"/>
                </a:lnTo>
                <a:lnTo>
                  <a:pt x="627649" y="219699"/>
                </a:lnTo>
                <a:lnTo>
                  <a:pt x="627579" y="219629"/>
                </a:lnTo>
                <a:lnTo>
                  <a:pt x="637631" y="230060"/>
                </a:lnTo>
                <a:lnTo>
                  <a:pt x="637560" y="229990"/>
                </a:lnTo>
                <a:close/>
                <a:moveTo>
                  <a:pt x="704969" y="308743"/>
                </a:moveTo>
                <a:lnTo>
                  <a:pt x="704898" y="308658"/>
                </a:lnTo>
                <a:lnTo>
                  <a:pt x="714163" y="320833"/>
                </a:lnTo>
                <a:lnTo>
                  <a:pt x="714092" y="320762"/>
                </a:lnTo>
                <a:lnTo>
                  <a:pt x="715189" y="322238"/>
                </a:lnTo>
                <a:lnTo>
                  <a:pt x="726506" y="313888"/>
                </a:lnTo>
                <a:lnTo>
                  <a:pt x="725381" y="312370"/>
                </a:lnTo>
                <a:lnTo>
                  <a:pt x="716060" y="300111"/>
                </a:lnTo>
                <a:lnTo>
                  <a:pt x="706628" y="288077"/>
                </a:lnTo>
                <a:lnTo>
                  <a:pt x="697082" y="276241"/>
                </a:lnTo>
                <a:lnTo>
                  <a:pt x="691417" y="269436"/>
                </a:lnTo>
                <a:lnTo>
                  <a:pt x="680606" y="278420"/>
                </a:lnTo>
                <a:lnTo>
                  <a:pt x="686229" y="285181"/>
                </a:lnTo>
                <a:lnTo>
                  <a:pt x="686173" y="285111"/>
                </a:lnTo>
                <a:lnTo>
                  <a:pt x="695662" y="296864"/>
                </a:lnTo>
                <a:lnTo>
                  <a:pt x="695592" y="296779"/>
                </a:lnTo>
                <a:lnTo>
                  <a:pt x="704969" y="308743"/>
                </a:lnTo>
                <a:close/>
                <a:moveTo>
                  <a:pt x="781922" y="395903"/>
                </a:moveTo>
                <a:lnTo>
                  <a:pt x="777269" y="388297"/>
                </a:lnTo>
                <a:lnTo>
                  <a:pt x="769200" y="375518"/>
                </a:lnTo>
                <a:lnTo>
                  <a:pt x="760906" y="362782"/>
                </a:lnTo>
                <a:lnTo>
                  <a:pt x="752358" y="350073"/>
                </a:lnTo>
                <a:lnTo>
                  <a:pt x="751163" y="348344"/>
                </a:lnTo>
                <a:lnTo>
                  <a:pt x="739608" y="356371"/>
                </a:lnTo>
                <a:lnTo>
                  <a:pt x="740789" y="358058"/>
                </a:lnTo>
                <a:lnTo>
                  <a:pt x="740732" y="357974"/>
                </a:lnTo>
                <a:lnTo>
                  <a:pt x="749168" y="370523"/>
                </a:lnTo>
                <a:lnTo>
                  <a:pt x="757405" y="383152"/>
                </a:lnTo>
                <a:lnTo>
                  <a:pt x="757349" y="383068"/>
                </a:lnTo>
                <a:lnTo>
                  <a:pt x="765348" y="395748"/>
                </a:lnTo>
                <a:lnTo>
                  <a:pt x="765306" y="395664"/>
                </a:lnTo>
                <a:lnTo>
                  <a:pt x="769931" y="403241"/>
                </a:lnTo>
                <a:lnTo>
                  <a:pt x="781922" y="395903"/>
                </a:lnTo>
                <a:close/>
                <a:moveTo>
                  <a:pt x="808042" y="471718"/>
                </a:moveTo>
                <a:lnTo>
                  <a:pt x="814382" y="484510"/>
                </a:lnTo>
                <a:lnTo>
                  <a:pt x="814326" y="484412"/>
                </a:lnTo>
                <a:lnTo>
                  <a:pt x="816533" y="489023"/>
                </a:lnTo>
                <a:lnTo>
                  <a:pt x="829228" y="482978"/>
                </a:lnTo>
                <a:lnTo>
                  <a:pt x="827007" y="478325"/>
                </a:lnTo>
                <a:lnTo>
                  <a:pt x="820624" y="465434"/>
                </a:lnTo>
                <a:lnTo>
                  <a:pt x="814003" y="452542"/>
                </a:lnTo>
                <a:lnTo>
                  <a:pt x="807128" y="439665"/>
                </a:lnTo>
                <a:lnTo>
                  <a:pt x="803248" y="432636"/>
                </a:lnTo>
                <a:lnTo>
                  <a:pt x="790948" y="439426"/>
                </a:lnTo>
                <a:lnTo>
                  <a:pt x="794800" y="446413"/>
                </a:lnTo>
                <a:lnTo>
                  <a:pt x="794743" y="446315"/>
                </a:lnTo>
                <a:lnTo>
                  <a:pt x="801561" y="459108"/>
                </a:lnTo>
                <a:lnTo>
                  <a:pt x="801519" y="459023"/>
                </a:lnTo>
                <a:lnTo>
                  <a:pt x="808098" y="471816"/>
                </a:lnTo>
                <a:lnTo>
                  <a:pt x="808042" y="471718"/>
                </a:lnTo>
                <a:close/>
                <a:moveTo>
                  <a:pt x="846983" y="560241"/>
                </a:moveTo>
                <a:lnTo>
                  <a:pt x="851622" y="572865"/>
                </a:lnTo>
                <a:lnTo>
                  <a:pt x="851580" y="572767"/>
                </a:lnTo>
                <a:lnTo>
                  <a:pt x="853829" y="579205"/>
                </a:lnTo>
                <a:lnTo>
                  <a:pt x="867100" y="574580"/>
                </a:lnTo>
                <a:lnTo>
                  <a:pt x="864837" y="568086"/>
                </a:lnTo>
                <a:lnTo>
                  <a:pt x="860169" y="555349"/>
                </a:lnTo>
                <a:lnTo>
                  <a:pt x="855249" y="542570"/>
                </a:lnTo>
                <a:lnTo>
                  <a:pt x="850090" y="529763"/>
                </a:lnTo>
                <a:lnTo>
                  <a:pt x="846702" y="521708"/>
                </a:lnTo>
                <a:lnTo>
                  <a:pt x="833740" y="527163"/>
                </a:lnTo>
                <a:lnTo>
                  <a:pt x="837114" y="535162"/>
                </a:lnTo>
                <a:lnTo>
                  <a:pt x="837072" y="535063"/>
                </a:lnTo>
                <a:lnTo>
                  <a:pt x="842189" y="547772"/>
                </a:lnTo>
                <a:lnTo>
                  <a:pt x="842147" y="547673"/>
                </a:lnTo>
                <a:lnTo>
                  <a:pt x="847025" y="560340"/>
                </a:lnTo>
                <a:lnTo>
                  <a:pt x="846983" y="560241"/>
                </a:lnTo>
                <a:close/>
                <a:moveTo>
                  <a:pt x="874017" y="646867"/>
                </a:moveTo>
                <a:lnTo>
                  <a:pt x="873974" y="646754"/>
                </a:lnTo>
                <a:lnTo>
                  <a:pt x="876884" y="658957"/>
                </a:lnTo>
                <a:lnTo>
                  <a:pt x="876856" y="658844"/>
                </a:lnTo>
                <a:lnTo>
                  <a:pt x="879499" y="670962"/>
                </a:lnTo>
                <a:lnTo>
                  <a:pt x="879471" y="670836"/>
                </a:lnTo>
                <a:lnTo>
                  <a:pt x="879907" y="673001"/>
                </a:lnTo>
                <a:lnTo>
                  <a:pt x="893684" y="670259"/>
                </a:lnTo>
                <a:lnTo>
                  <a:pt x="893248" y="668024"/>
                </a:lnTo>
                <a:lnTo>
                  <a:pt x="890577" y="655780"/>
                </a:lnTo>
                <a:lnTo>
                  <a:pt x="887639" y="643451"/>
                </a:lnTo>
                <a:lnTo>
                  <a:pt x="884462" y="631037"/>
                </a:lnTo>
                <a:lnTo>
                  <a:pt x="881032" y="618568"/>
                </a:lnTo>
                <a:lnTo>
                  <a:pt x="880019" y="615082"/>
                </a:lnTo>
                <a:lnTo>
                  <a:pt x="866524" y="619046"/>
                </a:lnTo>
                <a:lnTo>
                  <a:pt x="867536" y="622462"/>
                </a:lnTo>
                <a:lnTo>
                  <a:pt x="867494" y="622350"/>
                </a:lnTo>
                <a:lnTo>
                  <a:pt x="870896" y="634707"/>
                </a:lnTo>
                <a:lnTo>
                  <a:pt x="870868" y="634580"/>
                </a:lnTo>
                <a:lnTo>
                  <a:pt x="874017" y="646867"/>
                </a:lnTo>
                <a:close/>
                <a:moveTo>
                  <a:pt x="891463" y="763141"/>
                </a:moveTo>
                <a:lnTo>
                  <a:pt x="891674" y="769425"/>
                </a:lnTo>
                <a:lnTo>
                  <a:pt x="905718" y="768961"/>
                </a:lnTo>
                <a:lnTo>
                  <a:pt x="905507" y="762593"/>
                </a:lnTo>
                <a:lnTo>
                  <a:pt x="904874" y="751149"/>
                </a:lnTo>
                <a:lnTo>
                  <a:pt x="903974" y="739608"/>
                </a:lnTo>
                <a:lnTo>
                  <a:pt x="902822" y="727925"/>
                </a:lnTo>
                <a:lnTo>
                  <a:pt x="901416" y="716145"/>
                </a:lnTo>
                <a:lnTo>
                  <a:pt x="900867" y="712223"/>
                </a:lnTo>
                <a:lnTo>
                  <a:pt x="886950" y="714163"/>
                </a:lnTo>
                <a:lnTo>
                  <a:pt x="887484" y="718029"/>
                </a:lnTo>
                <a:lnTo>
                  <a:pt x="887470" y="717888"/>
                </a:lnTo>
                <a:lnTo>
                  <a:pt x="888861" y="729521"/>
                </a:lnTo>
                <a:lnTo>
                  <a:pt x="889987" y="740901"/>
                </a:lnTo>
                <a:lnTo>
                  <a:pt x="889973" y="740760"/>
                </a:lnTo>
                <a:lnTo>
                  <a:pt x="890844" y="752162"/>
                </a:lnTo>
                <a:lnTo>
                  <a:pt x="890844" y="752021"/>
                </a:lnTo>
                <a:lnTo>
                  <a:pt x="891463" y="763295"/>
                </a:lnTo>
                <a:lnTo>
                  <a:pt x="891463" y="763141"/>
                </a:lnTo>
                <a:close/>
                <a:moveTo>
                  <a:pt x="887358" y="846842"/>
                </a:moveTo>
                <a:lnTo>
                  <a:pt x="885657" y="856753"/>
                </a:lnTo>
                <a:lnTo>
                  <a:pt x="885699" y="856557"/>
                </a:lnTo>
                <a:lnTo>
                  <a:pt x="883871" y="865666"/>
                </a:lnTo>
                <a:lnTo>
                  <a:pt x="897662" y="868422"/>
                </a:lnTo>
                <a:lnTo>
                  <a:pt x="899504" y="859214"/>
                </a:lnTo>
                <a:lnTo>
                  <a:pt x="901233" y="849106"/>
                </a:lnTo>
                <a:lnTo>
                  <a:pt x="902681" y="838815"/>
                </a:lnTo>
                <a:lnTo>
                  <a:pt x="903876" y="828370"/>
                </a:lnTo>
                <a:lnTo>
                  <a:pt x="904804" y="817770"/>
                </a:lnTo>
                <a:lnTo>
                  <a:pt x="905169" y="811782"/>
                </a:lnTo>
                <a:lnTo>
                  <a:pt x="891139" y="810910"/>
                </a:lnTo>
                <a:lnTo>
                  <a:pt x="890779" y="816739"/>
                </a:lnTo>
                <a:lnTo>
                  <a:pt x="889874" y="827063"/>
                </a:lnTo>
                <a:lnTo>
                  <a:pt x="889902" y="826866"/>
                </a:lnTo>
                <a:lnTo>
                  <a:pt x="888721" y="837128"/>
                </a:lnTo>
                <a:lnTo>
                  <a:pt x="888749" y="836946"/>
                </a:lnTo>
                <a:lnTo>
                  <a:pt x="887316" y="847025"/>
                </a:lnTo>
                <a:lnTo>
                  <a:pt x="887358" y="846842"/>
                </a:lnTo>
                <a:close/>
                <a:moveTo>
                  <a:pt x="871838" y="941776"/>
                </a:moveTo>
                <a:lnTo>
                  <a:pt x="876013" y="933426"/>
                </a:lnTo>
                <a:lnTo>
                  <a:pt x="879907" y="924851"/>
                </a:lnTo>
                <a:lnTo>
                  <a:pt x="883520" y="916064"/>
                </a:lnTo>
                <a:lnTo>
                  <a:pt x="885769" y="910005"/>
                </a:lnTo>
                <a:lnTo>
                  <a:pt x="872597" y="905099"/>
                </a:lnTo>
                <a:lnTo>
                  <a:pt x="870390" y="911060"/>
                </a:lnTo>
                <a:lnTo>
                  <a:pt x="870474" y="910821"/>
                </a:lnTo>
                <a:lnTo>
                  <a:pt x="866981" y="919294"/>
                </a:lnTo>
                <a:lnTo>
                  <a:pt x="863329" y="927345"/>
                </a:lnTo>
                <a:lnTo>
                  <a:pt x="859326" y="935380"/>
                </a:lnTo>
                <a:lnTo>
                  <a:pt x="859438" y="935141"/>
                </a:lnTo>
                <a:lnTo>
                  <a:pt x="855148" y="942996"/>
                </a:lnTo>
                <a:lnTo>
                  <a:pt x="850680" y="950464"/>
                </a:lnTo>
                <a:lnTo>
                  <a:pt x="850821" y="950225"/>
                </a:lnTo>
                <a:lnTo>
                  <a:pt x="848375" y="953965"/>
                </a:lnTo>
                <a:lnTo>
                  <a:pt x="860141" y="961654"/>
                </a:lnTo>
                <a:lnTo>
                  <a:pt x="862672" y="957803"/>
                </a:lnTo>
                <a:lnTo>
                  <a:pt x="867395" y="949902"/>
                </a:lnTo>
                <a:lnTo>
                  <a:pt x="871838" y="941776"/>
                </a:lnTo>
                <a:close/>
                <a:moveTo>
                  <a:pt x="821735" y="1006050"/>
                </a:moveTo>
                <a:lnTo>
                  <a:pt x="828426" y="999949"/>
                </a:lnTo>
                <a:lnTo>
                  <a:pt x="832813" y="995591"/>
                </a:lnTo>
                <a:lnTo>
                  <a:pt x="822902" y="985623"/>
                </a:lnTo>
                <a:lnTo>
                  <a:pt x="818628" y="989869"/>
                </a:lnTo>
                <a:lnTo>
                  <a:pt x="818839" y="989658"/>
                </a:lnTo>
                <a:lnTo>
                  <a:pt x="812504" y="995440"/>
                </a:lnTo>
                <a:lnTo>
                  <a:pt x="806085" y="1000788"/>
                </a:lnTo>
                <a:lnTo>
                  <a:pt x="799224" y="1006010"/>
                </a:lnTo>
                <a:lnTo>
                  <a:pt x="792275" y="1010826"/>
                </a:lnTo>
                <a:lnTo>
                  <a:pt x="785016" y="1015400"/>
                </a:lnTo>
                <a:lnTo>
                  <a:pt x="779757" y="1018393"/>
                </a:lnTo>
                <a:lnTo>
                  <a:pt x="786716" y="1030609"/>
                </a:lnTo>
                <a:lnTo>
                  <a:pt x="792325" y="1027404"/>
                </a:lnTo>
                <a:lnTo>
                  <a:pt x="800015" y="1022568"/>
                </a:lnTo>
                <a:lnTo>
                  <a:pt x="807508" y="1017381"/>
                </a:lnTo>
                <a:lnTo>
                  <a:pt x="814762" y="1011856"/>
                </a:lnTo>
                <a:lnTo>
                  <a:pt x="821735" y="1006050"/>
                </a:lnTo>
                <a:close/>
                <a:moveTo>
                  <a:pt x="697124" y="1057643"/>
                </a:moveTo>
                <a:lnTo>
                  <a:pt x="706487" y="1056588"/>
                </a:lnTo>
                <a:lnTo>
                  <a:pt x="715723" y="1055211"/>
                </a:lnTo>
                <a:lnTo>
                  <a:pt x="724819" y="1053482"/>
                </a:lnTo>
                <a:lnTo>
                  <a:pt x="733788" y="1051429"/>
                </a:lnTo>
                <a:lnTo>
                  <a:pt x="742616" y="1049039"/>
                </a:lnTo>
                <a:lnTo>
                  <a:pt x="746651" y="1047774"/>
                </a:lnTo>
                <a:lnTo>
                  <a:pt x="742419" y="1034363"/>
                </a:lnTo>
                <a:lnTo>
                  <a:pt x="738539" y="1035586"/>
                </a:lnTo>
                <a:lnTo>
                  <a:pt x="738806" y="1035501"/>
                </a:lnTo>
                <a:lnTo>
                  <a:pt x="730245" y="1037821"/>
                </a:lnTo>
                <a:lnTo>
                  <a:pt x="730512" y="1037765"/>
                </a:lnTo>
                <a:lnTo>
                  <a:pt x="721957" y="1039713"/>
                </a:lnTo>
                <a:lnTo>
                  <a:pt x="713354" y="1041344"/>
                </a:lnTo>
                <a:lnTo>
                  <a:pt x="704533" y="1042671"/>
                </a:lnTo>
                <a:lnTo>
                  <a:pt x="704786" y="1042629"/>
                </a:lnTo>
                <a:lnTo>
                  <a:pt x="695676" y="1043655"/>
                </a:lnTo>
                <a:lnTo>
                  <a:pt x="695929" y="1043641"/>
                </a:lnTo>
                <a:lnTo>
                  <a:pt x="688816" y="1044175"/>
                </a:lnTo>
                <a:lnTo>
                  <a:pt x="689898" y="1058191"/>
                </a:lnTo>
                <a:lnTo>
                  <a:pt x="697124" y="1057643"/>
                </a:lnTo>
                <a:close/>
              </a:path>
            </a:pathLst>
          </a:custGeom>
          <a:solidFill xmlns:a="http://schemas.openxmlformats.org/drawingml/2006/main">
            <a:srgbClr val="C65F10">
              <a:alpha val="52900"/>
            </a:srgbClr>
          </a:solidFill>
          <a:ln xmlns:a="http://schemas.openxmlformats.org/drawingml/2006/main" w="0" cap="flat">
            <a:noFill/>
            <a:miter/>
          </a:ln>
        </p:spPr>
      </p:sp>
      <p:sp>
        <p:nvSpPr>
          <p:cNvPr id="531" name="Vector element">
            <a:extLst xmlns:a="http://schemas.openxmlformats.org/drawingml/2006/main">
              <a:ext uri="{FF2B5EF4-FFF2-40B4-BE49-F238E27FC236}">
                <a16:creationId xmlns:a16="http://schemas.microsoft.com/office/drawing/2014/main" id="{050AC9F3-9F6D-45A5-AFBD-DA98D3D70622}"/>
              </a:ext>
            </a:extLst>
          </p:cNvPr>
          <p:cNvSpPr>
            <a:spLocks xmlns:a="http://schemas.openxmlformats.org/drawingml/2006/main" noGrp="1"/>
          </p:cNvSpPr>
          <p:nvPr/>
        </p:nvSpPr>
        <p:spPr>
          <a:xfrm xmlns:a="http://schemas.openxmlformats.org/drawingml/2006/main">
            <a:off x="880248" y="1255024"/>
            <a:ext cx="182712" cy="172520"/>
          </a:xfrm>
          <a:custGeom xmlns:a="http://schemas.openxmlformats.org/drawingml/2006/main">
            <a:pathLst>
              <a:path w="182712" h="172520">
                <a:moveTo>
                  <a:pt x="0" y="85670"/>
                </a:moveTo>
                <a:cubicBezTo>
                  <a:pt x="787" y="38617"/>
                  <a:pt x="41513" y="0"/>
                  <a:pt x="91743" y="0"/>
                </a:cubicBezTo>
                <a:cubicBezTo>
                  <a:pt x="141986" y="0"/>
                  <a:pt x="182712" y="38617"/>
                  <a:pt x="182712" y="86260"/>
                </a:cubicBezTo>
                <a:cubicBezTo>
                  <a:pt x="182712" y="133903"/>
                  <a:pt x="141986" y="172520"/>
                  <a:pt x="91743" y="172520"/>
                </a:cubicBezTo>
                <a:cubicBezTo>
                  <a:pt x="41513" y="172520"/>
                  <a:pt x="787" y="133903"/>
                  <a:pt x="0" y="85670"/>
                </a:cubicBezTo>
              </a:path>
            </a:pathLst>
          </a:custGeom>
          <a:solidFill xmlns:a="http://schemas.openxmlformats.org/drawingml/2006/main">
            <a:srgbClr val="2B6192"/>
          </a:solidFill>
          <a:ln xmlns:a="http://schemas.openxmlformats.org/drawingml/2006/main" w="0" cap="flat">
            <a:noFill/>
            <a:miter/>
          </a:ln>
        </p:spPr>
      </p:sp>
      <p:sp>
        <p:nvSpPr>
          <p:cNvPr id="532" name="Vector element">
            <a:extLst xmlns:a="http://schemas.openxmlformats.org/drawingml/2006/main">
              <a:ext uri="{FF2B5EF4-FFF2-40B4-BE49-F238E27FC236}">
                <a16:creationId xmlns:a16="http://schemas.microsoft.com/office/drawing/2014/main" id="{4D6BFE6A-3370-4FDB-8A45-01F6A12E7464}"/>
              </a:ext>
            </a:extLst>
          </p:cNvPr>
          <p:cNvSpPr>
            <a:spLocks xmlns:a="http://schemas.openxmlformats.org/drawingml/2006/main" noGrp="1"/>
          </p:cNvSpPr>
          <p:nvPr/>
        </p:nvSpPr>
        <p:spPr>
          <a:xfrm xmlns:a="http://schemas.openxmlformats.org/drawingml/2006/main">
            <a:off x="873992" y="1247995"/>
            <a:ext cx="195997" cy="186578"/>
          </a:xfrm>
          <a:custGeom xmlns:a="http://schemas.openxmlformats.org/drawingml/2006/main">
            <a:pathLst>
              <a:path w="195997" h="186578">
                <a:moveTo>
                  <a:pt x="4442" y="121138"/>
                </a:moveTo>
                <a:lnTo>
                  <a:pt x="6003" y="125482"/>
                </a:lnTo>
                <a:lnTo>
                  <a:pt x="7760" y="129728"/>
                </a:lnTo>
                <a:lnTo>
                  <a:pt x="9742" y="133875"/>
                </a:lnTo>
                <a:lnTo>
                  <a:pt x="11921" y="137909"/>
                </a:lnTo>
                <a:lnTo>
                  <a:pt x="14283" y="141818"/>
                </a:lnTo>
                <a:lnTo>
                  <a:pt x="16842" y="145599"/>
                </a:lnTo>
                <a:lnTo>
                  <a:pt x="19583" y="149254"/>
                </a:lnTo>
                <a:lnTo>
                  <a:pt x="22507" y="152783"/>
                </a:lnTo>
                <a:lnTo>
                  <a:pt x="25600" y="156157"/>
                </a:lnTo>
                <a:lnTo>
                  <a:pt x="28847" y="159390"/>
                </a:lnTo>
                <a:lnTo>
                  <a:pt x="32249" y="162469"/>
                </a:lnTo>
                <a:lnTo>
                  <a:pt x="35806" y="165393"/>
                </a:lnTo>
                <a:lnTo>
                  <a:pt x="39517" y="168148"/>
                </a:lnTo>
                <a:lnTo>
                  <a:pt x="43355" y="170735"/>
                </a:lnTo>
                <a:lnTo>
                  <a:pt x="47319" y="173153"/>
                </a:lnTo>
                <a:lnTo>
                  <a:pt x="51424" y="175388"/>
                </a:lnTo>
                <a:lnTo>
                  <a:pt x="55642" y="177441"/>
                </a:lnTo>
                <a:lnTo>
                  <a:pt x="59986" y="179296"/>
                </a:lnTo>
                <a:lnTo>
                  <a:pt x="64428" y="180955"/>
                </a:lnTo>
                <a:lnTo>
                  <a:pt x="68969" y="182417"/>
                </a:lnTo>
                <a:lnTo>
                  <a:pt x="73608" y="183668"/>
                </a:lnTo>
                <a:lnTo>
                  <a:pt x="78331" y="184709"/>
                </a:lnTo>
                <a:lnTo>
                  <a:pt x="83139" y="185524"/>
                </a:lnTo>
                <a:lnTo>
                  <a:pt x="88031" y="186100"/>
                </a:lnTo>
                <a:lnTo>
                  <a:pt x="92980" y="186466"/>
                </a:lnTo>
                <a:lnTo>
                  <a:pt x="97999" y="186578"/>
                </a:lnTo>
                <a:lnTo>
                  <a:pt x="103017" y="186466"/>
                </a:lnTo>
                <a:lnTo>
                  <a:pt x="107980" y="186100"/>
                </a:lnTo>
                <a:lnTo>
                  <a:pt x="112858" y="185524"/>
                </a:lnTo>
                <a:lnTo>
                  <a:pt x="117680" y="184709"/>
                </a:lnTo>
                <a:lnTo>
                  <a:pt x="122403" y="183668"/>
                </a:lnTo>
                <a:lnTo>
                  <a:pt x="127043" y="182417"/>
                </a:lnTo>
                <a:lnTo>
                  <a:pt x="131583" y="180955"/>
                </a:lnTo>
                <a:lnTo>
                  <a:pt x="136026" y="179296"/>
                </a:lnTo>
                <a:lnTo>
                  <a:pt x="140370" y="177441"/>
                </a:lnTo>
                <a:lnTo>
                  <a:pt x="144587" y="175388"/>
                </a:lnTo>
                <a:lnTo>
                  <a:pt x="148678" y="173153"/>
                </a:lnTo>
                <a:lnTo>
                  <a:pt x="152656" y="170735"/>
                </a:lnTo>
                <a:lnTo>
                  <a:pt x="156494" y="168148"/>
                </a:lnTo>
                <a:lnTo>
                  <a:pt x="160205" y="165393"/>
                </a:lnTo>
                <a:lnTo>
                  <a:pt x="163762" y="162469"/>
                </a:lnTo>
                <a:lnTo>
                  <a:pt x="167164" y="159390"/>
                </a:lnTo>
                <a:lnTo>
                  <a:pt x="170412" y="156157"/>
                </a:lnTo>
                <a:lnTo>
                  <a:pt x="173504" y="152783"/>
                </a:lnTo>
                <a:lnTo>
                  <a:pt x="176414" y="149254"/>
                </a:lnTo>
                <a:lnTo>
                  <a:pt x="179156" y="145599"/>
                </a:lnTo>
                <a:lnTo>
                  <a:pt x="181714" y="141818"/>
                </a:lnTo>
                <a:lnTo>
                  <a:pt x="184090" y="137909"/>
                </a:lnTo>
                <a:lnTo>
                  <a:pt x="186269" y="133875"/>
                </a:lnTo>
                <a:lnTo>
                  <a:pt x="188237" y="129728"/>
                </a:lnTo>
                <a:lnTo>
                  <a:pt x="190009" y="125482"/>
                </a:lnTo>
                <a:lnTo>
                  <a:pt x="191555" y="121138"/>
                </a:lnTo>
                <a:lnTo>
                  <a:pt x="192890" y="116696"/>
                </a:lnTo>
                <a:lnTo>
                  <a:pt x="194001" y="112155"/>
                </a:lnTo>
                <a:lnTo>
                  <a:pt x="194859" y="107544"/>
                </a:lnTo>
                <a:lnTo>
                  <a:pt x="195491" y="102863"/>
                </a:lnTo>
                <a:lnTo>
                  <a:pt x="195871" y="98111"/>
                </a:lnTo>
                <a:lnTo>
                  <a:pt x="195997" y="93289"/>
                </a:lnTo>
                <a:lnTo>
                  <a:pt x="195871" y="88481"/>
                </a:lnTo>
                <a:lnTo>
                  <a:pt x="195491" y="83730"/>
                </a:lnTo>
                <a:lnTo>
                  <a:pt x="194859" y="79034"/>
                </a:lnTo>
                <a:lnTo>
                  <a:pt x="194001" y="74423"/>
                </a:lnTo>
                <a:lnTo>
                  <a:pt x="192890" y="69897"/>
                </a:lnTo>
                <a:lnTo>
                  <a:pt x="191555" y="65454"/>
                </a:lnTo>
                <a:lnTo>
                  <a:pt x="190009" y="61096"/>
                </a:lnTo>
                <a:lnTo>
                  <a:pt x="188237" y="56851"/>
                </a:lnTo>
                <a:lnTo>
                  <a:pt x="186269" y="52704"/>
                </a:lnTo>
                <a:lnTo>
                  <a:pt x="184090" y="48683"/>
                </a:lnTo>
                <a:lnTo>
                  <a:pt x="181714" y="44775"/>
                </a:lnTo>
                <a:lnTo>
                  <a:pt x="179156" y="40979"/>
                </a:lnTo>
                <a:lnTo>
                  <a:pt x="176414" y="37324"/>
                </a:lnTo>
                <a:lnTo>
                  <a:pt x="173504" y="33810"/>
                </a:lnTo>
                <a:lnTo>
                  <a:pt x="170412" y="30422"/>
                </a:lnTo>
                <a:lnTo>
                  <a:pt x="167164" y="27188"/>
                </a:lnTo>
                <a:lnTo>
                  <a:pt x="163762" y="24110"/>
                </a:lnTo>
                <a:lnTo>
                  <a:pt x="160205" y="21185"/>
                </a:lnTo>
                <a:lnTo>
                  <a:pt x="156494" y="18430"/>
                </a:lnTo>
                <a:lnTo>
                  <a:pt x="152656" y="15843"/>
                </a:lnTo>
                <a:lnTo>
                  <a:pt x="148678" y="13425"/>
                </a:lnTo>
                <a:lnTo>
                  <a:pt x="144587" y="11190"/>
                </a:lnTo>
                <a:lnTo>
                  <a:pt x="140370" y="9138"/>
                </a:lnTo>
                <a:lnTo>
                  <a:pt x="136026" y="7282"/>
                </a:lnTo>
                <a:lnTo>
                  <a:pt x="131583" y="5623"/>
                </a:lnTo>
                <a:lnTo>
                  <a:pt x="127043" y="4161"/>
                </a:lnTo>
                <a:lnTo>
                  <a:pt x="122403" y="2910"/>
                </a:lnTo>
                <a:lnTo>
                  <a:pt x="117680" y="1884"/>
                </a:lnTo>
                <a:lnTo>
                  <a:pt x="112858" y="1068"/>
                </a:lnTo>
                <a:lnTo>
                  <a:pt x="107980" y="478"/>
                </a:lnTo>
                <a:lnTo>
                  <a:pt x="103017" y="112"/>
                </a:lnTo>
                <a:lnTo>
                  <a:pt x="97999" y="0"/>
                </a:lnTo>
                <a:lnTo>
                  <a:pt x="92980" y="112"/>
                </a:lnTo>
                <a:lnTo>
                  <a:pt x="88031" y="478"/>
                </a:lnTo>
                <a:lnTo>
                  <a:pt x="83139" y="1068"/>
                </a:lnTo>
                <a:lnTo>
                  <a:pt x="78331" y="1884"/>
                </a:lnTo>
                <a:lnTo>
                  <a:pt x="73608" y="2910"/>
                </a:lnTo>
                <a:lnTo>
                  <a:pt x="68969" y="4161"/>
                </a:lnTo>
                <a:lnTo>
                  <a:pt x="64428" y="5623"/>
                </a:lnTo>
                <a:lnTo>
                  <a:pt x="59986" y="7282"/>
                </a:lnTo>
                <a:lnTo>
                  <a:pt x="55642" y="9138"/>
                </a:lnTo>
                <a:lnTo>
                  <a:pt x="51424" y="11190"/>
                </a:lnTo>
                <a:lnTo>
                  <a:pt x="47319" y="13425"/>
                </a:lnTo>
                <a:lnTo>
                  <a:pt x="43355" y="15843"/>
                </a:lnTo>
                <a:lnTo>
                  <a:pt x="39517" y="18430"/>
                </a:lnTo>
                <a:lnTo>
                  <a:pt x="35806" y="21185"/>
                </a:lnTo>
                <a:lnTo>
                  <a:pt x="32249" y="24110"/>
                </a:lnTo>
                <a:lnTo>
                  <a:pt x="28847" y="27188"/>
                </a:lnTo>
                <a:lnTo>
                  <a:pt x="25600" y="30422"/>
                </a:lnTo>
                <a:lnTo>
                  <a:pt x="22507" y="33810"/>
                </a:lnTo>
                <a:lnTo>
                  <a:pt x="19583" y="37324"/>
                </a:lnTo>
                <a:lnTo>
                  <a:pt x="16842" y="40979"/>
                </a:lnTo>
                <a:lnTo>
                  <a:pt x="14283" y="44775"/>
                </a:lnTo>
                <a:lnTo>
                  <a:pt x="11921" y="48683"/>
                </a:lnTo>
                <a:lnTo>
                  <a:pt x="9742" y="52704"/>
                </a:lnTo>
                <a:lnTo>
                  <a:pt x="7760" y="56851"/>
                </a:lnTo>
                <a:lnTo>
                  <a:pt x="6003" y="61096"/>
                </a:lnTo>
                <a:lnTo>
                  <a:pt x="4442" y="65454"/>
                </a:lnTo>
                <a:lnTo>
                  <a:pt x="3121" y="69897"/>
                </a:lnTo>
                <a:lnTo>
                  <a:pt x="2010" y="74423"/>
                </a:lnTo>
                <a:lnTo>
                  <a:pt x="1139" y="79034"/>
                </a:lnTo>
                <a:lnTo>
                  <a:pt x="520" y="83730"/>
                </a:lnTo>
                <a:lnTo>
                  <a:pt x="141" y="88481"/>
                </a:lnTo>
                <a:lnTo>
                  <a:pt x="0" y="93289"/>
                </a:lnTo>
                <a:lnTo>
                  <a:pt x="141" y="98111"/>
                </a:lnTo>
                <a:lnTo>
                  <a:pt x="520" y="102863"/>
                </a:lnTo>
                <a:lnTo>
                  <a:pt x="1139" y="107544"/>
                </a:lnTo>
                <a:lnTo>
                  <a:pt x="2010" y="112155"/>
                </a:lnTo>
                <a:lnTo>
                  <a:pt x="3121" y="116696"/>
                </a:lnTo>
                <a:lnTo>
                  <a:pt x="4442" y="121138"/>
                </a:lnTo>
                <a:close/>
                <a:moveTo>
                  <a:pt x="14480" y="85403"/>
                </a:moveTo>
                <a:lnTo>
                  <a:pt x="15026" y="81309"/>
                </a:lnTo>
                <a:lnTo>
                  <a:pt x="15728" y="77528"/>
                </a:lnTo>
                <a:lnTo>
                  <a:pt x="16697" y="73528"/>
                </a:lnTo>
                <a:lnTo>
                  <a:pt x="17868" y="69658"/>
                </a:lnTo>
                <a:lnTo>
                  <a:pt x="17741" y="69995"/>
                </a:lnTo>
                <a:lnTo>
                  <a:pt x="19089" y="66229"/>
                </a:lnTo>
                <a:lnTo>
                  <a:pt x="20586" y="62642"/>
                </a:lnTo>
                <a:lnTo>
                  <a:pt x="22262" y="59108"/>
                </a:lnTo>
                <a:lnTo>
                  <a:pt x="24167" y="55591"/>
                </a:lnTo>
                <a:lnTo>
                  <a:pt x="26156" y="52314"/>
                </a:lnTo>
                <a:lnTo>
                  <a:pt x="28271" y="49179"/>
                </a:lnTo>
                <a:lnTo>
                  <a:pt x="30632" y="46031"/>
                </a:lnTo>
                <a:lnTo>
                  <a:pt x="33150" y="42988"/>
                </a:lnTo>
                <a:lnTo>
                  <a:pt x="35850" y="40050"/>
                </a:lnTo>
                <a:lnTo>
                  <a:pt x="38532" y="37381"/>
                </a:lnTo>
                <a:lnTo>
                  <a:pt x="41507" y="34697"/>
                </a:lnTo>
                <a:lnTo>
                  <a:pt x="44606" y="32165"/>
                </a:lnTo>
                <a:lnTo>
                  <a:pt x="44339" y="32362"/>
                </a:lnTo>
                <a:lnTo>
                  <a:pt x="47675" y="29883"/>
                </a:lnTo>
                <a:lnTo>
                  <a:pt x="51073" y="27596"/>
                </a:lnTo>
                <a:lnTo>
                  <a:pt x="50792" y="27765"/>
                </a:lnTo>
                <a:lnTo>
                  <a:pt x="54489" y="25529"/>
                </a:lnTo>
                <a:lnTo>
                  <a:pt x="54194" y="25684"/>
                </a:lnTo>
                <a:lnTo>
                  <a:pt x="58003" y="23618"/>
                </a:lnTo>
                <a:lnTo>
                  <a:pt x="57708" y="23758"/>
                </a:lnTo>
                <a:lnTo>
                  <a:pt x="61495" y="21933"/>
                </a:lnTo>
                <a:lnTo>
                  <a:pt x="65171" y="20357"/>
                </a:lnTo>
                <a:lnTo>
                  <a:pt x="69194" y="18852"/>
                </a:lnTo>
                <a:lnTo>
                  <a:pt x="68870" y="18950"/>
                </a:lnTo>
                <a:lnTo>
                  <a:pt x="72876" y="17673"/>
                </a:lnTo>
                <a:lnTo>
                  <a:pt x="76832" y="16603"/>
                </a:lnTo>
                <a:lnTo>
                  <a:pt x="80867" y="15714"/>
                </a:lnTo>
                <a:lnTo>
                  <a:pt x="85252" y="14969"/>
                </a:lnTo>
                <a:lnTo>
                  <a:pt x="89461" y="14462"/>
                </a:lnTo>
                <a:lnTo>
                  <a:pt x="93694" y="14166"/>
                </a:lnTo>
                <a:lnTo>
                  <a:pt x="97999" y="14062"/>
                </a:lnTo>
                <a:lnTo>
                  <a:pt x="102304" y="14166"/>
                </a:lnTo>
                <a:lnTo>
                  <a:pt x="106551" y="14462"/>
                </a:lnTo>
                <a:lnTo>
                  <a:pt x="110711" y="14963"/>
                </a:lnTo>
                <a:lnTo>
                  <a:pt x="115144" y="15714"/>
                </a:lnTo>
                <a:lnTo>
                  <a:pt x="119179" y="16603"/>
                </a:lnTo>
                <a:lnTo>
                  <a:pt x="123131" y="17672"/>
                </a:lnTo>
                <a:lnTo>
                  <a:pt x="127127" y="18950"/>
                </a:lnTo>
                <a:lnTo>
                  <a:pt x="126818" y="18852"/>
                </a:lnTo>
                <a:lnTo>
                  <a:pt x="130840" y="20357"/>
                </a:lnTo>
                <a:lnTo>
                  <a:pt x="134512" y="21931"/>
                </a:lnTo>
                <a:lnTo>
                  <a:pt x="138289" y="23758"/>
                </a:lnTo>
                <a:lnTo>
                  <a:pt x="137994" y="23618"/>
                </a:lnTo>
                <a:lnTo>
                  <a:pt x="141555" y="25549"/>
                </a:lnTo>
                <a:lnTo>
                  <a:pt x="145034" y="27661"/>
                </a:lnTo>
                <a:lnTo>
                  <a:pt x="148471" y="29984"/>
                </a:lnTo>
                <a:lnTo>
                  <a:pt x="151672" y="32362"/>
                </a:lnTo>
                <a:lnTo>
                  <a:pt x="151405" y="32165"/>
                </a:lnTo>
                <a:lnTo>
                  <a:pt x="154504" y="34697"/>
                </a:lnTo>
                <a:lnTo>
                  <a:pt x="157619" y="37507"/>
                </a:lnTo>
                <a:lnTo>
                  <a:pt x="157366" y="37282"/>
                </a:lnTo>
                <a:lnTo>
                  <a:pt x="160171" y="40061"/>
                </a:lnTo>
                <a:lnTo>
                  <a:pt x="162988" y="43141"/>
                </a:lnTo>
                <a:lnTo>
                  <a:pt x="165379" y="46031"/>
                </a:lnTo>
                <a:lnTo>
                  <a:pt x="167740" y="49179"/>
                </a:lnTo>
                <a:lnTo>
                  <a:pt x="169855" y="52314"/>
                </a:lnTo>
                <a:lnTo>
                  <a:pt x="171845" y="55591"/>
                </a:lnTo>
                <a:lnTo>
                  <a:pt x="173750" y="59108"/>
                </a:lnTo>
                <a:lnTo>
                  <a:pt x="175425" y="62642"/>
                </a:lnTo>
                <a:lnTo>
                  <a:pt x="176916" y="66215"/>
                </a:lnTo>
                <a:lnTo>
                  <a:pt x="178182" y="69786"/>
                </a:lnTo>
                <a:lnTo>
                  <a:pt x="179367" y="73748"/>
                </a:lnTo>
                <a:lnTo>
                  <a:pt x="179282" y="73397"/>
                </a:lnTo>
                <a:lnTo>
                  <a:pt x="180225" y="77286"/>
                </a:lnTo>
                <a:lnTo>
                  <a:pt x="180986" y="81318"/>
                </a:lnTo>
                <a:lnTo>
                  <a:pt x="181499" y="85162"/>
                </a:lnTo>
                <a:lnTo>
                  <a:pt x="181834" y="89322"/>
                </a:lnTo>
                <a:lnTo>
                  <a:pt x="181935" y="93289"/>
                </a:lnTo>
                <a:lnTo>
                  <a:pt x="181834" y="97250"/>
                </a:lnTo>
                <a:lnTo>
                  <a:pt x="181502" y="101396"/>
                </a:lnTo>
                <a:lnTo>
                  <a:pt x="180986" y="105260"/>
                </a:lnTo>
                <a:lnTo>
                  <a:pt x="180214" y="109351"/>
                </a:lnTo>
                <a:lnTo>
                  <a:pt x="179282" y="113181"/>
                </a:lnTo>
                <a:lnTo>
                  <a:pt x="179367" y="112830"/>
                </a:lnTo>
                <a:lnTo>
                  <a:pt x="178182" y="116793"/>
                </a:lnTo>
                <a:lnTo>
                  <a:pt x="176916" y="120366"/>
                </a:lnTo>
                <a:lnTo>
                  <a:pt x="175470" y="123842"/>
                </a:lnTo>
                <a:lnTo>
                  <a:pt x="173750" y="127470"/>
                </a:lnTo>
                <a:lnTo>
                  <a:pt x="171803" y="131063"/>
                </a:lnTo>
                <a:lnTo>
                  <a:pt x="171986" y="130768"/>
                </a:lnTo>
                <a:lnTo>
                  <a:pt x="169940" y="134138"/>
                </a:lnTo>
                <a:lnTo>
                  <a:pt x="167737" y="137403"/>
                </a:lnTo>
                <a:lnTo>
                  <a:pt x="165482" y="140423"/>
                </a:lnTo>
                <a:lnTo>
                  <a:pt x="162987" y="143438"/>
                </a:lnTo>
                <a:lnTo>
                  <a:pt x="160296" y="146394"/>
                </a:lnTo>
                <a:lnTo>
                  <a:pt x="157480" y="149196"/>
                </a:lnTo>
                <a:lnTo>
                  <a:pt x="154493" y="151891"/>
                </a:lnTo>
                <a:lnTo>
                  <a:pt x="151564" y="154297"/>
                </a:lnTo>
                <a:lnTo>
                  <a:pt x="148261" y="156751"/>
                </a:lnTo>
                <a:lnTo>
                  <a:pt x="144938" y="158996"/>
                </a:lnTo>
                <a:lnTo>
                  <a:pt x="145206" y="158814"/>
                </a:lnTo>
                <a:lnTo>
                  <a:pt x="141757" y="160920"/>
                </a:lnTo>
                <a:lnTo>
                  <a:pt x="138183" y="162871"/>
                </a:lnTo>
                <a:lnTo>
                  <a:pt x="134367" y="164718"/>
                </a:lnTo>
                <a:lnTo>
                  <a:pt x="134676" y="164592"/>
                </a:lnTo>
                <a:lnTo>
                  <a:pt x="130840" y="166236"/>
                </a:lnTo>
                <a:lnTo>
                  <a:pt x="127067" y="167647"/>
                </a:lnTo>
                <a:lnTo>
                  <a:pt x="122909" y="168978"/>
                </a:lnTo>
                <a:lnTo>
                  <a:pt x="123233" y="168893"/>
                </a:lnTo>
                <a:lnTo>
                  <a:pt x="118918" y="170046"/>
                </a:lnTo>
                <a:lnTo>
                  <a:pt x="114871" y="170925"/>
                </a:lnTo>
                <a:lnTo>
                  <a:pt x="110998" y="171581"/>
                </a:lnTo>
                <a:lnTo>
                  <a:pt x="106535" y="172118"/>
                </a:lnTo>
                <a:lnTo>
                  <a:pt x="102174" y="172436"/>
                </a:lnTo>
                <a:lnTo>
                  <a:pt x="102511" y="172408"/>
                </a:lnTo>
                <a:lnTo>
                  <a:pt x="97999" y="172516"/>
                </a:lnTo>
                <a:lnTo>
                  <a:pt x="93486" y="172408"/>
                </a:lnTo>
                <a:lnTo>
                  <a:pt x="93823" y="172436"/>
                </a:lnTo>
                <a:lnTo>
                  <a:pt x="89477" y="172118"/>
                </a:lnTo>
                <a:lnTo>
                  <a:pt x="84995" y="171578"/>
                </a:lnTo>
                <a:lnTo>
                  <a:pt x="85318" y="171635"/>
                </a:lnTo>
                <a:lnTo>
                  <a:pt x="81143" y="170926"/>
                </a:lnTo>
                <a:lnTo>
                  <a:pt x="77093" y="170046"/>
                </a:lnTo>
                <a:lnTo>
                  <a:pt x="72778" y="168893"/>
                </a:lnTo>
                <a:lnTo>
                  <a:pt x="73102" y="168978"/>
                </a:lnTo>
                <a:lnTo>
                  <a:pt x="69025" y="167677"/>
                </a:lnTo>
                <a:lnTo>
                  <a:pt x="65171" y="166236"/>
                </a:lnTo>
                <a:lnTo>
                  <a:pt x="61335" y="164592"/>
                </a:lnTo>
                <a:lnTo>
                  <a:pt x="61645" y="164718"/>
                </a:lnTo>
                <a:lnTo>
                  <a:pt x="57811" y="162870"/>
                </a:lnTo>
                <a:lnTo>
                  <a:pt x="54369" y="160990"/>
                </a:lnTo>
                <a:lnTo>
                  <a:pt x="50892" y="158875"/>
                </a:lnTo>
                <a:lnTo>
                  <a:pt x="47502" y="156593"/>
                </a:lnTo>
                <a:lnTo>
                  <a:pt x="47783" y="156775"/>
                </a:lnTo>
                <a:lnTo>
                  <a:pt x="44447" y="154297"/>
                </a:lnTo>
                <a:lnTo>
                  <a:pt x="41518" y="151891"/>
                </a:lnTo>
                <a:lnTo>
                  <a:pt x="38393" y="149071"/>
                </a:lnTo>
                <a:lnTo>
                  <a:pt x="35711" y="146390"/>
                </a:lnTo>
                <a:lnTo>
                  <a:pt x="33157" y="143598"/>
                </a:lnTo>
                <a:lnTo>
                  <a:pt x="30529" y="140423"/>
                </a:lnTo>
                <a:lnTo>
                  <a:pt x="28274" y="137403"/>
                </a:lnTo>
                <a:lnTo>
                  <a:pt x="26071" y="134138"/>
                </a:lnTo>
                <a:lnTo>
                  <a:pt x="24025" y="130768"/>
                </a:lnTo>
                <a:lnTo>
                  <a:pt x="24208" y="131063"/>
                </a:lnTo>
                <a:lnTo>
                  <a:pt x="22262" y="127470"/>
                </a:lnTo>
                <a:lnTo>
                  <a:pt x="20541" y="123842"/>
                </a:lnTo>
                <a:lnTo>
                  <a:pt x="19090" y="120352"/>
                </a:lnTo>
                <a:lnTo>
                  <a:pt x="17741" y="116583"/>
                </a:lnTo>
                <a:lnTo>
                  <a:pt x="17868" y="116921"/>
                </a:lnTo>
                <a:lnTo>
                  <a:pt x="16697" y="113048"/>
                </a:lnTo>
                <a:lnTo>
                  <a:pt x="15738" y="109109"/>
                </a:lnTo>
                <a:lnTo>
                  <a:pt x="15026" y="105269"/>
                </a:lnTo>
                <a:lnTo>
                  <a:pt x="14480" y="101176"/>
                </a:lnTo>
                <a:lnTo>
                  <a:pt x="14508" y="101555"/>
                </a:lnTo>
                <a:lnTo>
                  <a:pt x="14183" y="97504"/>
                </a:lnTo>
                <a:lnTo>
                  <a:pt x="14063" y="93289"/>
                </a:lnTo>
                <a:lnTo>
                  <a:pt x="14184" y="89068"/>
                </a:lnTo>
                <a:lnTo>
                  <a:pt x="14508" y="85037"/>
                </a:lnTo>
                <a:lnTo>
                  <a:pt x="14480" y="85403"/>
                </a:lnTo>
                <a:close/>
              </a:path>
            </a:pathLst>
          </a:custGeom>
          <a:solidFill xmlns:a="http://schemas.openxmlformats.org/drawingml/2006/main">
            <a:srgbClr val="000000"/>
          </a:solidFill>
          <a:ln xmlns:a="http://schemas.openxmlformats.org/drawingml/2006/main" w="0" cap="flat">
            <a:noFill/>
            <a:miter/>
          </a:ln>
        </p:spPr>
      </p:sp>
      <p:sp>
        <p:nvSpPr>
          <p:cNvPr id="533" name="Vector element">
            <a:extLst xmlns:a="http://schemas.openxmlformats.org/drawingml/2006/main">
              <a:ext uri="{FF2B5EF4-FFF2-40B4-BE49-F238E27FC236}">
                <a16:creationId xmlns:a16="http://schemas.microsoft.com/office/drawing/2014/main" id="{54BF9632-AEA2-477C-AC35-8DBFF5BCAFE9}"/>
              </a:ext>
            </a:extLst>
          </p:cNvPr>
          <p:cNvSpPr>
            <a:spLocks xmlns:a="http://schemas.openxmlformats.org/drawingml/2006/main" noGrp="1"/>
          </p:cNvSpPr>
          <p:nvPr/>
        </p:nvSpPr>
        <p:spPr>
          <a:xfrm xmlns:a="http://schemas.openxmlformats.org/drawingml/2006/main">
            <a:off x="1295241" y="1382573"/>
            <a:ext cx="182600" cy="172520"/>
          </a:xfrm>
          <a:custGeom xmlns:a="http://schemas.openxmlformats.org/drawingml/2006/main">
            <a:pathLst>
              <a:path w="182600" h="172520">
                <a:moveTo>
                  <a:pt x="0" y="86330"/>
                </a:moveTo>
                <a:cubicBezTo>
                  <a:pt x="675" y="38617"/>
                  <a:pt x="41401" y="0"/>
                  <a:pt x="91644" y="0"/>
                </a:cubicBezTo>
                <a:cubicBezTo>
                  <a:pt x="141874" y="0"/>
                  <a:pt x="182600" y="38617"/>
                  <a:pt x="182600" y="86260"/>
                </a:cubicBezTo>
                <a:cubicBezTo>
                  <a:pt x="182600" y="133903"/>
                  <a:pt x="141874" y="172520"/>
                  <a:pt x="91644" y="172520"/>
                </a:cubicBezTo>
                <a:cubicBezTo>
                  <a:pt x="41401" y="172520"/>
                  <a:pt x="675" y="133903"/>
                  <a:pt x="0" y="86330"/>
                </a:cubicBezTo>
              </a:path>
            </a:pathLst>
          </a:custGeom>
          <a:solidFill xmlns:a="http://schemas.openxmlformats.org/drawingml/2006/main">
            <a:srgbClr val="E57C53"/>
          </a:solidFill>
          <a:ln xmlns:a="http://schemas.openxmlformats.org/drawingml/2006/main" w="0" cap="flat">
            <a:noFill/>
            <a:miter/>
          </a:ln>
        </p:spPr>
      </p:sp>
      <p:sp>
        <p:nvSpPr>
          <p:cNvPr id="534" name="Vector element">
            <a:extLst xmlns:a="http://schemas.openxmlformats.org/drawingml/2006/main">
              <a:ext uri="{FF2B5EF4-FFF2-40B4-BE49-F238E27FC236}">
                <a16:creationId xmlns:a16="http://schemas.microsoft.com/office/drawing/2014/main" id="{9813600A-58E0-40AD-AA1E-94AEFE39F266}"/>
              </a:ext>
            </a:extLst>
          </p:cNvPr>
          <p:cNvSpPr>
            <a:spLocks xmlns:a="http://schemas.openxmlformats.org/drawingml/2006/main" noGrp="1"/>
          </p:cNvSpPr>
          <p:nvPr/>
        </p:nvSpPr>
        <p:spPr>
          <a:xfrm xmlns:a="http://schemas.openxmlformats.org/drawingml/2006/main">
            <a:off x="1288887" y="1375544"/>
            <a:ext cx="195983" cy="186578"/>
          </a:xfrm>
          <a:custGeom xmlns:a="http://schemas.openxmlformats.org/drawingml/2006/main">
            <a:pathLst>
              <a:path w="195983" h="186578">
                <a:moveTo>
                  <a:pt x="3107" y="116682"/>
                </a:moveTo>
                <a:lnTo>
                  <a:pt x="4442" y="121138"/>
                </a:lnTo>
                <a:lnTo>
                  <a:pt x="5989" y="125482"/>
                </a:lnTo>
                <a:lnTo>
                  <a:pt x="7760" y="129728"/>
                </a:lnTo>
                <a:lnTo>
                  <a:pt x="9728" y="133875"/>
                </a:lnTo>
                <a:lnTo>
                  <a:pt x="11907" y="137895"/>
                </a:lnTo>
                <a:lnTo>
                  <a:pt x="14283" y="141818"/>
                </a:lnTo>
                <a:lnTo>
                  <a:pt x="16842" y="145599"/>
                </a:lnTo>
                <a:lnTo>
                  <a:pt x="19583" y="149254"/>
                </a:lnTo>
                <a:lnTo>
                  <a:pt x="22493" y="152769"/>
                </a:lnTo>
                <a:lnTo>
                  <a:pt x="25586" y="156157"/>
                </a:lnTo>
                <a:lnTo>
                  <a:pt x="28833" y="159390"/>
                </a:lnTo>
                <a:lnTo>
                  <a:pt x="32235" y="162469"/>
                </a:lnTo>
                <a:lnTo>
                  <a:pt x="35792" y="165393"/>
                </a:lnTo>
                <a:lnTo>
                  <a:pt x="39503" y="168148"/>
                </a:lnTo>
                <a:lnTo>
                  <a:pt x="43341" y="170735"/>
                </a:lnTo>
                <a:lnTo>
                  <a:pt x="47319" y="173153"/>
                </a:lnTo>
                <a:lnTo>
                  <a:pt x="51410" y="175388"/>
                </a:lnTo>
                <a:lnTo>
                  <a:pt x="55628" y="177441"/>
                </a:lnTo>
                <a:lnTo>
                  <a:pt x="59972" y="179296"/>
                </a:lnTo>
                <a:lnTo>
                  <a:pt x="64414" y="180955"/>
                </a:lnTo>
                <a:lnTo>
                  <a:pt x="68955" y="182417"/>
                </a:lnTo>
                <a:lnTo>
                  <a:pt x="73594" y="183668"/>
                </a:lnTo>
                <a:lnTo>
                  <a:pt x="78317" y="184695"/>
                </a:lnTo>
                <a:lnTo>
                  <a:pt x="83125" y="185510"/>
                </a:lnTo>
                <a:lnTo>
                  <a:pt x="88017" y="186100"/>
                </a:lnTo>
                <a:lnTo>
                  <a:pt x="92980" y="186466"/>
                </a:lnTo>
                <a:lnTo>
                  <a:pt x="97999" y="186578"/>
                </a:lnTo>
                <a:lnTo>
                  <a:pt x="103017" y="186466"/>
                </a:lnTo>
                <a:lnTo>
                  <a:pt x="107966" y="186100"/>
                </a:lnTo>
                <a:lnTo>
                  <a:pt x="112858" y="185510"/>
                </a:lnTo>
                <a:lnTo>
                  <a:pt x="117666" y="184695"/>
                </a:lnTo>
                <a:lnTo>
                  <a:pt x="122389" y="183668"/>
                </a:lnTo>
                <a:lnTo>
                  <a:pt x="127028" y="182417"/>
                </a:lnTo>
                <a:lnTo>
                  <a:pt x="131569" y="180955"/>
                </a:lnTo>
                <a:lnTo>
                  <a:pt x="136012" y="179296"/>
                </a:lnTo>
                <a:lnTo>
                  <a:pt x="140355" y="177441"/>
                </a:lnTo>
                <a:lnTo>
                  <a:pt x="144573" y="175388"/>
                </a:lnTo>
                <a:lnTo>
                  <a:pt x="148678" y="173153"/>
                </a:lnTo>
                <a:lnTo>
                  <a:pt x="152642" y="170735"/>
                </a:lnTo>
                <a:lnTo>
                  <a:pt x="156480" y="168148"/>
                </a:lnTo>
                <a:lnTo>
                  <a:pt x="160191" y="165393"/>
                </a:lnTo>
                <a:lnTo>
                  <a:pt x="163748" y="162469"/>
                </a:lnTo>
                <a:lnTo>
                  <a:pt x="167150" y="159390"/>
                </a:lnTo>
                <a:lnTo>
                  <a:pt x="170398" y="156157"/>
                </a:lnTo>
                <a:lnTo>
                  <a:pt x="173490" y="152769"/>
                </a:lnTo>
                <a:lnTo>
                  <a:pt x="176414" y="149254"/>
                </a:lnTo>
                <a:lnTo>
                  <a:pt x="179156" y="145599"/>
                </a:lnTo>
                <a:lnTo>
                  <a:pt x="181714" y="141818"/>
                </a:lnTo>
                <a:lnTo>
                  <a:pt x="184076" y="137895"/>
                </a:lnTo>
                <a:lnTo>
                  <a:pt x="186255" y="133875"/>
                </a:lnTo>
                <a:lnTo>
                  <a:pt x="188237" y="129728"/>
                </a:lnTo>
                <a:lnTo>
                  <a:pt x="189994" y="125482"/>
                </a:lnTo>
                <a:lnTo>
                  <a:pt x="191555" y="121138"/>
                </a:lnTo>
                <a:lnTo>
                  <a:pt x="192876" y="116682"/>
                </a:lnTo>
                <a:lnTo>
                  <a:pt x="193987" y="112155"/>
                </a:lnTo>
                <a:lnTo>
                  <a:pt x="194859" y="107544"/>
                </a:lnTo>
                <a:lnTo>
                  <a:pt x="195477" y="102863"/>
                </a:lnTo>
                <a:lnTo>
                  <a:pt x="195857" y="98097"/>
                </a:lnTo>
                <a:lnTo>
                  <a:pt x="195983" y="93289"/>
                </a:lnTo>
                <a:lnTo>
                  <a:pt x="195857" y="88481"/>
                </a:lnTo>
                <a:lnTo>
                  <a:pt x="195477" y="83716"/>
                </a:lnTo>
                <a:lnTo>
                  <a:pt x="194859" y="79034"/>
                </a:lnTo>
                <a:lnTo>
                  <a:pt x="193987" y="74423"/>
                </a:lnTo>
                <a:lnTo>
                  <a:pt x="192876" y="69897"/>
                </a:lnTo>
                <a:lnTo>
                  <a:pt x="191555" y="65440"/>
                </a:lnTo>
                <a:lnTo>
                  <a:pt x="189994" y="61096"/>
                </a:lnTo>
                <a:lnTo>
                  <a:pt x="188237" y="56851"/>
                </a:lnTo>
                <a:lnTo>
                  <a:pt x="186255" y="52704"/>
                </a:lnTo>
                <a:lnTo>
                  <a:pt x="184076" y="48683"/>
                </a:lnTo>
                <a:lnTo>
                  <a:pt x="181714" y="44761"/>
                </a:lnTo>
                <a:lnTo>
                  <a:pt x="179156" y="40979"/>
                </a:lnTo>
                <a:lnTo>
                  <a:pt x="176414" y="37324"/>
                </a:lnTo>
                <a:lnTo>
                  <a:pt x="173490" y="33810"/>
                </a:lnTo>
                <a:lnTo>
                  <a:pt x="170398" y="30422"/>
                </a:lnTo>
                <a:lnTo>
                  <a:pt x="167150" y="27188"/>
                </a:lnTo>
                <a:lnTo>
                  <a:pt x="163748" y="24110"/>
                </a:lnTo>
                <a:lnTo>
                  <a:pt x="160191" y="21185"/>
                </a:lnTo>
                <a:lnTo>
                  <a:pt x="156480" y="18430"/>
                </a:lnTo>
                <a:lnTo>
                  <a:pt x="152642" y="15843"/>
                </a:lnTo>
                <a:lnTo>
                  <a:pt x="148678" y="13425"/>
                </a:lnTo>
                <a:lnTo>
                  <a:pt x="144573" y="11190"/>
                </a:lnTo>
                <a:lnTo>
                  <a:pt x="140355" y="9138"/>
                </a:lnTo>
                <a:lnTo>
                  <a:pt x="136012" y="7282"/>
                </a:lnTo>
                <a:lnTo>
                  <a:pt x="131569" y="5623"/>
                </a:lnTo>
                <a:lnTo>
                  <a:pt x="127028" y="4161"/>
                </a:lnTo>
                <a:lnTo>
                  <a:pt x="122389" y="2910"/>
                </a:lnTo>
                <a:lnTo>
                  <a:pt x="117666" y="1884"/>
                </a:lnTo>
                <a:lnTo>
                  <a:pt x="112858" y="1068"/>
                </a:lnTo>
                <a:lnTo>
                  <a:pt x="107966" y="478"/>
                </a:lnTo>
                <a:lnTo>
                  <a:pt x="103017" y="112"/>
                </a:lnTo>
                <a:lnTo>
                  <a:pt x="97999" y="0"/>
                </a:lnTo>
                <a:lnTo>
                  <a:pt x="92980" y="112"/>
                </a:lnTo>
                <a:lnTo>
                  <a:pt x="88017" y="478"/>
                </a:lnTo>
                <a:lnTo>
                  <a:pt x="83125" y="1068"/>
                </a:lnTo>
                <a:lnTo>
                  <a:pt x="78317" y="1884"/>
                </a:lnTo>
                <a:lnTo>
                  <a:pt x="73594" y="2910"/>
                </a:lnTo>
                <a:lnTo>
                  <a:pt x="68955" y="4161"/>
                </a:lnTo>
                <a:lnTo>
                  <a:pt x="64414" y="5623"/>
                </a:lnTo>
                <a:lnTo>
                  <a:pt x="59972" y="7282"/>
                </a:lnTo>
                <a:lnTo>
                  <a:pt x="55628" y="9138"/>
                </a:lnTo>
                <a:lnTo>
                  <a:pt x="51410" y="11190"/>
                </a:lnTo>
                <a:lnTo>
                  <a:pt x="47319" y="13425"/>
                </a:lnTo>
                <a:lnTo>
                  <a:pt x="43341" y="15843"/>
                </a:lnTo>
                <a:lnTo>
                  <a:pt x="39503" y="18430"/>
                </a:lnTo>
                <a:lnTo>
                  <a:pt x="35792" y="21185"/>
                </a:lnTo>
                <a:lnTo>
                  <a:pt x="32235" y="24110"/>
                </a:lnTo>
                <a:lnTo>
                  <a:pt x="28833" y="27188"/>
                </a:lnTo>
                <a:lnTo>
                  <a:pt x="25586" y="30422"/>
                </a:lnTo>
                <a:lnTo>
                  <a:pt x="22493" y="33810"/>
                </a:lnTo>
                <a:lnTo>
                  <a:pt x="19583" y="37324"/>
                </a:lnTo>
                <a:lnTo>
                  <a:pt x="16842" y="40979"/>
                </a:lnTo>
                <a:lnTo>
                  <a:pt x="14283" y="44761"/>
                </a:lnTo>
                <a:lnTo>
                  <a:pt x="11907" y="48683"/>
                </a:lnTo>
                <a:lnTo>
                  <a:pt x="9728" y="52704"/>
                </a:lnTo>
                <a:lnTo>
                  <a:pt x="7760" y="56851"/>
                </a:lnTo>
                <a:lnTo>
                  <a:pt x="5989" y="61096"/>
                </a:lnTo>
                <a:lnTo>
                  <a:pt x="4442" y="65440"/>
                </a:lnTo>
                <a:lnTo>
                  <a:pt x="3107" y="69897"/>
                </a:lnTo>
                <a:lnTo>
                  <a:pt x="1996" y="74423"/>
                </a:lnTo>
                <a:lnTo>
                  <a:pt x="1139" y="79034"/>
                </a:lnTo>
                <a:lnTo>
                  <a:pt x="506" y="83716"/>
                </a:lnTo>
                <a:lnTo>
                  <a:pt x="127" y="88481"/>
                </a:lnTo>
                <a:lnTo>
                  <a:pt x="0" y="93289"/>
                </a:lnTo>
                <a:lnTo>
                  <a:pt x="127" y="98097"/>
                </a:lnTo>
                <a:lnTo>
                  <a:pt x="506" y="102863"/>
                </a:lnTo>
                <a:lnTo>
                  <a:pt x="1139" y="107544"/>
                </a:lnTo>
                <a:lnTo>
                  <a:pt x="1996" y="112155"/>
                </a:lnTo>
                <a:lnTo>
                  <a:pt x="3107" y="116682"/>
                </a:lnTo>
                <a:close/>
                <a:moveTo>
                  <a:pt x="14498" y="85162"/>
                </a:moveTo>
                <a:lnTo>
                  <a:pt x="15011" y="81318"/>
                </a:lnTo>
                <a:lnTo>
                  <a:pt x="15772" y="77286"/>
                </a:lnTo>
                <a:lnTo>
                  <a:pt x="16715" y="73397"/>
                </a:lnTo>
                <a:lnTo>
                  <a:pt x="16631" y="73748"/>
                </a:lnTo>
                <a:lnTo>
                  <a:pt x="17815" y="69786"/>
                </a:lnTo>
                <a:lnTo>
                  <a:pt x="19082" y="66213"/>
                </a:lnTo>
                <a:lnTo>
                  <a:pt x="20527" y="62736"/>
                </a:lnTo>
                <a:lnTo>
                  <a:pt x="22248" y="59108"/>
                </a:lnTo>
                <a:lnTo>
                  <a:pt x="24194" y="55515"/>
                </a:lnTo>
                <a:lnTo>
                  <a:pt x="24011" y="55810"/>
                </a:lnTo>
                <a:lnTo>
                  <a:pt x="26057" y="52440"/>
                </a:lnTo>
                <a:lnTo>
                  <a:pt x="28257" y="49179"/>
                </a:lnTo>
                <a:lnTo>
                  <a:pt x="30618" y="46031"/>
                </a:lnTo>
                <a:lnTo>
                  <a:pt x="33010" y="43141"/>
                </a:lnTo>
                <a:lnTo>
                  <a:pt x="35697" y="40189"/>
                </a:lnTo>
                <a:lnTo>
                  <a:pt x="38632" y="37282"/>
                </a:lnTo>
                <a:lnTo>
                  <a:pt x="38378" y="37507"/>
                </a:lnTo>
                <a:lnTo>
                  <a:pt x="41504" y="34687"/>
                </a:lnTo>
                <a:lnTo>
                  <a:pt x="44433" y="32281"/>
                </a:lnTo>
                <a:lnTo>
                  <a:pt x="47736" y="29828"/>
                </a:lnTo>
                <a:lnTo>
                  <a:pt x="50885" y="27699"/>
                </a:lnTo>
                <a:lnTo>
                  <a:pt x="54232" y="25663"/>
                </a:lnTo>
                <a:lnTo>
                  <a:pt x="57814" y="23707"/>
                </a:lnTo>
                <a:lnTo>
                  <a:pt x="61485" y="21931"/>
                </a:lnTo>
                <a:lnTo>
                  <a:pt x="65356" y="20272"/>
                </a:lnTo>
                <a:lnTo>
                  <a:pt x="65047" y="20384"/>
                </a:lnTo>
                <a:lnTo>
                  <a:pt x="69180" y="18852"/>
                </a:lnTo>
                <a:lnTo>
                  <a:pt x="68870" y="18950"/>
                </a:lnTo>
                <a:lnTo>
                  <a:pt x="72866" y="17672"/>
                </a:lnTo>
                <a:lnTo>
                  <a:pt x="77079" y="16532"/>
                </a:lnTo>
                <a:lnTo>
                  <a:pt x="81157" y="15647"/>
                </a:lnTo>
                <a:lnTo>
                  <a:pt x="80834" y="15717"/>
                </a:lnTo>
                <a:lnTo>
                  <a:pt x="85286" y="14963"/>
                </a:lnTo>
                <a:lnTo>
                  <a:pt x="89446" y="14462"/>
                </a:lnTo>
                <a:lnTo>
                  <a:pt x="93694" y="14166"/>
                </a:lnTo>
                <a:lnTo>
                  <a:pt x="97999" y="14062"/>
                </a:lnTo>
                <a:lnTo>
                  <a:pt x="102303" y="14166"/>
                </a:lnTo>
                <a:lnTo>
                  <a:pt x="106536" y="14462"/>
                </a:lnTo>
                <a:lnTo>
                  <a:pt x="110745" y="14969"/>
                </a:lnTo>
                <a:lnTo>
                  <a:pt x="115149" y="15717"/>
                </a:lnTo>
                <a:lnTo>
                  <a:pt x="114826" y="15647"/>
                </a:lnTo>
                <a:lnTo>
                  <a:pt x="118904" y="16532"/>
                </a:lnTo>
                <a:lnTo>
                  <a:pt x="123122" y="17673"/>
                </a:lnTo>
                <a:lnTo>
                  <a:pt x="127127" y="18950"/>
                </a:lnTo>
                <a:lnTo>
                  <a:pt x="126804" y="18852"/>
                </a:lnTo>
                <a:lnTo>
                  <a:pt x="130937" y="20384"/>
                </a:lnTo>
                <a:lnTo>
                  <a:pt x="130627" y="20272"/>
                </a:lnTo>
                <a:lnTo>
                  <a:pt x="134498" y="21931"/>
                </a:lnTo>
                <a:lnTo>
                  <a:pt x="138275" y="23758"/>
                </a:lnTo>
                <a:lnTo>
                  <a:pt x="137994" y="23603"/>
                </a:lnTo>
                <a:lnTo>
                  <a:pt x="141628" y="25588"/>
                </a:lnTo>
                <a:lnTo>
                  <a:pt x="145105" y="27703"/>
                </a:lnTo>
                <a:lnTo>
                  <a:pt x="148495" y="29986"/>
                </a:lnTo>
                <a:lnTo>
                  <a:pt x="148214" y="29803"/>
                </a:lnTo>
                <a:lnTo>
                  <a:pt x="151550" y="32281"/>
                </a:lnTo>
                <a:lnTo>
                  <a:pt x="154479" y="34687"/>
                </a:lnTo>
                <a:lnTo>
                  <a:pt x="157605" y="37507"/>
                </a:lnTo>
                <a:lnTo>
                  <a:pt x="157352" y="37282"/>
                </a:lnTo>
                <a:lnTo>
                  <a:pt x="160294" y="40197"/>
                </a:lnTo>
                <a:lnTo>
                  <a:pt x="162840" y="42980"/>
                </a:lnTo>
                <a:lnTo>
                  <a:pt x="165365" y="46031"/>
                </a:lnTo>
                <a:lnTo>
                  <a:pt x="167726" y="49179"/>
                </a:lnTo>
                <a:lnTo>
                  <a:pt x="169926" y="52440"/>
                </a:lnTo>
                <a:lnTo>
                  <a:pt x="171972" y="55810"/>
                </a:lnTo>
                <a:lnTo>
                  <a:pt x="171789" y="55515"/>
                </a:lnTo>
                <a:lnTo>
                  <a:pt x="173736" y="59108"/>
                </a:lnTo>
                <a:lnTo>
                  <a:pt x="175456" y="62736"/>
                </a:lnTo>
                <a:lnTo>
                  <a:pt x="176901" y="66213"/>
                </a:lnTo>
                <a:lnTo>
                  <a:pt x="178171" y="69794"/>
                </a:lnTo>
                <a:lnTo>
                  <a:pt x="179300" y="73528"/>
                </a:lnTo>
                <a:lnTo>
                  <a:pt x="180211" y="77286"/>
                </a:lnTo>
                <a:lnTo>
                  <a:pt x="180972" y="81318"/>
                </a:lnTo>
                <a:lnTo>
                  <a:pt x="181517" y="85403"/>
                </a:lnTo>
                <a:lnTo>
                  <a:pt x="181489" y="85037"/>
                </a:lnTo>
                <a:lnTo>
                  <a:pt x="181820" y="89317"/>
                </a:lnTo>
                <a:lnTo>
                  <a:pt x="181920" y="93289"/>
                </a:lnTo>
                <a:lnTo>
                  <a:pt x="181820" y="97261"/>
                </a:lnTo>
                <a:lnTo>
                  <a:pt x="181489" y="101541"/>
                </a:lnTo>
                <a:lnTo>
                  <a:pt x="181517" y="101176"/>
                </a:lnTo>
                <a:lnTo>
                  <a:pt x="180972" y="105260"/>
                </a:lnTo>
                <a:lnTo>
                  <a:pt x="180211" y="109292"/>
                </a:lnTo>
                <a:lnTo>
                  <a:pt x="179300" y="113050"/>
                </a:lnTo>
                <a:lnTo>
                  <a:pt x="178171" y="116784"/>
                </a:lnTo>
                <a:lnTo>
                  <a:pt x="176902" y="120363"/>
                </a:lnTo>
                <a:lnTo>
                  <a:pt x="175411" y="123937"/>
                </a:lnTo>
                <a:lnTo>
                  <a:pt x="173736" y="127470"/>
                </a:lnTo>
                <a:lnTo>
                  <a:pt x="171789" y="131063"/>
                </a:lnTo>
                <a:lnTo>
                  <a:pt x="171972" y="130768"/>
                </a:lnTo>
                <a:lnTo>
                  <a:pt x="169926" y="134138"/>
                </a:lnTo>
                <a:lnTo>
                  <a:pt x="167726" y="137399"/>
                </a:lnTo>
                <a:lnTo>
                  <a:pt x="165365" y="140548"/>
                </a:lnTo>
                <a:lnTo>
                  <a:pt x="162840" y="143598"/>
                </a:lnTo>
                <a:lnTo>
                  <a:pt x="160294" y="146381"/>
                </a:lnTo>
                <a:lnTo>
                  <a:pt x="157352" y="149296"/>
                </a:lnTo>
                <a:lnTo>
                  <a:pt x="157605" y="149071"/>
                </a:lnTo>
                <a:lnTo>
                  <a:pt x="154479" y="151891"/>
                </a:lnTo>
                <a:lnTo>
                  <a:pt x="151550" y="154297"/>
                </a:lnTo>
                <a:lnTo>
                  <a:pt x="148214" y="156775"/>
                </a:lnTo>
                <a:lnTo>
                  <a:pt x="148495" y="156593"/>
                </a:lnTo>
                <a:lnTo>
                  <a:pt x="145105" y="158875"/>
                </a:lnTo>
                <a:lnTo>
                  <a:pt x="141628" y="160990"/>
                </a:lnTo>
                <a:lnTo>
                  <a:pt x="137994" y="162975"/>
                </a:lnTo>
                <a:lnTo>
                  <a:pt x="138275" y="162820"/>
                </a:lnTo>
                <a:lnTo>
                  <a:pt x="134498" y="164648"/>
                </a:lnTo>
                <a:lnTo>
                  <a:pt x="130627" y="166307"/>
                </a:lnTo>
                <a:lnTo>
                  <a:pt x="130937" y="166194"/>
                </a:lnTo>
                <a:lnTo>
                  <a:pt x="126804" y="167727"/>
                </a:lnTo>
                <a:lnTo>
                  <a:pt x="127127" y="167628"/>
                </a:lnTo>
                <a:lnTo>
                  <a:pt x="123122" y="168906"/>
                </a:lnTo>
                <a:lnTo>
                  <a:pt x="119165" y="169975"/>
                </a:lnTo>
                <a:lnTo>
                  <a:pt x="115130" y="170865"/>
                </a:lnTo>
                <a:lnTo>
                  <a:pt x="110745" y="171609"/>
                </a:lnTo>
                <a:lnTo>
                  <a:pt x="106536" y="172116"/>
                </a:lnTo>
                <a:lnTo>
                  <a:pt x="102303" y="172413"/>
                </a:lnTo>
                <a:lnTo>
                  <a:pt x="97999" y="172516"/>
                </a:lnTo>
                <a:lnTo>
                  <a:pt x="93694" y="172413"/>
                </a:lnTo>
                <a:lnTo>
                  <a:pt x="89446" y="172116"/>
                </a:lnTo>
                <a:lnTo>
                  <a:pt x="85286" y="171615"/>
                </a:lnTo>
                <a:lnTo>
                  <a:pt x="80853" y="170865"/>
                </a:lnTo>
                <a:lnTo>
                  <a:pt x="76818" y="169975"/>
                </a:lnTo>
                <a:lnTo>
                  <a:pt x="72866" y="168907"/>
                </a:lnTo>
                <a:lnTo>
                  <a:pt x="68870" y="167628"/>
                </a:lnTo>
                <a:lnTo>
                  <a:pt x="69180" y="167727"/>
                </a:lnTo>
                <a:lnTo>
                  <a:pt x="65047" y="166194"/>
                </a:lnTo>
                <a:lnTo>
                  <a:pt x="65356" y="166307"/>
                </a:lnTo>
                <a:lnTo>
                  <a:pt x="61485" y="164648"/>
                </a:lnTo>
                <a:lnTo>
                  <a:pt x="57814" y="162871"/>
                </a:lnTo>
                <a:lnTo>
                  <a:pt x="54232" y="160915"/>
                </a:lnTo>
                <a:lnTo>
                  <a:pt x="50885" y="158879"/>
                </a:lnTo>
                <a:lnTo>
                  <a:pt x="47736" y="156751"/>
                </a:lnTo>
                <a:lnTo>
                  <a:pt x="44433" y="154297"/>
                </a:lnTo>
                <a:lnTo>
                  <a:pt x="41504" y="151891"/>
                </a:lnTo>
                <a:lnTo>
                  <a:pt x="38378" y="149071"/>
                </a:lnTo>
                <a:lnTo>
                  <a:pt x="38632" y="149296"/>
                </a:lnTo>
                <a:lnTo>
                  <a:pt x="35697" y="146389"/>
                </a:lnTo>
                <a:lnTo>
                  <a:pt x="33010" y="143438"/>
                </a:lnTo>
                <a:lnTo>
                  <a:pt x="30618" y="140548"/>
                </a:lnTo>
                <a:lnTo>
                  <a:pt x="28257" y="137399"/>
                </a:lnTo>
                <a:lnTo>
                  <a:pt x="26057" y="134138"/>
                </a:lnTo>
                <a:lnTo>
                  <a:pt x="24011" y="130768"/>
                </a:lnTo>
                <a:lnTo>
                  <a:pt x="24194" y="131063"/>
                </a:lnTo>
                <a:lnTo>
                  <a:pt x="22248" y="127470"/>
                </a:lnTo>
                <a:lnTo>
                  <a:pt x="20572" y="123937"/>
                </a:lnTo>
                <a:lnTo>
                  <a:pt x="19081" y="120363"/>
                </a:lnTo>
                <a:lnTo>
                  <a:pt x="17815" y="116793"/>
                </a:lnTo>
                <a:lnTo>
                  <a:pt x="16631" y="112830"/>
                </a:lnTo>
                <a:lnTo>
                  <a:pt x="16715" y="113181"/>
                </a:lnTo>
                <a:lnTo>
                  <a:pt x="15772" y="109292"/>
                </a:lnTo>
                <a:lnTo>
                  <a:pt x="15011" y="105260"/>
                </a:lnTo>
                <a:lnTo>
                  <a:pt x="14498" y="101416"/>
                </a:lnTo>
                <a:lnTo>
                  <a:pt x="14163" y="97256"/>
                </a:lnTo>
                <a:lnTo>
                  <a:pt x="14063" y="93289"/>
                </a:lnTo>
                <a:lnTo>
                  <a:pt x="14163" y="89322"/>
                </a:lnTo>
                <a:lnTo>
                  <a:pt x="14498" y="85162"/>
                </a:lnTo>
                <a:close/>
              </a:path>
            </a:pathLst>
          </a:custGeom>
          <a:solidFill xmlns:a="http://schemas.openxmlformats.org/drawingml/2006/main">
            <a:srgbClr val="000000"/>
          </a:solidFill>
          <a:ln xmlns:a="http://schemas.openxmlformats.org/drawingml/2006/main" w="0" cap="flat">
            <a:noFill/>
            <a:miter/>
          </a:ln>
        </p:spPr>
      </p:sp>
      <p:sp>
        <p:nvSpPr>
          <p:cNvPr id="535" name="Vector element">
            <a:extLst xmlns:a="http://schemas.openxmlformats.org/drawingml/2006/main">
              <a:ext uri="{FF2B5EF4-FFF2-40B4-BE49-F238E27FC236}">
                <a16:creationId xmlns:a16="http://schemas.microsoft.com/office/drawing/2014/main" id="{78CD5F60-36F3-4737-8E39-171278C13D94}"/>
              </a:ext>
            </a:extLst>
          </p:cNvPr>
          <p:cNvSpPr>
            <a:spLocks xmlns:a="http://schemas.openxmlformats.org/drawingml/2006/main" noGrp="1"/>
          </p:cNvSpPr>
          <p:nvPr/>
        </p:nvSpPr>
        <p:spPr>
          <a:xfrm xmlns:a="http://schemas.openxmlformats.org/drawingml/2006/main">
            <a:off x="699096" y="1887383"/>
            <a:ext cx="181939" cy="172534"/>
          </a:xfrm>
          <a:custGeom xmlns:a="http://schemas.openxmlformats.org/drawingml/2006/main">
            <a:pathLst>
              <a:path w="181939" h="172534">
                <a:moveTo>
                  <a:pt x="647" y="85923"/>
                </a:moveTo>
                <a:cubicBezTo>
                  <a:pt x="0" y="38632"/>
                  <a:pt x="40726" y="0"/>
                  <a:pt x="90970" y="0"/>
                </a:cubicBezTo>
                <a:cubicBezTo>
                  <a:pt x="141213" y="0"/>
                  <a:pt x="181939" y="38632"/>
                  <a:pt x="181939" y="86260"/>
                </a:cubicBezTo>
                <a:cubicBezTo>
                  <a:pt x="181939" y="133903"/>
                  <a:pt x="141213" y="172534"/>
                  <a:pt x="90970" y="172534"/>
                </a:cubicBezTo>
                <a:cubicBezTo>
                  <a:pt x="40726" y="172534"/>
                  <a:pt x="0" y="133903"/>
                  <a:pt x="647" y="85923"/>
                </a:cubicBezTo>
              </a:path>
            </a:pathLst>
          </a:custGeom>
          <a:solidFill xmlns:a="http://schemas.openxmlformats.org/drawingml/2006/main">
            <a:srgbClr val="C44037"/>
          </a:solidFill>
          <a:ln xmlns:a="http://schemas.openxmlformats.org/drawingml/2006/main" w="0" cap="flat">
            <a:noFill/>
            <a:miter/>
          </a:ln>
        </p:spPr>
      </p:sp>
      <p:sp>
        <p:nvSpPr>
          <p:cNvPr id="536" name="Vector element">
            <a:extLst xmlns:a="http://schemas.openxmlformats.org/drawingml/2006/main">
              <a:ext uri="{FF2B5EF4-FFF2-40B4-BE49-F238E27FC236}">
                <a16:creationId xmlns:a16="http://schemas.microsoft.com/office/drawing/2014/main" id="{CB7DA9FA-70DF-424F-A714-5BD3ABB6F50D}"/>
              </a:ext>
            </a:extLst>
          </p:cNvPr>
          <p:cNvSpPr>
            <a:spLocks xmlns:a="http://schemas.openxmlformats.org/drawingml/2006/main" noGrp="1"/>
          </p:cNvSpPr>
          <p:nvPr/>
        </p:nvSpPr>
        <p:spPr>
          <a:xfrm xmlns:a="http://schemas.openxmlformats.org/drawingml/2006/main">
            <a:off x="692067" y="1880354"/>
            <a:ext cx="195997" cy="186592"/>
          </a:xfrm>
          <a:custGeom xmlns:a="http://schemas.openxmlformats.org/drawingml/2006/main">
            <a:pathLst>
              <a:path w="195997" h="186592">
                <a:moveTo>
                  <a:pt x="4442" y="121138"/>
                </a:moveTo>
                <a:lnTo>
                  <a:pt x="5989" y="125482"/>
                </a:lnTo>
                <a:lnTo>
                  <a:pt x="7760" y="129742"/>
                </a:lnTo>
                <a:lnTo>
                  <a:pt x="9728" y="133875"/>
                </a:lnTo>
                <a:lnTo>
                  <a:pt x="11907" y="137909"/>
                </a:lnTo>
                <a:lnTo>
                  <a:pt x="14283" y="141818"/>
                </a:lnTo>
                <a:lnTo>
                  <a:pt x="16842" y="145599"/>
                </a:lnTo>
                <a:lnTo>
                  <a:pt x="19583" y="149254"/>
                </a:lnTo>
                <a:lnTo>
                  <a:pt x="22507" y="152783"/>
                </a:lnTo>
                <a:lnTo>
                  <a:pt x="25586" y="156157"/>
                </a:lnTo>
                <a:lnTo>
                  <a:pt x="28833" y="159390"/>
                </a:lnTo>
                <a:lnTo>
                  <a:pt x="32249" y="162469"/>
                </a:lnTo>
                <a:lnTo>
                  <a:pt x="35806" y="165393"/>
                </a:lnTo>
                <a:lnTo>
                  <a:pt x="39503" y="168148"/>
                </a:lnTo>
                <a:lnTo>
                  <a:pt x="43341" y="170749"/>
                </a:lnTo>
                <a:lnTo>
                  <a:pt x="47319" y="173167"/>
                </a:lnTo>
                <a:lnTo>
                  <a:pt x="51424" y="175402"/>
                </a:lnTo>
                <a:lnTo>
                  <a:pt x="55642" y="177441"/>
                </a:lnTo>
                <a:lnTo>
                  <a:pt x="59972" y="179310"/>
                </a:lnTo>
                <a:lnTo>
                  <a:pt x="64414" y="180969"/>
                </a:lnTo>
                <a:lnTo>
                  <a:pt x="68955" y="182417"/>
                </a:lnTo>
                <a:lnTo>
                  <a:pt x="73594" y="183668"/>
                </a:lnTo>
                <a:lnTo>
                  <a:pt x="78331" y="184709"/>
                </a:lnTo>
                <a:lnTo>
                  <a:pt x="83139" y="185524"/>
                </a:lnTo>
                <a:lnTo>
                  <a:pt x="88017" y="186114"/>
                </a:lnTo>
                <a:lnTo>
                  <a:pt x="92980" y="186466"/>
                </a:lnTo>
                <a:lnTo>
                  <a:pt x="97999" y="186592"/>
                </a:lnTo>
                <a:lnTo>
                  <a:pt x="103017" y="186466"/>
                </a:lnTo>
                <a:lnTo>
                  <a:pt x="107966" y="186114"/>
                </a:lnTo>
                <a:lnTo>
                  <a:pt x="112858" y="185524"/>
                </a:lnTo>
                <a:lnTo>
                  <a:pt x="117666" y="184709"/>
                </a:lnTo>
                <a:lnTo>
                  <a:pt x="122403" y="183668"/>
                </a:lnTo>
                <a:lnTo>
                  <a:pt x="127043" y="182417"/>
                </a:lnTo>
                <a:lnTo>
                  <a:pt x="131583" y="180969"/>
                </a:lnTo>
                <a:lnTo>
                  <a:pt x="136026" y="179310"/>
                </a:lnTo>
                <a:lnTo>
                  <a:pt x="140355" y="177441"/>
                </a:lnTo>
                <a:lnTo>
                  <a:pt x="144573" y="175402"/>
                </a:lnTo>
                <a:lnTo>
                  <a:pt x="148678" y="173167"/>
                </a:lnTo>
                <a:lnTo>
                  <a:pt x="152656" y="170749"/>
                </a:lnTo>
                <a:lnTo>
                  <a:pt x="156494" y="168148"/>
                </a:lnTo>
                <a:lnTo>
                  <a:pt x="160191" y="165393"/>
                </a:lnTo>
                <a:lnTo>
                  <a:pt x="163748" y="162469"/>
                </a:lnTo>
                <a:lnTo>
                  <a:pt x="167164" y="159390"/>
                </a:lnTo>
                <a:lnTo>
                  <a:pt x="170412" y="156157"/>
                </a:lnTo>
                <a:lnTo>
                  <a:pt x="173490" y="152783"/>
                </a:lnTo>
                <a:lnTo>
                  <a:pt x="176414" y="149254"/>
                </a:lnTo>
                <a:lnTo>
                  <a:pt x="179156" y="145599"/>
                </a:lnTo>
                <a:lnTo>
                  <a:pt x="181714" y="141818"/>
                </a:lnTo>
                <a:lnTo>
                  <a:pt x="184090" y="137909"/>
                </a:lnTo>
                <a:lnTo>
                  <a:pt x="186255" y="133875"/>
                </a:lnTo>
                <a:lnTo>
                  <a:pt x="188237" y="129742"/>
                </a:lnTo>
                <a:lnTo>
                  <a:pt x="190009" y="125482"/>
                </a:lnTo>
                <a:lnTo>
                  <a:pt x="191555" y="121138"/>
                </a:lnTo>
                <a:lnTo>
                  <a:pt x="192890" y="116696"/>
                </a:lnTo>
                <a:lnTo>
                  <a:pt x="193987" y="112169"/>
                </a:lnTo>
                <a:lnTo>
                  <a:pt x="194859" y="107544"/>
                </a:lnTo>
                <a:lnTo>
                  <a:pt x="195491" y="102863"/>
                </a:lnTo>
                <a:lnTo>
                  <a:pt x="195871" y="98111"/>
                </a:lnTo>
                <a:lnTo>
                  <a:pt x="195997" y="93289"/>
                </a:lnTo>
                <a:lnTo>
                  <a:pt x="195871" y="88481"/>
                </a:lnTo>
                <a:lnTo>
                  <a:pt x="195491" y="83730"/>
                </a:lnTo>
                <a:lnTo>
                  <a:pt x="194859" y="79034"/>
                </a:lnTo>
                <a:lnTo>
                  <a:pt x="193987" y="74423"/>
                </a:lnTo>
                <a:lnTo>
                  <a:pt x="192890" y="69897"/>
                </a:lnTo>
                <a:lnTo>
                  <a:pt x="191555" y="65454"/>
                </a:lnTo>
                <a:lnTo>
                  <a:pt x="190009" y="61110"/>
                </a:lnTo>
                <a:lnTo>
                  <a:pt x="188237" y="56851"/>
                </a:lnTo>
                <a:lnTo>
                  <a:pt x="186255" y="52718"/>
                </a:lnTo>
                <a:lnTo>
                  <a:pt x="184090" y="48683"/>
                </a:lnTo>
                <a:lnTo>
                  <a:pt x="181714" y="44775"/>
                </a:lnTo>
                <a:lnTo>
                  <a:pt x="179156" y="40979"/>
                </a:lnTo>
                <a:lnTo>
                  <a:pt x="176414" y="37324"/>
                </a:lnTo>
                <a:lnTo>
                  <a:pt x="173490" y="33810"/>
                </a:lnTo>
                <a:lnTo>
                  <a:pt x="170412" y="30436"/>
                </a:lnTo>
                <a:lnTo>
                  <a:pt x="167164" y="27202"/>
                </a:lnTo>
                <a:lnTo>
                  <a:pt x="163748" y="24124"/>
                </a:lnTo>
                <a:lnTo>
                  <a:pt x="160191" y="21200"/>
                </a:lnTo>
                <a:lnTo>
                  <a:pt x="156494" y="18430"/>
                </a:lnTo>
                <a:lnTo>
                  <a:pt x="152656" y="15843"/>
                </a:lnTo>
                <a:lnTo>
                  <a:pt x="148678" y="13425"/>
                </a:lnTo>
                <a:lnTo>
                  <a:pt x="144573" y="11190"/>
                </a:lnTo>
                <a:lnTo>
                  <a:pt x="140355" y="9138"/>
                </a:lnTo>
                <a:lnTo>
                  <a:pt x="136026" y="7282"/>
                </a:lnTo>
                <a:lnTo>
                  <a:pt x="131583" y="5623"/>
                </a:lnTo>
                <a:lnTo>
                  <a:pt x="127043" y="4161"/>
                </a:lnTo>
                <a:lnTo>
                  <a:pt x="122403" y="2924"/>
                </a:lnTo>
                <a:lnTo>
                  <a:pt x="117666" y="1884"/>
                </a:lnTo>
                <a:lnTo>
                  <a:pt x="112858" y="1068"/>
                </a:lnTo>
                <a:lnTo>
                  <a:pt x="107966" y="478"/>
                </a:lnTo>
                <a:lnTo>
                  <a:pt x="103017" y="127"/>
                </a:lnTo>
                <a:lnTo>
                  <a:pt x="97999" y="0"/>
                </a:lnTo>
                <a:lnTo>
                  <a:pt x="92980" y="127"/>
                </a:lnTo>
                <a:lnTo>
                  <a:pt x="88017" y="478"/>
                </a:lnTo>
                <a:lnTo>
                  <a:pt x="83139" y="1068"/>
                </a:lnTo>
                <a:lnTo>
                  <a:pt x="78331" y="1884"/>
                </a:lnTo>
                <a:lnTo>
                  <a:pt x="73594" y="2924"/>
                </a:lnTo>
                <a:lnTo>
                  <a:pt x="68955" y="4161"/>
                </a:lnTo>
                <a:lnTo>
                  <a:pt x="64414" y="5623"/>
                </a:lnTo>
                <a:lnTo>
                  <a:pt x="59972" y="7282"/>
                </a:lnTo>
                <a:lnTo>
                  <a:pt x="55642" y="9138"/>
                </a:lnTo>
                <a:lnTo>
                  <a:pt x="51424" y="11190"/>
                </a:lnTo>
                <a:lnTo>
                  <a:pt x="47319" y="13425"/>
                </a:lnTo>
                <a:lnTo>
                  <a:pt x="43341" y="15843"/>
                </a:lnTo>
                <a:lnTo>
                  <a:pt x="39503" y="18430"/>
                </a:lnTo>
                <a:lnTo>
                  <a:pt x="35806" y="21200"/>
                </a:lnTo>
                <a:lnTo>
                  <a:pt x="32249" y="24124"/>
                </a:lnTo>
                <a:lnTo>
                  <a:pt x="28833" y="27202"/>
                </a:lnTo>
                <a:lnTo>
                  <a:pt x="25586" y="30436"/>
                </a:lnTo>
                <a:lnTo>
                  <a:pt x="22507" y="33810"/>
                </a:lnTo>
                <a:lnTo>
                  <a:pt x="19583" y="37324"/>
                </a:lnTo>
                <a:lnTo>
                  <a:pt x="16842" y="40979"/>
                </a:lnTo>
                <a:lnTo>
                  <a:pt x="14283" y="44775"/>
                </a:lnTo>
                <a:lnTo>
                  <a:pt x="11907" y="48683"/>
                </a:lnTo>
                <a:lnTo>
                  <a:pt x="9728" y="52718"/>
                </a:lnTo>
                <a:lnTo>
                  <a:pt x="7760" y="56851"/>
                </a:lnTo>
                <a:lnTo>
                  <a:pt x="5989" y="61110"/>
                </a:lnTo>
                <a:lnTo>
                  <a:pt x="4442" y="65454"/>
                </a:lnTo>
                <a:lnTo>
                  <a:pt x="3107" y="69897"/>
                </a:lnTo>
                <a:lnTo>
                  <a:pt x="2010" y="74423"/>
                </a:lnTo>
                <a:lnTo>
                  <a:pt x="1139" y="79034"/>
                </a:lnTo>
                <a:lnTo>
                  <a:pt x="506" y="83730"/>
                </a:lnTo>
                <a:lnTo>
                  <a:pt x="127" y="88481"/>
                </a:lnTo>
                <a:lnTo>
                  <a:pt x="0" y="93289"/>
                </a:lnTo>
                <a:lnTo>
                  <a:pt x="127" y="98111"/>
                </a:lnTo>
                <a:lnTo>
                  <a:pt x="506" y="102863"/>
                </a:lnTo>
                <a:lnTo>
                  <a:pt x="1139" y="107544"/>
                </a:lnTo>
                <a:lnTo>
                  <a:pt x="2010" y="112169"/>
                </a:lnTo>
                <a:lnTo>
                  <a:pt x="3107" y="116696"/>
                </a:lnTo>
                <a:lnTo>
                  <a:pt x="4442" y="121138"/>
                </a:lnTo>
                <a:close/>
                <a:moveTo>
                  <a:pt x="15005" y="81365"/>
                </a:moveTo>
                <a:lnTo>
                  <a:pt x="15769" y="77302"/>
                </a:lnTo>
                <a:lnTo>
                  <a:pt x="16698" y="73522"/>
                </a:lnTo>
                <a:lnTo>
                  <a:pt x="17786" y="69884"/>
                </a:lnTo>
                <a:lnTo>
                  <a:pt x="19092" y="66234"/>
                </a:lnTo>
                <a:lnTo>
                  <a:pt x="20578" y="62630"/>
                </a:lnTo>
                <a:lnTo>
                  <a:pt x="22307" y="59011"/>
                </a:lnTo>
                <a:lnTo>
                  <a:pt x="24041" y="55798"/>
                </a:lnTo>
                <a:lnTo>
                  <a:pt x="26188" y="52261"/>
                </a:lnTo>
                <a:lnTo>
                  <a:pt x="28395" y="49010"/>
                </a:lnTo>
                <a:lnTo>
                  <a:pt x="30631" y="46032"/>
                </a:lnTo>
                <a:lnTo>
                  <a:pt x="33037" y="43125"/>
                </a:lnTo>
                <a:lnTo>
                  <a:pt x="35702" y="40198"/>
                </a:lnTo>
                <a:lnTo>
                  <a:pt x="38538" y="37375"/>
                </a:lnTo>
                <a:lnTo>
                  <a:pt x="41542" y="34653"/>
                </a:lnTo>
                <a:lnTo>
                  <a:pt x="41303" y="34878"/>
                </a:lnTo>
                <a:lnTo>
                  <a:pt x="44490" y="32249"/>
                </a:lnTo>
                <a:lnTo>
                  <a:pt x="47535" y="29977"/>
                </a:lnTo>
                <a:lnTo>
                  <a:pt x="50896" y="27715"/>
                </a:lnTo>
                <a:lnTo>
                  <a:pt x="54240" y="25673"/>
                </a:lnTo>
                <a:lnTo>
                  <a:pt x="57821" y="23717"/>
                </a:lnTo>
                <a:lnTo>
                  <a:pt x="61393" y="21976"/>
                </a:lnTo>
                <a:lnTo>
                  <a:pt x="65163" y="20355"/>
                </a:lnTo>
                <a:lnTo>
                  <a:pt x="68933" y="18944"/>
                </a:lnTo>
                <a:lnTo>
                  <a:pt x="72890" y="17669"/>
                </a:lnTo>
                <a:lnTo>
                  <a:pt x="76832" y="16603"/>
                </a:lnTo>
                <a:lnTo>
                  <a:pt x="80914" y="15703"/>
                </a:lnTo>
                <a:lnTo>
                  <a:pt x="85286" y="14963"/>
                </a:lnTo>
                <a:lnTo>
                  <a:pt x="89536" y="14452"/>
                </a:lnTo>
                <a:lnTo>
                  <a:pt x="89198" y="14494"/>
                </a:lnTo>
                <a:lnTo>
                  <a:pt x="93702" y="14165"/>
                </a:lnTo>
                <a:lnTo>
                  <a:pt x="97999" y="14062"/>
                </a:lnTo>
                <a:lnTo>
                  <a:pt x="102296" y="14165"/>
                </a:lnTo>
                <a:lnTo>
                  <a:pt x="106799" y="14494"/>
                </a:lnTo>
                <a:lnTo>
                  <a:pt x="106462" y="14452"/>
                </a:lnTo>
                <a:lnTo>
                  <a:pt x="110711" y="14963"/>
                </a:lnTo>
                <a:lnTo>
                  <a:pt x="115084" y="15703"/>
                </a:lnTo>
                <a:lnTo>
                  <a:pt x="119165" y="16603"/>
                </a:lnTo>
                <a:lnTo>
                  <a:pt x="123107" y="17669"/>
                </a:lnTo>
                <a:lnTo>
                  <a:pt x="127064" y="18944"/>
                </a:lnTo>
                <a:lnTo>
                  <a:pt x="130835" y="20355"/>
                </a:lnTo>
                <a:lnTo>
                  <a:pt x="134604" y="21976"/>
                </a:lnTo>
                <a:lnTo>
                  <a:pt x="138177" y="23717"/>
                </a:lnTo>
                <a:lnTo>
                  <a:pt x="141628" y="25602"/>
                </a:lnTo>
                <a:lnTo>
                  <a:pt x="145105" y="27717"/>
                </a:lnTo>
                <a:lnTo>
                  <a:pt x="148462" y="29977"/>
                </a:lnTo>
                <a:lnTo>
                  <a:pt x="151507" y="32249"/>
                </a:lnTo>
                <a:lnTo>
                  <a:pt x="154651" y="34842"/>
                </a:lnTo>
                <a:lnTo>
                  <a:pt x="157466" y="37381"/>
                </a:lnTo>
                <a:lnTo>
                  <a:pt x="160296" y="40198"/>
                </a:lnTo>
                <a:lnTo>
                  <a:pt x="162960" y="43125"/>
                </a:lnTo>
                <a:lnTo>
                  <a:pt x="165366" y="46032"/>
                </a:lnTo>
                <a:lnTo>
                  <a:pt x="167603" y="49010"/>
                </a:lnTo>
                <a:lnTo>
                  <a:pt x="169809" y="52261"/>
                </a:lnTo>
                <a:lnTo>
                  <a:pt x="171956" y="55798"/>
                </a:lnTo>
                <a:lnTo>
                  <a:pt x="173690" y="59011"/>
                </a:lnTo>
                <a:lnTo>
                  <a:pt x="175472" y="62741"/>
                </a:lnTo>
                <a:lnTo>
                  <a:pt x="175318" y="62418"/>
                </a:lnTo>
                <a:lnTo>
                  <a:pt x="176907" y="66240"/>
                </a:lnTo>
                <a:lnTo>
                  <a:pt x="178211" y="69884"/>
                </a:lnTo>
                <a:lnTo>
                  <a:pt x="179297" y="73515"/>
                </a:lnTo>
                <a:lnTo>
                  <a:pt x="180274" y="77544"/>
                </a:lnTo>
                <a:lnTo>
                  <a:pt x="180992" y="81365"/>
                </a:lnTo>
                <a:lnTo>
                  <a:pt x="181499" y="85161"/>
                </a:lnTo>
                <a:lnTo>
                  <a:pt x="181814" y="89088"/>
                </a:lnTo>
                <a:lnTo>
                  <a:pt x="181934" y="93296"/>
                </a:lnTo>
                <a:lnTo>
                  <a:pt x="181814" y="97504"/>
                </a:lnTo>
                <a:lnTo>
                  <a:pt x="181502" y="101396"/>
                </a:lnTo>
                <a:lnTo>
                  <a:pt x="180986" y="105262"/>
                </a:lnTo>
                <a:lnTo>
                  <a:pt x="180274" y="109048"/>
                </a:lnTo>
                <a:lnTo>
                  <a:pt x="179297" y="113077"/>
                </a:lnTo>
                <a:lnTo>
                  <a:pt x="178211" y="116709"/>
                </a:lnTo>
                <a:lnTo>
                  <a:pt x="176907" y="120352"/>
                </a:lnTo>
                <a:lnTo>
                  <a:pt x="175318" y="124175"/>
                </a:lnTo>
                <a:lnTo>
                  <a:pt x="175472" y="123851"/>
                </a:lnTo>
                <a:lnTo>
                  <a:pt x="173690" y="127581"/>
                </a:lnTo>
                <a:lnTo>
                  <a:pt x="171956" y="130795"/>
                </a:lnTo>
                <a:lnTo>
                  <a:pt x="169809" y="134331"/>
                </a:lnTo>
                <a:lnTo>
                  <a:pt x="167603" y="137582"/>
                </a:lnTo>
                <a:lnTo>
                  <a:pt x="165366" y="140560"/>
                </a:lnTo>
                <a:lnTo>
                  <a:pt x="162960" y="143467"/>
                </a:lnTo>
                <a:lnTo>
                  <a:pt x="160296" y="146394"/>
                </a:lnTo>
                <a:lnTo>
                  <a:pt x="157366" y="149310"/>
                </a:lnTo>
                <a:lnTo>
                  <a:pt x="157605" y="149071"/>
                </a:lnTo>
                <a:lnTo>
                  <a:pt x="154640" y="151760"/>
                </a:lnTo>
                <a:lnTo>
                  <a:pt x="151405" y="154428"/>
                </a:lnTo>
                <a:lnTo>
                  <a:pt x="151658" y="154217"/>
                </a:lnTo>
                <a:lnTo>
                  <a:pt x="148449" y="156623"/>
                </a:lnTo>
                <a:lnTo>
                  <a:pt x="145105" y="158875"/>
                </a:lnTo>
                <a:lnTo>
                  <a:pt x="141628" y="160990"/>
                </a:lnTo>
                <a:lnTo>
                  <a:pt x="138177" y="162875"/>
                </a:lnTo>
                <a:lnTo>
                  <a:pt x="134604" y="164616"/>
                </a:lnTo>
                <a:lnTo>
                  <a:pt x="130835" y="166238"/>
                </a:lnTo>
                <a:lnTo>
                  <a:pt x="127064" y="167648"/>
                </a:lnTo>
                <a:lnTo>
                  <a:pt x="123107" y="168923"/>
                </a:lnTo>
                <a:lnTo>
                  <a:pt x="119168" y="169988"/>
                </a:lnTo>
                <a:lnTo>
                  <a:pt x="114826" y="170932"/>
                </a:lnTo>
                <a:lnTo>
                  <a:pt x="115163" y="170876"/>
                </a:lnTo>
                <a:lnTo>
                  <a:pt x="110998" y="171581"/>
                </a:lnTo>
                <a:lnTo>
                  <a:pt x="106535" y="172118"/>
                </a:lnTo>
                <a:lnTo>
                  <a:pt x="102296" y="172427"/>
                </a:lnTo>
                <a:lnTo>
                  <a:pt x="97999" y="172530"/>
                </a:lnTo>
                <a:lnTo>
                  <a:pt x="93702" y="172427"/>
                </a:lnTo>
                <a:lnTo>
                  <a:pt x="89462" y="172118"/>
                </a:lnTo>
                <a:lnTo>
                  <a:pt x="84999" y="171581"/>
                </a:lnTo>
                <a:lnTo>
                  <a:pt x="80834" y="170876"/>
                </a:lnTo>
                <a:lnTo>
                  <a:pt x="81171" y="170932"/>
                </a:lnTo>
                <a:lnTo>
                  <a:pt x="76829" y="169988"/>
                </a:lnTo>
                <a:lnTo>
                  <a:pt x="72890" y="168923"/>
                </a:lnTo>
                <a:lnTo>
                  <a:pt x="68933" y="167648"/>
                </a:lnTo>
                <a:lnTo>
                  <a:pt x="65163" y="166238"/>
                </a:lnTo>
                <a:lnTo>
                  <a:pt x="61393" y="164616"/>
                </a:lnTo>
                <a:lnTo>
                  <a:pt x="57821" y="162875"/>
                </a:lnTo>
                <a:lnTo>
                  <a:pt x="54240" y="160920"/>
                </a:lnTo>
                <a:lnTo>
                  <a:pt x="50896" y="158877"/>
                </a:lnTo>
                <a:lnTo>
                  <a:pt x="47548" y="156623"/>
                </a:lnTo>
                <a:lnTo>
                  <a:pt x="44339" y="154217"/>
                </a:lnTo>
                <a:lnTo>
                  <a:pt x="44592" y="154428"/>
                </a:lnTo>
                <a:lnTo>
                  <a:pt x="41303" y="151714"/>
                </a:lnTo>
                <a:lnTo>
                  <a:pt x="41542" y="151939"/>
                </a:lnTo>
                <a:lnTo>
                  <a:pt x="38393" y="149071"/>
                </a:lnTo>
                <a:lnTo>
                  <a:pt x="38632" y="149310"/>
                </a:lnTo>
                <a:lnTo>
                  <a:pt x="35702" y="146394"/>
                </a:lnTo>
                <a:lnTo>
                  <a:pt x="33037" y="143467"/>
                </a:lnTo>
                <a:lnTo>
                  <a:pt x="30631" y="140560"/>
                </a:lnTo>
                <a:lnTo>
                  <a:pt x="28395" y="137582"/>
                </a:lnTo>
                <a:lnTo>
                  <a:pt x="26188" y="134331"/>
                </a:lnTo>
                <a:lnTo>
                  <a:pt x="24041" y="130795"/>
                </a:lnTo>
                <a:lnTo>
                  <a:pt x="22307" y="127581"/>
                </a:lnTo>
                <a:lnTo>
                  <a:pt x="20578" y="123962"/>
                </a:lnTo>
                <a:lnTo>
                  <a:pt x="19092" y="120359"/>
                </a:lnTo>
                <a:lnTo>
                  <a:pt x="17786" y="116709"/>
                </a:lnTo>
                <a:lnTo>
                  <a:pt x="16698" y="113070"/>
                </a:lnTo>
                <a:lnTo>
                  <a:pt x="15769" y="109290"/>
                </a:lnTo>
                <a:lnTo>
                  <a:pt x="15011" y="105262"/>
                </a:lnTo>
                <a:lnTo>
                  <a:pt x="14495" y="101396"/>
                </a:lnTo>
                <a:lnTo>
                  <a:pt x="14163" y="97250"/>
                </a:lnTo>
                <a:lnTo>
                  <a:pt x="14063" y="93296"/>
                </a:lnTo>
                <a:lnTo>
                  <a:pt x="14163" y="89342"/>
                </a:lnTo>
                <a:lnTo>
                  <a:pt x="14498" y="85161"/>
                </a:lnTo>
                <a:lnTo>
                  <a:pt x="15005" y="81365"/>
                </a:lnTo>
                <a:close/>
              </a:path>
            </a:pathLst>
          </a:custGeom>
          <a:solidFill xmlns:a="http://schemas.openxmlformats.org/drawingml/2006/main">
            <a:srgbClr val="000000"/>
          </a:solidFill>
          <a:ln xmlns:a="http://schemas.openxmlformats.org/drawingml/2006/main" w="0" cap="flat">
            <a:noFill/>
            <a:miter/>
          </a:ln>
        </p:spPr>
      </p:sp>
      <p:sp>
        <p:nvSpPr>
          <p:cNvPr id="537" name="Vector element">
            <a:extLst xmlns:a="http://schemas.openxmlformats.org/drawingml/2006/main">
              <a:ext uri="{FF2B5EF4-FFF2-40B4-BE49-F238E27FC236}">
                <a16:creationId xmlns:a16="http://schemas.microsoft.com/office/drawing/2014/main" id="{7E0EACD6-D507-46E0-AAFB-CF37C7F23CB5}"/>
              </a:ext>
            </a:extLst>
          </p:cNvPr>
          <p:cNvSpPr>
            <a:spLocks xmlns:a="http://schemas.openxmlformats.org/drawingml/2006/main" noGrp="1"/>
          </p:cNvSpPr>
          <p:nvPr/>
        </p:nvSpPr>
        <p:spPr>
          <a:xfrm xmlns:a="http://schemas.openxmlformats.org/drawingml/2006/main">
            <a:off x="1041480" y="1600740"/>
            <a:ext cx="181925" cy="172520"/>
          </a:xfrm>
          <a:custGeom xmlns:a="http://schemas.openxmlformats.org/drawingml/2006/main">
            <a:pathLst>
              <a:path w="181925" h="172520">
                <a:moveTo>
                  <a:pt x="717" y="85782"/>
                </a:moveTo>
                <a:cubicBezTo>
                  <a:pt x="0" y="38617"/>
                  <a:pt x="40726" y="0"/>
                  <a:pt x="90970" y="0"/>
                </a:cubicBezTo>
                <a:cubicBezTo>
                  <a:pt x="141199" y="0"/>
                  <a:pt x="181925" y="38617"/>
                  <a:pt x="181925" y="86260"/>
                </a:cubicBezTo>
                <a:cubicBezTo>
                  <a:pt x="181925" y="133903"/>
                  <a:pt x="141199" y="172520"/>
                  <a:pt x="90970" y="172520"/>
                </a:cubicBezTo>
                <a:cubicBezTo>
                  <a:pt x="40726" y="172520"/>
                  <a:pt x="0" y="133903"/>
                  <a:pt x="717" y="85782"/>
                </a:cubicBezTo>
              </a:path>
            </a:pathLst>
          </a:custGeom>
          <a:solidFill xmlns:a="http://schemas.openxmlformats.org/drawingml/2006/main">
            <a:srgbClr val="726595"/>
          </a:solidFill>
          <a:ln xmlns:a="http://schemas.openxmlformats.org/drawingml/2006/main" w="0" cap="flat">
            <a:noFill/>
            <a:miter/>
          </a:ln>
        </p:spPr>
      </p:sp>
      <p:sp>
        <p:nvSpPr>
          <p:cNvPr id="538" name="Vector element">
            <a:extLst xmlns:a="http://schemas.openxmlformats.org/drawingml/2006/main">
              <a:ext uri="{FF2B5EF4-FFF2-40B4-BE49-F238E27FC236}">
                <a16:creationId xmlns:a16="http://schemas.microsoft.com/office/drawing/2014/main" id="{99A89086-269C-4BE1-8667-26F3EF2E8C70}"/>
              </a:ext>
            </a:extLst>
          </p:cNvPr>
          <p:cNvSpPr>
            <a:spLocks xmlns:a="http://schemas.openxmlformats.org/drawingml/2006/main" noGrp="1"/>
          </p:cNvSpPr>
          <p:nvPr/>
        </p:nvSpPr>
        <p:spPr>
          <a:xfrm xmlns:a="http://schemas.openxmlformats.org/drawingml/2006/main">
            <a:off x="1034451" y="1593711"/>
            <a:ext cx="195997" cy="186592"/>
          </a:xfrm>
          <a:custGeom xmlns:a="http://schemas.openxmlformats.org/drawingml/2006/main">
            <a:pathLst>
              <a:path w="195997" h="186592">
                <a:moveTo>
                  <a:pt x="3107" y="116696"/>
                </a:moveTo>
                <a:lnTo>
                  <a:pt x="4442" y="121138"/>
                </a:lnTo>
                <a:lnTo>
                  <a:pt x="5989" y="125482"/>
                </a:lnTo>
                <a:lnTo>
                  <a:pt x="7760" y="129742"/>
                </a:lnTo>
                <a:lnTo>
                  <a:pt x="9728" y="133875"/>
                </a:lnTo>
                <a:lnTo>
                  <a:pt x="11907" y="137909"/>
                </a:lnTo>
                <a:lnTo>
                  <a:pt x="14283" y="141818"/>
                </a:lnTo>
                <a:lnTo>
                  <a:pt x="16842" y="145599"/>
                </a:lnTo>
                <a:lnTo>
                  <a:pt x="19583" y="149254"/>
                </a:lnTo>
                <a:lnTo>
                  <a:pt x="22493" y="152783"/>
                </a:lnTo>
                <a:lnTo>
                  <a:pt x="25586" y="156157"/>
                </a:lnTo>
                <a:lnTo>
                  <a:pt x="28833" y="159390"/>
                </a:lnTo>
                <a:lnTo>
                  <a:pt x="32235" y="162469"/>
                </a:lnTo>
                <a:lnTo>
                  <a:pt x="35792" y="165393"/>
                </a:lnTo>
                <a:lnTo>
                  <a:pt x="39503" y="168148"/>
                </a:lnTo>
                <a:lnTo>
                  <a:pt x="43341" y="170749"/>
                </a:lnTo>
                <a:lnTo>
                  <a:pt x="47319" y="173153"/>
                </a:lnTo>
                <a:lnTo>
                  <a:pt x="51410" y="175402"/>
                </a:lnTo>
                <a:lnTo>
                  <a:pt x="55642" y="177441"/>
                </a:lnTo>
                <a:lnTo>
                  <a:pt x="59972" y="179296"/>
                </a:lnTo>
                <a:lnTo>
                  <a:pt x="64414" y="180969"/>
                </a:lnTo>
                <a:lnTo>
                  <a:pt x="68955" y="182417"/>
                </a:lnTo>
                <a:lnTo>
                  <a:pt x="73594" y="183668"/>
                </a:lnTo>
                <a:lnTo>
                  <a:pt x="78317" y="184709"/>
                </a:lnTo>
                <a:lnTo>
                  <a:pt x="83139" y="185524"/>
                </a:lnTo>
                <a:lnTo>
                  <a:pt x="88017" y="186114"/>
                </a:lnTo>
                <a:lnTo>
                  <a:pt x="92980" y="186466"/>
                </a:lnTo>
                <a:lnTo>
                  <a:pt x="97999" y="186592"/>
                </a:lnTo>
                <a:lnTo>
                  <a:pt x="103017" y="186466"/>
                </a:lnTo>
                <a:lnTo>
                  <a:pt x="107966" y="186114"/>
                </a:lnTo>
                <a:lnTo>
                  <a:pt x="112858" y="185524"/>
                </a:lnTo>
                <a:lnTo>
                  <a:pt x="117666" y="184709"/>
                </a:lnTo>
                <a:lnTo>
                  <a:pt x="122389" y="183668"/>
                </a:lnTo>
                <a:lnTo>
                  <a:pt x="127028" y="182417"/>
                </a:lnTo>
                <a:lnTo>
                  <a:pt x="131583" y="180969"/>
                </a:lnTo>
                <a:lnTo>
                  <a:pt x="136026" y="179296"/>
                </a:lnTo>
                <a:lnTo>
                  <a:pt x="140355" y="177441"/>
                </a:lnTo>
                <a:lnTo>
                  <a:pt x="144573" y="175402"/>
                </a:lnTo>
                <a:lnTo>
                  <a:pt x="148678" y="173153"/>
                </a:lnTo>
                <a:lnTo>
                  <a:pt x="152642" y="170749"/>
                </a:lnTo>
                <a:lnTo>
                  <a:pt x="156494" y="168148"/>
                </a:lnTo>
                <a:lnTo>
                  <a:pt x="160191" y="165393"/>
                </a:lnTo>
                <a:lnTo>
                  <a:pt x="163748" y="162469"/>
                </a:lnTo>
                <a:lnTo>
                  <a:pt x="167150" y="159390"/>
                </a:lnTo>
                <a:lnTo>
                  <a:pt x="170412" y="156157"/>
                </a:lnTo>
                <a:lnTo>
                  <a:pt x="173490" y="152783"/>
                </a:lnTo>
                <a:lnTo>
                  <a:pt x="176414" y="149254"/>
                </a:lnTo>
                <a:lnTo>
                  <a:pt x="179156" y="145599"/>
                </a:lnTo>
                <a:lnTo>
                  <a:pt x="181714" y="141818"/>
                </a:lnTo>
                <a:lnTo>
                  <a:pt x="184076" y="137909"/>
                </a:lnTo>
                <a:lnTo>
                  <a:pt x="186255" y="133875"/>
                </a:lnTo>
                <a:lnTo>
                  <a:pt x="188237" y="129742"/>
                </a:lnTo>
                <a:lnTo>
                  <a:pt x="189994" y="125482"/>
                </a:lnTo>
                <a:lnTo>
                  <a:pt x="191555" y="121138"/>
                </a:lnTo>
                <a:lnTo>
                  <a:pt x="192876" y="116696"/>
                </a:lnTo>
                <a:lnTo>
                  <a:pt x="193987" y="112155"/>
                </a:lnTo>
                <a:lnTo>
                  <a:pt x="194859" y="107544"/>
                </a:lnTo>
                <a:lnTo>
                  <a:pt x="195477" y="102863"/>
                </a:lnTo>
                <a:lnTo>
                  <a:pt x="195857" y="98111"/>
                </a:lnTo>
                <a:lnTo>
                  <a:pt x="195997" y="93289"/>
                </a:lnTo>
                <a:lnTo>
                  <a:pt x="195857" y="88481"/>
                </a:lnTo>
                <a:lnTo>
                  <a:pt x="195477" y="83730"/>
                </a:lnTo>
                <a:lnTo>
                  <a:pt x="194859" y="79034"/>
                </a:lnTo>
                <a:lnTo>
                  <a:pt x="193987" y="74423"/>
                </a:lnTo>
                <a:lnTo>
                  <a:pt x="192876" y="69897"/>
                </a:lnTo>
                <a:lnTo>
                  <a:pt x="191555" y="65454"/>
                </a:lnTo>
                <a:lnTo>
                  <a:pt x="189994" y="61096"/>
                </a:lnTo>
                <a:lnTo>
                  <a:pt x="188237" y="56851"/>
                </a:lnTo>
                <a:lnTo>
                  <a:pt x="186255" y="52718"/>
                </a:lnTo>
                <a:lnTo>
                  <a:pt x="184076" y="48683"/>
                </a:lnTo>
                <a:lnTo>
                  <a:pt x="181714" y="44775"/>
                </a:lnTo>
                <a:lnTo>
                  <a:pt x="179156" y="40979"/>
                </a:lnTo>
                <a:lnTo>
                  <a:pt x="176414" y="37324"/>
                </a:lnTo>
                <a:lnTo>
                  <a:pt x="173490" y="33810"/>
                </a:lnTo>
                <a:lnTo>
                  <a:pt x="170412" y="30436"/>
                </a:lnTo>
                <a:lnTo>
                  <a:pt x="167150" y="27202"/>
                </a:lnTo>
                <a:lnTo>
                  <a:pt x="163748" y="24110"/>
                </a:lnTo>
                <a:lnTo>
                  <a:pt x="160191" y="21200"/>
                </a:lnTo>
                <a:lnTo>
                  <a:pt x="156494" y="18430"/>
                </a:lnTo>
                <a:lnTo>
                  <a:pt x="152642" y="15843"/>
                </a:lnTo>
                <a:lnTo>
                  <a:pt x="148678" y="13425"/>
                </a:lnTo>
                <a:lnTo>
                  <a:pt x="144573" y="11190"/>
                </a:lnTo>
                <a:lnTo>
                  <a:pt x="140355" y="9138"/>
                </a:lnTo>
                <a:lnTo>
                  <a:pt x="136026" y="7282"/>
                </a:lnTo>
                <a:lnTo>
                  <a:pt x="131583" y="5623"/>
                </a:lnTo>
                <a:lnTo>
                  <a:pt x="127028" y="4161"/>
                </a:lnTo>
                <a:lnTo>
                  <a:pt x="122389" y="2924"/>
                </a:lnTo>
                <a:lnTo>
                  <a:pt x="117666" y="1884"/>
                </a:lnTo>
                <a:lnTo>
                  <a:pt x="112858" y="1068"/>
                </a:lnTo>
                <a:lnTo>
                  <a:pt x="107966" y="478"/>
                </a:lnTo>
                <a:lnTo>
                  <a:pt x="103017" y="127"/>
                </a:lnTo>
                <a:lnTo>
                  <a:pt x="97999" y="0"/>
                </a:lnTo>
                <a:lnTo>
                  <a:pt x="92980" y="127"/>
                </a:lnTo>
                <a:lnTo>
                  <a:pt x="88017" y="478"/>
                </a:lnTo>
                <a:lnTo>
                  <a:pt x="83139" y="1068"/>
                </a:lnTo>
                <a:lnTo>
                  <a:pt x="78317" y="1884"/>
                </a:lnTo>
                <a:lnTo>
                  <a:pt x="73594" y="2924"/>
                </a:lnTo>
                <a:lnTo>
                  <a:pt x="68955" y="4161"/>
                </a:lnTo>
                <a:lnTo>
                  <a:pt x="64414" y="5623"/>
                </a:lnTo>
                <a:lnTo>
                  <a:pt x="59972" y="7282"/>
                </a:lnTo>
                <a:lnTo>
                  <a:pt x="55642" y="9138"/>
                </a:lnTo>
                <a:lnTo>
                  <a:pt x="51410" y="11190"/>
                </a:lnTo>
                <a:lnTo>
                  <a:pt x="47319" y="13425"/>
                </a:lnTo>
                <a:lnTo>
                  <a:pt x="43341" y="15843"/>
                </a:lnTo>
                <a:lnTo>
                  <a:pt x="39503" y="18430"/>
                </a:lnTo>
                <a:lnTo>
                  <a:pt x="35792" y="21200"/>
                </a:lnTo>
                <a:lnTo>
                  <a:pt x="32235" y="24110"/>
                </a:lnTo>
                <a:lnTo>
                  <a:pt x="28833" y="27202"/>
                </a:lnTo>
                <a:lnTo>
                  <a:pt x="25586" y="30436"/>
                </a:lnTo>
                <a:lnTo>
                  <a:pt x="22493" y="33810"/>
                </a:lnTo>
                <a:lnTo>
                  <a:pt x="19583" y="37324"/>
                </a:lnTo>
                <a:lnTo>
                  <a:pt x="16842" y="40979"/>
                </a:lnTo>
                <a:lnTo>
                  <a:pt x="14283" y="44775"/>
                </a:lnTo>
                <a:lnTo>
                  <a:pt x="11907" y="48683"/>
                </a:lnTo>
                <a:lnTo>
                  <a:pt x="9728" y="52718"/>
                </a:lnTo>
                <a:lnTo>
                  <a:pt x="7760" y="56851"/>
                </a:lnTo>
                <a:lnTo>
                  <a:pt x="5989" y="61096"/>
                </a:lnTo>
                <a:lnTo>
                  <a:pt x="4442" y="65454"/>
                </a:lnTo>
                <a:lnTo>
                  <a:pt x="3107" y="69897"/>
                </a:lnTo>
                <a:lnTo>
                  <a:pt x="1996" y="74423"/>
                </a:lnTo>
                <a:lnTo>
                  <a:pt x="1139" y="79034"/>
                </a:lnTo>
                <a:lnTo>
                  <a:pt x="506" y="83730"/>
                </a:lnTo>
                <a:lnTo>
                  <a:pt x="127" y="88481"/>
                </a:lnTo>
                <a:lnTo>
                  <a:pt x="0" y="93289"/>
                </a:lnTo>
                <a:lnTo>
                  <a:pt x="127" y="98111"/>
                </a:lnTo>
                <a:lnTo>
                  <a:pt x="506" y="102863"/>
                </a:lnTo>
                <a:lnTo>
                  <a:pt x="1139" y="107544"/>
                </a:lnTo>
                <a:lnTo>
                  <a:pt x="1996" y="112155"/>
                </a:lnTo>
                <a:lnTo>
                  <a:pt x="3107" y="116696"/>
                </a:lnTo>
                <a:close/>
                <a:moveTo>
                  <a:pt x="15011" y="81318"/>
                </a:moveTo>
                <a:lnTo>
                  <a:pt x="15772" y="77286"/>
                </a:lnTo>
                <a:lnTo>
                  <a:pt x="16715" y="73397"/>
                </a:lnTo>
                <a:lnTo>
                  <a:pt x="16631" y="73748"/>
                </a:lnTo>
                <a:lnTo>
                  <a:pt x="17786" y="69884"/>
                </a:lnTo>
                <a:lnTo>
                  <a:pt x="19175" y="66003"/>
                </a:lnTo>
                <a:lnTo>
                  <a:pt x="19035" y="66340"/>
                </a:lnTo>
                <a:lnTo>
                  <a:pt x="20575" y="62636"/>
                </a:lnTo>
                <a:lnTo>
                  <a:pt x="22194" y="59221"/>
                </a:lnTo>
                <a:lnTo>
                  <a:pt x="24154" y="55589"/>
                </a:lnTo>
                <a:lnTo>
                  <a:pt x="26057" y="52454"/>
                </a:lnTo>
                <a:lnTo>
                  <a:pt x="28260" y="49189"/>
                </a:lnTo>
                <a:lnTo>
                  <a:pt x="30617" y="46033"/>
                </a:lnTo>
                <a:lnTo>
                  <a:pt x="33154" y="42983"/>
                </a:lnTo>
                <a:lnTo>
                  <a:pt x="35694" y="40205"/>
                </a:lnTo>
                <a:lnTo>
                  <a:pt x="38538" y="37375"/>
                </a:lnTo>
                <a:lnTo>
                  <a:pt x="41340" y="34836"/>
                </a:lnTo>
                <a:lnTo>
                  <a:pt x="44592" y="32165"/>
                </a:lnTo>
                <a:lnTo>
                  <a:pt x="44325" y="32362"/>
                </a:lnTo>
                <a:lnTo>
                  <a:pt x="47526" y="29984"/>
                </a:lnTo>
                <a:lnTo>
                  <a:pt x="50963" y="27661"/>
                </a:lnTo>
                <a:lnTo>
                  <a:pt x="54226" y="25681"/>
                </a:lnTo>
                <a:lnTo>
                  <a:pt x="57821" y="23717"/>
                </a:lnTo>
                <a:lnTo>
                  <a:pt x="61494" y="21927"/>
                </a:lnTo>
                <a:lnTo>
                  <a:pt x="65157" y="20357"/>
                </a:lnTo>
                <a:lnTo>
                  <a:pt x="68934" y="18944"/>
                </a:lnTo>
                <a:lnTo>
                  <a:pt x="72809" y="17691"/>
                </a:lnTo>
                <a:lnTo>
                  <a:pt x="76893" y="16587"/>
                </a:lnTo>
                <a:lnTo>
                  <a:pt x="80910" y="15704"/>
                </a:lnTo>
                <a:lnTo>
                  <a:pt x="85286" y="14963"/>
                </a:lnTo>
                <a:lnTo>
                  <a:pt x="89536" y="14452"/>
                </a:lnTo>
                <a:lnTo>
                  <a:pt x="89198" y="14494"/>
                </a:lnTo>
                <a:lnTo>
                  <a:pt x="93702" y="14165"/>
                </a:lnTo>
                <a:lnTo>
                  <a:pt x="97999" y="14062"/>
                </a:lnTo>
                <a:lnTo>
                  <a:pt x="102295" y="14165"/>
                </a:lnTo>
                <a:lnTo>
                  <a:pt x="106785" y="14494"/>
                </a:lnTo>
                <a:lnTo>
                  <a:pt x="106447" y="14452"/>
                </a:lnTo>
                <a:lnTo>
                  <a:pt x="110745" y="14969"/>
                </a:lnTo>
                <a:lnTo>
                  <a:pt x="115130" y="15714"/>
                </a:lnTo>
                <a:lnTo>
                  <a:pt x="119165" y="16603"/>
                </a:lnTo>
                <a:lnTo>
                  <a:pt x="123107" y="17669"/>
                </a:lnTo>
                <a:lnTo>
                  <a:pt x="126963" y="18911"/>
                </a:lnTo>
                <a:lnTo>
                  <a:pt x="130826" y="20357"/>
                </a:lnTo>
                <a:lnTo>
                  <a:pt x="134606" y="21977"/>
                </a:lnTo>
                <a:lnTo>
                  <a:pt x="138177" y="23717"/>
                </a:lnTo>
                <a:lnTo>
                  <a:pt x="141636" y="25607"/>
                </a:lnTo>
                <a:lnTo>
                  <a:pt x="145206" y="27765"/>
                </a:lnTo>
                <a:lnTo>
                  <a:pt x="144924" y="27596"/>
                </a:lnTo>
                <a:lnTo>
                  <a:pt x="148322" y="29883"/>
                </a:lnTo>
                <a:lnTo>
                  <a:pt x="151658" y="32362"/>
                </a:lnTo>
                <a:lnTo>
                  <a:pt x="151391" y="32165"/>
                </a:lnTo>
                <a:lnTo>
                  <a:pt x="154653" y="34844"/>
                </a:lnTo>
                <a:lnTo>
                  <a:pt x="157466" y="37381"/>
                </a:lnTo>
                <a:lnTo>
                  <a:pt x="160147" y="40050"/>
                </a:lnTo>
                <a:lnTo>
                  <a:pt x="162847" y="42988"/>
                </a:lnTo>
                <a:lnTo>
                  <a:pt x="165361" y="46026"/>
                </a:lnTo>
                <a:lnTo>
                  <a:pt x="167723" y="49189"/>
                </a:lnTo>
                <a:lnTo>
                  <a:pt x="169926" y="52454"/>
                </a:lnTo>
                <a:lnTo>
                  <a:pt x="171829" y="55589"/>
                </a:lnTo>
                <a:lnTo>
                  <a:pt x="173799" y="59239"/>
                </a:lnTo>
                <a:lnTo>
                  <a:pt x="175472" y="62741"/>
                </a:lnTo>
                <a:lnTo>
                  <a:pt x="175318" y="62418"/>
                </a:lnTo>
                <a:lnTo>
                  <a:pt x="176907" y="66240"/>
                </a:lnTo>
                <a:lnTo>
                  <a:pt x="178211" y="69884"/>
                </a:lnTo>
                <a:lnTo>
                  <a:pt x="179297" y="73515"/>
                </a:lnTo>
                <a:lnTo>
                  <a:pt x="180270" y="77528"/>
                </a:lnTo>
                <a:lnTo>
                  <a:pt x="180971" y="81309"/>
                </a:lnTo>
                <a:lnTo>
                  <a:pt x="181517" y="85403"/>
                </a:lnTo>
                <a:lnTo>
                  <a:pt x="181489" y="85037"/>
                </a:lnTo>
                <a:lnTo>
                  <a:pt x="181814" y="89088"/>
                </a:lnTo>
                <a:lnTo>
                  <a:pt x="181934" y="93296"/>
                </a:lnTo>
                <a:lnTo>
                  <a:pt x="181814" y="97504"/>
                </a:lnTo>
                <a:lnTo>
                  <a:pt x="181489" y="101555"/>
                </a:lnTo>
                <a:lnTo>
                  <a:pt x="181517" y="101176"/>
                </a:lnTo>
                <a:lnTo>
                  <a:pt x="180971" y="105269"/>
                </a:lnTo>
                <a:lnTo>
                  <a:pt x="180259" y="109110"/>
                </a:lnTo>
                <a:lnTo>
                  <a:pt x="179314" y="113006"/>
                </a:lnTo>
                <a:lnTo>
                  <a:pt x="178210" y="116713"/>
                </a:lnTo>
                <a:lnTo>
                  <a:pt x="176907" y="120352"/>
                </a:lnTo>
                <a:lnTo>
                  <a:pt x="175321" y="124167"/>
                </a:lnTo>
                <a:lnTo>
                  <a:pt x="173743" y="127457"/>
                </a:lnTo>
                <a:lnTo>
                  <a:pt x="171829" y="131003"/>
                </a:lnTo>
                <a:lnTo>
                  <a:pt x="169926" y="134138"/>
                </a:lnTo>
                <a:lnTo>
                  <a:pt x="167723" y="137403"/>
                </a:lnTo>
                <a:lnTo>
                  <a:pt x="165365" y="140561"/>
                </a:lnTo>
                <a:lnTo>
                  <a:pt x="162843" y="143595"/>
                </a:lnTo>
                <a:lnTo>
                  <a:pt x="160147" y="146543"/>
                </a:lnTo>
                <a:lnTo>
                  <a:pt x="157366" y="149310"/>
                </a:lnTo>
                <a:lnTo>
                  <a:pt x="157605" y="149071"/>
                </a:lnTo>
                <a:lnTo>
                  <a:pt x="154642" y="151758"/>
                </a:lnTo>
                <a:lnTo>
                  <a:pt x="151544" y="154302"/>
                </a:lnTo>
                <a:lnTo>
                  <a:pt x="148316" y="156713"/>
                </a:lnTo>
                <a:lnTo>
                  <a:pt x="145105" y="158875"/>
                </a:lnTo>
                <a:lnTo>
                  <a:pt x="141628" y="160990"/>
                </a:lnTo>
                <a:lnTo>
                  <a:pt x="138177" y="162875"/>
                </a:lnTo>
                <a:lnTo>
                  <a:pt x="134606" y="164616"/>
                </a:lnTo>
                <a:lnTo>
                  <a:pt x="130826" y="166236"/>
                </a:lnTo>
                <a:lnTo>
                  <a:pt x="126963" y="167681"/>
                </a:lnTo>
                <a:lnTo>
                  <a:pt x="123107" y="168923"/>
                </a:lnTo>
                <a:lnTo>
                  <a:pt x="119168" y="169988"/>
                </a:lnTo>
                <a:lnTo>
                  <a:pt x="114854" y="170926"/>
                </a:lnTo>
                <a:lnTo>
                  <a:pt x="110679" y="171635"/>
                </a:lnTo>
                <a:lnTo>
                  <a:pt x="111002" y="171578"/>
                </a:lnTo>
                <a:lnTo>
                  <a:pt x="106520" y="172118"/>
                </a:lnTo>
                <a:lnTo>
                  <a:pt x="102295" y="172427"/>
                </a:lnTo>
                <a:lnTo>
                  <a:pt x="97999" y="172530"/>
                </a:lnTo>
                <a:lnTo>
                  <a:pt x="93702" y="172427"/>
                </a:lnTo>
                <a:lnTo>
                  <a:pt x="89462" y="172118"/>
                </a:lnTo>
                <a:lnTo>
                  <a:pt x="84999" y="171581"/>
                </a:lnTo>
                <a:lnTo>
                  <a:pt x="80834" y="170876"/>
                </a:lnTo>
                <a:lnTo>
                  <a:pt x="81171" y="170932"/>
                </a:lnTo>
                <a:lnTo>
                  <a:pt x="76885" y="170003"/>
                </a:lnTo>
                <a:lnTo>
                  <a:pt x="72809" y="168901"/>
                </a:lnTo>
                <a:lnTo>
                  <a:pt x="68934" y="167649"/>
                </a:lnTo>
                <a:lnTo>
                  <a:pt x="65157" y="166236"/>
                </a:lnTo>
                <a:lnTo>
                  <a:pt x="61494" y="164666"/>
                </a:lnTo>
                <a:lnTo>
                  <a:pt x="57821" y="162875"/>
                </a:lnTo>
                <a:lnTo>
                  <a:pt x="54240" y="160920"/>
                </a:lnTo>
                <a:lnTo>
                  <a:pt x="50792" y="158814"/>
                </a:lnTo>
                <a:lnTo>
                  <a:pt x="51059" y="158996"/>
                </a:lnTo>
                <a:lnTo>
                  <a:pt x="47540" y="156618"/>
                </a:lnTo>
                <a:lnTo>
                  <a:pt x="44439" y="154302"/>
                </a:lnTo>
                <a:lnTo>
                  <a:pt x="41350" y="151765"/>
                </a:lnTo>
                <a:lnTo>
                  <a:pt x="38393" y="149071"/>
                </a:lnTo>
                <a:lnTo>
                  <a:pt x="38632" y="149310"/>
                </a:lnTo>
                <a:lnTo>
                  <a:pt x="35702" y="146394"/>
                </a:lnTo>
                <a:lnTo>
                  <a:pt x="33159" y="143601"/>
                </a:lnTo>
                <a:lnTo>
                  <a:pt x="30613" y="140554"/>
                </a:lnTo>
                <a:lnTo>
                  <a:pt x="28260" y="137403"/>
                </a:lnTo>
                <a:lnTo>
                  <a:pt x="26057" y="134138"/>
                </a:lnTo>
                <a:lnTo>
                  <a:pt x="24154" y="131003"/>
                </a:lnTo>
                <a:lnTo>
                  <a:pt x="22247" y="127468"/>
                </a:lnTo>
                <a:lnTo>
                  <a:pt x="20573" y="123953"/>
                </a:lnTo>
                <a:lnTo>
                  <a:pt x="19035" y="120252"/>
                </a:lnTo>
                <a:lnTo>
                  <a:pt x="19175" y="120590"/>
                </a:lnTo>
                <a:lnTo>
                  <a:pt x="17788" y="116713"/>
                </a:lnTo>
                <a:lnTo>
                  <a:pt x="16631" y="112830"/>
                </a:lnTo>
                <a:lnTo>
                  <a:pt x="16715" y="113195"/>
                </a:lnTo>
                <a:lnTo>
                  <a:pt x="15784" y="109356"/>
                </a:lnTo>
                <a:lnTo>
                  <a:pt x="15011" y="105260"/>
                </a:lnTo>
                <a:lnTo>
                  <a:pt x="14495" y="101396"/>
                </a:lnTo>
                <a:lnTo>
                  <a:pt x="14163" y="97250"/>
                </a:lnTo>
                <a:lnTo>
                  <a:pt x="14063" y="93296"/>
                </a:lnTo>
                <a:lnTo>
                  <a:pt x="14163" y="89342"/>
                </a:lnTo>
                <a:lnTo>
                  <a:pt x="14498" y="85161"/>
                </a:lnTo>
                <a:lnTo>
                  <a:pt x="15011" y="81318"/>
                </a:lnTo>
                <a:close/>
              </a:path>
            </a:pathLst>
          </a:custGeom>
          <a:solidFill xmlns:a="http://schemas.openxmlformats.org/drawingml/2006/main">
            <a:srgbClr val="000000"/>
          </a:solidFill>
          <a:ln xmlns:a="http://schemas.openxmlformats.org/drawingml/2006/main" w="0" cap="flat">
            <a:noFill/>
            <a:miter/>
          </a:ln>
        </p:spPr>
      </p:sp>
      <p:sp>
        <p:nvSpPr>
          <p:cNvPr id="539" name="Vector element">
            <a:extLst xmlns:a="http://schemas.openxmlformats.org/drawingml/2006/main">
              <a:ext uri="{FF2B5EF4-FFF2-40B4-BE49-F238E27FC236}">
                <a16:creationId xmlns:a16="http://schemas.microsoft.com/office/drawing/2014/main" id="{B2F57644-DA30-415E-9533-5D8AEEE8A570}"/>
              </a:ext>
            </a:extLst>
          </p:cNvPr>
          <p:cNvSpPr>
            <a:spLocks xmlns:a="http://schemas.openxmlformats.org/drawingml/2006/main" noGrp="1"/>
          </p:cNvSpPr>
          <p:nvPr/>
        </p:nvSpPr>
        <p:spPr>
          <a:xfrm xmlns:a="http://schemas.openxmlformats.org/drawingml/2006/main">
            <a:off x="1315485" y="1905518"/>
            <a:ext cx="182502" cy="172520"/>
          </a:xfrm>
          <a:custGeom xmlns:a="http://schemas.openxmlformats.org/drawingml/2006/main">
            <a:pathLst>
              <a:path w="182502" h="172520">
                <a:moveTo>
                  <a:pt x="0" y="86344"/>
                </a:moveTo>
                <a:cubicBezTo>
                  <a:pt x="576" y="38617"/>
                  <a:pt x="41303" y="0"/>
                  <a:pt x="91532" y="0"/>
                </a:cubicBezTo>
                <a:cubicBezTo>
                  <a:pt x="141775" y="0"/>
                  <a:pt x="182502" y="38617"/>
                  <a:pt x="182502" y="86260"/>
                </a:cubicBezTo>
                <a:cubicBezTo>
                  <a:pt x="182502" y="133903"/>
                  <a:pt x="141775" y="172520"/>
                  <a:pt x="91532" y="172520"/>
                </a:cubicBezTo>
                <a:cubicBezTo>
                  <a:pt x="41303" y="172520"/>
                  <a:pt x="576" y="133903"/>
                  <a:pt x="0" y="86344"/>
                </a:cubicBezTo>
              </a:path>
            </a:pathLst>
          </a:custGeom>
          <a:solidFill xmlns:a="http://schemas.openxmlformats.org/drawingml/2006/main">
            <a:srgbClr val="57A86D"/>
          </a:solidFill>
          <a:ln xmlns:a="http://schemas.openxmlformats.org/drawingml/2006/main" w="0" cap="flat">
            <a:noFill/>
            <a:miter/>
          </a:ln>
        </p:spPr>
      </p:sp>
      <p:sp>
        <p:nvSpPr>
          <p:cNvPr id="540" name="Vector element">
            <a:extLst xmlns:a="http://schemas.openxmlformats.org/drawingml/2006/main">
              <a:ext uri="{FF2B5EF4-FFF2-40B4-BE49-F238E27FC236}">
                <a16:creationId xmlns:a16="http://schemas.microsoft.com/office/drawing/2014/main" id="{9A517A48-054E-4091-91B3-E8381B9486A1}"/>
              </a:ext>
            </a:extLst>
          </p:cNvPr>
          <p:cNvSpPr>
            <a:spLocks xmlns:a="http://schemas.openxmlformats.org/drawingml/2006/main" noGrp="1"/>
          </p:cNvSpPr>
          <p:nvPr/>
        </p:nvSpPr>
        <p:spPr>
          <a:xfrm xmlns:a="http://schemas.openxmlformats.org/drawingml/2006/main">
            <a:off x="1309018" y="1898475"/>
            <a:ext cx="195997" cy="186592"/>
          </a:xfrm>
          <a:custGeom xmlns:a="http://schemas.openxmlformats.org/drawingml/2006/main">
            <a:pathLst>
              <a:path w="195997" h="186592">
                <a:moveTo>
                  <a:pt x="4442" y="121138"/>
                </a:moveTo>
                <a:lnTo>
                  <a:pt x="6003" y="125496"/>
                </a:lnTo>
                <a:lnTo>
                  <a:pt x="7760" y="129742"/>
                </a:lnTo>
                <a:lnTo>
                  <a:pt x="9742" y="133889"/>
                </a:lnTo>
                <a:lnTo>
                  <a:pt x="11907" y="137909"/>
                </a:lnTo>
                <a:lnTo>
                  <a:pt x="14283" y="141818"/>
                </a:lnTo>
                <a:lnTo>
                  <a:pt x="16842" y="145613"/>
                </a:lnTo>
                <a:lnTo>
                  <a:pt x="19583" y="149268"/>
                </a:lnTo>
                <a:lnTo>
                  <a:pt x="22507" y="152783"/>
                </a:lnTo>
                <a:lnTo>
                  <a:pt x="25586" y="156171"/>
                </a:lnTo>
                <a:lnTo>
                  <a:pt x="28847" y="159404"/>
                </a:lnTo>
                <a:lnTo>
                  <a:pt x="32249" y="162483"/>
                </a:lnTo>
                <a:lnTo>
                  <a:pt x="35806" y="165407"/>
                </a:lnTo>
                <a:lnTo>
                  <a:pt x="39503" y="168162"/>
                </a:lnTo>
                <a:lnTo>
                  <a:pt x="43355" y="170749"/>
                </a:lnTo>
                <a:lnTo>
                  <a:pt x="47319" y="173167"/>
                </a:lnTo>
                <a:lnTo>
                  <a:pt x="51424" y="175402"/>
                </a:lnTo>
                <a:lnTo>
                  <a:pt x="55642" y="177455"/>
                </a:lnTo>
                <a:lnTo>
                  <a:pt x="59972" y="179310"/>
                </a:lnTo>
                <a:lnTo>
                  <a:pt x="64414" y="180969"/>
                </a:lnTo>
                <a:lnTo>
                  <a:pt x="68969" y="182431"/>
                </a:lnTo>
                <a:lnTo>
                  <a:pt x="73608" y="183682"/>
                </a:lnTo>
                <a:lnTo>
                  <a:pt x="78331" y="184709"/>
                </a:lnTo>
                <a:lnTo>
                  <a:pt x="83139" y="185524"/>
                </a:lnTo>
                <a:lnTo>
                  <a:pt x="88031" y="186114"/>
                </a:lnTo>
                <a:lnTo>
                  <a:pt x="92980" y="186466"/>
                </a:lnTo>
                <a:lnTo>
                  <a:pt x="97999" y="186592"/>
                </a:lnTo>
                <a:lnTo>
                  <a:pt x="103017" y="186466"/>
                </a:lnTo>
                <a:lnTo>
                  <a:pt x="107980" y="186114"/>
                </a:lnTo>
                <a:lnTo>
                  <a:pt x="112858" y="185524"/>
                </a:lnTo>
                <a:lnTo>
                  <a:pt x="117680" y="184709"/>
                </a:lnTo>
                <a:lnTo>
                  <a:pt x="122403" y="183682"/>
                </a:lnTo>
                <a:lnTo>
                  <a:pt x="127043" y="182431"/>
                </a:lnTo>
                <a:lnTo>
                  <a:pt x="131583" y="180969"/>
                </a:lnTo>
                <a:lnTo>
                  <a:pt x="136026" y="179310"/>
                </a:lnTo>
                <a:lnTo>
                  <a:pt x="140355" y="177455"/>
                </a:lnTo>
                <a:lnTo>
                  <a:pt x="144587" y="175402"/>
                </a:lnTo>
                <a:lnTo>
                  <a:pt x="148678" y="173167"/>
                </a:lnTo>
                <a:lnTo>
                  <a:pt x="152656" y="170749"/>
                </a:lnTo>
                <a:lnTo>
                  <a:pt x="156494" y="168162"/>
                </a:lnTo>
                <a:lnTo>
                  <a:pt x="160191" y="165407"/>
                </a:lnTo>
                <a:lnTo>
                  <a:pt x="163762" y="162483"/>
                </a:lnTo>
                <a:lnTo>
                  <a:pt x="167164" y="159404"/>
                </a:lnTo>
                <a:lnTo>
                  <a:pt x="170412" y="156171"/>
                </a:lnTo>
                <a:lnTo>
                  <a:pt x="173504" y="152783"/>
                </a:lnTo>
                <a:lnTo>
                  <a:pt x="176414" y="149268"/>
                </a:lnTo>
                <a:lnTo>
                  <a:pt x="179156" y="145613"/>
                </a:lnTo>
                <a:lnTo>
                  <a:pt x="181714" y="141818"/>
                </a:lnTo>
                <a:lnTo>
                  <a:pt x="184090" y="137909"/>
                </a:lnTo>
                <a:lnTo>
                  <a:pt x="186269" y="133889"/>
                </a:lnTo>
                <a:lnTo>
                  <a:pt x="188237" y="129742"/>
                </a:lnTo>
                <a:lnTo>
                  <a:pt x="190009" y="125496"/>
                </a:lnTo>
                <a:lnTo>
                  <a:pt x="191555" y="121138"/>
                </a:lnTo>
                <a:lnTo>
                  <a:pt x="192890" y="116696"/>
                </a:lnTo>
                <a:lnTo>
                  <a:pt x="193987" y="112169"/>
                </a:lnTo>
                <a:lnTo>
                  <a:pt x="194859" y="107558"/>
                </a:lnTo>
                <a:lnTo>
                  <a:pt x="195491" y="102863"/>
                </a:lnTo>
                <a:lnTo>
                  <a:pt x="195871" y="98111"/>
                </a:lnTo>
                <a:lnTo>
                  <a:pt x="195997" y="93303"/>
                </a:lnTo>
                <a:lnTo>
                  <a:pt x="195871" y="88481"/>
                </a:lnTo>
                <a:lnTo>
                  <a:pt x="195491" y="83730"/>
                </a:lnTo>
                <a:lnTo>
                  <a:pt x="194859" y="79048"/>
                </a:lnTo>
                <a:lnTo>
                  <a:pt x="193987" y="74437"/>
                </a:lnTo>
                <a:lnTo>
                  <a:pt x="192890" y="69897"/>
                </a:lnTo>
                <a:lnTo>
                  <a:pt x="191555" y="65454"/>
                </a:lnTo>
                <a:lnTo>
                  <a:pt x="190009" y="61110"/>
                </a:lnTo>
                <a:lnTo>
                  <a:pt x="188237" y="56865"/>
                </a:lnTo>
                <a:lnTo>
                  <a:pt x="186269" y="52718"/>
                </a:lnTo>
                <a:lnTo>
                  <a:pt x="184090" y="48683"/>
                </a:lnTo>
                <a:lnTo>
                  <a:pt x="181714" y="44775"/>
                </a:lnTo>
                <a:lnTo>
                  <a:pt x="179156" y="40993"/>
                </a:lnTo>
                <a:lnTo>
                  <a:pt x="176414" y="37338"/>
                </a:lnTo>
                <a:lnTo>
                  <a:pt x="173504" y="33810"/>
                </a:lnTo>
                <a:lnTo>
                  <a:pt x="170412" y="30436"/>
                </a:lnTo>
                <a:lnTo>
                  <a:pt x="167164" y="27202"/>
                </a:lnTo>
                <a:lnTo>
                  <a:pt x="163762" y="24124"/>
                </a:lnTo>
                <a:lnTo>
                  <a:pt x="160191" y="21200"/>
                </a:lnTo>
                <a:lnTo>
                  <a:pt x="156494" y="18444"/>
                </a:lnTo>
                <a:lnTo>
                  <a:pt x="152656" y="15843"/>
                </a:lnTo>
                <a:lnTo>
                  <a:pt x="148678" y="13439"/>
                </a:lnTo>
                <a:lnTo>
                  <a:pt x="144587" y="11204"/>
                </a:lnTo>
                <a:lnTo>
                  <a:pt x="140355" y="9152"/>
                </a:lnTo>
                <a:lnTo>
                  <a:pt x="136026" y="7296"/>
                </a:lnTo>
                <a:lnTo>
                  <a:pt x="131583" y="5623"/>
                </a:lnTo>
                <a:lnTo>
                  <a:pt x="127043" y="4175"/>
                </a:lnTo>
                <a:lnTo>
                  <a:pt x="122403" y="2924"/>
                </a:lnTo>
                <a:lnTo>
                  <a:pt x="117680" y="1884"/>
                </a:lnTo>
                <a:lnTo>
                  <a:pt x="112858" y="1068"/>
                </a:lnTo>
                <a:lnTo>
                  <a:pt x="107980" y="478"/>
                </a:lnTo>
                <a:lnTo>
                  <a:pt x="103017" y="127"/>
                </a:lnTo>
                <a:lnTo>
                  <a:pt x="97999" y="0"/>
                </a:lnTo>
                <a:lnTo>
                  <a:pt x="92980" y="127"/>
                </a:lnTo>
                <a:lnTo>
                  <a:pt x="88031" y="478"/>
                </a:lnTo>
                <a:lnTo>
                  <a:pt x="83139" y="1068"/>
                </a:lnTo>
                <a:lnTo>
                  <a:pt x="78331" y="1884"/>
                </a:lnTo>
                <a:lnTo>
                  <a:pt x="73608" y="2924"/>
                </a:lnTo>
                <a:lnTo>
                  <a:pt x="68969" y="4175"/>
                </a:lnTo>
                <a:lnTo>
                  <a:pt x="64414" y="5623"/>
                </a:lnTo>
                <a:lnTo>
                  <a:pt x="59972" y="7296"/>
                </a:lnTo>
                <a:lnTo>
                  <a:pt x="55642" y="9152"/>
                </a:lnTo>
                <a:lnTo>
                  <a:pt x="51424" y="11204"/>
                </a:lnTo>
                <a:lnTo>
                  <a:pt x="47319" y="13439"/>
                </a:lnTo>
                <a:lnTo>
                  <a:pt x="43355" y="15843"/>
                </a:lnTo>
                <a:lnTo>
                  <a:pt x="39503" y="18444"/>
                </a:lnTo>
                <a:lnTo>
                  <a:pt x="35806" y="21200"/>
                </a:lnTo>
                <a:lnTo>
                  <a:pt x="32249" y="24124"/>
                </a:lnTo>
                <a:lnTo>
                  <a:pt x="28847" y="27202"/>
                </a:lnTo>
                <a:lnTo>
                  <a:pt x="25586" y="30436"/>
                </a:lnTo>
                <a:lnTo>
                  <a:pt x="22507" y="33810"/>
                </a:lnTo>
                <a:lnTo>
                  <a:pt x="19583" y="37338"/>
                </a:lnTo>
                <a:lnTo>
                  <a:pt x="16842" y="40993"/>
                </a:lnTo>
                <a:lnTo>
                  <a:pt x="14283" y="44775"/>
                </a:lnTo>
                <a:lnTo>
                  <a:pt x="11907" y="48683"/>
                </a:lnTo>
                <a:lnTo>
                  <a:pt x="9742" y="52718"/>
                </a:lnTo>
                <a:lnTo>
                  <a:pt x="7760" y="56865"/>
                </a:lnTo>
                <a:lnTo>
                  <a:pt x="6003" y="61110"/>
                </a:lnTo>
                <a:lnTo>
                  <a:pt x="4442" y="65454"/>
                </a:lnTo>
                <a:lnTo>
                  <a:pt x="3107" y="69897"/>
                </a:lnTo>
                <a:lnTo>
                  <a:pt x="2010" y="74437"/>
                </a:lnTo>
                <a:lnTo>
                  <a:pt x="1139" y="79048"/>
                </a:lnTo>
                <a:lnTo>
                  <a:pt x="520" y="83730"/>
                </a:lnTo>
                <a:lnTo>
                  <a:pt x="127" y="88481"/>
                </a:lnTo>
                <a:lnTo>
                  <a:pt x="0" y="93303"/>
                </a:lnTo>
                <a:lnTo>
                  <a:pt x="127" y="98111"/>
                </a:lnTo>
                <a:lnTo>
                  <a:pt x="520" y="102863"/>
                </a:lnTo>
                <a:lnTo>
                  <a:pt x="1139" y="107558"/>
                </a:lnTo>
                <a:lnTo>
                  <a:pt x="2010" y="112169"/>
                </a:lnTo>
                <a:lnTo>
                  <a:pt x="3107" y="116696"/>
                </a:lnTo>
                <a:lnTo>
                  <a:pt x="4442" y="121138"/>
                </a:lnTo>
                <a:close/>
                <a:moveTo>
                  <a:pt x="15056" y="81101"/>
                </a:moveTo>
                <a:lnTo>
                  <a:pt x="14986" y="81466"/>
                </a:lnTo>
                <a:lnTo>
                  <a:pt x="15735" y="77499"/>
                </a:lnTo>
                <a:lnTo>
                  <a:pt x="16683" y="73586"/>
                </a:lnTo>
                <a:lnTo>
                  <a:pt x="17788" y="69880"/>
                </a:lnTo>
                <a:lnTo>
                  <a:pt x="19090" y="66240"/>
                </a:lnTo>
                <a:lnTo>
                  <a:pt x="20676" y="62425"/>
                </a:lnTo>
                <a:lnTo>
                  <a:pt x="22256" y="59133"/>
                </a:lnTo>
                <a:lnTo>
                  <a:pt x="24112" y="55681"/>
                </a:lnTo>
                <a:lnTo>
                  <a:pt x="26071" y="52454"/>
                </a:lnTo>
                <a:lnTo>
                  <a:pt x="28274" y="49189"/>
                </a:lnTo>
                <a:lnTo>
                  <a:pt x="30632" y="46032"/>
                </a:lnTo>
                <a:lnTo>
                  <a:pt x="33154" y="42998"/>
                </a:lnTo>
                <a:lnTo>
                  <a:pt x="35851" y="40050"/>
                </a:lnTo>
                <a:lnTo>
                  <a:pt x="38632" y="37282"/>
                </a:lnTo>
                <a:lnTo>
                  <a:pt x="38393" y="37521"/>
                </a:lnTo>
                <a:lnTo>
                  <a:pt x="41518" y="34701"/>
                </a:lnTo>
                <a:lnTo>
                  <a:pt x="44452" y="32292"/>
                </a:lnTo>
                <a:lnTo>
                  <a:pt x="47729" y="29847"/>
                </a:lnTo>
                <a:lnTo>
                  <a:pt x="50892" y="27717"/>
                </a:lnTo>
                <a:lnTo>
                  <a:pt x="54369" y="25602"/>
                </a:lnTo>
                <a:lnTo>
                  <a:pt x="57821" y="23717"/>
                </a:lnTo>
                <a:lnTo>
                  <a:pt x="61392" y="21977"/>
                </a:lnTo>
                <a:lnTo>
                  <a:pt x="65174" y="20356"/>
                </a:lnTo>
                <a:lnTo>
                  <a:pt x="68935" y="18944"/>
                </a:lnTo>
                <a:lnTo>
                  <a:pt x="73102" y="17615"/>
                </a:lnTo>
                <a:lnTo>
                  <a:pt x="72778" y="17699"/>
                </a:lnTo>
                <a:lnTo>
                  <a:pt x="77093" y="16547"/>
                </a:lnTo>
                <a:lnTo>
                  <a:pt x="81143" y="15667"/>
                </a:lnTo>
                <a:lnTo>
                  <a:pt x="85318" y="14958"/>
                </a:lnTo>
                <a:lnTo>
                  <a:pt x="84995" y="15014"/>
                </a:lnTo>
                <a:lnTo>
                  <a:pt x="89442" y="14477"/>
                </a:lnTo>
                <a:lnTo>
                  <a:pt x="93702" y="14165"/>
                </a:lnTo>
                <a:lnTo>
                  <a:pt x="97999" y="14062"/>
                </a:lnTo>
                <a:lnTo>
                  <a:pt x="102296" y="14165"/>
                </a:lnTo>
                <a:lnTo>
                  <a:pt x="106535" y="14475"/>
                </a:lnTo>
                <a:lnTo>
                  <a:pt x="110998" y="15012"/>
                </a:lnTo>
                <a:lnTo>
                  <a:pt x="115163" y="15717"/>
                </a:lnTo>
                <a:lnTo>
                  <a:pt x="114826" y="15661"/>
                </a:lnTo>
                <a:lnTo>
                  <a:pt x="118904" y="16547"/>
                </a:lnTo>
                <a:lnTo>
                  <a:pt x="122942" y="17625"/>
                </a:lnTo>
                <a:lnTo>
                  <a:pt x="127067" y="18945"/>
                </a:lnTo>
                <a:lnTo>
                  <a:pt x="130840" y="20357"/>
                </a:lnTo>
                <a:lnTo>
                  <a:pt x="134503" y="21927"/>
                </a:lnTo>
                <a:lnTo>
                  <a:pt x="138177" y="23717"/>
                </a:lnTo>
                <a:lnTo>
                  <a:pt x="141757" y="25673"/>
                </a:lnTo>
                <a:lnTo>
                  <a:pt x="145206" y="27779"/>
                </a:lnTo>
                <a:lnTo>
                  <a:pt x="144938" y="27596"/>
                </a:lnTo>
                <a:lnTo>
                  <a:pt x="148260" y="29841"/>
                </a:lnTo>
                <a:lnTo>
                  <a:pt x="151658" y="32376"/>
                </a:lnTo>
                <a:lnTo>
                  <a:pt x="151405" y="32165"/>
                </a:lnTo>
                <a:lnTo>
                  <a:pt x="154492" y="34700"/>
                </a:lnTo>
                <a:lnTo>
                  <a:pt x="157605" y="37521"/>
                </a:lnTo>
                <a:lnTo>
                  <a:pt x="157366" y="37282"/>
                </a:lnTo>
                <a:lnTo>
                  <a:pt x="160296" y="40198"/>
                </a:lnTo>
                <a:lnTo>
                  <a:pt x="162835" y="42988"/>
                </a:lnTo>
                <a:lnTo>
                  <a:pt x="165371" y="46038"/>
                </a:lnTo>
                <a:lnTo>
                  <a:pt x="167741" y="49194"/>
                </a:lnTo>
                <a:lnTo>
                  <a:pt x="169931" y="52441"/>
                </a:lnTo>
                <a:lnTo>
                  <a:pt x="171886" y="55681"/>
                </a:lnTo>
                <a:lnTo>
                  <a:pt x="173752" y="59128"/>
                </a:lnTo>
                <a:lnTo>
                  <a:pt x="175424" y="62639"/>
                </a:lnTo>
                <a:lnTo>
                  <a:pt x="176963" y="66340"/>
                </a:lnTo>
                <a:lnTo>
                  <a:pt x="176822" y="66003"/>
                </a:lnTo>
                <a:lnTo>
                  <a:pt x="178210" y="69880"/>
                </a:lnTo>
                <a:lnTo>
                  <a:pt x="179318" y="73598"/>
                </a:lnTo>
                <a:lnTo>
                  <a:pt x="180217" y="77257"/>
                </a:lnTo>
                <a:lnTo>
                  <a:pt x="180986" y="81332"/>
                </a:lnTo>
                <a:lnTo>
                  <a:pt x="181502" y="85197"/>
                </a:lnTo>
                <a:lnTo>
                  <a:pt x="181834" y="89342"/>
                </a:lnTo>
                <a:lnTo>
                  <a:pt x="181934" y="93296"/>
                </a:lnTo>
                <a:lnTo>
                  <a:pt x="181834" y="97270"/>
                </a:lnTo>
                <a:lnTo>
                  <a:pt x="181499" y="101430"/>
                </a:lnTo>
                <a:lnTo>
                  <a:pt x="180986" y="105275"/>
                </a:lnTo>
                <a:lnTo>
                  <a:pt x="180228" y="109289"/>
                </a:lnTo>
                <a:lnTo>
                  <a:pt x="179299" y="113070"/>
                </a:lnTo>
                <a:lnTo>
                  <a:pt x="178210" y="116712"/>
                </a:lnTo>
                <a:lnTo>
                  <a:pt x="176823" y="120601"/>
                </a:lnTo>
                <a:lnTo>
                  <a:pt x="175425" y="123951"/>
                </a:lnTo>
                <a:lnTo>
                  <a:pt x="173803" y="127372"/>
                </a:lnTo>
                <a:lnTo>
                  <a:pt x="171955" y="130796"/>
                </a:lnTo>
                <a:lnTo>
                  <a:pt x="169856" y="134277"/>
                </a:lnTo>
                <a:lnTo>
                  <a:pt x="167655" y="137526"/>
                </a:lnTo>
                <a:lnTo>
                  <a:pt x="165371" y="140554"/>
                </a:lnTo>
                <a:lnTo>
                  <a:pt x="162840" y="143613"/>
                </a:lnTo>
                <a:lnTo>
                  <a:pt x="160303" y="146387"/>
                </a:lnTo>
                <a:lnTo>
                  <a:pt x="157459" y="149217"/>
                </a:lnTo>
                <a:lnTo>
                  <a:pt x="154657" y="151757"/>
                </a:lnTo>
                <a:lnTo>
                  <a:pt x="151512" y="154340"/>
                </a:lnTo>
                <a:lnTo>
                  <a:pt x="148461" y="156616"/>
                </a:lnTo>
                <a:lnTo>
                  <a:pt x="145034" y="158932"/>
                </a:lnTo>
                <a:lnTo>
                  <a:pt x="141555" y="161043"/>
                </a:lnTo>
                <a:lnTo>
                  <a:pt x="138189" y="162869"/>
                </a:lnTo>
                <a:lnTo>
                  <a:pt x="134503" y="164666"/>
                </a:lnTo>
                <a:lnTo>
                  <a:pt x="130840" y="166236"/>
                </a:lnTo>
                <a:lnTo>
                  <a:pt x="127063" y="167649"/>
                </a:lnTo>
                <a:lnTo>
                  <a:pt x="123189" y="168901"/>
                </a:lnTo>
                <a:lnTo>
                  <a:pt x="119165" y="169989"/>
                </a:lnTo>
                <a:lnTo>
                  <a:pt x="115084" y="170889"/>
                </a:lnTo>
                <a:lnTo>
                  <a:pt x="110711" y="171629"/>
                </a:lnTo>
                <a:lnTo>
                  <a:pt x="106462" y="172141"/>
                </a:lnTo>
                <a:lnTo>
                  <a:pt x="106799" y="172099"/>
                </a:lnTo>
                <a:lnTo>
                  <a:pt x="102296" y="172427"/>
                </a:lnTo>
                <a:lnTo>
                  <a:pt x="97999" y="172530"/>
                </a:lnTo>
                <a:lnTo>
                  <a:pt x="93702" y="172427"/>
                </a:lnTo>
                <a:lnTo>
                  <a:pt x="89212" y="172099"/>
                </a:lnTo>
                <a:lnTo>
                  <a:pt x="89536" y="172141"/>
                </a:lnTo>
                <a:lnTo>
                  <a:pt x="85254" y="171624"/>
                </a:lnTo>
                <a:lnTo>
                  <a:pt x="80867" y="170879"/>
                </a:lnTo>
                <a:lnTo>
                  <a:pt x="76832" y="169989"/>
                </a:lnTo>
                <a:lnTo>
                  <a:pt x="72890" y="168923"/>
                </a:lnTo>
                <a:lnTo>
                  <a:pt x="68939" y="167650"/>
                </a:lnTo>
                <a:lnTo>
                  <a:pt x="65174" y="166237"/>
                </a:lnTo>
                <a:lnTo>
                  <a:pt x="61392" y="164616"/>
                </a:lnTo>
                <a:lnTo>
                  <a:pt x="57808" y="162869"/>
                </a:lnTo>
                <a:lnTo>
                  <a:pt x="54194" y="160908"/>
                </a:lnTo>
                <a:lnTo>
                  <a:pt x="54489" y="161063"/>
                </a:lnTo>
                <a:lnTo>
                  <a:pt x="50792" y="158828"/>
                </a:lnTo>
                <a:lnTo>
                  <a:pt x="51073" y="158996"/>
                </a:lnTo>
                <a:lnTo>
                  <a:pt x="47535" y="156615"/>
                </a:lnTo>
                <a:lnTo>
                  <a:pt x="44339" y="154231"/>
                </a:lnTo>
                <a:lnTo>
                  <a:pt x="44606" y="154428"/>
                </a:lnTo>
                <a:lnTo>
                  <a:pt x="41344" y="151749"/>
                </a:lnTo>
                <a:lnTo>
                  <a:pt x="38532" y="149211"/>
                </a:lnTo>
                <a:lnTo>
                  <a:pt x="35850" y="146542"/>
                </a:lnTo>
                <a:lnTo>
                  <a:pt x="33150" y="143604"/>
                </a:lnTo>
                <a:lnTo>
                  <a:pt x="30632" y="140562"/>
                </a:lnTo>
                <a:lnTo>
                  <a:pt x="28364" y="137538"/>
                </a:lnTo>
                <a:lnTo>
                  <a:pt x="26152" y="134271"/>
                </a:lnTo>
                <a:lnTo>
                  <a:pt x="24051" y="130810"/>
                </a:lnTo>
                <a:lnTo>
                  <a:pt x="22199" y="127354"/>
                </a:lnTo>
                <a:lnTo>
                  <a:pt x="20525" y="123851"/>
                </a:lnTo>
                <a:lnTo>
                  <a:pt x="20679" y="124175"/>
                </a:lnTo>
                <a:lnTo>
                  <a:pt x="19091" y="120369"/>
                </a:lnTo>
                <a:lnTo>
                  <a:pt x="17787" y="116712"/>
                </a:lnTo>
                <a:lnTo>
                  <a:pt x="16700" y="113077"/>
                </a:lnTo>
                <a:lnTo>
                  <a:pt x="15723" y="109044"/>
                </a:lnTo>
                <a:lnTo>
                  <a:pt x="14986" y="105140"/>
                </a:lnTo>
                <a:lnTo>
                  <a:pt x="15056" y="105506"/>
                </a:lnTo>
                <a:lnTo>
                  <a:pt x="14497" y="101417"/>
                </a:lnTo>
                <a:lnTo>
                  <a:pt x="14184" y="97524"/>
                </a:lnTo>
                <a:lnTo>
                  <a:pt x="14063" y="93296"/>
                </a:lnTo>
                <a:lnTo>
                  <a:pt x="14183" y="89088"/>
                </a:lnTo>
                <a:lnTo>
                  <a:pt x="14494" y="85209"/>
                </a:lnTo>
                <a:lnTo>
                  <a:pt x="15056" y="81101"/>
                </a:lnTo>
                <a:close/>
              </a:path>
            </a:pathLst>
          </a:custGeom>
          <a:solidFill xmlns:a="http://schemas.openxmlformats.org/drawingml/2006/main">
            <a:srgbClr val="000000"/>
          </a:solidFill>
          <a:ln xmlns:a="http://schemas.openxmlformats.org/drawingml/2006/main" w="0" cap="flat">
            <a:noFill/>
            <a:miter/>
          </a:ln>
        </p:spPr>
      </p:sp>
      <p:sp>
        <p:nvSpPr>
          <p:cNvPr id="541" name="Text e">
            <a:extLst xmlns:a="http://schemas.openxmlformats.org/drawingml/2006/main">
              <a:ext uri="{FF2B5EF4-FFF2-40B4-BE49-F238E27FC236}">
                <a16:creationId xmlns:a16="http://schemas.microsoft.com/office/drawing/2014/main" id="{D5EA56FB-6317-4C16-AAD1-71C6D3083732}"/>
              </a:ext>
            </a:extLst>
          </p:cNvPr>
          <p:cNvSpPr>
            <a:spLocks xmlns:a="http://schemas.openxmlformats.org/drawingml/2006/main" noGrp="1"/>
          </p:cNvSpPr>
          <p:nvPr/>
        </p:nvSpPr>
        <p:spPr>
          <a:xfrm xmlns:a="http://schemas.openxmlformats.org/drawingml/2006/main">
            <a:off x="1201902" y="792127"/>
            <a:ext cx="107626" cy="136528"/>
          </a:xfrm>
          <a:custGeom xmlns:a="http://schemas.openxmlformats.org/drawingml/2006/main">
            <a:pathLst>
              <a:path w="107626" h="136528">
                <a:moveTo>
                  <a:pt x="107626" y="63585"/>
                </a:moveTo>
                <a:lnTo>
                  <a:pt x="37022" y="63585"/>
                </a:lnTo>
                <a:cubicBezTo>
                  <a:pt x="37848" y="80696"/>
                  <a:pt x="42390" y="94220"/>
                  <a:pt x="50647" y="104155"/>
                </a:cubicBezTo>
                <a:cubicBezTo>
                  <a:pt x="56978" y="111790"/>
                  <a:pt x="64594" y="115608"/>
                  <a:pt x="73494" y="115608"/>
                </a:cubicBezTo>
                <a:cubicBezTo>
                  <a:pt x="78999" y="115608"/>
                  <a:pt x="83999" y="114071"/>
                  <a:pt x="88495" y="110998"/>
                </a:cubicBezTo>
                <a:cubicBezTo>
                  <a:pt x="92991" y="107924"/>
                  <a:pt x="97808" y="102396"/>
                  <a:pt x="102946" y="94413"/>
                </a:cubicBezTo>
                <a:lnTo>
                  <a:pt x="107626" y="97441"/>
                </a:lnTo>
                <a:cubicBezTo>
                  <a:pt x="100653" y="111663"/>
                  <a:pt x="92945" y="121733"/>
                  <a:pt x="84504" y="127651"/>
                </a:cubicBezTo>
                <a:cubicBezTo>
                  <a:pt x="76063" y="133569"/>
                  <a:pt x="66291" y="136528"/>
                  <a:pt x="55189" y="136528"/>
                </a:cubicBezTo>
                <a:cubicBezTo>
                  <a:pt x="36105" y="136528"/>
                  <a:pt x="21654" y="129180"/>
                  <a:pt x="11836" y="114486"/>
                </a:cubicBezTo>
                <a:cubicBezTo>
                  <a:pt x="3945" y="102638"/>
                  <a:pt x="0" y="87943"/>
                  <a:pt x="0" y="70401"/>
                </a:cubicBezTo>
                <a:cubicBezTo>
                  <a:pt x="0" y="48908"/>
                  <a:pt x="5803" y="31802"/>
                  <a:pt x="17410" y="19083"/>
                </a:cubicBezTo>
                <a:cubicBezTo>
                  <a:pt x="29017" y="6361"/>
                  <a:pt x="42619" y="0"/>
                  <a:pt x="58217" y="0"/>
                </a:cubicBezTo>
                <a:cubicBezTo>
                  <a:pt x="71246" y="0"/>
                  <a:pt x="82554" y="5345"/>
                  <a:pt x="92142" y="16034"/>
                </a:cubicBezTo>
                <a:cubicBezTo>
                  <a:pt x="101731" y="26723"/>
                  <a:pt x="106892" y="42573"/>
                  <a:pt x="107626" y="63585"/>
                </a:cubicBezTo>
                <a:moveTo>
                  <a:pt x="73769" y="54501"/>
                </a:moveTo>
                <a:cubicBezTo>
                  <a:pt x="73769" y="39729"/>
                  <a:pt x="72966" y="29590"/>
                  <a:pt x="71361" y="24085"/>
                </a:cubicBezTo>
                <a:cubicBezTo>
                  <a:pt x="69755" y="18580"/>
                  <a:pt x="67255" y="14405"/>
                  <a:pt x="63860" y="11561"/>
                </a:cubicBezTo>
                <a:cubicBezTo>
                  <a:pt x="61933" y="9909"/>
                  <a:pt x="59364" y="9083"/>
                  <a:pt x="56153" y="9083"/>
                </a:cubicBezTo>
                <a:cubicBezTo>
                  <a:pt x="51381" y="9083"/>
                  <a:pt x="47482" y="11423"/>
                  <a:pt x="44454" y="16103"/>
                </a:cubicBezTo>
                <a:cubicBezTo>
                  <a:pt x="39041" y="24269"/>
                  <a:pt x="36334" y="35462"/>
                  <a:pt x="36334" y="49684"/>
                </a:cubicBezTo>
                <a:lnTo>
                  <a:pt x="36334" y="54501"/>
                </a:lnTo>
                <a:lnTo>
                  <a:pt x="73769" y="54501"/>
                </a:lnTo>
                <a:close/>
              </a:path>
            </a:pathLst>
          </a:custGeom>
          <a:solidFill xmlns:a="http://schemas.openxmlformats.org/drawingml/2006/main">
            <a:srgbClr val="C44037"/>
          </a:solidFill>
          <a:ln xmlns:a="http://schemas.openxmlformats.org/drawingml/2006/main" w="0" cap="flat">
            <a:noFill/>
            <a:miter/>
          </a:ln>
        </p:spPr>
      </p:sp>
      <p:sp>
        <p:nvSpPr>
          <p:cNvPr id="542" name="Text 1">
            <a:extLst xmlns:a="http://schemas.openxmlformats.org/drawingml/2006/main">
              <a:ext uri="{FF2B5EF4-FFF2-40B4-BE49-F238E27FC236}">
                <a16:creationId xmlns:a16="http://schemas.microsoft.com/office/drawing/2014/main" id="{EF7DB157-7A58-43AC-AE45-8BAA9148886F}"/>
              </a:ext>
            </a:extLst>
          </p:cNvPr>
          <p:cNvSpPr>
            <a:spLocks xmlns:a="http://schemas.openxmlformats.org/drawingml/2006/main" noGrp="1"/>
          </p:cNvSpPr>
          <p:nvPr/>
        </p:nvSpPr>
        <p:spPr>
          <a:xfrm xmlns:a="http://schemas.openxmlformats.org/drawingml/2006/main">
            <a:off x="1328146" y="858006"/>
            <a:ext cx="65069" cy="123027"/>
          </a:xfrm>
          <a:custGeom xmlns:a="http://schemas.openxmlformats.org/drawingml/2006/main">
            <a:pathLst>
              <a:path w="65069" h="123027">
                <a:moveTo>
                  <a:pt x="47291" y="0"/>
                </a:moveTo>
                <a:lnTo>
                  <a:pt x="47291" y="98493"/>
                </a:lnTo>
                <a:cubicBezTo>
                  <a:pt x="47291" y="105963"/>
                  <a:pt x="47617" y="110729"/>
                  <a:pt x="48269" y="112791"/>
                </a:cubicBezTo>
                <a:cubicBezTo>
                  <a:pt x="48920" y="114852"/>
                  <a:pt x="50283" y="116540"/>
                  <a:pt x="52358" y="117855"/>
                </a:cubicBezTo>
                <a:cubicBezTo>
                  <a:pt x="54432" y="119170"/>
                  <a:pt x="57750" y="119827"/>
                  <a:pt x="62314" y="119827"/>
                </a:cubicBezTo>
                <a:lnTo>
                  <a:pt x="65069" y="119827"/>
                </a:lnTo>
                <a:lnTo>
                  <a:pt x="65069" y="123027"/>
                </a:lnTo>
                <a:lnTo>
                  <a:pt x="1600" y="123027"/>
                </a:lnTo>
                <a:lnTo>
                  <a:pt x="1600" y="119827"/>
                </a:lnTo>
                <a:lnTo>
                  <a:pt x="4800" y="119827"/>
                </a:lnTo>
                <a:cubicBezTo>
                  <a:pt x="9956" y="119827"/>
                  <a:pt x="13630" y="119230"/>
                  <a:pt x="15823" y="118035"/>
                </a:cubicBezTo>
                <a:cubicBezTo>
                  <a:pt x="18016" y="116839"/>
                  <a:pt x="19497" y="115195"/>
                  <a:pt x="20267" y="113104"/>
                </a:cubicBezTo>
                <a:cubicBezTo>
                  <a:pt x="21038" y="111012"/>
                  <a:pt x="21423" y="106141"/>
                  <a:pt x="21423" y="98493"/>
                </a:cubicBezTo>
                <a:lnTo>
                  <a:pt x="21423" y="36090"/>
                </a:lnTo>
                <a:cubicBezTo>
                  <a:pt x="21423" y="30520"/>
                  <a:pt x="21156" y="27038"/>
                  <a:pt x="20623" y="25645"/>
                </a:cubicBezTo>
                <a:cubicBezTo>
                  <a:pt x="20090" y="24253"/>
                  <a:pt x="19097" y="23068"/>
                  <a:pt x="17645" y="22090"/>
                </a:cubicBezTo>
                <a:cubicBezTo>
                  <a:pt x="16193" y="21112"/>
                  <a:pt x="14519" y="20623"/>
                  <a:pt x="12623" y="20623"/>
                </a:cubicBezTo>
                <a:cubicBezTo>
                  <a:pt x="9600" y="20623"/>
                  <a:pt x="5926" y="21571"/>
                  <a:pt x="1600" y="23468"/>
                </a:cubicBezTo>
                <a:lnTo>
                  <a:pt x="0" y="20267"/>
                </a:lnTo>
                <a:lnTo>
                  <a:pt x="44357" y="0"/>
                </a:lnTo>
                <a:lnTo>
                  <a:pt x="47291" y="0"/>
                </a:lnTo>
                <a:close/>
              </a:path>
            </a:pathLst>
          </a:custGeom>
          <a:solidFill xmlns:a="http://schemas.openxmlformats.org/drawingml/2006/main">
            <a:srgbClr val="C44037"/>
          </a:solidFill>
          <a:ln xmlns:a="http://schemas.openxmlformats.org/drawingml/2006/main" w="0" cap="flat">
            <a:noFill/>
            <a:miter/>
          </a:ln>
        </p:spPr>
      </p:sp>
      <p:sp>
        <p:nvSpPr>
          <p:cNvPr id="543" name="Text e">
            <a:extLst xmlns:a="http://schemas.openxmlformats.org/drawingml/2006/main">
              <a:ext uri="{FF2B5EF4-FFF2-40B4-BE49-F238E27FC236}">
                <a16:creationId xmlns:a16="http://schemas.microsoft.com/office/drawing/2014/main" id="{580E098E-7659-45DA-9022-DA4A11242266}"/>
              </a:ext>
            </a:extLst>
          </p:cNvPr>
          <p:cNvSpPr>
            <a:spLocks xmlns:a="http://schemas.openxmlformats.org/drawingml/2006/main" noGrp="1"/>
          </p:cNvSpPr>
          <p:nvPr/>
        </p:nvSpPr>
        <p:spPr>
          <a:xfrm xmlns:a="http://schemas.openxmlformats.org/drawingml/2006/main">
            <a:off x="438606" y="2186418"/>
            <a:ext cx="107626" cy="136528"/>
          </a:xfrm>
          <a:custGeom xmlns:a="http://schemas.openxmlformats.org/drawingml/2006/main">
            <a:pathLst>
              <a:path w="107626" h="136528">
                <a:moveTo>
                  <a:pt x="107626" y="63585"/>
                </a:moveTo>
                <a:lnTo>
                  <a:pt x="37022" y="63585"/>
                </a:lnTo>
                <a:cubicBezTo>
                  <a:pt x="37848" y="80696"/>
                  <a:pt x="42390" y="94220"/>
                  <a:pt x="50647" y="104155"/>
                </a:cubicBezTo>
                <a:cubicBezTo>
                  <a:pt x="56978" y="111790"/>
                  <a:pt x="64594" y="115608"/>
                  <a:pt x="73494" y="115608"/>
                </a:cubicBezTo>
                <a:cubicBezTo>
                  <a:pt x="78999" y="115608"/>
                  <a:pt x="83999" y="114071"/>
                  <a:pt x="88495" y="110998"/>
                </a:cubicBezTo>
                <a:cubicBezTo>
                  <a:pt x="92991" y="107924"/>
                  <a:pt x="97808" y="102396"/>
                  <a:pt x="102946" y="94413"/>
                </a:cubicBezTo>
                <a:lnTo>
                  <a:pt x="107626" y="97441"/>
                </a:lnTo>
                <a:cubicBezTo>
                  <a:pt x="100653" y="111663"/>
                  <a:pt x="92945" y="121733"/>
                  <a:pt x="84504" y="127651"/>
                </a:cubicBezTo>
                <a:cubicBezTo>
                  <a:pt x="76063" y="133569"/>
                  <a:pt x="66291" y="136528"/>
                  <a:pt x="55189" y="136528"/>
                </a:cubicBezTo>
                <a:cubicBezTo>
                  <a:pt x="36105" y="136528"/>
                  <a:pt x="21654" y="129180"/>
                  <a:pt x="11836" y="114486"/>
                </a:cubicBezTo>
                <a:cubicBezTo>
                  <a:pt x="3945" y="102638"/>
                  <a:pt x="0" y="87943"/>
                  <a:pt x="0" y="70401"/>
                </a:cubicBezTo>
                <a:cubicBezTo>
                  <a:pt x="0" y="48908"/>
                  <a:pt x="5803" y="31802"/>
                  <a:pt x="17410" y="19083"/>
                </a:cubicBezTo>
                <a:cubicBezTo>
                  <a:pt x="29017" y="6361"/>
                  <a:pt x="42619" y="0"/>
                  <a:pt x="58217" y="0"/>
                </a:cubicBezTo>
                <a:cubicBezTo>
                  <a:pt x="71246" y="0"/>
                  <a:pt x="82554" y="5345"/>
                  <a:pt x="92142" y="16034"/>
                </a:cubicBezTo>
                <a:cubicBezTo>
                  <a:pt x="101731" y="26723"/>
                  <a:pt x="106892" y="42573"/>
                  <a:pt x="107626" y="63585"/>
                </a:cubicBezTo>
                <a:moveTo>
                  <a:pt x="73769" y="54501"/>
                </a:moveTo>
                <a:cubicBezTo>
                  <a:pt x="73769" y="39729"/>
                  <a:pt x="72966" y="29590"/>
                  <a:pt x="71361" y="24085"/>
                </a:cubicBezTo>
                <a:cubicBezTo>
                  <a:pt x="69755" y="18580"/>
                  <a:pt x="67255" y="14405"/>
                  <a:pt x="63860" y="11561"/>
                </a:cubicBezTo>
                <a:cubicBezTo>
                  <a:pt x="61933" y="9909"/>
                  <a:pt x="59364" y="9083"/>
                  <a:pt x="56153" y="9083"/>
                </a:cubicBezTo>
                <a:cubicBezTo>
                  <a:pt x="51381" y="9083"/>
                  <a:pt x="47482" y="11423"/>
                  <a:pt x="44454" y="16103"/>
                </a:cubicBezTo>
                <a:cubicBezTo>
                  <a:pt x="39041" y="24269"/>
                  <a:pt x="36334" y="35462"/>
                  <a:pt x="36334" y="49684"/>
                </a:cubicBezTo>
                <a:lnTo>
                  <a:pt x="36334" y="54501"/>
                </a:lnTo>
                <a:lnTo>
                  <a:pt x="73769" y="54501"/>
                </a:lnTo>
                <a:close/>
              </a:path>
            </a:pathLst>
          </a:custGeom>
          <a:solidFill xmlns:a="http://schemas.openxmlformats.org/drawingml/2006/main">
            <a:srgbClr val="2B6192"/>
          </a:solidFill>
          <a:ln xmlns:a="http://schemas.openxmlformats.org/drawingml/2006/main" w="0" cap="flat">
            <a:noFill/>
            <a:miter/>
          </a:ln>
        </p:spPr>
      </p:sp>
      <p:sp>
        <p:nvSpPr>
          <p:cNvPr id="544" name="Text 2">
            <a:extLst xmlns:a="http://schemas.openxmlformats.org/drawingml/2006/main">
              <a:ext uri="{FF2B5EF4-FFF2-40B4-BE49-F238E27FC236}">
                <a16:creationId xmlns:a16="http://schemas.microsoft.com/office/drawing/2014/main" id="{59F7EC72-F5BA-413C-AE2B-6019F928A1AD}"/>
              </a:ext>
            </a:extLst>
          </p:cNvPr>
          <p:cNvSpPr>
            <a:spLocks xmlns:a="http://schemas.openxmlformats.org/drawingml/2006/main" noGrp="1"/>
          </p:cNvSpPr>
          <p:nvPr/>
        </p:nvSpPr>
        <p:spPr>
          <a:xfrm xmlns:a="http://schemas.openxmlformats.org/drawingml/2006/main">
            <a:off x="557295" y="2252297"/>
            <a:ext cx="77692" cy="123027"/>
          </a:xfrm>
          <a:custGeom xmlns:a="http://schemas.openxmlformats.org/drawingml/2006/main">
            <a:pathLst>
              <a:path w="77692" h="123027">
                <a:moveTo>
                  <a:pt x="70936" y="123027"/>
                </a:moveTo>
                <a:lnTo>
                  <a:pt x="0" y="123027"/>
                </a:lnTo>
                <a:lnTo>
                  <a:pt x="0" y="121071"/>
                </a:lnTo>
                <a:cubicBezTo>
                  <a:pt x="21749" y="95196"/>
                  <a:pt x="34950" y="77789"/>
                  <a:pt x="39602" y="68850"/>
                </a:cubicBezTo>
                <a:cubicBezTo>
                  <a:pt x="44254" y="59909"/>
                  <a:pt x="46580" y="51175"/>
                  <a:pt x="46580" y="42649"/>
                </a:cubicBezTo>
                <a:cubicBezTo>
                  <a:pt x="46580" y="36432"/>
                  <a:pt x="44654" y="31266"/>
                  <a:pt x="40802" y="27151"/>
                </a:cubicBezTo>
                <a:cubicBezTo>
                  <a:pt x="36950" y="23036"/>
                  <a:pt x="32238" y="20979"/>
                  <a:pt x="26668" y="20979"/>
                </a:cubicBezTo>
                <a:cubicBezTo>
                  <a:pt x="17541" y="20979"/>
                  <a:pt x="10460" y="25535"/>
                  <a:pt x="5422" y="34649"/>
                </a:cubicBezTo>
                <a:lnTo>
                  <a:pt x="2133" y="33496"/>
                </a:lnTo>
                <a:cubicBezTo>
                  <a:pt x="5334" y="22093"/>
                  <a:pt x="10193" y="13661"/>
                  <a:pt x="16712" y="8198"/>
                </a:cubicBezTo>
                <a:cubicBezTo>
                  <a:pt x="23231" y="2733"/>
                  <a:pt x="30757" y="0"/>
                  <a:pt x="39290" y="0"/>
                </a:cubicBezTo>
                <a:cubicBezTo>
                  <a:pt x="45394" y="0"/>
                  <a:pt x="50965" y="1422"/>
                  <a:pt x="56002" y="4267"/>
                </a:cubicBezTo>
                <a:cubicBezTo>
                  <a:pt x="61039" y="7111"/>
                  <a:pt x="64980" y="11008"/>
                  <a:pt x="67825" y="15956"/>
                </a:cubicBezTo>
                <a:cubicBezTo>
                  <a:pt x="70669" y="20905"/>
                  <a:pt x="72092" y="25542"/>
                  <a:pt x="72092" y="29868"/>
                </a:cubicBezTo>
                <a:cubicBezTo>
                  <a:pt x="72092" y="37750"/>
                  <a:pt x="69899" y="45750"/>
                  <a:pt x="65514" y="53869"/>
                </a:cubicBezTo>
                <a:cubicBezTo>
                  <a:pt x="59528" y="64832"/>
                  <a:pt x="46461" y="80122"/>
                  <a:pt x="26312" y="99737"/>
                </a:cubicBezTo>
                <a:lnTo>
                  <a:pt x="52358" y="99737"/>
                </a:lnTo>
                <a:cubicBezTo>
                  <a:pt x="58758" y="99737"/>
                  <a:pt x="62921" y="99471"/>
                  <a:pt x="64847" y="98937"/>
                </a:cubicBezTo>
                <a:cubicBezTo>
                  <a:pt x="66773" y="98404"/>
                  <a:pt x="68358" y="97500"/>
                  <a:pt x="69603" y="96226"/>
                </a:cubicBezTo>
                <a:cubicBezTo>
                  <a:pt x="70847" y="94952"/>
                  <a:pt x="72477" y="92270"/>
                  <a:pt x="74492" y="88181"/>
                </a:cubicBezTo>
                <a:lnTo>
                  <a:pt x="77692" y="88181"/>
                </a:lnTo>
                <a:lnTo>
                  <a:pt x="70936" y="123027"/>
                </a:lnTo>
                <a:close/>
              </a:path>
            </a:pathLst>
          </a:custGeom>
          <a:solidFill xmlns:a="http://schemas.openxmlformats.org/drawingml/2006/main">
            <a:srgbClr val="2B6192"/>
          </a:solidFill>
          <a:ln xmlns:a="http://schemas.openxmlformats.org/drawingml/2006/main" w="0" cap="flat">
            <a:noFill/>
            <a:miter/>
          </a:ln>
        </p:spPr>
      </p:sp>
      <p:sp>
        <p:nvSpPr>
          <p:cNvPr id="545" name="Text e">
            <a:extLst xmlns:a="http://schemas.openxmlformats.org/drawingml/2006/main">
              <a:ext uri="{FF2B5EF4-FFF2-40B4-BE49-F238E27FC236}">
                <a16:creationId xmlns:a16="http://schemas.microsoft.com/office/drawing/2014/main" id="{B96137C6-EF57-49FB-BAA7-0AEF7DE95676}"/>
              </a:ext>
            </a:extLst>
          </p:cNvPr>
          <p:cNvSpPr>
            <a:spLocks xmlns:a="http://schemas.openxmlformats.org/drawingml/2006/main" noGrp="1"/>
          </p:cNvSpPr>
          <p:nvPr/>
        </p:nvSpPr>
        <p:spPr>
          <a:xfrm xmlns:a="http://schemas.openxmlformats.org/drawingml/2006/main">
            <a:off x="1715470" y="2025973"/>
            <a:ext cx="107626" cy="136528"/>
          </a:xfrm>
          <a:custGeom xmlns:a="http://schemas.openxmlformats.org/drawingml/2006/main">
            <a:pathLst>
              <a:path w="107626" h="136528">
                <a:moveTo>
                  <a:pt x="107626" y="63585"/>
                </a:moveTo>
                <a:lnTo>
                  <a:pt x="37022" y="63585"/>
                </a:lnTo>
                <a:cubicBezTo>
                  <a:pt x="37848" y="80696"/>
                  <a:pt x="42390" y="94220"/>
                  <a:pt x="50647" y="104155"/>
                </a:cubicBezTo>
                <a:cubicBezTo>
                  <a:pt x="56978" y="111790"/>
                  <a:pt x="64594" y="115608"/>
                  <a:pt x="73494" y="115608"/>
                </a:cubicBezTo>
                <a:cubicBezTo>
                  <a:pt x="78999" y="115608"/>
                  <a:pt x="83999" y="114071"/>
                  <a:pt x="88495" y="110998"/>
                </a:cubicBezTo>
                <a:cubicBezTo>
                  <a:pt x="92991" y="107924"/>
                  <a:pt x="97808" y="102396"/>
                  <a:pt x="102946" y="94413"/>
                </a:cubicBezTo>
                <a:lnTo>
                  <a:pt x="107626" y="97441"/>
                </a:lnTo>
                <a:cubicBezTo>
                  <a:pt x="100653" y="111663"/>
                  <a:pt x="92945" y="121733"/>
                  <a:pt x="84504" y="127651"/>
                </a:cubicBezTo>
                <a:cubicBezTo>
                  <a:pt x="76063" y="133569"/>
                  <a:pt x="66291" y="136528"/>
                  <a:pt x="55189" y="136528"/>
                </a:cubicBezTo>
                <a:cubicBezTo>
                  <a:pt x="36105" y="136528"/>
                  <a:pt x="21654" y="129180"/>
                  <a:pt x="11836" y="114486"/>
                </a:cubicBezTo>
                <a:cubicBezTo>
                  <a:pt x="3945" y="102638"/>
                  <a:pt x="0" y="87943"/>
                  <a:pt x="0" y="70401"/>
                </a:cubicBezTo>
                <a:cubicBezTo>
                  <a:pt x="0" y="48908"/>
                  <a:pt x="5803" y="31802"/>
                  <a:pt x="17410" y="19083"/>
                </a:cubicBezTo>
                <a:cubicBezTo>
                  <a:pt x="29017" y="6361"/>
                  <a:pt x="42619" y="0"/>
                  <a:pt x="58217" y="0"/>
                </a:cubicBezTo>
                <a:cubicBezTo>
                  <a:pt x="71246" y="0"/>
                  <a:pt x="82554" y="5345"/>
                  <a:pt x="92142" y="16034"/>
                </a:cubicBezTo>
                <a:cubicBezTo>
                  <a:pt x="101731" y="26723"/>
                  <a:pt x="106892" y="42573"/>
                  <a:pt x="107626" y="63585"/>
                </a:cubicBezTo>
                <a:moveTo>
                  <a:pt x="73769" y="54501"/>
                </a:moveTo>
                <a:cubicBezTo>
                  <a:pt x="73769" y="39729"/>
                  <a:pt x="72966" y="29590"/>
                  <a:pt x="71361" y="24085"/>
                </a:cubicBezTo>
                <a:cubicBezTo>
                  <a:pt x="69755" y="18580"/>
                  <a:pt x="67255" y="14405"/>
                  <a:pt x="63860" y="11561"/>
                </a:cubicBezTo>
                <a:cubicBezTo>
                  <a:pt x="61933" y="9909"/>
                  <a:pt x="59364" y="9083"/>
                  <a:pt x="56153" y="9083"/>
                </a:cubicBezTo>
                <a:cubicBezTo>
                  <a:pt x="51381" y="9083"/>
                  <a:pt x="47482" y="11423"/>
                  <a:pt x="44454" y="16103"/>
                </a:cubicBezTo>
                <a:cubicBezTo>
                  <a:pt x="39041" y="24269"/>
                  <a:pt x="36334" y="35462"/>
                  <a:pt x="36334" y="49684"/>
                </a:cubicBezTo>
                <a:lnTo>
                  <a:pt x="36334" y="54501"/>
                </a:lnTo>
                <a:lnTo>
                  <a:pt x="73769" y="54501"/>
                </a:lnTo>
                <a:close/>
              </a:path>
            </a:pathLst>
          </a:custGeom>
          <a:solidFill xmlns:a="http://schemas.openxmlformats.org/drawingml/2006/main">
            <a:srgbClr val="E57C53"/>
          </a:solidFill>
          <a:ln xmlns:a="http://schemas.openxmlformats.org/drawingml/2006/main" w="0" cap="flat">
            <a:noFill/>
            <a:miter/>
          </a:ln>
        </p:spPr>
      </p:sp>
      <p:sp>
        <p:nvSpPr>
          <p:cNvPr id="546" name="Text 3">
            <a:extLst xmlns:a="http://schemas.openxmlformats.org/drawingml/2006/main">
              <a:ext uri="{FF2B5EF4-FFF2-40B4-BE49-F238E27FC236}">
                <a16:creationId xmlns:a16="http://schemas.microsoft.com/office/drawing/2014/main" id="{ECE7C56C-3824-404C-8C35-255F9E78028E}"/>
              </a:ext>
            </a:extLst>
          </p:cNvPr>
          <p:cNvSpPr>
            <a:spLocks xmlns:a="http://schemas.openxmlformats.org/drawingml/2006/main" noGrp="1"/>
          </p:cNvSpPr>
          <p:nvPr/>
        </p:nvSpPr>
        <p:spPr>
          <a:xfrm xmlns:a="http://schemas.openxmlformats.org/drawingml/2006/main">
            <a:off x="1832648" y="2091852"/>
            <a:ext cx="77603" cy="125694"/>
          </a:xfrm>
          <a:custGeom xmlns:a="http://schemas.openxmlformats.org/drawingml/2006/main">
            <a:pathLst>
              <a:path w="77603" h="125694">
                <a:moveTo>
                  <a:pt x="24001" y="62580"/>
                </a:moveTo>
                <a:lnTo>
                  <a:pt x="24001" y="59380"/>
                </a:lnTo>
                <a:cubicBezTo>
                  <a:pt x="30757" y="57428"/>
                  <a:pt x="35438" y="55610"/>
                  <a:pt x="38046" y="53924"/>
                </a:cubicBezTo>
                <a:cubicBezTo>
                  <a:pt x="40653" y="52239"/>
                  <a:pt x="42905" y="49667"/>
                  <a:pt x="44802" y="46207"/>
                </a:cubicBezTo>
                <a:cubicBezTo>
                  <a:pt x="46698" y="42748"/>
                  <a:pt x="47646" y="39244"/>
                  <a:pt x="47646" y="35696"/>
                </a:cubicBezTo>
                <a:cubicBezTo>
                  <a:pt x="47646" y="30788"/>
                  <a:pt x="45854" y="26575"/>
                  <a:pt x="42268" y="23056"/>
                </a:cubicBezTo>
                <a:cubicBezTo>
                  <a:pt x="38683" y="19538"/>
                  <a:pt x="34224" y="17778"/>
                  <a:pt x="28890" y="17778"/>
                </a:cubicBezTo>
                <a:cubicBezTo>
                  <a:pt x="20593" y="17778"/>
                  <a:pt x="13541" y="22193"/>
                  <a:pt x="7734" y="31023"/>
                </a:cubicBezTo>
                <a:lnTo>
                  <a:pt x="4445" y="29868"/>
                </a:lnTo>
                <a:cubicBezTo>
                  <a:pt x="8711" y="19942"/>
                  <a:pt x="14178" y="12482"/>
                  <a:pt x="20845" y="7489"/>
                </a:cubicBezTo>
                <a:cubicBezTo>
                  <a:pt x="27512" y="2496"/>
                  <a:pt x="34935" y="0"/>
                  <a:pt x="43113" y="0"/>
                </a:cubicBezTo>
                <a:cubicBezTo>
                  <a:pt x="51469" y="0"/>
                  <a:pt x="58358" y="2548"/>
                  <a:pt x="63780" y="7645"/>
                </a:cubicBezTo>
                <a:cubicBezTo>
                  <a:pt x="69203" y="12741"/>
                  <a:pt x="71914" y="18697"/>
                  <a:pt x="71914" y="25512"/>
                </a:cubicBezTo>
                <a:cubicBezTo>
                  <a:pt x="71914" y="29957"/>
                  <a:pt x="70655" y="34238"/>
                  <a:pt x="68136" y="38357"/>
                </a:cubicBezTo>
                <a:cubicBezTo>
                  <a:pt x="65617" y="42476"/>
                  <a:pt x="61662" y="46106"/>
                  <a:pt x="56269" y="49246"/>
                </a:cubicBezTo>
                <a:cubicBezTo>
                  <a:pt x="63203" y="52628"/>
                  <a:pt x="68492" y="56796"/>
                  <a:pt x="72136" y="61750"/>
                </a:cubicBezTo>
                <a:cubicBezTo>
                  <a:pt x="75781" y="66704"/>
                  <a:pt x="77603" y="72919"/>
                  <a:pt x="77603" y="80395"/>
                </a:cubicBezTo>
                <a:cubicBezTo>
                  <a:pt x="77603" y="92973"/>
                  <a:pt x="73055" y="103668"/>
                  <a:pt x="63958" y="112479"/>
                </a:cubicBezTo>
                <a:cubicBezTo>
                  <a:pt x="54861" y="121289"/>
                  <a:pt x="42668" y="125694"/>
                  <a:pt x="27379" y="125694"/>
                </a:cubicBezTo>
                <a:cubicBezTo>
                  <a:pt x="17186" y="125694"/>
                  <a:pt x="9749" y="123998"/>
                  <a:pt x="5067" y="120608"/>
                </a:cubicBezTo>
                <a:cubicBezTo>
                  <a:pt x="1689" y="118230"/>
                  <a:pt x="0" y="115167"/>
                  <a:pt x="0" y="111418"/>
                </a:cubicBezTo>
                <a:cubicBezTo>
                  <a:pt x="0" y="108683"/>
                  <a:pt x="978" y="106349"/>
                  <a:pt x="2933" y="104415"/>
                </a:cubicBezTo>
                <a:cubicBezTo>
                  <a:pt x="4889" y="102482"/>
                  <a:pt x="7141" y="101515"/>
                  <a:pt x="9689" y="101515"/>
                </a:cubicBezTo>
                <a:cubicBezTo>
                  <a:pt x="11645" y="101515"/>
                  <a:pt x="13482" y="101932"/>
                  <a:pt x="15201" y="102765"/>
                </a:cubicBezTo>
                <a:cubicBezTo>
                  <a:pt x="16149" y="103243"/>
                  <a:pt x="19512" y="105850"/>
                  <a:pt x="25290" y="110588"/>
                </a:cubicBezTo>
                <a:cubicBezTo>
                  <a:pt x="31068" y="115325"/>
                  <a:pt x="36476" y="117694"/>
                  <a:pt x="41513" y="117694"/>
                </a:cubicBezTo>
                <a:cubicBezTo>
                  <a:pt x="45898" y="117694"/>
                  <a:pt x="49661" y="115957"/>
                  <a:pt x="52802" y="112485"/>
                </a:cubicBezTo>
                <a:cubicBezTo>
                  <a:pt x="55943" y="109013"/>
                  <a:pt x="57513" y="104605"/>
                  <a:pt x="57513" y="99262"/>
                </a:cubicBezTo>
                <a:cubicBezTo>
                  <a:pt x="57513" y="91130"/>
                  <a:pt x="54669" y="83637"/>
                  <a:pt x="48980" y="76781"/>
                </a:cubicBezTo>
                <a:cubicBezTo>
                  <a:pt x="43291" y="69925"/>
                  <a:pt x="34964" y="65191"/>
                  <a:pt x="24001" y="62580"/>
                </a:cubicBezTo>
                <a:close/>
              </a:path>
            </a:pathLst>
          </a:custGeom>
          <a:solidFill xmlns:a="http://schemas.openxmlformats.org/drawingml/2006/main">
            <a:srgbClr val="E57C53"/>
          </a:solidFill>
          <a:ln xmlns:a="http://schemas.openxmlformats.org/drawingml/2006/main" w="0" cap="flat">
            <a:noFill/>
            <a:miter/>
          </a:ln>
        </p:spPr>
      </p:sp>
      <p:sp>
        <p:nvSpPr>
          <p:cNvPr id="547" name="Vector element">
            <a:extLst xmlns:a="http://schemas.openxmlformats.org/drawingml/2006/main">
              <a:ext uri="{FF2B5EF4-FFF2-40B4-BE49-F238E27FC236}">
                <a16:creationId xmlns:a16="http://schemas.microsoft.com/office/drawing/2014/main" id="{CAF093FD-FCA8-4EBB-A79A-F57602C8FF21}"/>
              </a:ext>
            </a:extLst>
          </p:cNvPr>
          <p:cNvSpPr>
            <a:spLocks xmlns:a="http://schemas.openxmlformats.org/drawingml/2006/main" noGrp="1"/>
          </p:cNvSpPr>
          <p:nvPr/>
        </p:nvSpPr>
        <p:spPr>
          <a:xfrm xmlns:a="http://schemas.openxmlformats.org/drawingml/2006/main">
            <a:off x="5175627" y="5388736"/>
            <a:ext cx="578039" cy="563250"/>
          </a:xfrm>
          <a:custGeom xmlns:a="http://schemas.openxmlformats.org/drawingml/2006/main">
            <a:pathLst>
              <a:path w="578039" h="563250">
                <a:moveTo>
                  <a:pt x="217014" y="211"/>
                </a:moveTo>
                <a:lnTo>
                  <a:pt x="215369" y="0"/>
                </a:lnTo>
                <a:lnTo>
                  <a:pt x="213753" y="323"/>
                </a:lnTo>
                <a:lnTo>
                  <a:pt x="212305" y="1111"/>
                </a:lnTo>
                <a:lnTo>
                  <a:pt x="211180" y="2320"/>
                </a:lnTo>
                <a:lnTo>
                  <a:pt x="900" y="314085"/>
                </a:lnTo>
                <a:lnTo>
                  <a:pt x="197" y="315575"/>
                </a:lnTo>
                <a:lnTo>
                  <a:pt x="0" y="317220"/>
                </a:lnTo>
                <a:lnTo>
                  <a:pt x="309" y="318836"/>
                </a:lnTo>
                <a:lnTo>
                  <a:pt x="1111" y="320284"/>
                </a:lnTo>
                <a:lnTo>
                  <a:pt x="2320" y="321409"/>
                </a:lnTo>
                <a:lnTo>
                  <a:pt x="359534" y="562350"/>
                </a:lnTo>
                <a:lnTo>
                  <a:pt x="361025" y="563039"/>
                </a:lnTo>
                <a:lnTo>
                  <a:pt x="362669" y="563250"/>
                </a:lnTo>
                <a:lnTo>
                  <a:pt x="364286" y="562926"/>
                </a:lnTo>
                <a:lnTo>
                  <a:pt x="365734" y="562125"/>
                </a:lnTo>
                <a:lnTo>
                  <a:pt x="366859" y="560930"/>
                </a:lnTo>
                <a:lnTo>
                  <a:pt x="577139" y="249165"/>
                </a:lnTo>
                <a:lnTo>
                  <a:pt x="577842" y="247675"/>
                </a:lnTo>
                <a:lnTo>
                  <a:pt x="578039" y="246030"/>
                </a:lnTo>
                <a:lnTo>
                  <a:pt x="577729" y="244413"/>
                </a:lnTo>
                <a:lnTo>
                  <a:pt x="576928" y="242965"/>
                </a:lnTo>
                <a:lnTo>
                  <a:pt x="575719" y="241841"/>
                </a:lnTo>
                <a:lnTo>
                  <a:pt x="218504" y="900"/>
                </a:lnTo>
                <a:lnTo>
                  <a:pt x="217014" y="211"/>
                </a:lnTo>
                <a:close/>
                <a:moveTo>
                  <a:pt x="361059" y="550661"/>
                </a:moveTo>
                <a:lnTo>
                  <a:pt x="12584" y="315616"/>
                </a:lnTo>
                <a:lnTo>
                  <a:pt x="216976" y="12595"/>
                </a:lnTo>
                <a:lnTo>
                  <a:pt x="565450" y="247641"/>
                </a:lnTo>
                <a:lnTo>
                  <a:pt x="361059" y="550661"/>
                </a:lnTo>
                <a:close/>
              </a:path>
            </a:pathLst>
          </a:custGeom>
          <a:solidFill xmlns:a="http://schemas.openxmlformats.org/drawingml/2006/main">
            <a:srgbClr val="000000">
              <a:alpha val="0"/>
            </a:srgbClr>
          </a:solidFill>
          <a:ln xmlns:a="http://schemas.openxmlformats.org/drawingml/2006/main" w="0" cap="flat">
            <a:noFill/>
            <a:miter/>
          </a:ln>
        </p:spPr>
      </p:sp>
      <p:sp>
        <p:nvSpPr>
          <p:cNvPr id="548" name="Text .">
            <a:extLst xmlns:a="http://schemas.openxmlformats.org/drawingml/2006/main">
              <a:ext uri="{FF2B5EF4-FFF2-40B4-BE49-F238E27FC236}">
                <a16:creationId xmlns:a16="http://schemas.microsoft.com/office/drawing/2014/main" id="{D4235C5D-E6E0-40AB-BCCE-108F51CC4230}"/>
              </a:ext>
            </a:extLst>
          </p:cNvPr>
          <p:cNvSpPr>
            <a:spLocks xmlns:a="http://schemas.openxmlformats.org/drawingml/2006/main" noGrp="1"/>
          </p:cNvSpPr>
          <p:nvPr/>
        </p:nvSpPr>
        <p:spPr>
          <a:xfrm xmlns:a="http://schemas.openxmlformats.org/drawingml/2006/main">
            <a:off x="5331214" y="5683854"/>
            <a:ext cx="35023" cy="35056"/>
          </a:xfrm>
          <a:custGeom xmlns:a="http://schemas.openxmlformats.org/drawingml/2006/main">
            <a:pathLst>
              <a:path w="35023" h="35056">
                <a:moveTo>
                  <a:pt x="0" y="20871"/>
                </a:moveTo>
                <a:lnTo>
                  <a:pt x="14254" y="0"/>
                </a:lnTo>
                <a:lnTo>
                  <a:pt x="35023" y="14184"/>
                </a:lnTo>
                <a:lnTo>
                  <a:pt x="20770" y="35056"/>
                </a:lnTo>
                <a:lnTo>
                  <a:pt x="0" y="20871"/>
                </a:lnTo>
                <a:close/>
              </a:path>
            </a:pathLst>
          </a:custGeom>
          <a:solidFill xmlns:a="http://schemas.openxmlformats.org/drawingml/2006/main">
            <a:srgbClr val="000000"/>
          </a:solidFill>
          <a:ln xmlns:a="http://schemas.openxmlformats.org/drawingml/2006/main" w="0" cap="flat">
            <a:noFill/>
            <a:miter/>
          </a:ln>
        </p:spPr>
      </p:sp>
      <p:sp>
        <p:nvSpPr>
          <p:cNvPr id="549" name="Text .">
            <a:extLst xmlns:a="http://schemas.openxmlformats.org/drawingml/2006/main">
              <a:ext uri="{FF2B5EF4-FFF2-40B4-BE49-F238E27FC236}">
                <a16:creationId xmlns:a16="http://schemas.microsoft.com/office/drawing/2014/main" id="{A555CBB8-E6B2-4E47-96BE-B7CB185EF523}"/>
              </a:ext>
            </a:extLst>
          </p:cNvPr>
          <p:cNvSpPr>
            <a:spLocks xmlns:a="http://schemas.openxmlformats.org/drawingml/2006/main" noGrp="1"/>
          </p:cNvSpPr>
          <p:nvPr/>
        </p:nvSpPr>
        <p:spPr>
          <a:xfrm xmlns:a="http://schemas.openxmlformats.org/drawingml/2006/main">
            <a:off x="5395769" y="5727939"/>
            <a:ext cx="35023" cy="35056"/>
          </a:xfrm>
          <a:custGeom xmlns:a="http://schemas.openxmlformats.org/drawingml/2006/main">
            <a:pathLst>
              <a:path w="35023" h="35056">
                <a:moveTo>
                  <a:pt x="0" y="20871"/>
                </a:moveTo>
                <a:lnTo>
                  <a:pt x="14254" y="0"/>
                </a:lnTo>
                <a:lnTo>
                  <a:pt x="35023" y="14184"/>
                </a:lnTo>
                <a:lnTo>
                  <a:pt x="20770" y="35056"/>
                </a:lnTo>
                <a:lnTo>
                  <a:pt x="0" y="20871"/>
                </a:lnTo>
                <a:close/>
              </a:path>
            </a:pathLst>
          </a:custGeom>
          <a:solidFill xmlns:a="http://schemas.openxmlformats.org/drawingml/2006/main">
            <a:srgbClr val="000000"/>
          </a:solidFill>
          <a:ln xmlns:a="http://schemas.openxmlformats.org/drawingml/2006/main" w="0" cap="flat">
            <a:noFill/>
            <a:miter/>
          </a:ln>
        </p:spPr>
      </p:sp>
      <p:sp>
        <p:nvSpPr>
          <p:cNvPr id="550" name="Text .">
            <a:extLst xmlns:a="http://schemas.openxmlformats.org/drawingml/2006/main">
              <a:ext uri="{FF2B5EF4-FFF2-40B4-BE49-F238E27FC236}">
                <a16:creationId xmlns:a16="http://schemas.microsoft.com/office/drawing/2014/main" id="{9C4F5FAD-3E1D-4F50-ADCA-3DDCF6C5EDDA}"/>
              </a:ext>
            </a:extLst>
          </p:cNvPr>
          <p:cNvSpPr>
            <a:spLocks xmlns:a="http://schemas.openxmlformats.org/drawingml/2006/main" noGrp="1"/>
          </p:cNvSpPr>
          <p:nvPr/>
        </p:nvSpPr>
        <p:spPr>
          <a:xfrm xmlns:a="http://schemas.openxmlformats.org/drawingml/2006/main">
            <a:off x="5460900" y="5772419"/>
            <a:ext cx="35023" cy="35056"/>
          </a:xfrm>
          <a:custGeom xmlns:a="http://schemas.openxmlformats.org/drawingml/2006/main">
            <a:pathLst>
              <a:path w="35023" h="35056">
                <a:moveTo>
                  <a:pt x="0" y="20871"/>
                </a:moveTo>
                <a:lnTo>
                  <a:pt x="14254" y="0"/>
                </a:lnTo>
                <a:lnTo>
                  <a:pt x="35023" y="14184"/>
                </a:lnTo>
                <a:lnTo>
                  <a:pt x="20770" y="35056"/>
                </a:lnTo>
                <a:lnTo>
                  <a:pt x="0" y="20871"/>
                </a:lnTo>
                <a:close/>
              </a:path>
            </a:pathLst>
          </a:custGeom>
          <a:solidFill xmlns:a="http://schemas.openxmlformats.org/drawingml/2006/main">
            <a:srgbClr val="000000"/>
          </a:solidFill>
          <a:ln xmlns:a="http://schemas.openxmlformats.org/drawingml/2006/main" w="0" cap="flat">
            <a:noFill/>
            <a:miter/>
          </a:ln>
        </p:spPr>
      </p:sp>
      <p:sp>
        <p:nvSpPr>
          <p:cNvPr id="551" name="Vector element">
            <a:extLst xmlns:a="http://schemas.openxmlformats.org/drawingml/2006/main">
              <a:ext uri="{FF2B5EF4-FFF2-40B4-BE49-F238E27FC236}">
                <a16:creationId xmlns:a16="http://schemas.microsoft.com/office/drawing/2014/main" id="{4329D69F-C8FF-4734-AD0D-FD7E6854802C}"/>
              </a:ext>
            </a:extLst>
          </p:cNvPr>
          <p:cNvSpPr>
            <a:spLocks xmlns:a="http://schemas.openxmlformats.org/drawingml/2006/main" noGrp="1"/>
          </p:cNvSpPr>
          <p:nvPr/>
        </p:nvSpPr>
        <p:spPr>
          <a:xfrm xmlns:a="http://schemas.openxmlformats.org/drawingml/2006/main">
            <a:off x="5359140" y="5143113"/>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ACD78E"/>
          </a:solidFill>
          <a:ln xmlns:a="http://schemas.openxmlformats.org/drawingml/2006/main" w="0" cap="flat">
            <a:noFill/>
            <a:miter/>
          </a:ln>
        </p:spPr>
      </p:sp>
      <p:sp>
        <p:nvSpPr>
          <p:cNvPr id="552" name="Vector element">
            <a:extLst xmlns:a="http://schemas.openxmlformats.org/drawingml/2006/main">
              <a:ext uri="{FF2B5EF4-FFF2-40B4-BE49-F238E27FC236}">
                <a16:creationId xmlns:a16="http://schemas.microsoft.com/office/drawing/2014/main" id="{2CE3A9B1-1872-4CD2-B211-E13B7094FF48}"/>
              </a:ext>
            </a:extLst>
          </p:cNvPr>
          <p:cNvSpPr>
            <a:spLocks xmlns:a="http://schemas.openxmlformats.org/drawingml/2006/main" noGrp="1"/>
          </p:cNvSpPr>
          <p:nvPr/>
        </p:nvSpPr>
        <p:spPr>
          <a:xfrm xmlns:a="http://schemas.openxmlformats.org/drawingml/2006/main">
            <a:off x="5353911" y="5138685"/>
            <a:ext cx="142773" cy="140426"/>
          </a:xfrm>
          <a:custGeom xmlns:a="http://schemas.openxmlformats.org/drawingml/2006/main">
            <a:pathLst>
              <a:path w="142773" h="140426">
                <a:moveTo>
                  <a:pt x="3641" y="253"/>
                </a:moveTo>
                <a:lnTo>
                  <a:pt x="2179" y="1012"/>
                </a:lnTo>
                <a:lnTo>
                  <a:pt x="1012" y="2165"/>
                </a:lnTo>
                <a:lnTo>
                  <a:pt x="267" y="3641"/>
                </a:lnTo>
                <a:lnTo>
                  <a:pt x="0" y="5272"/>
                </a:lnTo>
                <a:lnTo>
                  <a:pt x="0" y="135154"/>
                </a:lnTo>
                <a:lnTo>
                  <a:pt x="267" y="136785"/>
                </a:lnTo>
                <a:lnTo>
                  <a:pt x="1012" y="138261"/>
                </a:lnTo>
                <a:lnTo>
                  <a:pt x="2179" y="139428"/>
                </a:lnTo>
                <a:lnTo>
                  <a:pt x="3641" y="140173"/>
                </a:lnTo>
                <a:lnTo>
                  <a:pt x="5272" y="140426"/>
                </a:lnTo>
                <a:lnTo>
                  <a:pt x="137502" y="140426"/>
                </a:lnTo>
                <a:lnTo>
                  <a:pt x="139132" y="140173"/>
                </a:lnTo>
                <a:lnTo>
                  <a:pt x="140609" y="139428"/>
                </a:lnTo>
                <a:lnTo>
                  <a:pt x="141775" y="138261"/>
                </a:lnTo>
                <a:lnTo>
                  <a:pt x="142520" y="136785"/>
                </a:lnTo>
                <a:lnTo>
                  <a:pt x="142773" y="135154"/>
                </a:lnTo>
                <a:lnTo>
                  <a:pt x="142773" y="5272"/>
                </a:lnTo>
                <a:lnTo>
                  <a:pt x="142520" y="3641"/>
                </a:lnTo>
                <a:lnTo>
                  <a:pt x="141775" y="2165"/>
                </a:lnTo>
                <a:lnTo>
                  <a:pt x="140609" y="1012"/>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553" name="Vector element">
            <a:extLst xmlns:a="http://schemas.openxmlformats.org/drawingml/2006/main">
              <a:ext uri="{FF2B5EF4-FFF2-40B4-BE49-F238E27FC236}">
                <a16:creationId xmlns:a16="http://schemas.microsoft.com/office/drawing/2014/main" id="{9ECEB996-61D4-42EC-A9D8-CA420196C20D}"/>
              </a:ext>
            </a:extLst>
          </p:cNvPr>
          <p:cNvSpPr>
            <a:spLocks xmlns:a="http://schemas.openxmlformats.org/drawingml/2006/main" noGrp="1"/>
          </p:cNvSpPr>
          <p:nvPr/>
        </p:nvSpPr>
        <p:spPr>
          <a:xfrm xmlns:a="http://schemas.openxmlformats.org/drawingml/2006/main">
            <a:off x="5227557" y="4883321"/>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FFA84F"/>
          </a:solidFill>
          <a:ln xmlns:a="http://schemas.openxmlformats.org/drawingml/2006/main" w="0" cap="flat">
            <a:noFill/>
            <a:miter/>
          </a:ln>
        </p:spPr>
      </p:sp>
      <p:sp>
        <p:nvSpPr>
          <p:cNvPr id="554" name="Vector element">
            <a:extLst xmlns:a="http://schemas.openxmlformats.org/drawingml/2006/main">
              <a:ext uri="{FF2B5EF4-FFF2-40B4-BE49-F238E27FC236}">
                <a16:creationId xmlns:a16="http://schemas.microsoft.com/office/drawing/2014/main" id="{77B0FCA2-C1B6-4AF6-BF74-BCBCA8DD9358}"/>
              </a:ext>
            </a:extLst>
          </p:cNvPr>
          <p:cNvSpPr>
            <a:spLocks xmlns:a="http://schemas.openxmlformats.org/drawingml/2006/main" noGrp="1"/>
          </p:cNvSpPr>
          <p:nvPr/>
        </p:nvSpPr>
        <p:spPr>
          <a:xfrm xmlns:a="http://schemas.openxmlformats.org/drawingml/2006/main">
            <a:off x="5221442" y="4878204"/>
            <a:ext cx="142773" cy="140426"/>
          </a:xfrm>
          <a:custGeom xmlns:a="http://schemas.openxmlformats.org/drawingml/2006/main">
            <a:pathLst>
              <a:path w="142773" h="140426">
                <a:moveTo>
                  <a:pt x="3641" y="253"/>
                </a:moveTo>
                <a:lnTo>
                  <a:pt x="2179" y="998"/>
                </a:lnTo>
                <a:lnTo>
                  <a:pt x="1012" y="2165"/>
                </a:lnTo>
                <a:lnTo>
                  <a:pt x="253" y="3641"/>
                </a:lnTo>
                <a:lnTo>
                  <a:pt x="0" y="5272"/>
                </a:lnTo>
                <a:lnTo>
                  <a:pt x="0" y="135154"/>
                </a:lnTo>
                <a:lnTo>
                  <a:pt x="253" y="136785"/>
                </a:lnTo>
                <a:lnTo>
                  <a:pt x="1012" y="138247"/>
                </a:lnTo>
                <a:lnTo>
                  <a:pt x="2179" y="139414"/>
                </a:lnTo>
                <a:lnTo>
                  <a:pt x="3641" y="140173"/>
                </a:lnTo>
                <a:lnTo>
                  <a:pt x="5272" y="140426"/>
                </a:lnTo>
                <a:lnTo>
                  <a:pt x="137502" y="140426"/>
                </a:lnTo>
                <a:lnTo>
                  <a:pt x="139132" y="140173"/>
                </a:lnTo>
                <a:lnTo>
                  <a:pt x="140594" y="139414"/>
                </a:lnTo>
                <a:lnTo>
                  <a:pt x="141761" y="138247"/>
                </a:lnTo>
                <a:lnTo>
                  <a:pt x="142520" y="136785"/>
                </a:lnTo>
                <a:lnTo>
                  <a:pt x="142773" y="135154"/>
                </a:lnTo>
                <a:lnTo>
                  <a:pt x="142773" y="5272"/>
                </a:lnTo>
                <a:lnTo>
                  <a:pt x="142520" y="3641"/>
                </a:lnTo>
                <a:lnTo>
                  <a:pt x="141761" y="2165"/>
                </a:lnTo>
                <a:lnTo>
                  <a:pt x="140594" y="998"/>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555" name="Vector element">
            <a:extLst xmlns:a="http://schemas.openxmlformats.org/drawingml/2006/main">
              <a:ext uri="{FF2B5EF4-FFF2-40B4-BE49-F238E27FC236}">
                <a16:creationId xmlns:a16="http://schemas.microsoft.com/office/drawing/2014/main" id="{6BC979D7-ED18-44B1-A719-DA0FB8B7008E}"/>
              </a:ext>
            </a:extLst>
          </p:cNvPr>
          <p:cNvSpPr>
            <a:spLocks xmlns:a="http://schemas.openxmlformats.org/drawingml/2006/main" noGrp="1"/>
          </p:cNvSpPr>
          <p:nvPr/>
        </p:nvSpPr>
        <p:spPr>
          <a:xfrm xmlns:a="http://schemas.openxmlformats.org/drawingml/2006/main">
            <a:off x="5359140" y="4883321"/>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FFA84F"/>
          </a:solidFill>
          <a:ln xmlns:a="http://schemas.openxmlformats.org/drawingml/2006/main" w="0" cap="flat">
            <a:noFill/>
            <a:miter/>
          </a:ln>
        </p:spPr>
      </p:sp>
      <p:sp>
        <p:nvSpPr>
          <p:cNvPr id="556" name="Vector element">
            <a:extLst xmlns:a="http://schemas.openxmlformats.org/drawingml/2006/main">
              <a:ext uri="{FF2B5EF4-FFF2-40B4-BE49-F238E27FC236}">
                <a16:creationId xmlns:a16="http://schemas.microsoft.com/office/drawing/2014/main" id="{CF7EA404-7F7E-48CF-851A-58BBE2322852}"/>
              </a:ext>
            </a:extLst>
          </p:cNvPr>
          <p:cNvSpPr>
            <a:spLocks xmlns:a="http://schemas.openxmlformats.org/drawingml/2006/main" noGrp="1"/>
          </p:cNvSpPr>
          <p:nvPr/>
        </p:nvSpPr>
        <p:spPr>
          <a:xfrm xmlns:a="http://schemas.openxmlformats.org/drawingml/2006/main">
            <a:off x="5353911" y="4878190"/>
            <a:ext cx="142773" cy="140426"/>
          </a:xfrm>
          <a:custGeom xmlns:a="http://schemas.openxmlformats.org/drawingml/2006/main">
            <a:pathLst>
              <a:path w="142773" h="140426">
                <a:moveTo>
                  <a:pt x="3641" y="253"/>
                </a:moveTo>
                <a:lnTo>
                  <a:pt x="2179" y="1012"/>
                </a:lnTo>
                <a:lnTo>
                  <a:pt x="1012" y="2179"/>
                </a:lnTo>
                <a:lnTo>
                  <a:pt x="267" y="3641"/>
                </a:lnTo>
                <a:lnTo>
                  <a:pt x="0" y="5272"/>
                </a:lnTo>
                <a:lnTo>
                  <a:pt x="0" y="135154"/>
                </a:lnTo>
                <a:lnTo>
                  <a:pt x="267" y="136785"/>
                </a:lnTo>
                <a:lnTo>
                  <a:pt x="1012" y="138261"/>
                </a:lnTo>
                <a:lnTo>
                  <a:pt x="2179" y="139428"/>
                </a:lnTo>
                <a:lnTo>
                  <a:pt x="3641" y="140173"/>
                </a:lnTo>
                <a:lnTo>
                  <a:pt x="5272" y="140426"/>
                </a:lnTo>
                <a:lnTo>
                  <a:pt x="137502" y="140426"/>
                </a:lnTo>
                <a:lnTo>
                  <a:pt x="139132" y="140173"/>
                </a:lnTo>
                <a:lnTo>
                  <a:pt x="140609" y="139428"/>
                </a:lnTo>
                <a:lnTo>
                  <a:pt x="141775" y="138261"/>
                </a:lnTo>
                <a:lnTo>
                  <a:pt x="142520" y="136785"/>
                </a:lnTo>
                <a:lnTo>
                  <a:pt x="142773" y="135154"/>
                </a:lnTo>
                <a:lnTo>
                  <a:pt x="142773" y="5272"/>
                </a:lnTo>
                <a:lnTo>
                  <a:pt x="142520" y="3641"/>
                </a:lnTo>
                <a:lnTo>
                  <a:pt x="141775" y="2179"/>
                </a:lnTo>
                <a:lnTo>
                  <a:pt x="140609" y="1012"/>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557" name="Vector element">
            <a:extLst xmlns:a="http://schemas.openxmlformats.org/drawingml/2006/main">
              <a:ext uri="{FF2B5EF4-FFF2-40B4-BE49-F238E27FC236}">
                <a16:creationId xmlns:a16="http://schemas.microsoft.com/office/drawing/2014/main" id="{F5951AD2-654B-4BD3-800B-9B4AD00DBA7D}"/>
              </a:ext>
            </a:extLst>
          </p:cNvPr>
          <p:cNvSpPr>
            <a:spLocks xmlns:a="http://schemas.openxmlformats.org/drawingml/2006/main" noGrp="1"/>
          </p:cNvSpPr>
          <p:nvPr/>
        </p:nvSpPr>
        <p:spPr>
          <a:xfrm xmlns:a="http://schemas.openxmlformats.org/drawingml/2006/main">
            <a:off x="5492411" y="4883321"/>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D4F4F2"/>
          </a:solidFill>
          <a:ln xmlns:a="http://schemas.openxmlformats.org/drawingml/2006/main" w="0" cap="flat">
            <a:noFill/>
            <a:miter/>
          </a:ln>
        </p:spPr>
      </p:sp>
      <p:sp>
        <p:nvSpPr>
          <p:cNvPr id="558" name="Vector element">
            <a:extLst xmlns:a="http://schemas.openxmlformats.org/drawingml/2006/main">
              <a:ext uri="{FF2B5EF4-FFF2-40B4-BE49-F238E27FC236}">
                <a16:creationId xmlns:a16="http://schemas.microsoft.com/office/drawing/2014/main" id="{49C4C0D8-DDF3-4505-B6EC-461CDD34E158}"/>
              </a:ext>
            </a:extLst>
          </p:cNvPr>
          <p:cNvSpPr>
            <a:spLocks xmlns:a="http://schemas.openxmlformats.org/drawingml/2006/main" noGrp="1"/>
          </p:cNvSpPr>
          <p:nvPr/>
        </p:nvSpPr>
        <p:spPr>
          <a:xfrm xmlns:a="http://schemas.openxmlformats.org/drawingml/2006/main">
            <a:off x="5486436" y="4878204"/>
            <a:ext cx="142773" cy="140426"/>
          </a:xfrm>
          <a:custGeom xmlns:a="http://schemas.openxmlformats.org/drawingml/2006/main">
            <a:pathLst>
              <a:path w="142773" h="140426">
                <a:moveTo>
                  <a:pt x="3641" y="253"/>
                </a:moveTo>
                <a:lnTo>
                  <a:pt x="2165" y="998"/>
                </a:lnTo>
                <a:lnTo>
                  <a:pt x="1012" y="2165"/>
                </a:lnTo>
                <a:lnTo>
                  <a:pt x="253" y="3641"/>
                </a:lnTo>
                <a:lnTo>
                  <a:pt x="0" y="5272"/>
                </a:lnTo>
                <a:lnTo>
                  <a:pt x="0" y="135154"/>
                </a:lnTo>
                <a:lnTo>
                  <a:pt x="253" y="136785"/>
                </a:lnTo>
                <a:lnTo>
                  <a:pt x="1012" y="138247"/>
                </a:lnTo>
                <a:lnTo>
                  <a:pt x="2165" y="139414"/>
                </a:lnTo>
                <a:lnTo>
                  <a:pt x="3641" y="140173"/>
                </a:lnTo>
                <a:lnTo>
                  <a:pt x="5272" y="140426"/>
                </a:lnTo>
                <a:lnTo>
                  <a:pt x="137502" y="140426"/>
                </a:lnTo>
                <a:lnTo>
                  <a:pt x="139132" y="140173"/>
                </a:lnTo>
                <a:lnTo>
                  <a:pt x="140594" y="139414"/>
                </a:lnTo>
                <a:lnTo>
                  <a:pt x="141761" y="138247"/>
                </a:lnTo>
                <a:lnTo>
                  <a:pt x="142506" y="136785"/>
                </a:lnTo>
                <a:lnTo>
                  <a:pt x="142773" y="135154"/>
                </a:lnTo>
                <a:lnTo>
                  <a:pt x="142773" y="5272"/>
                </a:lnTo>
                <a:lnTo>
                  <a:pt x="142506" y="3641"/>
                </a:lnTo>
                <a:lnTo>
                  <a:pt x="141761" y="2165"/>
                </a:lnTo>
                <a:lnTo>
                  <a:pt x="140594" y="998"/>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559" name="Vector element">
            <a:extLst xmlns:a="http://schemas.openxmlformats.org/drawingml/2006/main">
              <a:ext uri="{FF2B5EF4-FFF2-40B4-BE49-F238E27FC236}">
                <a16:creationId xmlns:a16="http://schemas.microsoft.com/office/drawing/2014/main" id="{6DCD16B8-6F33-4F42-816B-5DD3DB0880FC}"/>
              </a:ext>
            </a:extLst>
          </p:cNvPr>
          <p:cNvSpPr>
            <a:spLocks xmlns:a="http://schemas.openxmlformats.org/drawingml/2006/main" noGrp="1"/>
          </p:cNvSpPr>
          <p:nvPr/>
        </p:nvSpPr>
        <p:spPr>
          <a:xfrm xmlns:a="http://schemas.openxmlformats.org/drawingml/2006/main">
            <a:off x="5227557" y="5014904"/>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CC7069"/>
          </a:solidFill>
          <a:ln xmlns:a="http://schemas.openxmlformats.org/drawingml/2006/main" w="0" cap="flat">
            <a:noFill/>
            <a:miter/>
          </a:ln>
        </p:spPr>
      </p:sp>
      <p:sp>
        <p:nvSpPr>
          <p:cNvPr id="560" name="Vector element">
            <a:extLst xmlns:a="http://schemas.openxmlformats.org/drawingml/2006/main">
              <a:ext uri="{FF2B5EF4-FFF2-40B4-BE49-F238E27FC236}">
                <a16:creationId xmlns:a16="http://schemas.microsoft.com/office/drawing/2014/main" id="{9E84E9C9-78BE-4730-8CE8-0D67F2C05DDF}"/>
              </a:ext>
            </a:extLst>
          </p:cNvPr>
          <p:cNvSpPr>
            <a:spLocks xmlns:a="http://schemas.openxmlformats.org/drawingml/2006/main" noGrp="1"/>
          </p:cNvSpPr>
          <p:nvPr/>
        </p:nvSpPr>
        <p:spPr>
          <a:xfrm xmlns:a="http://schemas.openxmlformats.org/drawingml/2006/main">
            <a:off x="5221442" y="5009674"/>
            <a:ext cx="142773" cy="140426"/>
          </a:xfrm>
          <a:custGeom xmlns:a="http://schemas.openxmlformats.org/drawingml/2006/main">
            <a:pathLst>
              <a:path w="142773" h="140426">
                <a:moveTo>
                  <a:pt x="3641" y="253"/>
                </a:moveTo>
                <a:lnTo>
                  <a:pt x="2179" y="998"/>
                </a:lnTo>
                <a:lnTo>
                  <a:pt x="1012" y="2165"/>
                </a:lnTo>
                <a:lnTo>
                  <a:pt x="253" y="3641"/>
                </a:lnTo>
                <a:lnTo>
                  <a:pt x="0" y="5272"/>
                </a:lnTo>
                <a:lnTo>
                  <a:pt x="0" y="135154"/>
                </a:lnTo>
                <a:lnTo>
                  <a:pt x="253" y="136785"/>
                </a:lnTo>
                <a:lnTo>
                  <a:pt x="1012" y="138247"/>
                </a:lnTo>
                <a:lnTo>
                  <a:pt x="2179" y="139414"/>
                </a:lnTo>
                <a:lnTo>
                  <a:pt x="3641" y="140173"/>
                </a:lnTo>
                <a:lnTo>
                  <a:pt x="5272" y="140426"/>
                </a:lnTo>
                <a:lnTo>
                  <a:pt x="137502" y="140426"/>
                </a:lnTo>
                <a:lnTo>
                  <a:pt x="139132" y="140173"/>
                </a:lnTo>
                <a:lnTo>
                  <a:pt x="140594" y="139414"/>
                </a:lnTo>
                <a:lnTo>
                  <a:pt x="141761" y="138247"/>
                </a:lnTo>
                <a:lnTo>
                  <a:pt x="142520" y="136785"/>
                </a:lnTo>
                <a:lnTo>
                  <a:pt x="142773" y="135154"/>
                </a:lnTo>
                <a:lnTo>
                  <a:pt x="142773" y="5272"/>
                </a:lnTo>
                <a:lnTo>
                  <a:pt x="142520" y="3641"/>
                </a:lnTo>
                <a:lnTo>
                  <a:pt x="141761" y="2165"/>
                </a:lnTo>
                <a:lnTo>
                  <a:pt x="140594" y="998"/>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561" name="Vector element">
            <a:extLst xmlns:a="http://schemas.openxmlformats.org/drawingml/2006/main">
              <a:ext uri="{FF2B5EF4-FFF2-40B4-BE49-F238E27FC236}">
                <a16:creationId xmlns:a16="http://schemas.microsoft.com/office/drawing/2014/main" id="{8DB9A8BC-D6DB-4FC4-9071-50C09056D31E}"/>
              </a:ext>
            </a:extLst>
          </p:cNvPr>
          <p:cNvSpPr>
            <a:spLocks xmlns:a="http://schemas.openxmlformats.org/drawingml/2006/main" noGrp="1"/>
          </p:cNvSpPr>
          <p:nvPr/>
        </p:nvSpPr>
        <p:spPr>
          <a:xfrm xmlns:a="http://schemas.openxmlformats.org/drawingml/2006/main">
            <a:off x="5359140" y="5014904"/>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95B0C8"/>
          </a:solidFill>
          <a:ln xmlns:a="http://schemas.openxmlformats.org/drawingml/2006/main" w="0" cap="flat">
            <a:noFill/>
            <a:miter/>
          </a:ln>
        </p:spPr>
      </p:sp>
      <p:sp>
        <p:nvSpPr>
          <p:cNvPr id="562" name="Vector element">
            <a:extLst xmlns:a="http://schemas.openxmlformats.org/drawingml/2006/main">
              <a:ext uri="{FF2B5EF4-FFF2-40B4-BE49-F238E27FC236}">
                <a16:creationId xmlns:a16="http://schemas.microsoft.com/office/drawing/2014/main" id="{6F4DBD43-A28E-4A4C-A9F6-1481DD276190}"/>
              </a:ext>
            </a:extLst>
          </p:cNvPr>
          <p:cNvSpPr>
            <a:spLocks xmlns:a="http://schemas.openxmlformats.org/drawingml/2006/main" noGrp="1"/>
          </p:cNvSpPr>
          <p:nvPr/>
        </p:nvSpPr>
        <p:spPr>
          <a:xfrm xmlns:a="http://schemas.openxmlformats.org/drawingml/2006/main">
            <a:off x="5353911" y="5009674"/>
            <a:ext cx="142773" cy="140426"/>
          </a:xfrm>
          <a:custGeom xmlns:a="http://schemas.openxmlformats.org/drawingml/2006/main">
            <a:pathLst>
              <a:path w="142773" h="140426">
                <a:moveTo>
                  <a:pt x="3641" y="253"/>
                </a:moveTo>
                <a:lnTo>
                  <a:pt x="2179" y="998"/>
                </a:lnTo>
                <a:lnTo>
                  <a:pt x="1012" y="2165"/>
                </a:lnTo>
                <a:lnTo>
                  <a:pt x="267" y="3641"/>
                </a:lnTo>
                <a:lnTo>
                  <a:pt x="0" y="5272"/>
                </a:lnTo>
                <a:lnTo>
                  <a:pt x="0" y="135154"/>
                </a:lnTo>
                <a:lnTo>
                  <a:pt x="267" y="136785"/>
                </a:lnTo>
                <a:lnTo>
                  <a:pt x="1012" y="138247"/>
                </a:lnTo>
                <a:lnTo>
                  <a:pt x="2179" y="139414"/>
                </a:lnTo>
                <a:lnTo>
                  <a:pt x="3641" y="140173"/>
                </a:lnTo>
                <a:lnTo>
                  <a:pt x="5272" y="140426"/>
                </a:lnTo>
                <a:lnTo>
                  <a:pt x="137502" y="140426"/>
                </a:lnTo>
                <a:lnTo>
                  <a:pt x="139132" y="140173"/>
                </a:lnTo>
                <a:lnTo>
                  <a:pt x="140609" y="139414"/>
                </a:lnTo>
                <a:lnTo>
                  <a:pt x="141775" y="138247"/>
                </a:lnTo>
                <a:lnTo>
                  <a:pt x="142520" y="136785"/>
                </a:lnTo>
                <a:lnTo>
                  <a:pt x="142773" y="135154"/>
                </a:lnTo>
                <a:lnTo>
                  <a:pt x="142773" y="5272"/>
                </a:lnTo>
                <a:lnTo>
                  <a:pt x="142520" y="3641"/>
                </a:lnTo>
                <a:lnTo>
                  <a:pt x="141775" y="2165"/>
                </a:lnTo>
                <a:lnTo>
                  <a:pt x="140609" y="998"/>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563" name="Vector element">
            <a:extLst xmlns:a="http://schemas.openxmlformats.org/drawingml/2006/main">
              <a:ext uri="{FF2B5EF4-FFF2-40B4-BE49-F238E27FC236}">
                <a16:creationId xmlns:a16="http://schemas.microsoft.com/office/drawing/2014/main" id="{10E735DD-5B4A-4119-A676-0E545D08253C}"/>
              </a:ext>
            </a:extLst>
          </p:cNvPr>
          <p:cNvSpPr>
            <a:spLocks xmlns:a="http://schemas.openxmlformats.org/drawingml/2006/main" noGrp="1"/>
          </p:cNvSpPr>
          <p:nvPr/>
        </p:nvSpPr>
        <p:spPr>
          <a:xfrm xmlns:a="http://schemas.openxmlformats.org/drawingml/2006/main">
            <a:off x="5492411" y="5014904"/>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95B0C8"/>
          </a:solidFill>
          <a:ln xmlns:a="http://schemas.openxmlformats.org/drawingml/2006/main" w="0" cap="flat">
            <a:noFill/>
            <a:miter/>
          </a:ln>
        </p:spPr>
      </p:sp>
      <p:sp>
        <p:nvSpPr>
          <p:cNvPr id="564" name="Vector element">
            <a:extLst xmlns:a="http://schemas.openxmlformats.org/drawingml/2006/main">
              <a:ext uri="{FF2B5EF4-FFF2-40B4-BE49-F238E27FC236}">
                <a16:creationId xmlns:a16="http://schemas.microsoft.com/office/drawing/2014/main" id="{5D18F45C-AE03-4CAA-8442-7D792E63F05E}"/>
              </a:ext>
            </a:extLst>
          </p:cNvPr>
          <p:cNvSpPr>
            <a:spLocks xmlns:a="http://schemas.openxmlformats.org/drawingml/2006/main" noGrp="1"/>
          </p:cNvSpPr>
          <p:nvPr/>
        </p:nvSpPr>
        <p:spPr>
          <a:xfrm xmlns:a="http://schemas.openxmlformats.org/drawingml/2006/main">
            <a:off x="5486436" y="5009674"/>
            <a:ext cx="142773" cy="140426"/>
          </a:xfrm>
          <a:custGeom xmlns:a="http://schemas.openxmlformats.org/drawingml/2006/main">
            <a:pathLst>
              <a:path w="142773" h="140426">
                <a:moveTo>
                  <a:pt x="3641" y="253"/>
                </a:moveTo>
                <a:lnTo>
                  <a:pt x="2165" y="998"/>
                </a:lnTo>
                <a:lnTo>
                  <a:pt x="1012" y="2165"/>
                </a:lnTo>
                <a:lnTo>
                  <a:pt x="253" y="3641"/>
                </a:lnTo>
                <a:lnTo>
                  <a:pt x="0" y="5272"/>
                </a:lnTo>
                <a:lnTo>
                  <a:pt x="0" y="135154"/>
                </a:lnTo>
                <a:lnTo>
                  <a:pt x="253" y="136785"/>
                </a:lnTo>
                <a:lnTo>
                  <a:pt x="1012" y="138247"/>
                </a:lnTo>
                <a:lnTo>
                  <a:pt x="2165" y="139414"/>
                </a:lnTo>
                <a:lnTo>
                  <a:pt x="3641" y="140173"/>
                </a:lnTo>
                <a:lnTo>
                  <a:pt x="5272" y="140426"/>
                </a:lnTo>
                <a:lnTo>
                  <a:pt x="137502" y="140426"/>
                </a:lnTo>
                <a:lnTo>
                  <a:pt x="139132" y="140173"/>
                </a:lnTo>
                <a:lnTo>
                  <a:pt x="140594" y="139414"/>
                </a:lnTo>
                <a:lnTo>
                  <a:pt x="141761" y="138247"/>
                </a:lnTo>
                <a:lnTo>
                  <a:pt x="142506" y="136785"/>
                </a:lnTo>
                <a:lnTo>
                  <a:pt x="142773" y="135154"/>
                </a:lnTo>
                <a:lnTo>
                  <a:pt x="142773" y="5272"/>
                </a:lnTo>
                <a:lnTo>
                  <a:pt x="142506" y="3641"/>
                </a:lnTo>
                <a:lnTo>
                  <a:pt x="141761" y="2165"/>
                </a:lnTo>
                <a:lnTo>
                  <a:pt x="140594" y="998"/>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565" name="Vector element">
            <a:extLst xmlns:a="http://schemas.openxmlformats.org/drawingml/2006/main">
              <a:ext uri="{FF2B5EF4-FFF2-40B4-BE49-F238E27FC236}">
                <a16:creationId xmlns:a16="http://schemas.microsoft.com/office/drawing/2014/main" id="{2DFB715B-8BD6-439D-A9E0-F864CDA798F9}"/>
              </a:ext>
            </a:extLst>
          </p:cNvPr>
          <p:cNvSpPr>
            <a:spLocks xmlns:a="http://schemas.openxmlformats.org/drawingml/2006/main" noGrp="1"/>
          </p:cNvSpPr>
          <p:nvPr/>
        </p:nvSpPr>
        <p:spPr>
          <a:xfrm xmlns:a="http://schemas.openxmlformats.org/drawingml/2006/main">
            <a:off x="5227557" y="5143113"/>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98C0A5"/>
          </a:solidFill>
          <a:ln xmlns:a="http://schemas.openxmlformats.org/drawingml/2006/main" w="0" cap="flat">
            <a:noFill/>
            <a:miter/>
          </a:ln>
        </p:spPr>
      </p:sp>
      <p:sp>
        <p:nvSpPr>
          <p:cNvPr id="566" name="Vector element">
            <a:extLst xmlns:a="http://schemas.openxmlformats.org/drawingml/2006/main">
              <a:ext uri="{FF2B5EF4-FFF2-40B4-BE49-F238E27FC236}">
                <a16:creationId xmlns:a16="http://schemas.microsoft.com/office/drawing/2014/main" id="{3941FE8D-1A41-499E-80E2-E8D7BBD9AF51}"/>
              </a:ext>
            </a:extLst>
          </p:cNvPr>
          <p:cNvSpPr>
            <a:spLocks xmlns:a="http://schemas.openxmlformats.org/drawingml/2006/main" noGrp="1"/>
          </p:cNvSpPr>
          <p:nvPr/>
        </p:nvSpPr>
        <p:spPr>
          <a:xfrm xmlns:a="http://schemas.openxmlformats.org/drawingml/2006/main">
            <a:off x="5222117" y="5138685"/>
            <a:ext cx="142773" cy="140426"/>
          </a:xfrm>
          <a:custGeom xmlns:a="http://schemas.openxmlformats.org/drawingml/2006/main">
            <a:pathLst>
              <a:path w="142773" h="140426">
                <a:moveTo>
                  <a:pt x="3641" y="253"/>
                </a:moveTo>
                <a:lnTo>
                  <a:pt x="2165" y="1012"/>
                </a:lnTo>
                <a:lnTo>
                  <a:pt x="1012" y="2165"/>
                </a:lnTo>
                <a:lnTo>
                  <a:pt x="253" y="3641"/>
                </a:lnTo>
                <a:lnTo>
                  <a:pt x="0" y="5272"/>
                </a:lnTo>
                <a:lnTo>
                  <a:pt x="0" y="135154"/>
                </a:lnTo>
                <a:lnTo>
                  <a:pt x="253" y="136785"/>
                </a:lnTo>
                <a:lnTo>
                  <a:pt x="1012" y="138261"/>
                </a:lnTo>
                <a:lnTo>
                  <a:pt x="2165" y="139428"/>
                </a:lnTo>
                <a:lnTo>
                  <a:pt x="3641" y="140173"/>
                </a:lnTo>
                <a:lnTo>
                  <a:pt x="5272" y="140426"/>
                </a:lnTo>
                <a:lnTo>
                  <a:pt x="137502" y="140426"/>
                </a:lnTo>
                <a:lnTo>
                  <a:pt x="139132" y="140173"/>
                </a:lnTo>
                <a:lnTo>
                  <a:pt x="140594" y="139428"/>
                </a:lnTo>
                <a:lnTo>
                  <a:pt x="141761" y="138261"/>
                </a:lnTo>
                <a:lnTo>
                  <a:pt x="142506" y="136785"/>
                </a:lnTo>
                <a:lnTo>
                  <a:pt x="142773" y="135154"/>
                </a:lnTo>
                <a:lnTo>
                  <a:pt x="142773" y="5272"/>
                </a:lnTo>
                <a:lnTo>
                  <a:pt x="142506" y="3641"/>
                </a:lnTo>
                <a:lnTo>
                  <a:pt x="141761" y="2165"/>
                </a:lnTo>
                <a:lnTo>
                  <a:pt x="140594" y="1012"/>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567" name="Vector element">
            <a:extLst xmlns:a="http://schemas.openxmlformats.org/drawingml/2006/main">
              <a:ext uri="{FF2B5EF4-FFF2-40B4-BE49-F238E27FC236}">
                <a16:creationId xmlns:a16="http://schemas.microsoft.com/office/drawing/2014/main" id="{77571656-D647-4141-90D5-918E8FF9B674}"/>
              </a:ext>
            </a:extLst>
          </p:cNvPr>
          <p:cNvSpPr>
            <a:spLocks xmlns:a="http://schemas.openxmlformats.org/drawingml/2006/main" noGrp="1"/>
          </p:cNvSpPr>
          <p:nvPr/>
        </p:nvSpPr>
        <p:spPr>
          <a:xfrm xmlns:a="http://schemas.openxmlformats.org/drawingml/2006/main">
            <a:off x="5492411" y="5143113"/>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FEE695"/>
          </a:solidFill>
          <a:ln xmlns:a="http://schemas.openxmlformats.org/drawingml/2006/main" w="0" cap="flat">
            <a:noFill/>
            <a:miter/>
          </a:ln>
        </p:spPr>
      </p:sp>
      <p:sp>
        <p:nvSpPr>
          <p:cNvPr id="568" name="Vector element">
            <a:extLst xmlns:a="http://schemas.openxmlformats.org/drawingml/2006/main">
              <a:ext uri="{FF2B5EF4-FFF2-40B4-BE49-F238E27FC236}">
                <a16:creationId xmlns:a16="http://schemas.microsoft.com/office/drawing/2014/main" id="{1C8DEDAE-5D0F-4B55-BC7B-5A9F036E0F1C}"/>
              </a:ext>
            </a:extLst>
          </p:cNvPr>
          <p:cNvSpPr>
            <a:spLocks xmlns:a="http://schemas.openxmlformats.org/drawingml/2006/main" noGrp="1"/>
          </p:cNvSpPr>
          <p:nvPr/>
        </p:nvSpPr>
        <p:spPr>
          <a:xfrm xmlns:a="http://schemas.openxmlformats.org/drawingml/2006/main">
            <a:off x="5486436" y="5138685"/>
            <a:ext cx="142773" cy="140426"/>
          </a:xfrm>
          <a:custGeom xmlns:a="http://schemas.openxmlformats.org/drawingml/2006/main">
            <a:pathLst>
              <a:path w="142773" h="140426">
                <a:moveTo>
                  <a:pt x="3641" y="253"/>
                </a:moveTo>
                <a:lnTo>
                  <a:pt x="2165" y="1012"/>
                </a:lnTo>
                <a:lnTo>
                  <a:pt x="1012" y="2165"/>
                </a:lnTo>
                <a:lnTo>
                  <a:pt x="253" y="3641"/>
                </a:lnTo>
                <a:lnTo>
                  <a:pt x="0" y="5272"/>
                </a:lnTo>
                <a:lnTo>
                  <a:pt x="0" y="135154"/>
                </a:lnTo>
                <a:lnTo>
                  <a:pt x="253" y="136785"/>
                </a:lnTo>
                <a:lnTo>
                  <a:pt x="1012" y="138261"/>
                </a:lnTo>
                <a:lnTo>
                  <a:pt x="2165" y="139428"/>
                </a:lnTo>
                <a:lnTo>
                  <a:pt x="3641" y="140173"/>
                </a:lnTo>
                <a:lnTo>
                  <a:pt x="5272" y="140426"/>
                </a:lnTo>
                <a:lnTo>
                  <a:pt x="137502" y="140426"/>
                </a:lnTo>
                <a:lnTo>
                  <a:pt x="139132" y="140173"/>
                </a:lnTo>
                <a:lnTo>
                  <a:pt x="140594" y="139428"/>
                </a:lnTo>
                <a:lnTo>
                  <a:pt x="141761" y="138261"/>
                </a:lnTo>
                <a:lnTo>
                  <a:pt x="142506" y="136785"/>
                </a:lnTo>
                <a:lnTo>
                  <a:pt x="142773" y="135154"/>
                </a:lnTo>
                <a:lnTo>
                  <a:pt x="142773" y="5272"/>
                </a:lnTo>
                <a:lnTo>
                  <a:pt x="142506" y="3641"/>
                </a:lnTo>
                <a:lnTo>
                  <a:pt x="141761" y="2165"/>
                </a:lnTo>
                <a:lnTo>
                  <a:pt x="140594" y="1012"/>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569" name="Vector element">
            <a:extLst xmlns:a="http://schemas.openxmlformats.org/drawingml/2006/main">
              <a:ext uri="{FF2B5EF4-FFF2-40B4-BE49-F238E27FC236}">
                <a16:creationId xmlns:a16="http://schemas.microsoft.com/office/drawing/2014/main" id="{759552AF-D9E3-468A-9D3D-63CE48D0B570}"/>
              </a:ext>
            </a:extLst>
          </p:cNvPr>
          <p:cNvSpPr>
            <a:spLocks xmlns:a="http://schemas.openxmlformats.org/drawingml/2006/main" noGrp="1"/>
          </p:cNvSpPr>
          <p:nvPr/>
        </p:nvSpPr>
        <p:spPr>
          <a:xfrm xmlns:a="http://schemas.openxmlformats.org/drawingml/2006/main">
            <a:off x="5622307" y="4883321"/>
            <a:ext cx="133270" cy="129896"/>
          </a:xfrm>
          <a:custGeom xmlns:a="http://schemas.openxmlformats.org/drawingml/2006/main">
            <a:pathLst>
              <a:path w="133270" h="129896">
                <a:moveTo>
                  <a:pt x="0" y="0"/>
                </a:moveTo>
                <a:lnTo>
                  <a:pt x="133270" y="0"/>
                </a:lnTo>
                <a:lnTo>
                  <a:pt x="133270" y="129896"/>
                </a:lnTo>
                <a:lnTo>
                  <a:pt x="0" y="129896"/>
                </a:lnTo>
                <a:lnTo>
                  <a:pt x="0" y="0"/>
                </a:lnTo>
                <a:close/>
              </a:path>
            </a:pathLst>
          </a:custGeom>
          <a:solidFill xmlns:a="http://schemas.openxmlformats.org/drawingml/2006/main">
            <a:srgbClr val="95B0C8"/>
          </a:solidFill>
          <a:ln xmlns:a="http://schemas.openxmlformats.org/drawingml/2006/main" w="0" cap="flat">
            <a:noFill/>
            <a:miter/>
          </a:ln>
        </p:spPr>
      </p:sp>
      <p:sp>
        <p:nvSpPr>
          <p:cNvPr id="570" name="Vector element">
            <a:extLst xmlns:a="http://schemas.openxmlformats.org/drawingml/2006/main">
              <a:ext uri="{FF2B5EF4-FFF2-40B4-BE49-F238E27FC236}">
                <a16:creationId xmlns:a16="http://schemas.microsoft.com/office/drawing/2014/main" id="{84EB6F87-552F-49F5-9B83-1B51C50936D4}"/>
              </a:ext>
            </a:extLst>
          </p:cNvPr>
          <p:cNvSpPr>
            <a:spLocks xmlns:a="http://schemas.openxmlformats.org/drawingml/2006/main" noGrp="1"/>
          </p:cNvSpPr>
          <p:nvPr/>
        </p:nvSpPr>
        <p:spPr>
          <a:xfrm xmlns:a="http://schemas.openxmlformats.org/drawingml/2006/main">
            <a:off x="5617794" y="4878204"/>
            <a:ext cx="142773" cy="140426"/>
          </a:xfrm>
          <a:custGeom xmlns:a="http://schemas.openxmlformats.org/drawingml/2006/main">
            <a:pathLst>
              <a:path w="142773" h="140426">
                <a:moveTo>
                  <a:pt x="3641" y="253"/>
                </a:moveTo>
                <a:lnTo>
                  <a:pt x="2179" y="998"/>
                </a:lnTo>
                <a:lnTo>
                  <a:pt x="1012" y="2165"/>
                </a:lnTo>
                <a:lnTo>
                  <a:pt x="253" y="3641"/>
                </a:lnTo>
                <a:lnTo>
                  <a:pt x="0" y="5272"/>
                </a:lnTo>
                <a:lnTo>
                  <a:pt x="0" y="135154"/>
                </a:lnTo>
                <a:lnTo>
                  <a:pt x="253" y="136785"/>
                </a:lnTo>
                <a:lnTo>
                  <a:pt x="1012" y="138247"/>
                </a:lnTo>
                <a:lnTo>
                  <a:pt x="2179" y="139414"/>
                </a:lnTo>
                <a:lnTo>
                  <a:pt x="3641" y="140173"/>
                </a:lnTo>
                <a:lnTo>
                  <a:pt x="5272" y="140426"/>
                </a:lnTo>
                <a:lnTo>
                  <a:pt x="137502" y="140426"/>
                </a:lnTo>
                <a:lnTo>
                  <a:pt x="139132" y="140173"/>
                </a:lnTo>
                <a:lnTo>
                  <a:pt x="140594" y="139414"/>
                </a:lnTo>
                <a:lnTo>
                  <a:pt x="141761" y="138247"/>
                </a:lnTo>
                <a:lnTo>
                  <a:pt x="142520" y="136785"/>
                </a:lnTo>
                <a:lnTo>
                  <a:pt x="142773" y="135154"/>
                </a:lnTo>
                <a:lnTo>
                  <a:pt x="142773" y="5272"/>
                </a:lnTo>
                <a:lnTo>
                  <a:pt x="142520" y="3641"/>
                </a:lnTo>
                <a:lnTo>
                  <a:pt x="141761" y="2165"/>
                </a:lnTo>
                <a:lnTo>
                  <a:pt x="140594" y="998"/>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571" name="Vector element">
            <a:extLst xmlns:a="http://schemas.openxmlformats.org/drawingml/2006/main">
              <a:ext uri="{FF2B5EF4-FFF2-40B4-BE49-F238E27FC236}">
                <a16:creationId xmlns:a16="http://schemas.microsoft.com/office/drawing/2014/main" id="{4D24B1B7-42E6-4830-ABDE-C29C2B6FA663}"/>
              </a:ext>
            </a:extLst>
          </p:cNvPr>
          <p:cNvSpPr>
            <a:spLocks xmlns:a="http://schemas.openxmlformats.org/drawingml/2006/main" noGrp="1"/>
          </p:cNvSpPr>
          <p:nvPr/>
        </p:nvSpPr>
        <p:spPr>
          <a:xfrm xmlns:a="http://schemas.openxmlformats.org/drawingml/2006/main">
            <a:off x="5622307" y="5014904"/>
            <a:ext cx="133270" cy="129896"/>
          </a:xfrm>
          <a:custGeom xmlns:a="http://schemas.openxmlformats.org/drawingml/2006/main">
            <a:pathLst>
              <a:path w="133270" h="129896">
                <a:moveTo>
                  <a:pt x="0" y="0"/>
                </a:moveTo>
                <a:lnTo>
                  <a:pt x="133270" y="0"/>
                </a:lnTo>
                <a:lnTo>
                  <a:pt x="133270" y="129896"/>
                </a:lnTo>
                <a:lnTo>
                  <a:pt x="0" y="129896"/>
                </a:lnTo>
                <a:lnTo>
                  <a:pt x="0" y="0"/>
                </a:lnTo>
                <a:close/>
              </a:path>
            </a:pathLst>
          </a:custGeom>
          <a:solidFill xmlns:a="http://schemas.openxmlformats.org/drawingml/2006/main">
            <a:srgbClr val="D4F4F2"/>
          </a:solidFill>
          <a:ln xmlns:a="http://schemas.openxmlformats.org/drawingml/2006/main" w="0" cap="flat">
            <a:noFill/>
            <a:miter/>
          </a:ln>
        </p:spPr>
      </p:sp>
      <p:sp>
        <p:nvSpPr>
          <p:cNvPr id="572" name="Vector element">
            <a:extLst xmlns:a="http://schemas.openxmlformats.org/drawingml/2006/main">
              <a:ext uri="{FF2B5EF4-FFF2-40B4-BE49-F238E27FC236}">
                <a16:creationId xmlns:a16="http://schemas.microsoft.com/office/drawing/2014/main" id="{B5533457-0C54-4E7B-94CB-60067CBDE363}"/>
              </a:ext>
            </a:extLst>
          </p:cNvPr>
          <p:cNvSpPr>
            <a:spLocks xmlns:a="http://schemas.openxmlformats.org/drawingml/2006/main" noGrp="1"/>
          </p:cNvSpPr>
          <p:nvPr/>
        </p:nvSpPr>
        <p:spPr>
          <a:xfrm xmlns:a="http://schemas.openxmlformats.org/drawingml/2006/main">
            <a:off x="5617794" y="5009674"/>
            <a:ext cx="142773" cy="140426"/>
          </a:xfrm>
          <a:custGeom xmlns:a="http://schemas.openxmlformats.org/drawingml/2006/main">
            <a:pathLst>
              <a:path w="142773" h="140426">
                <a:moveTo>
                  <a:pt x="3641" y="253"/>
                </a:moveTo>
                <a:lnTo>
                  <a:pt x="2179" y="998"/>
                </a:lnTo>
                <a:lnTo>
                  <a:pt x="1012" y="2165"/>
                </a:lnTo>
                <a:lnTo>
                  <a:pt x="253" y="3641"/>
                </a:lnTo>
                <a:lnTo>
                  <a:pt x="0" y="5272"/>
                </a:lnTo>
                <a:lnTo>
                  <a:pt x="0" y="135154"/>
                </a:lnTo>
                <a:lnTo>
                  <a:pt x="253" y="136785"/>
                </a:lnTo>
                <a:lnTo>
                  <a:pt x="1012" y="138247"/>
                </a:lnTo>
                <a:lnTo>
                  <a:pt x="2179" y="139414"/>
                </a:lnTo>
                <a:lnTo>
                  <a:pt x="3641" y="140173"/>
                </a:lnTo>
                <a:lnTo>
                  <a:pt x="5272" y="140426"/>
                </a:lnTo>
                <a:lnTo>
                  <a:pt x="137502" y="140426"/>
                </a:lnTo>
                <a:lnTo>
                  <a:pt x="139132" y="140173"/>
                </a:lnTo>
                <a:lnTo>
                  <a:pt x="140594" y="139414"/>
                </a:lnTo>
                <a:lnTo>
                  <a:pt x="141761" y="138247"/>
                </a:lnTo>
                <a:lnTo>
                  <a:pt x="142520" y="136785"/>
                </a:lnTo>
                <a:lnTo>
                  <a:pt x="142773" y="135154"/>
                </a:lnTo>
                <a:lnTo>
                  <a:pt x="142773" y="5272"/>
                </a:lnTo>
                <a:lnTo>
                  <a:pt x="142520" y="3641"/>
                </a:lnTo>
                <a:lnTo>
                  <a:pt x="141761" y="2165"/>
                </a:lnTo>
                <a:lnTo>
                  <a:pt x="140594" y="998"/>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573" name="Vector element">
            <a:extLst xmlns:a="http://schemas.openxmlformats.org/drawingml/2006/main">
              <a:ext uri="{FF2B5EF4-FFF2-40B4-BE49-F238E27FC236}">
                <a16:creationId xmlns:a16="http://schemas.microsoft.com/office/drawing/2014/main" id="{B86B0AB2-F81C-4EC0-9C04-CB8AE8160DFE}"/>
              </a:ext>
            </a:extLst>
          </p:cNvPr>
          <p:cNvSpPr>
            <a:spLocks xmlns:a="http://schemas.openxmlformats.org/drawingml/2006/main" noGrp="1"/>
          </p:cNvSpPr>
          <p:nvPr/>
        </p:nvSpPr>
        <p:spPr>
          <a:xfrm xmlns:a="http://schemas.openxmlformats.org/drawingml/2006/main">
            <a:off x="5622307" y="5143113"/>
            <a:ext cx="133270" cy="129896"/>
          </a:xfrm>
          <a:custGeom xmlns:a="http://schemas.openxmlformats.org/drawingml/2006/main">
            <a:pathLst>
              <a:path w="133270" h="129896">
                <a:moveTo>
                  <a:pt x="0" y="0"/>
                </a:moveTo>
                <a:lnTo>
                  <a:pt x="133270" y="0"/>
                </a:lnTo>
                <a:lnTo>
                  <a:pt x="133270" y="129896"/>
                </a:lnTo>
                <a:lnTo>
                  <a:pt x="0" y="129896"/>
                </a:lnTo>
                <a:lnTo>
                  <a:pt x="0" y="0"/>
                </a:lnTo>
                <a:close/>
              </a:path>
            </a:pathLst>
          </a:custGeom>
          <a:solidFill xmlns:a="http://schemas.openxmlformats.org/drawingml/2006/main">
            <a:srgbClr val="91ACE0"/>
          </a:solidFill>
          <a:ln xmlns:a="http://schemas.openxmlformats.org/drawingml/2006/main" w="0" cap="flat">
            <a:noFill/>
            <a:miter/>
          </a:ln>
        </p:spPr>
      </p:sp>
      <p:sp>
        <p:nvSpPr>
          <p:cNvPr id="574" name="Vector element">
            <a:extLst xmlns:a="http://schemas.openxmlformats.org/drawingml/2006/main">
              <a:ext uri="{FF2B5EF4-FFF2-40B4-BE49-F238E27FC236}">
                <a16:creationId xmlns:a16="http://schemas.microsoft.com/office/drawing/2014/main" id="{01A3348C-DD39-40F4-8CE5-145FAF3A6362}"/>
              </a:ext>
            </a:extLst>
          </p:cNvPr>
          <p:cNvSpPr>
            <a:spLocks xmlns:a="http://schemas.openxmlformats.org/drawingml/2006/main" noGrp="1"/>
          </p:cNvSpPr>
          <p:nvPr/>
        </p:nvSpPr>
        <p:spPr>
          <a:xfrm xmlns:a="http://schemas.openxmlformats.org/drawingml/2006/main">
            <a:off x="5617794" y="5138685"/>
            <a:ext cx="142773" cy="140426"/>
          </a:xfrm>
          <a:custGeom xmlns:a="http://schemas.openxmlformats.org/drawingml/2006/main">
            <a:pathLst>
              <a:path w="142773" h="140426">
                <a:moveTo>
                  <a:pt x="3641" y="253"/>
                </a:moveTo>
                <a:lnTo>
                  <a:pt x="2179" y="1012"/>
                </a:lnTo>
                <a:lnTo>
                  <a:pt x="1012" y="2165"/>
                </a:lnTo>
                <a:lnTo>
                  <a:pt x="253" y="3641"/>
                </a:lnTo>
                <a:lnTo>
                  <a:pt x="0" y="5272"/>
                </a:lnTo>
                <a:lnTo>
                  <a:pt x="0" y="135154"/>
                </a:lnTo>
                <a:lnTo>
                  <a:pt x="253" y="136785"/>
                </a:lnTo>
                <a:lnTo>
                  <a:pt x="1012" y="138261"/>
                </a:lnTo>
                <a:lnTo>
                  <a:pt x="2179" y="139428"/>
                </a:lnTo>
                <a:lnTo>
                  <a:pt x="3641" y="140173"/>
                </a:lnTo>
                <a:lnTo>
                  <a:pt x="5272" y="140426"/>
                </a:lnTo>
                <a:lnTo>
                  <a:pt x="137502" y="140426"/>
                </a:lnTo>
                <a:lnTo>
                  <a:pt x="139132" y="140173"/>
                </a:lnTo>
                <a:lnTo>
                  <a:pt x="140594" y="139428"/>
                </a:lnTo>
                <a:lnTo>
                  <a:pt x="141761" y="138261"/>
                </a:lnTo>
                <a:lnTo>
                  <a:pt x="142520" y="136785"/>
                </a:lnTo>
                <a:lnTo>
                  <a:pt x="142773" y="135154"/>
                </a:lnTo>
                <a:lnTo>
                  <a:pt x="142773" y="5272"/>
                </a:lnTo>
                <a:lnTo>
                  <a:pt x="142520" y="3641"/>
                </a:lnTo>
                <a:lnTo>
                  <a:pt x="141761" y="2165"/>
                </a:lnTo>
                <a:lnTo>
                  <a:pt x="140594" y="1012"/>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575" name="Vector element">
            <a:extLst xmlns:a="http://schemas.openxmlformats.org/drawingml/2006/main">
              <a:ext uri="{FF2B5EF4-FFF2-40B4-BE49-F238E27FC236}">
                <a16:creationId xmlns:a16="http://schemas.microsoft.com/office/drawing/2014/main" id="{9DD984EB-D7B6-4C70-828C-538CFEB85E20}"/>
              </a:ext>
            </a:extLst>
          </p:cNvPr>
          <p:cNvSpPr>
            <a:spLocks xmlns:a="http://schemas.openxmlformats.org/drawingml/2006/main" noGrp="1"/>
          </p:cNvSpPr>
          <p:nvPr/>
        </p:nvSpPr>
        <p:spPr>
          <a:xfrm xmlns:a="http://schemas.openxmlformats.org/drawingml/2006/main">
            <a:off x="5622307" y="5273010"/>
            <a:ext cx="133270" cy="129896"/>
          </a:xfrm>
          <a:custGeom xmlns:a="http://schemas.openxmlformats.org/drawingml/2006/main">
            <a:pathLst>
              <a:path w="133270" h="129896">
                <a:moveTo>
                  <a:pt x="0" y="0"/>
                </a:moveTo>
                <a:lnTo>
                  <a:pt x="133270" y="0"/>
                </a:lnTo>
                <a:lnTo>
                  <a:pt x="133270" y="129896"/>
                </a:lnTo>
                <a:lnTo>
                  <a:pt x="0" y="129896"/>
                </a:lnTo>
                <a:lnTo>
                  <a:pt x="0" y="0"/>
                </a:lnTo>
                <a:close/>
              </a:path>
            </a:pathLst>
          </a:custGeom>
          <a:solidFill xmlns:a="http://schemas.openxmlformats.org/drawingml/2006/main">
            <a:srgbClr val="D4F4F2"/>
          </a:solidFill>
          <a:ln xmlns:a="http://schemas.openxmlformats.org/drawingml/2006/main" w="0" cap="flat">
            <a:noFill/>
            <a:miter/>
          </a:ln>
        </p:spPr>
      </p:sp>
      <p:sp>
        <p:nvSpPr>
          <p:cNvPr id="576" name="Vector element">
            <a:extLst xmlns:a="http://schemas.openxmlformats.org/drawingml/2006/main">
              <a:ext uri="{FF2B5EF4-FFF2-40B4-BE49-F238E27FC236}">
                <a16:creationId xmlns:a16="http://schemas.microsoft.com/office/drawing/2014/main" id="{821B9A3C-9599-48D4-A3AB-AE2CB0877BCA}"/>
              </a:ext>
            </a:extLst>
          </p:cNvPr>
          <p:cNvSpPr>
            <a:spLocks xmlns:a="http://schemas.openxmlformats.org/drawingml/2006/main" noGrp="1"/>
          </p:cNvSpPr>
          <p:nvPr/>
        </p:nvSpPr>
        <p:spPr>
          <a:xfrm xmlns:a="http://schemas.openxmlformats.org/drawingml/2006/main">
            <a:off x="5617794" y="5268455"/>
            <a:ext cx="142773" cy="140426"/>
          </a:xfrm>
          <a:custGeom xmlns:a="http://schemas.openxmlformats.org/drawingml/2006/main">
            <a:pathLst>
              <a:path w="142773" h="140426">
                <a:moveTo>
                  <a:pt x="3641" y="253"/>
                </a:moveTo>
                <a:lnTo>
                  <a:pt x="2179" y="998"/>
                </a:lnTo>
                <a:lnTo>
                  <a:pt x="1012" y="2165"/>
                </a:lnTo>
                <a:lnTo>
                  <a:pt x="253" y="3641"/>
                </a:lnTo>
                <a:lnTo>
                  <a:pt x="0" y="5272"/>
                </a:lnTo>
                <a:lnTo>
                  <a:pt x="0" y="135154"/>
                </a:lnTo>
                <a:lnTo>
                  <a:pt x="253" y="136785"/>
                </a:lnTo>
                <a:lnTo>
                  <a:pt x="1012" y="138247"/>
                </a:lnTo>
                <a:lnTo>
                  <a:pt x="2179" y="139414"/>
                </a:lnTo>
                <a:lnTo>
                  <a:pt x="3641" y="140173"/>
                </a:lnTo>
                <a:lnTo>
                  <a:pt x="5272" y="140426"/>
                </a:lnTo>
                <a:lnTo>
                  <a:pt x="137502" y="140426"/>
                </a:lnTo>
                <a:lnTo>
                  <a:pt x="139132" y="140173"/>
                </a:lnTo>
                <a:lnTo>
                  <a:pt x="140594" y="139414"/>
                </a:lnTo>
                <a:lnTo>
                  <a:pt x="141761" y="138247"/>
                </a:lnTo>
                <a:lnTo>
                  <a:pt x="142520" y="136785"/>
                </a:lnTo>
                <a:lnTo>
                  <a:pt x="142773" y="135154"/>
                </a:lnTo>
                <a:lnTo>
                  <a:pt x="142773" y="5272"/>
                </a:lnTo>
                <a:lnTo>
                  <a:pt x="142520" y="3641"/>
                </a:lnTo>
                <a:lnTo>
                  <a:pt x="141761" y="2165"/>
                </a:lnTo>
                <a:lnTo>
                  <a:pt x="140594" y="998"/>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577" name="Vector element">
            <a:extLst xmlns:a="http://schemas.openxmlformats.org/drawingml/2006/main">
              <a:ext uri="{FF2B5EF4-FFF2-40B4-BE49-F238E27FC236}">
                <a16:creationId xmlns:a16="http://schemas.microsoft.com/office/drawing/2014/main" id="{F53D0071-6ED4-48B7-ADCD-9E1959925A50}"/>
              </a:ext>
            </a:extLst>
          </p:cNvPr>
          <p:cNvSpPr>
            <a:spLocks xmlns:a="http://schemas.openxmlformats.org/drawingml/2006/main" noGrp="1"/>
          </p:cNvSpPr>
          <p:nvPr/>
        </p:nvSpPr>
        <p:spPr>
          <a:xfrm xmlns:a="http://schemas.openxmlformats.org/drawingml/2006/main">
            <a:off x="5094287" y="4883321"/>
            <a:ext cx="133271" cy="129896"/>
          </a:xfrm>
          <a:custGeom xmlns:a="http://schemas.openxmlformats.org/drawingml/2006/main">
            <a:pathLst>
              <a:path w="133271" h="129896">
                <a:moveTo>
                  <a:pt x="0" y="0"/>
                </a:moveTo>
                <a:lnTo>
                  <a:pt x="133271" y="0"/>
                </a:lnTo>
                <a:lnTo>
                  <a:pt x="133271" y="129896"/>
                </a:lnTo>
                <a:lnTo>
                  <a:pt x="0" y="129896"/>
                </a:lnTo>
                <a:lnTo>
                  <a:pt x="0" y="0"/>
                </a:lnTo>
                <a:close/>
              </a:path>
            </a:pathLst>
          </a:custGeom>
          <a:solidFill xmlns:a="http://schemas.openxmlformats.org/drawingml/2006/main">
            <a:srgbClr val="CC7069"/>
          </a:solidFill>
          <a:ln xmlns:a="http://schemas.openxmlformats.org/drawingml/2006/main" w="0" cap="flat">
            <a:noFill/>
            <a:miter/>
          </a:ln>
        </p:spPr>
      </p:sp>
      <p:sp>
        <p:nvSpPr>
          <p:cNvPr id="578" name="Vector element">
            <a:extLst xmlns:a="http://schemas.openxmlformats.org/drawingml/2006/main">
              <a:ext uri="{FF2B5EF4-FFF2-40B4-BE49-F238E27FC236}">
                <a16:creationId xmlns:a16="http://schemas.microsoft.com/office/drawing/2014/main" id="{3BCE6BAE-13CB-42CC-85B0-2DDE52D52D4B}"/>
              </a:ext>
            </a:extLst>
          </p:cNvPr>
          <p:cNvSpPr>
            <a:spLocks xmlns:a="http://schemas.openxmlformats.org/drawingml/2006/main" noGrp="1"/>
          </p:cNvSpPr>
          <p:nvPr/>
        </p:nvSpPr>
        <p:spPr>
          <a:xfrm xmlns:a="http://schemas.openxmlformats.org/drawingml/2006/main">
            <a:off x="5089296" y="4878190"/>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579" name="Vector element">
            <a:extLst xmlns:a="http://schemas.openxmlformats.org/drawingml/2006/main">
              <a:ext uri="{FF2B5EF4-FFF2-40B4-BE49-F238E27FC236}">
                <a16:creationId xmlns:a16="http://schemas.microsoft.com/office/drawing/2014/main" id="{B37443BC-75C2-44E0-9651-B328A4730628}"/>
              </a:ext>
            </a:extLst>
          </p:cNvPr>
          <p:cNvSpPr>
            <a:spLocks xmlns:a="http://schemas.openxmlformats.org/drawingml/2006/main" noGrp="1"/>
          </p:cNvSpPr>
          <p:nvPr/>
        </p:nvSpPr>
        <p:spPr>
          <a:xfrm xmlns:a="http://schemas.openxmlformats.org/drawingml/2006/main">
            <a:off x="5094287" y="5014904"/>
            <a:ext cx="133271" cy="129896"/>
          </a:xfrm>
          <a:custGeom xmlns:a="http://schemas.openxmlformats.org/drawingml/2006/main">
            <a:pathLst>
              <a:path w="133271" h="129896">
                <a:moveTo>
                  <a:pt x="0" y="0"/>
                </a:moveTo>
                <a:lnTo>
                  <a:pt x="133271" y="0"/>
                </a:lnTo>
                <a:lnTo>
                  <a:pt x="133271" y="129896"/>
                </a:lnTo>
                <a:lnTo>
                  <a:pt x="0" y="129896"/>
                </a:lnTo>
                <a:lnTo>
                  <a:pt x="0" y="0"/>
                </a:lnTo>
                <a:close/>
              </a:path>
            </a:pathLst>
          </a:custGeom>
          <a:solidFill xmlns:a="http://schemas.openxmlformats.org/drawingml/2006/main">
            <a:srgbClr val="418AC0"/>
          </a:solidFill>
          <a:ln xmlns:a="http://schemas.openxmlformats.org/drawingml/2006/main" w="0" cap="flat">
            <a:noFill/>
            <a:miter/>
          </a:ln>
        </p:spPr>
      </p:sp>
      <p:sp>
        <p:nvSpPr>
          <p:cNvPr id="580" name="Vector element">
            <a:extLst xmlns:a="http://schemas.openxmlformats.org/drawingml/2006/main">
              <a:ext uri="{FF2B5EF4-FFF2-40B4-BE49-F238E27FC236}">
                <a16:creationId xmlns:a16="http://schemas.microsoft.com/office/drawing/2014/main" id="{1821C6A3-1847-40C2-A40B-CBFC7B8882E4}"/>
              </a:ext>
            </a:extLst>
          </p:cNvPr>
          <p:cNvSpPr>
            <a:spLocks xmlns:a="http://schemas.openxmlformats.org/drawingml/2006/main" noGrp="1"/>
          </p:cNvSpPr>
          <p:nvPr/>
        </p:nvSpPr>
        <p:spPr>
          <a:xfrm xmlns:a="http://schemas.openxmlformats.org/drawingml/2006/main">
            <a:off x="5089296" y="5009632"/>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581" name="Vector element">
            <a:extLst xmlns:a="http://schemas.openxmlformats.org/drawingml/2006/main">
              <a:ext uri="{FF2B5EF4-FFF2-40B4-BE49-F238E27FC236}">
                <a16:creationId xmlns:a16="http://schemas.microsoft.com/office/drawing/2014/main" id="{5C5E9B14-045D-4C18-9E0D-63123F7B2BDA}"/>
              </a:ext>
            </a:extLst>
          </p:cNvPr>
          <p:cNvSpPr>
            <a:spLocks xmlns:a="http://schemas.openxmlformats.org/drawingml/2006/main" noGrp="1"/>
          </p:cNvSpPr>
          <p:nvPr/>
        </p:nvSpPr>
        <p:spPr>
          <a:xfrm xmlns:a="http://schemas.openxmlformats.org/drawingml/2006/main">
            <a:off x="5094287" y="5144800"/>
            <a:ext cx="133271" cy="129896"/>
          </a:xfrm>
          <a:custGeom xmlns:a="http://schemas.openxmlformats.org/drawingml/2006/main">
            <a:pathLst>
              <a:path w="133271" h="129896">
                <a:moveTo>
                  <a:pt x="0" y="0"/>
                </a:moveTo>
                <a:lnTo>
                  <a:pt x="133271" y="0"/>
                </a:lnTo>
                <a:lnTo>
                  <a:pt x="133271" y="129896"/>
                </a:lnTo>
                <a:lnTo>
                  <a:pt x="0" y="129896"/>
                </a:lnTo>
                <a:lnTo>
                  <a:pt x="0" y="0"/>
                </a:lnTo>
                <a:close/>
              </a:path>
            </a:pathLst>
          </a:custGeom>
          <a:solidFill xmlns:a="http://schemas.openxmlformats.org/drawingml/2006/main">
            <a:srgbClr val="FFF2CA"/>
          </a:solidFill>
          <a:ln xmlns:a="http://schemas.openxmlformats.org/drawingml/2006/main" w="0" cap="flat">
            <a:noFill/>
            <a:miter/>
          </a:ln>
        </p:spPr>
      </p:sp>
      <p:sp>
        <p:nvSpPr>
          <p:cNvPr id="582" name="Vector element">
            <a:extLst xmlns:a="http://schemas.openxmlformats.org/drawingml/2006/main">
              <a:ext uri="{FF2B5EF4-FFF2-40B4-BE49-F238E27FC236}">
                <a16:creationId xmlns:a16="http://schemas.microsoft.com/office/drawing/2014/main" id="{397FDA74-94BE-4F80-BC3F-36ABA7CD218A}"/>
              </a:ext>
            </a:extLst>
          </p:cNvPr>
          <p:cNvSpPr>
            <a:spLocks xmlns:a="http://schemas.openxmlformats.org/drawingml/2006/main" noGrp="1"/>
          </p:cNvSpPr>
          <p:nvPr/>
        </p:nvSpPr>
        <p:spPr>
          <a:xfrm xmlns:a="http://schemas.openxmlformats.org/drawingml/2006/main">
            <a:off x="5089296" y="5138966"/>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583" name="Vector element">
            <a:extLst xmlns:a="http://schemas.openxmlformats.org/drawingml/2006/main">
              <a:ext uri="{FF2B5EF4-FFF2-40B4-BE49-F238E27FC236}">
                <a16:creationId xmlns:a16="http://schemas.microsoft.com/office/drawing/2014/main" id="{B2837CE0-6252-4D82-A83B-6BFC3C460B55}"/>
              </a:ext>
            </a:extLst>
          </p:cNvPr>
          <p:cNvSpPr>
            <a:spLocks xmlns:a="http://schemas.openxmlformats.org/drawingml/2006/main" noGrp="1"/>
          </p:cNvSpPr>
          <p:nvPr/>
        </p:nvSpPr>
        <p:spPr>
          <a:xfrm xmlns:a="http://schemas.openxmlformats.org/drawingml/2006/main">
            <a:off x="5094287" y="5274697"/>
            <a:ext cx="133271" cy="129896"/>
          </a:xfrm>
          <a:custGeom xmlns:a="http://schemas.openxmlformats.org/drawingml/2006/main">
            <a:pathLst>
              <a:path w="133271" h="129896">
                <a:moveTo>
                  <a:pt x="0" y="0"/>
                </a:moveTo>
                <a:lnTo>
                  <a:pt x="133271" y="0"/>
                </a:lnTo>
                <a:lnTo>
                  <a:pt x="133271" y="129896"/>
                </a:lnTo>
                <a:lnTo>
                  <a:pt x="0" y="129896"/>
                </a:lnTo>
                <a:lnTo>
                  <a:pt x="0" y="0"/>
                </a:lnTo>
                <a:close/>
              </a:path>
            </a:pathLst>
          </a:custGeom>
          <a:solidFill xmlns:a="http://schemas.openxmlformats.org/drawingml/2006/main">
            <a:srgbClr val="F8CDAC"/>
          </a:solidFill>
          <a:ln xmlns:a="http://schemas.openxmlformats.org/drawingml/2006/main" w="0" cap="flat">
            <a:noFill/>
            <a:miter/>
          </a:ln>
        </p:spPr>
      </p:sp>
      <p:sp>
        <p:nvSpPr>
          <p:cNvPr id="584" name="Vector element">
            <a:extLst xmlns:a="http://schemas.openxmlformats.org/drawingml/2006/main">
              <a:ext uri="{FF2B5EF4-FFF2-40B4-BE49-F238E27FC236}">
                <a16:creationId xmlns:a16="http://schemas.microsoft.com/office/drawing/2014/main" id="{27C1FD7C-A62F-4120-969C-B8AF58415356}"/>
              </a:ext>
            </a:extLst>
          </p:cNvPr>
          <p:cNvSpPr>
            <a:spLocks xmlns:a="http://schemas.openxmlformats.org/drawingml/2006/main" noGrp="1"/>
          </p:cNvSpPr>
          <p:nvPr/>
        </p:nvSpPr>
        <p:spPr>
          <a:xfrm xmlns:a="http://schemas.openxmlformats.org/drawingml/2006/main">
            <a:off x="5089296" y="5269003"/>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585" name="Vector element">
            <a:extLst xmlns:a="http://schemas.openxmlformats.org/drawingml/2006/main">
              <a:ext uri="{FF2B5EF4-FFF2-40B4-BE49-F238E27FC236}">
                <a16:creationId xmlns:a16="http://schemas.microsoft.com/office/drawing/2014/main" id="{82C75C4E-31CD-47ED-B50E-CE1C0356E435}"/>
              </a:ext>
            </a:extLst>
          </p:cNvPr>
          <p:cNvSpPr>
            <a:spLocks xmlns:a="http://schemas.openxmlformats.org/drawingml/2006/main" noGrp="1"/>
          </p:cNvSpPr>
          <p:nvPr/>
        </p:nvSpPr>
        <p:spPr>
          <a:xfrm xmlns:a="http://schemas.openxmlformats.org/drawingml/2006/main">
            <a:off x="5227557" y="5274697"/>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FFF2CA"/>
          </a:solidFill>
          <a:ln xmlns:a="http://schemas.openxmlformats.org/drawingml/2006/main" w="0" cap="flat">
            <a:noFill/>
            <a:miter/>
          </a:ln>
        </p:spPr>
      </p:sp>
      <p:sp>
        <p:nvSpPr>
          <p:cNvPr id="586" name="Vector element">
            <a:extLst xmlns:a="http://schemas.openxmlformats.org/drawingml/2006/main">
              <a:ext uri="{FF2B5EF4-FFF2-40B4-BE49-F238E27FC236}">
                <a16:creationId xmlns:a16="http://schemas.microsoft.com/office/drawing/2014/main" id="{241FE2A7-B038-46BD-816B-B92D8FB66846}"/>
              </a:ext>
            </a:extLst>
          </p:cNvPr>
          <p:cNvSpPr>
            <a:spLocks xmlns:a="http://schemas.openxmlformats.org/drawingml/2006/main" noGrp="1"/>
          </p:cNvSpPr>
          <p:nvPr/>
        </p:nvSpPr>
        <p:spPr>
          <a:xfrm xmlns:a="http://schemas.openxmlformats.org/drawingml/2006/main">
            <a:off x="5221442" y="5269003"/>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587" name="Vector element">
            <a:extLst xmlns:a="http://schemas.openxmlformats.org/drawingml/2006/main">
              <a:ext uri="{FF2B5EF4-FFF2-40B4-BE49-F238E27FC236}">
                <a16:creationId xmlns:a16="http://schemas.microsoft.com/office/drawing/2014/main" id="{51DA89DC-4645-40F8-819B-58A680962D6A}"/>
              </a:ext>
            </a:extLst>
          </p:cNvPr>
          <p:cNvSpPr>
            <a:spLocks xmlns:a="http://schemas.openxmlformats.org/drawingml/2006/main" noGrp="1"/>
          </p:cNvSpPr>
          <p:nvPr/>
        </p:nvSpPr>
        <p:spPr>
          <a:xfrm xmlns:a="http://schemas.openxmlformats.org/drawingml/2006/main">
            <a:off x="5359140" y="5274697"/>
            <a:ext cx="133271" cy="129896"/>
          </a:xfrm>
          <a:custGeom xmlns:a="http://schemas.openxmlformats.org/drawingml/2006/main">
            <a:pathLst>
              <a:path w="133271" h="129896">
                <a:moveTo>
                  <a:pt x="0" y="0"/>
                </a:moveTo>
                <a:lnTo>
                  <a:pt x="133271" y="0"/>
                </a:lnTo>
                <a:lnTo>
                  <a:pt x="133271" y="129896"/>
                </a:lnTo>
                <a:lnTo>
                  <a:pt x="0" y="129896"/>
                </a:lnTo>
                <a:lnTo>
                  <a:pt x="0" y="0"/>
                </a:lnTo>
                <a:close/>
              </a:path>
            </a:pathLst>
          </a:custGeom>
          <a:solidFill xmlns:a="http://schemas.openxmlformats.org/drawingml/2006/main">
            <a:srgbClr val="418AC0"/>
          </a:solidFill>
          <a:ln xmlns:a="http://schemas.openxmlformats.org/drawingml/2006/main" w="0" cap="flat">
            <a:noFill/>
            <a:miter/>
          </a:ln>
        </p:spPr>
      </p:sp>
      <p:sp>
        <p:nvSpPr>
          <p:cNvPr id="588" name="Vector element">
            <a:extLst xmlns:a="http://schemas.openxmlformats.org/drawingml/2006/main">
              <a:ext uri="{FF2B5EF4-FFF2-40B4-BE49-F238E27FC236}">
                <a16:creationId xmlns:a16="http://schemas.microsoft.com/office/drawing/2014/main" id="{EF0028C6-D316-45C7-9587-E403A3687DF3}"/>
              </a:ext>
            </a:extLst>
          </p:cNvPr>
          <p:cNvSpPr>
            <a:spLocks xmlns:a="http://schemas.openxmlformats.org/drawingml/2006/main" noGrp="1"/>
          </p:cNvSpPr>
          <p:nvPr/>
        </p:nvSpPr>
        <p:spPr>
          <a:xfrm xmlns:a="http://schemas.openxmlformats.org/drawingml/2006/main">
            <a:off x="5354290" y="5269003"/>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589" name="Vector element">
            <a:extLst xmlns:a="http://schemas.openxmlformats.org/drawingml/2006/main">
              <a:ext uri="{FF2B5EF4-FFF2-40B4-BE49-F238E27FC236}">
                <a16:creationId xmlns:a16="http://schemas.microsoft.com/office/drawing/2014/main" id="{4D279915-67AE-43DA-881E-033BFE7D57C0}"/>
              </a:ext>
            </a:extLst>
          </p:cNvPr>
          <p:cNvSpPr>
            <a:spLocks xmlns:a="http://schemas.openxmlformats.org/drawingml/2006/main" noGrp="1"/>
          </p:cNvSpPr>
          <p:nvPr/>
        </p:nvSpPr>
        <p:spPr>
          <a:xfrm xmlns:a="http://schemas.openxmlformats.org/drawingml/2006/main">
            <a:off x="5492411" y="5274697"/>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EF949E"/>
          </a:solidFill>
          <a:ln xmlns:a="http://schemas.openxmlformats.org/drawingml/2006/main" w="0" cap="flat">
            <a:noFill/>
            <a:miter/>
          </a:ln>
        </p:spPr>
      </p:sp>
      <p:sp>
        <p:nvSpPr>
          <p:cNvPr id="590" name="Vector element">
            <a:extLst xmlns:a="http://schemas.openxmlformats.org/drawingml/2006/main">
              <a:ext uri="{FF2B5EF4-FFF2-40B4-BE49-F238E27FC236}">
                <a16:creationId xmlns:a16="http://schemas.microsoft.com/office/drawing/2014/main" id="{6706F21A-B552-44B9-B453-1620D6138E8B}"/>
              </a:ext>
            </a:extLst>
          </p:cNvPr>
          <p:cNvSpPr>
            <a:spLocks xmlns:a="http://schemas.openxmlformats.org/drawingml/2006/main" noGrp="1"/>
          </p:cNvSpPr>
          <p:nvPr/>
        </p:nvSpPr>
        <p:spPr>
          <a:xfrm xmlns:a="http://schemas.openxmlformats.org/drawingml/2006/main">
            <a:off x="5486436" y="5269003"/>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591" name="Vector element">
            <a:extLst xmlns:a="http://schemas.openxmlformats.org/drawingml/2006/main">
              <a:ext uri="{FF2B5EF4-FFF2-40B4-BE49-F238E27FC236}">
                <a16:creationId xmlns:a16="http://schemas.microsoft.com/office/drawing/2014/main" id="{B1699D48-71F8-4547-8881-840782DD6943}"/>
              </a:ext>
            </a:extLst>
          </p:cNvPr>
          <p:cNvSpPr>
            <a:spLocks xmlns:a="http://schemas.openxmlformats.org/drawingml/2006/main" noGrp="1"/>
          </p:cNvSpPr>
          <p:nvPr/>
        </p:nvSpPr>
        <p:spPr>
          <a:xfrm xmlns:a="http://schemas.openxmlformats.org/drawingml/2006/main">
            <a:off x="5094287" y="5399532"/>
            <a:ext cx="133271" cy="129896"/>
          </a:xfrm>
          <a:custGeom xmlns:a="http://schemas.openxmlformats.org/drawingml/2006/main">
            <a:pathLst>
              <a:path w="133271" h="129896">
                <a:moveTo>
                  <a:pt x="0" y="0"/>
                </a:moveTo>
                <a:lnTo>
                  <a:pt x="133271" y="0"/>
                </a:lnTo>
                <a:lnTo>
                  <a:pt x="133271" y="129896"/>
                </a:lnTo>
                <a:lnTo>
                  <a:pt x="0" y="129896"/>
                </a:lnTo>
                <a:lnTo>
                  <a:pt x="0" y="0"/>
                </a:lnTo>
                <a:close/>
              </a:path>
            </a:pathLst>
          </a:custGeom>
          <a:solidFill xmlns:a="http://schemas.openxmlformats.org/drawingml/2006/main">
            <a:srgbClr val="8277A0"/>
          </a:solidFill>
          <a:ln xmlns:a="http://schemas.openxmlformats.org/drawingml/2006/main" w="0" cap="flat">
            <a:noFill/>
            <a:miter/>
          </a:ln>
        </p:spPr>
      </p:sp>
      <p:sp>
        <p:nvSpPr>
          <p:cNvPr id="592" name="Vector element">
            <a:extLst xmlns:a="http://schemas.openxmlformats.org/drawingml/2006/main">
              <a:ext uri="{FF2B5EF4-FFF2-40B4-BE49-F238E27FC236}">
                <a16:creationId xmlns:a16="http://schemas.microsoft.com/office/drawing/2014/main" id="{BFE91702-2645-4C81-AC83-122396AF1459}"/>
              </a:ext>
            </a:extLst>
          </p:cNvPr>
          <p:cNvSpPr>
            <a:spLocks xmlns:a="http://schemas.openxmlformats.org/drawingml/2006/main" noGrp="1"/>
          </p:cNvSpPr>
          <p:nvPr/>
        </p:nvSpPr>
        <p:spPr>
          <a:xfrm xmlns:a="http://schemas.openxmlformats.org/drawingml/2006/main">
            <a:off x="5089296" y="5394823"/>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593" name="Vector element">
            <a:extLst xmlns:a="http://schemas.openxmlformats.org/drawingml/2006/main">
              <a:ext uri="{FF2B5EF4-FFF2-40B4-BE49-F238E27FC236}">
                <a16:creationId xmlns:a16="http://schemas.microsoft.com/office/drawing/2014/main" id="{2F1C5112-8FA8-42EE-AE95-88EE875CECFE}"/>
              </a:ext>
            </a:extLst>
          </p:cNvPr>
          <p:cNvSpPr>
            <a:spLocks xmlns:a="http://schemas.openxmlformats.org/drawingml/2006/main" noGrp="1"/>
          </p:cNvSpPr>
          <p:nvPr/>
        </p:nvSpPr>
        <p:spPr>
          <a:xfrm xmlns:a="http://schemas.openxmlformats.org/drawingml/2006/main">
            <a:off x="5227557" y="5399532"/>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E3F2D9"/>
          </a:solidFill>
          <a:ln xmlns:a="http://schemas.openxmlformats.org/drawingml/2006/main" w="0" cap="flat">
            <a:noFill/>
            <a:miter/>
          </a:ln>
        </p:spPr>
      </p:sp>
      <p:sp>
        <p:nvSpPr>
          <p:cNvPr id="594" name="Vector element">
            <a:extLst xmlns:a="http://schemas.openxmlformats.org/drawingml/2006/main">
              <a:ext uri="{FF2B5EF4-FFF2-40B4-BE49-F238E27FC236}">
                <a16:creationId xmlns:a16="http://schemas.microsoft.com/office/drawing/2014/main" id="{1BD0A26E-A807-489E-A5D6-0730D6A03854}"/>
              </a:ext>
            </a:extLst>
          </p:cNvPr>
          <p:cNvSpPr>
            <a:spLocks xmlns:a="http://schemas.openxmlformats.org/drawingml/2006/main" noGrp="1"/>
          </p:cNvSpPr>
          <p:nvPr/>
        </p:nvSpPr>
        <p:spPr>
          <a:xfrm xmlns:a="http://schemas.openxmlformats.org/drawingml/2006/main">
            <a:off x="5221442" y="5394823"/>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595" name="Vector element">
            <a:extLst xmlns:a="http://schemas.openxmlformats.org/drawingml/2006/main">
              <a:ext uri="{FF2B5EF4-FFF2-40B4-BE49-F238E27FC236}">
                <a16:creationId xmlns:a16="http://schemas.microsoft.com/office/drawing/2014/main" id="{A4C6D01C-7BAA-4E99-A0C6-1F26ED4361AF}"/>
              </a:ext>
            </a:extLst>
          </p:cNvPr>
          <p:cNvSpPr>
            <a:spLocks xmlns:a="http://schemas.openxmlformats.org/drawingml/2006/main" noGrp="1"/>
          </p:cNvSpPr>
          <p:nvPr/>
        </p:nvSpPr>
        <p:spPr>
          <a:xfrm xmlns:a="http://schemas.openxmlformats.org/drawingml/2006/main">
            <a:off x="5359140" y="5399532"/>
            <a:ext cx="133271" cy="129896"/>
          </a:xfrm>
          <a:custGeom xmlns:a="http://schemas.openxmlformats.org/drawingml/2006/main">
            <a:pathLst>
              <a:path w="133271" h="129896">
                <a:moveTo>
                  <a:pt x="0" y="0"/>
                </a:moveTo>
                <a:lnTo>
                  <a:pt x="133271" y="0"/>
                </a:lnTo>
                <a:lnTo>
                  <a:pt x="133271" y="129896"/>
                </a:lnTo>
                <a:lnTo>
                  <a:pt x="0" y="129896"/>
                </a:lnTo>
                <a:lnTo>
                  <a:pt x="0" y="0"/>
                </a:lnTo>
                <a:close/>
              </a:path>
            </a:pathLst>
          </a:custGeom>
          <a:solidFill xmlns:a="http://schemas.openxmlformats.org/drawingml/2006/main">
            <a:srgbClr val="FEE695"/>
          </a:solidFill>
          <a:ln xmlns:a="http://schemas.openxmlformats.org/drawingml/2006/main" w="0" cap="flat">
            <a:noFill/>
            <a:miter/>
          </a:ln>
        </p:spPr>
      </p:sp>
      <p:sp>
        <p:nvSpPr>
          <p:cNvPr id="596" name="Vector element">
            <a:extLst xmlns:a="http://schemas.openxmlformats.org/drawingml/2006/main">
              <a:ext uri="{FF2B5EF4-FFF2-40B4-BE49-F238E27FC236}">
                <a16:creationId xmlns:a16="http://schemas.microsoft.com/office/drawing/2014/main" id="{241B7CAA-07AE-42A9-B579-3C9B71D7C471}"/>
              </a:ext>
            </a:extLst>
          </p:cNvPr>
          <p:cNvSpPr>
            <a:spLocks xmlns:a="http://schemas.openxmlformats.org/drawingml/2006/main" noGrp="1"/>
          </p:cNvSpPr>
          <p:nvPr/>
        </p:nvSpPr>
        <p:spPr>
          <a:xfrm xmlns:a="http://schemas.openxmlformats.org/drawingml/2006/main">
            <a:off x="5354290" y="5394823"/>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597" name="Vector element">
            <a:extLst xmlns:a="http://schemas.openxmlformats.org/drawingml/2006/main">
              <a:ext uri="{FF2B5EF4-FFF2-40B4-BE49-F238E27FC236}">
                <a16:creationId xmlns:a16="http://schemas.microsoft.com/office/drawing/2014/main" id="{1E3ABC07-C2FA-4B06-90D3-0A9711E83D4C}"/>
              </a:ext>
            </a:extLst>
          </p:cNvPr>
          <p:cNvSpPr>
            <a:spLocks xmlns:a="http://schemas.openxmlformats.org/drawingml/2006/main" noGrp="1"/>
          </p:cNvSpPr>
          <p:nvPr/>
        </p:nvSpPr>
        <p:spPr>
          <a:xfrm xmlns:a="http://schemas.openxmlformats.org/drawingml/2006/main">
            <a:off x="5492411" y="5399532"/>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FEE695"/>
          </a:solidFill>
          <a:ln xmlns:a="http://schemas.openxmlformats.org/drawingml/2006/main" w="0" cap="flat">
            <a:noFill/>
            <a:miter/>
          </a:ln>
        </p:spPr>
      </p:sp>
      <p:sp>
        <p:nvSpPr>
          <p:cNvPr id="598" name="Vector element">
            <a:extLst xmlns:a="http://schemas.openxmlformats.org/drawingml/2006/main">
              <a:ext uri="{FF2B5EF4-FFF2-40B4-BE49-F238E27FC236}">
                <a16:creationId xmlns:a16="http://schemas.microsoft.com/office/drawing/2014/main" id="{15BFFB98-1055-44BE-8833-33B64909FCFF}"/>
              </a:ext>
            </a:extLst>
          </p:cNvPr>
          <p:cNvSpPr>
            <a:spLocks xmlns:a="http://schemas.openxmlformats.org/drawingml/2006/main" noGrp="1"/>
          </p:cNvSpPr>
          <p:nvPr/>
        </p:nvSpPr>
        <p:spPr>
          <a:xfrm xmlns:a="http://schemas.openxmlformats.org/drawingml/2006/main">
            <a:off x="5486436" y="5394823"/>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599" name="Vector element">
            <a:extLst xmlns:a="http://schemas.openxmlformats.org/drawingml/2006/main">
              <a:ext uri="{FF2B5EF4-FFF2-40B4-BE49-F238E27FC236}">
                <a16:creationId xmlns:a16="http://schemas.microsoft.com/office/drawing/2014/main" id="{BF55D5F6-1964-476D-90FF-B8F4CD24FFD0}"/>
              </a:ext>
            </a:extLst>
          </p:cNvPr>
          <p:cNvSpPr>
            <a:spLocks xmlns:a="http://schemas.openxmlformats.org/drawingml/2006/main" noGrp="1"/>
          </p:cNvSpPr>
          <p:nvPr/>
        </p:nvSpPr>
        <p:spPr>
          <a:xfrm xmlns:a="http://schemas.openxmlformats.org/drawingml/2006/main">
            <a:off x="5623994" y="5399532"/>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EF949E"/>
          </a:solidFill>
          <a:ln xmlns:a="http://schemas.openxmlformats.org/drawingml/2006/main" w="0" cap="flat">
            <a:noFill/>
            <a:miter/>
          </a:ln>
        </p:spPr>
      </p:sp>
      <p:sp>
        <p:nvSpPr>
          <p:cNvPr id="600" name="Vector element">
            <a:extLst xmlns:a="http://schemas.openxmlformats.org/drawingml/2006/main">
              <a:ext uri="{FF2B5EF4-FFF2-40B4-BE49-F238E27FC236}">
                <a16:creationId xmlns:a16="http://schemas.microsoft.com/office/drawing/2014/main" id="{EBC1600A-B218-4C9F-B6BD-15B488AA63C8}"/>
              </a:ext>
            </a:extLst>
          </p:cNvPr>
          <p:cNvSpPr>
            <a:spLocks xmlns:a="http://schemas.openxmlformats.org/drawingml/2006/main" noGrp="1"/>
          </p:cNvSpPr>
          <p:nvPr/>
        </p:nvSpPr>
        <p:spPr>
          <a:xfrm xmlns:a="http://schemas.openxmlformats.org/drawingml/2006/main">
            <a:off x="5617879" y="5394823"/>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601" name="Vector element">
            <a:extLst xmlns:a="http://schemas.openxmlformats.org/drawingml/2006/main">
              <a:ext uri="{FF2B5EF4-FFF2-40B4-BE49-F238E27FC236}">
                <a16:creationId xmlns:a16="http://schemas.microsoft.com/office/drawing/2014/main" id="{58EC7C1D-A8A8-47AF-9588-0C109B466429}"/>
              </a:ext>
            </a:extLst>
          </p:cNvPr>
          <p:cNvSpPr>
            <a:spLocks xmlns:a="http://schemas.openxmlformats.org/drawingml/2006/main" noGrp="1"/>
          </p:cNvSpPr>
          <p:nvPr/>
        </p:nvSpPr>
        <p:spPr>
          <a:xfrm xmlns:a="http://schemas.openxmlformats.org/drawingml/2006/main">
            <a:off x="5524463" y="5252766"/>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ACD78E"/>
          </a:solidFill>
          <a:ln xmlns:a="http://schemas.openxmlformats.org/drawingml/2006/main" w="0" cap="flat">
            <a:noFill/>
            <a:miter/>
          </a:ln>
        </p:spPr>
      </p:sp>
      <p:sp>
        <p:nvSpPr>
          <p:cNvPr id="602" name="Vector element">
            <a:extLst xmlns:a="http://schemas.openxmlformats.org/drawingml/2006/main">
              <a:ext uri="{FF2B5EF4-FFF2-40B4-BE49-F238E27FC236}">
                <a16:creationId xmlns:a16="http://schemas.microsoft.com/office/drawing/2014/main" id="{ED321B58-90BE-40C6-871B-77D0BE81DFBC}"/>
              </a:ext>
            </a:extLst>
          </p:cNvPr>
          <p:cNvSpPr>
            <a:spLocks xmlns:a="http://schemas.openxmlformats.org/drawingml/2006/main" noGrp="1"/>
          </p:cNvSpPr>
          <p:nvPr/>
        </p:nvSpPr>
        <p:spPr>
          <a:xfrm xmlns:a="http://schemas.openxmlformats.org/drawingml/2006/main">
            <a:off x="5518390" y="5247635"/>
            <a:ext cx="142773" cy="140426"/>
          </a:xfrm>
          <a:custGeom xmlns:a="http://schemas.openxmlformats.org/drawingml/2006/main">
            <a:pathLst>
              <a:path w="142773" h="140426">
                <a:moveTo>
                  <a:pt x="3641" y="253"/>
                </a:moveTo>
                <a:lnTo>
                  <a:pt x="2179" y="1012"/>
                </a:lnTo>
                <a:lnTo>
                  <a:pt x="1012" y="2165"/>
                </a:lnTo>
                <a:lnTo>
                  <a:pt x="267" y="3641"/>
                </a:lnTo>
                <a:lnTo>
                  <a:pt x="0" y="5272"/>
                </a:lnTo>
                <a:lnTo>
                  <a:pt x="0" y="135154"/>
                </a:lnTo>
                <a:lnTo>
                  <a:pt x="267" y="136785"/>
                </a:lnTo>
                <a:lnTo>
                  <a:pt x="1012" y="138261"/>
                </a:lnTo>
                <a:lnTo>
                  <a:pt x="2179" y="139428"/>
                </a:lnTo>
                <a:lnTo>
                  <a:pt x="3641" y="140173"/>
                </a:lnTo>
                <a:lnTo>
                  <a:pt x="5272" y="140426"/>
                </a:lnTo>
                <a:lnTo>
                  <a:pt x="137502" y="140426"/>
                </a:lnTo>
                <a:lnTo>
                  <a:pt x="139132" y="140173"/>
                </a:lnTo>
                <a:lnTo>
                  <a:pt x="140609" y="139428"/>
                </a:lnTo>
                <a:lnTo>
                  <a:pt x="141775" y="138261"/>
                </a:lnTo>
                <a:lnTo>
                  <a:pt x="142520" y="136785"/>
                </a:lnTo>
                <a:lnTo>
                  <a:pt x="142773" y="135154"/>
                </a:lnTo>
                <a:lnTo>
                  <a:pt x="142773" y="5272"/>
                </a:lnTo>
                <a:lnTo>
                  <a:pt x="142520" y="3641"/>
                </a:lnTo>
                <a:lnTo>
                  <a:pt x="141775" y="2165"/>
                </a:lnTo>
                <a:lnTo>
                  <a:pt x="140609" y="1012"/>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603" name="Vector element">
            <a:extLst xmlns:a="http://schemas.openxmlformats.org/drawingml/2006/main">
              <a:ext uri="{FF2B5EF4-FFF2-40B4-BE49-F238E27FC236}">
                <a16:creationId xmlns:a16="http://schemas.microsoft.com/office/drawing/2014/main" id="{33877343-958F-49AF-9F2B-CCFCE7652C39}"/>
              </a:ext>
            </a:extLst>
          </p:cNvPr>
          <p:cNvSpPr>
            <a:spLocks xmlns:a="http://schemas.openxmlformats.org/drawingml/2006/main" noGrp="1"/>
          </p:cNvSpPr>
          <p:nvPr/>
        </p:nvSpPr>
        <p:spPr>
          <a:xfrm xmlns:a="http://schemas.openxmlformats.org/drawingml/2006/main">
            <a:off x="5391193" y="4992973"/>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FFA84F"/>
          </a:solidFill>
          <a:ln xmlns:a="http://schemas.openxmlformats.org/drawingml/2006/main" w="0" cap="flat">
            <a:noFill/>
            <a:miter/>
          </a:ln>
        </p:spPr>
      </p:sp>
      <p:sp>
        <p:nvSpPr>
          <p:cNvPr id="604" name="Vector element">
            <a:extLst xmlns:a="http://schemas.openxmlformats.org/drawingml/2006/main">
              <a:ext uri="{FF2B5EF4-FFF2-40B4-BE49-F238E27FC236}">
                <a16:creationId xmlns:a16="http://schemas.microsoft.com/office/drawing/2014/main" id="{0BFE9EAB-4A5F-40DF-85B0-D392C1172037}"/>
              </a:ext>
            </a:extLst>
          </p:cNvPr>
          <p:cNvSpPr>
            <a:spLocks xmlns:a="http://schemas.openxmlformats.org/drawingml/2006/main" noGrp="1"/>
          </p:cNvSpPr>
          <p:nvPr/>
        </p:nvSpPr>
        <p:spPr>
          <a:xfrm xmlns:a="http://schemas.openxmlformats.org/drawingml/2006/main">
            <a:off x="5385921" y="4987153"/>
            <a:ext cx="142773" cy="140426"/>
          </a:xfrm>
          <a:custGeom xmlns:a="http://schemas.openxmlformats.org/drawingml/2006/main">
            <a:pathLst>
              <a:path w="142773" h="140426">
                <a:moveTo>
                  <a:pt x="3641" y="253"/>
                </a:moveTo>
                <a:lnTo>
                  <a:pt x="2179" y="998"/>
                </a:lnTo>
                <a:lnTo>
                  <a:pt x="1012" y="2165"/>
                </a:lnTo>
                <a:lnTo>
                  <a:pt x="253" y="3641"/>
                </a:lnTo>
                <a:lnTo>
                  <a:pt x="0" y="5272"/>
                </a:lnTo>
                <a:lnTo>
                  <a:pt x="0" y="135154"/>
                </a:lnTo>
                <a:lnTo>
                  <a:pt x="253" y="136785"/>
                </a:lnTo>
                <a:lnTo>
                  <a:pt x="1012" y="138247"/>
                </a:lnTo>
                <a:lnTo>
                  <a:pt x="2179" y="139414"/>
                </a:lnTo>
                <a:lnTo>
                  <a:pt x="3641" y="140173"/>
                </a:lnTo>
                <a:lnTo>
                  <a:pt x="5272" y="140426"/>
                </a:lnTo>
                <a:lnTo>
                  <a:pt x="137502" y="140426"/>
                </a:lnTo>
                <a:lnTo>
                  <a:pt x="139132" y="140173"/>
                </a:lnTo>
                <a:lnTo>
                  <a:pt x="140594" y="139414"/>
                </a:lnTo>
                <a:lnTo>
                  <a:pt x="141761" y="138247"/>
                </a:lnTo>
                <a:lnTo>
                  <a:pt x="142520" y="136785"/>
                </a:lnTo>
                <a:lnTo>
                  <a:pt x="142773" y="135154"/>
                </a:lnTo>
                <a:lnTo>
                  <a:pt x="142773" y="5272"/>
                </a:lnTo>
                <a:lnTo>
                  <a:pt x="142520" y="3641"/>
                </a:lnTo>
                <a:lnTo>
                  <a:pt x="141761" y="2165"/>
                </a:lnTo>
                <a:lnTo>
                  <a:pt x="140594" y="998"/>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605" name="Vector element">
            <a:extLst xmlns:a="http://schemas.openxmlformats.org/drawingml/2006/main">
              <a:ext uri="{FF2B5EF4-FFF2-40B4-BE49-F238E27FC236}">
                <a16:creationId xmlns:a16="http://schemas.microsoft.com/office/drawing/2014/main" id="{20B6F18F-2FED-4C6B-B53E-C6A37FCB1E88}"/>
              </a:ext>
            </a:extLst>
          </p:cNvPr>
          <p:cNvSpPr>
            <a:spLocks xmlns:a="http://schemas.openxmlformats.org/drawingml/2006/main" noGrp="1"/>
          </p:cNvSpPr>
          <p:nvPr/>
        </p:nvSpPr>
        <p:spPr>
          <a:xfrm xmlns:a="http://schemas.openxmlformats.org/drawingml/2006/main">
            <a:off x="5524463" y="4992973"/>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FFA84F"/>
          </a:solidFill>
          <a:ln xmlns:a="http://schemas.openxmlformats.org/drawingml/2006/main" w="0" cap="flat">
            <a:noFill/>
            <a:miter/>
          </a:ln>
        </p:spPr>
      </p:sp>
      <p:sp>
        <p:nvSpPr>
          <p:cNvPr id="606" name="Vector element">
            <a:extLst xmlns:a="http://schemas.openxmlformats.org/drawingml/2006/main">
              <a:ext uri="{FF2B5EF4-FFF2-40B4-BE49-F238E27FC236}">
                <a16:creationId xmlns:a16="http://schemas.microsoft.com/office/drawing/2014/main" id="{EB6EBB48-44AA-45B9-AE19-A9A463E9BF17}"/>
              </a:ext>
            </a:extLst>
          </p:cNvPr>
          <p:cNvSpPr>
            <a:spLocks xmlns:a="http://schemas.openxmlformats.org/drawingml/2006/main" noGrp="1"/>
          </p:cNvSpPr>
          <p:nvPr/>
        </p:nvSpPr>
        <p:spPr>
          <a:xfrm xmlns:a="http://schemas.openxmlformats.org/drawingml/2006/main">
            <a:off x="5518390" y="4987139"/>
            <a:ext cx="142773" cy="140426"/>
          </a:xfrm>
          <a:custGeom xmlns:a="http://schemas.openxmlformats.org/drawingml/2006/main">
            <a:pathLst>
              <a:path w="142773" h="140426">
                <a:moveTo>
                  <a:pt x="3641" y="253"/>
                </a:moveTo>
                <a:lnTo>
                  <a:pt x="2179" y="1012"/>
                </a:lnTo>
                <a:lnTo>
                  <a:pt x="1012" y="2179"/>
                </a:lnTo>
                <a:lnTo>
                  <a:pt x="267" y="3641"/>
                </a:lnTo>
                <a:lnTo>
                  <a:pt x="0" y="5272"/>
                </a:lnTo>
                <a:lnTo>
                  <a:pt x="0" y="135154"/>
                </a:lnTo>
                <a:lnTo>
                  <a:pt x="267" y="136785"/>
                </a:lnTo>
                <a:lnTo>
                  <a:pt x="1012" y="138261"/>
                </a:lnTo>
                <a:lnTo>
                  <a:pt x="2179" y="139428"/>
                </a:lnTo>
                <a:lnTo>
                  <a:pt x="3641" y="140173"/>
                </a:lnTo>
                <a:lnTo>
                  <a:pt x="5272" y="140426"/>
                </a:lnTo>
                <a:lnTo>
                  <a:pt x="137502" y="140426"/>
                </a:lnTo>
                <a:lnTo>
                  <a:pt x="139132" y="140173"/>
                </a:lnTo>
                <a:lnTo>
                  <a:pt x="140609" y="139428"/>
                </a:lnTo>
                <a:lnTo>
                  <a:pt x="141775" y="138261"/>
                </a:lnTo>
                <a:lnTo>
                  <a:pt x="142520" y="136785"/>
                </a:lnTo>
                <a:lnTo>
                  <a:pt x="142773" y="135154"/>
                </a:lnTo>
                <a:lnTo>
                  <a:pt x="142773" y="5272"/>
                </a:lnTo>
                <a:lnTo>
                  <a:pt x="142520" y="3641"/>
                </a:lnTo>
                <a:lnTo>
                  <a:pt x="141775" y="2179"/>
                </a:lnTo>
                <a:lnTo>
                  <a:pt x="140609" y="1012"/>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607" name="Vector element">
            <a:extLst xmlns:a="http://schemas.openxmlformats.org/drawingml/2006/main">
              <a:ext uri="{FF2B5EF4-FFF2-40B4-BE49-F238E27FC236}">
                <a16:creationId xmlns:a16="http://schemas.microsoft.com/office/drawing/2014/main" id="{AF63A348-AF13-47D3-88D4-185A68DDB682}"/>
              </a:ext>
            </a:extLst>
          </p:cNvPr>
          <p:cNvSpPr>
            <a:spLocks xmlns:a="http://schemas.openxmlformats.org/drawingml/2006/main" noGrp="1"/>
          </p:cNvSpPr>
          <p:nvPr/>
        </p:nvSpPr>
        <p:spPr>
          <a:xfrm xmlns:a="http://schemas.openxmlformats.org/drawingml/2006/main">
            <a:off x="5656046" y="4992973"/>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D4F4F2"/>
          </a:solidFill>
          <a:ln xmlns:a="http://schemas.openxmlformats.org/drawingml/2006/main" w="0" cap="flat">
            <a:noFill/>
            <a:miter/>
          </a:ln>
        </p:spPr>
      </p:sp>
      <p:sp>
        <p:nvSpPr>
          <p:cNvPr id="608" name="Vector element">
            <a:extLst xmlns:a="http://schemas.openxmlformats.org/drawingml/2006/main">
              <a:ext uri="{FF2B5EF4-FFF2-40B4-BE49-F238E27FC236}">
                <a16:creationId xmlns:a16="http://schemas.microsoft.com/office/drawing/2014/main" id="{79EA36AA-EC6E-4524-9B6C-B353CE5760A8}"/>
              </a:ext>
            </a:extLst>
          </p:cNvPr>
          <p:cNvSpPr>
            <a:spLocks xmlns:a="http://schemas.openxmlformats.org/drawingml/2006/main" noGrp="1"/>
          </p:cNvSpPr>
          <p:nvPr/>
        </p:nvSpPr>
        <p:spPr>
          <a:xfrm xmlns:a="http://schemas.openxmlformats.org/drawingml/2006/main">
            <a:off x="5650915" y="4987153"/>
            <a:ext cx="142773" cy="140426"/>
          </a:xfrm>
          <a:custGeom xmlns:a="http://schemas.openxmlformats.org/drawingml/2006/main">
            <a:pathLst>
              <a:path w="142773" h="140426">
                <a:moveTo>
                  <a:pt x="3641" y="253"/>
                </a:moveTo>
                <a:lnTo>
                  <a:pt x="2165" y="998"/>
                </a:lnTo>
                <a:lnTo>
                  <a:pt x="998" y="2165"/>
                </a:lnTo>
                <a:lnTo>
                  <a:pt x="253" y="3641"/>
                </a:lnTo>
                <a:lnTo>
                  <a:pt x="0" y="5272"/>
                </a:lnTo>
                <a:lnTo>
                  <a:pt x="0" y="135154"/>
                </a:lnTo>
                <a:lnTo>
                  <a:pt x="253" y="136785"/>
                </a:lnTo>
                <a:lnTo>
                  <a:pt x="998" y="138247"/>
                </a:lnTo>
                <a:lnTo>
                  <a:pt x="2165" y="139414"/>
                </a:lnTo>
                <a:lnTo>
                  <a:pt x="3641" y="140173"/>
                </a:lnTo>
                <a:lnTo>
                  <a:pt x="5272" y="140426"/>
                </a:lnTo>
                <a:lnTo>
                  <a:pt x="137502" y="140426"/>
                </a:lnTo>
                <a:lnTo>
                  <a:pt x="139132" y="140173"/>
                </a:lnTo>
                <a:lnTo>
                  <a:pt x="140594" y="139414"/>
                </a:lnTo>
                <a:lnTo>
                  <a:pt x="141761" y="138247"/>
                </a:lnTo>
                <a:lnTo>
                  <a:pt x="142506" y="136785"/>
                </a:lnTo>
                <a:lnTo>
                  <a:pt x="142773" y="135154"/>
                </a:lnTo>
                <a:lnTo>
                  <a:pt x="142773" y="5272"/>
                </a:lnTo>
                <a:lnTo>
                  <a:pt x="142506" y="3641"/>
                </a:lnTo>
                <a:lnTo>
                  <a:pt x="141761" y="2165"/>
                </a:lnTo>
                <a:lnTo>
                  <a:pt x="140594" y="998"/>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609" name="Vector element">
            <a:extLst xmlns:a="http://schemas.openxmlformats.org/drawingml/2006/main">
              <a:ext uri="{FF2B5EF4-FFF2-40B4-BE49-F238E27FC236}">
                <a16:creationId xmlns:a16="http://schemas.microsoft.com/office/drawing/2014/main" id="{CEEFD8EB-795A-49BD-9290-5D9DB846FD09}"/>
              </a:ext>
            </a:extLst>
          </p:cNvPr>
          <p:cNvSpPr>
            <a:spLocks xmlns:a="http://schemas.openxmlformats.org/drawingml/2006/main" noGrp="1"/>
          </p:cNvSpPr>
          <p:nvPr/>
        </p:nvSpPr>
        <p:spPr>
          <a:xfrm xmlns:a="http://schemas.openxmlformats.org/drawingml/2006/main">
            <a:off x="5391193" y="5124557"/>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CC7069"/>
          </a:solidFill>
          <a:ln xmlns:a="http://schemas.openxmlformats.org/drawingml/2006/main" w="0" cap="flat">
            <a:noFill/>
            <a:miter/>
          </a:ln>
        </p:spPr>
      </p:sp>
      <p:sp>
        <p:nvSpPr>
          <p:cNvPr id="610" name="Vector element">
            <a:extLst xmlns:a="http://schemas.openxmlformats.org/drawingml/2006/main">
              <a:ext uri="{FF2B5EF4-FFF2-40B4-BE49-F238E27FC236}">
                <a16:creationId xmlns:a16="http://schemas.microsoft.com/office/drawing/2014/main" id="{93C863B9-1681-4899-9846-32B7317F528A}"/>
              </a:ext>
            </a:extLst>
          </p:cNvPr>
          <p:cNvSpPr>
            <a:spLocks xmlns:a="http://schemas.openxmlformats.org/drawingml/2006/main" noGrp="1"/>
          </p:cNvSpPr>
          <p:nvPr/>
        </p:nvSpPr>
        <p:spPr>
          <a:xfrm xmlns:a="http://schemas.openxmlformats.org/drawingml/2006/main">
            <a:off x="5385921" y="5118624"/>
            <a:ext cx="142773" cy="140426"/>
          </a:xfrm>
          <a:custGeom xmlns:a="http://schemas.openxmlformats.org/drawingml/2006/main">
            <a:pathLst>
              <a:path w="142773" h="140426">
                <a:moveTo>
                  <a:pt x="3641" y="253"/>
                </a:moveTo>
                <a:lnTo>
                  <a:pt x="2179" y="998"/>
                </a:lnTo>
                <a:lnTo>
                  <a:pt x="1012" y="2165"/>
                </a:lnTo>
                <a:lnTo>
                  <a:pt x="253" y="3641"/>
                </a:lnTo>
                <a:lnTo>
                  <a:pt x="0" y="5272"/>
                </a:lnTo>
                <a:lnTo>
                  <a:pt x="0" y="135154"/>
                </a:lnTo>
                <a:lnTo>
                  <a:pt x="253" y="136785"/>
                </a:lnTo>
                <a:lnTo>
                  <a:pt x="1012" y="138247"/>
                </a:lnTo>
                <a:lnTo>
                  <a:pt x="2179" y="139414"/>
                </a:lnTo>
                <a:lnTo>
                  <a:pt x="3641" y="140173"/>
                </a:lnTo>
                <a:lnTo>
                  <a:pt x="5272" y="140426"/>
                </a:lnTo>
                <a:lnTo>
                  <a:pt x="137502" y="140426"/>
                </a:lnTo>
                <a:lnTo>
                  <a:pt x="139132" y="140173"/>
                </a:lnTo>
                <a:lnTo>
                  <a:pt x="140594" y="139414"/>
                </a:lnTo>
                <a:lnTo>
                  <a:pt x="141761" y="138247"/>
                </a:lnTo>
                <a:lnTo>
                  <a:pt x="142520" y="136785"/>
                </a:lnTo>
                <a:lnTo>
                  <a:pt x="142773" y="135154"/>
                </a:lnTo>
                <a:lnTo>
                  <a:pt x="142773" y="5272"/>
                </a:lnTo>
                <a:lnTo>
                  <a:pt x="142520" y="3641"/>
                </a:lnTo>
                <a:lnTo>
                  <a:pt x="141761" y="2165"/>
                </a:lnTo>
                <a:lnTo>
                  <a:pt x="140594" y="998"/>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611" name="Vector element">
            <a:extLst xmlns:a="http://schemas.openxmlformats.org/drawingml/2006/main">
              <a:ext uri="{FF2B5EF4-FFF2-40B4-BE49-F238E27FC236}">
                <a16:creationId xmlns:a16="http://schemas.microsoft.com/office/drawing/2014/main" id="{1CD1A5E7-D15C-406C-8FF0-0F34BD4E90A9}"/>
              </a:ext>
            </a:extLst>
          </p:cNvPr>
          <p:cNvSpPr>
            <a:spLocks xmlns:a="http://schemas.openxmlformats.org/drawingml/2006/main" noGrp="1"/>
          </p:cNvSpPr>
          <p:nvPr/>
        </p:nvSpPr>
        <p:spPr>
          <a:xfrm xmlns:a="http://schemas.openxmlformats.org/drawingml/2006/main">
            <a:off x="5524463" y="5124557"/>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95B0C8"/>
          </a:solidFill>
          <a:ln xmlns:a="http://schemas.openxmlformats.org/drawingml/2006/main" w="0" cap="flat">
            <a:noFill/>
            <a:miter/>
          </a:ln>
        </p:spPr>
      </p:sp>
      <p:sp>
        <p:nvSpPr>
          <p:cNvPr id="612" name="Vector element">
            <a:extLst xmlns:a="http://schemas.openxmlformats.org/drawingml/2006/main">
              <a:ext uri="{FF2B5EF4-FFF2-40B4-BE49-F238E27FC236}">
                <a16:creationId xmlns:a16="http://schemas.microsoft.com/office/drawing/2014/main" id="{667C8D9B-AB9B-427E-9D91-26FA92D85856}"/>
              </a:ext>
            </a:extLst>
          </p:cNvPr>
          <p:cNvSpPr>
            <a:spLocks xmlns:a="http://schemas.openxmlformats.org/drawingml/2006/main" noGrp="1"/>
          </p:cNvSpPr>
          <p:nvPr/>
        </p:nvSpPr>
        <p:spPr>
          <a:xfrm xmlns:a="http://schemas.openxmlformats.org/drawingml/2006/main">
            <a:off x="5518390" y="5118624"/>
            <a:ext cx="142773" cy="140426"/>
          </a:xfrm>
          <a:custGeom xmlns:a="http://schemas.openxmlformats.org/drawingml/2006/main">
            <a:pathLst>
              <a:path w="142773" h="140426">
                <a:moveTo>
                  <a:pt x="3641" y="253"/>
                </a:moveTo>
                <a:lnTo>
                  <a:pt x="2179" y="998"/>
                </a:lnTo>
                <a:lnTo>
                  <a:pt x="1012" y="2165"/>
                </a:lnTo>
                <a:lnTo>
                  <a:pt x="267" y="3641"/>
                </a:lnTo>
                <a:lnTo>
                  <a:pt x="0" y="5272"/>
                </a:lnTo>
                <a:lnTo>
                  <a:pt x="0" y="135154"/>
                </a:lnTo>
                <a:lnTo>
                  <a:pt x="267" y="136785"/>
                </a:lnTo>
                <a:lnTo>
                  <a:pt x="1012" y="138247"/>
                </a:lnTo>
                <a:lnTo>
                  <a:pt x="2179" y="139414"/>
                </a:lnTo>
                <a:lnTo>
                  <a:pt x="3641" y="140173"/>
                </a:lnTo>
                <a:lnTo>
                  <a:pt x="5272" y="140426"/>
                </a:lnTo>
                <a:lnTo>
                  <a:pt x="137502" y="140426"/>
                </a:lnTo>
                <a:lnTo>
                  <a:pt x="139132" y="140173"/>
                </a:lnTo>
                <a:lnTo>
                  <a:pt x="140609" y="139414"/>
                </a:lnTo>
                <a:lnTo>
                  <a:pt x="141775" y="138247"/>
                </a:lnTo>
                <a:lnTo>
                  <a:pt x="142520" y="136785"/>
                </a:lnTo>
                <a:lnTo>
                  <a:pt x="142773" y="135154"/>
                </a:lnTo>
                <a:lnTo>
                  <a:pt x="142773" y="5272"/>
                </a:lnTo>
                <a:lnTo>
                  <a:pt x="142520" y="3641"/>
                </a:lnTo>
                <a:lnTo>
                  <a:pt x="141775" y="2165"/>
                </a:lnTo>
                <a:lnTo>
                  <a:pt x="140609" y="998"/>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613" name="Vector element">
            <a:extLst xmlns:a="http://schemas.openxmlformats.org/drawingml/2006/main">
              <a:ext uri="{FF2B5EF4-FFF2-40B4-BE49-F238E27FC236}">
                <a16:creationId xmlns:a16="http://schemas.microsoft.com/office/drawing/2014/main" id="{6FAFFB33-9203-49D3-A3A8-6D33048CD56C}"/>
              </a:ext>
            </a:extLst>
          </p:cNvPr>
          <p:cNvSpPr>
            <a:spLocks xmlns:a="http://schemas.openxmlformats.org/drawingml/2006/main" noGrp="1"/>
          </p:cNvSpPr>
          <p:nvPr/>
        </p:nvSpPr>
        <p:spPr>
          <a:xfrm xmlns:a="http://schemas.openxmlformats.org/drawingml/2006/main">
            <a:off x="5656046" y="5124557"/>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95B0C8"/>
          </a:solidFill>
          <a:ln xmlns:a="http://schemas.openxmlformats.org/drawingml/2006/main" w="0" cap="flat">
            <a:noFill/>
            <a:miter/>
          </a:ln>
        </p:spPr>
      </p:sp>
      <p:sp>
        <p:nvSpPr>
          <p:cNvPr id="614" name="Vector element">
            <a:extLst xmlns:a="http://schemas.openxmlformats.org/drawingml/2006/main">
              <a:ext uri="{FF2B5EF4-FFF2-40B4-BE49-F238E27FC236}">
                <a16:creationId xmlns:a16="http://schemas.microsoft.com/office/drawing/2014/main" id="{87180160-60D0-4EF3-B22B-01E79DE0D8FC}"/>
              </a:ext>
            </a:extLst>
          </p:cNvPr>
          <p:cNvSpPr>
            <a:spLocks xmlns:a="http://schemas.openxmlformats.org/drawingml/2006/main" noGrp="1"/>
          </p:cNvSpPr>
          <p:nvPr/>
        </p:nvSpPr>
        <p:spPr>
          <a:xfrm xmlns:a="http://schemas.openxmlformats.org/drawingml/2006/main">
            <a:off x="5650915" y="5118624"/>
            <a:ext cx="142773" cy="140426"/>
          </a:xfrm>
          <a:custGeom xmlns:a="http://schemas.openxmlformats.org/drawingml/2006/main">
            <a:pathLst>
              <a:path w="142773" h="140426">
                <a:moveTo>
                  <a:pt x="3641" y="253"/>
                </a:moveTo>
                <a:lnTo>
                  <a:pt x="2165" y="998"/>
                </a:lnTo>
                <a:lnTo>
                  <a:pt x="998" y="2165"/>
                </a:lnTo>
                <a:lnTo>
                  <a:pt x="253" y="3641"/>
                </a:lnTo>
                <a:lnTo>
                  <a:pt x="0" y="5272"/>
                </a:lnTo>
                <a:lnTo>
                  <a:pt x="0" y="135154"/>
                </a:lnTo>
                <a:lnTo>
                  <a:pt x="253" y="136785"/>
                </a:lnTo>
                <a:lnTo>
                  <a:pt x="998" y="138247"/>
                </a:lnTo>
                <a:lnTo>
                  <a:pt x="2165" y="139414"/>
                </a:lnTo>
                <a:lnTo>
                  <a:pt x="3641" y="140173"/>
                </a:lnTo>
                <a:lnTo>
                  <a:pt x="5272" y="140426"/>
                </a:lnTo>
                <a:lnTo>
                  <a:pt x="137502" y="140426"/>
                </a:lnTo>
                <a:lnTo>
                  <a:pt x="139132" y="140173"/>
                </a:lnTo>
                <a:lnTo>
                  <a:pt x="140594" y="139414"/>
                </a:lnTo>
                <a:lnTo>
                  <a:pt x="141761" y="138247"/>
                </a:lnTo>
                <a:lnTo>
                  <a:pt x="142506" y="136785"/>
                </a:lnTo>
                <a:lnTo>
                  <a:pt x="142773" y="135154"/>
                </a:lnTo>
                <a:lnTo>
                  <a:pt x="142773" y="5272"/>
                </a:lnTo>
                <a:lnTo>
                  <a:pt x="142506" y="3641"/>
                </a:lnTo>
                <a:lnTo>
                  <a:pt x="141761" y="2165"/>
                </a:lnTo>
                <a:lnTo>
                  <a:pt x="140594" y="998"/>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615" name="Vector element">
            <a:extLst xmlns:a="http://schemas.openxmlformats.org/drawingml/2006/main">
              <a:ext uri="{FF2B5EF4-FFF2-40B4-BE49-F238E27FC236}">
                <a16:creationId xmlns:a16="http://schemas.microsoft.com/office/drawing/2014/main" id="{CCC08B8D-AAB4-4841-97E1-DF7C5647A9C2}"/>
              </a:ext>
            </a:extLst>
          </p:cNvPr>
          <p:cNvSpPr>
            <a:spLocks xmlns:a="http://schemas.openxmlformats.org/drawingml/2006/main" noGrp="1"/>
          </p:cNvSpPr>
          <p:nvPr/>
        </p:nvSpPr>
        <p:spPr>
          <a:xfrm xmlns:a="http://schemas.openxmlformats.org/drawingml/2006/main">
            <a:off x="5391193" y="5252766"/>
            <a:ext cx="133271" cy="129896"/>
          </a:xfrm>
          <a:custGeom xmlns:a="http://schemas.openxmlformats.org/drawingml/2006/main">
            <a:pathLst>
              <a:path w="133271" h="129896">
                <a:moveTo>
                  <a:pt x="0" y="0"/>
                </a:moveTo>
                <a:lnTo>
                  <a:pt x="133271" y="0"/>
                </a:lnTo>
                <a:lnTo>
                  <a:pt x="133271" y="129896"/>
                </a:lnTo>
                <a:lnTo>
                  <a:pt x="0" y="129896"/>
                </a:lnTo>
                <a:lnTo>
                  <a:pt x="0" y="0"/>
                </a:lnTo>
                <a:close/>
              </a:path>
            </a:pathLst>
          </a:custGeom>
          <a:solidFill xmlns:a="http://schemas.openxmlformats.org/drawingml/2006/main">
            <a:srgbClr val="98C0A5"/>
          </a:solidFill>
          <a:ln xmlns:a="http://schemas.openxmlformats.org/drawingml/2006/main" w="0" cap="flat">
            <a:noFill/>
            <a:miter/>
          </a:ln>
        </p:spPr>
      </p:sp>
      <p:sp>
        <p:nvSpPr>
          <p:cNvPr id="616" name="Vector element">
            <a:extLst xmlns:a="http://schemas.openxmlformats.org/drawingml/2006/main">
              <a:ext uri="{FF2B5EF4-FFF2-40B4-BE49-F238E27FC236}">
                <a16:creationId xmlns:a16="http://schemas.microsoft.com/office/drawing/2014/main" id="{E5F46281-3B50-4DDA-908A-AC428F174E5C}"/>
              </a:ext>
            </a:extLst>
          </p:cNvPr>
          <p:cNvSpPr>
            <a:spLocks xmlns:a="http://schemas.openxmlformats.org/drawingml/2006/main" noGrp="1"/>
          </p:cNvSpPr>
          <p:nvPr/>
        </p:nvSpPr>
        <p:spPr>
          <a:xfrm xmlns:a="http://schemas.openxmlformats.org/drawingml/2006/main">
            <a:off x="5386596" y="5247635"/>
            <a:ext cx="142773" cy="140426"/>
          </a:xfrm>
          <a:custGeom xmlns:a="http://schemas.openxmlformats.org/drawingml/2006/main">
            <a:pathLst>
              <a:path w="142773" h="140426">
                <a:moveTo>
                  <a:pt x="3641" y="253"/>
                </a:moveTo>
                <a:lnTo>
                  <a:pt x="2165" y="1012"/>
                </a:lnTo>
                <a:lnTo>
                  <a:pt x="998" y="2165"/>
                </a:lnTo>
                <a:lnTo>
                  <a:pt x="253" y="3641"/>
                </a:lnTo>
                <a:lnTo>
                  <a:pt x="0" y="5272"/>
                </a:lnTo>
                <a:lnTo>
                  <a:pt x="0" y="135154"/>
                </a:lnTo>
                <a:lnTo>
                  <a:pt x="253" y="136785"/>
                </a:lnTo>
                <a:lnTo>
                  <a:pt x="998" y="138261"/>
                </a:lnTo>
                <a:lnTo>
                  <a:pt x="2165" y="139428"/>
                </a:lnTo>
                <a:lnTo>
                  <a:pt x="3641" y="140173"/>
                </a:lnTo>
                <a:lnTo>
                  <a:pt x="5272" y="140426"/>
                </a:lnTo>
                <a:lnTo>
                  <a:pt x="137502" y="140426"/>
                </a:lnTo>
                <a:lnTo>
                  <a:pt x="139132" y="140173"/>
                </a:lnTo>
                <a:lnTo>
                  <a:pt x="140594" y="139428"/>
                </a:lnTo>
                <a:lnTo>
                  <a:pt x="141761" y="138261"/>
                </a:lnTo>
                <a:lnTo>
                  <a:pt x="142506" y="136785"/>
                </a:lnTo>
                <a:lnTo>
                  <a:pt x="142773" y="135154"/>
                </a:lnTo>
                <a:lnTo>
                  <a:pt x="142773" y="5272"/>
                </a:lnTo>
                <a:lnTo>
                  <a:pt x="142506" y="3641"/>
                </a:lnTo>
                <a:lnTo>
                  <a:pt x="141761" y="2165"/>
                </a:lnTo>
                <a:lnTo>
                  <a:pt x="140594" y="1012"/>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617" name="Vector element">
            <a:extLst xmlns:a="http://schemas.openxmlformats.org/drawingml/2006/main">
              <a:ext uri="{FF2B5EF4-FFF2-40B4-BE49-F238E27FC236}">
                <a16:creationId xmlns:a16="http://schemas.microsoft.com/office/drawing/2014/main" id="{7BB38A9C-7EE3-4E19-ACBE-4AB4756CB349}"/>
              </a:ext>
            </a:extLst>
          </p:cNvPr>
          <p:cNvSpPr>
            <a:spLocks xmlns:a="http://schemas.openxmlformats.org/drawingml/2006/main" noGrp="1"/>
          </p:cNvSpPr>
          <p:nvPr/>
        </p:nvSpPr>
        <p:spPr>
          <a:xfrm xmlns:a="http://schemas.openxmlformats.org/drawingml/2006/main">
            <a:off x="5656046" y="5252766"/>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FEE695"/>
          </a:solidFill>
          <a:ln xmlns:a="http://schemas.openxmlformats.org/drawingml/2006/main" w="0" cap="flat">
            <a:noFill/>
            <a:miter/>
          </a:ln>
        </p:spPr>
      </p:sp>
      <p:sp>
        <p:nvSpPr>
          <p:cNvPr id="618" name="Vector element">
            <a:extLst xmlns:a="http://schemas.openxmlformats.org/drawingml/2006/main">
              <a:ext uri="{FF2B5EF4-FFF2-40B4-BE49-F238E27FC236}">
                <a16:creationId xmlns:a16="http://schemas.microsoft.com/office/drawing/2014/main" id="{9EA26379-2FB6-4B73-A34C-3315FEC32F3F}"/>
              </a:ext>
            </a:extLst>
          </p:cNvPr>
          <p:cNvSpPr>
            <a:spLocks xmlns:a="http://schemas.openxmlformats.org/drawingml/2006/main" noGrp="1"/>
          </p:cNvSpPr>
          <p:nvPr/>
        </p:nvSpPr>
        <p:spPr>
          <a:xfrm xmlns:a="http://schemas.openxmlformats.org/drawingml/2006/main">
            <a:off x="5650915" y="5247635"/>
            <a:ext cx="142773" cy="140426"/>
          </a:xfrm>
          <a:custGeom xmlns:a="http://schemas.openxmlformats.org/drawingml/2006/main">
            <a:pathLst>
              <a:path w="142773" h="140426">
                <a:moveTo>
                  <a:pt x="3641" y="253"/>
                </a:moveTo>
                <a:lnTo>
                  <a:pt x="2165" y="1012"/>
                </a:lnTo>
                <a:lnTo>
                  <a:pt x="998" y="2165"/>
                </a:lnTo>
                <a:lnTo>
                  <a:pt x="253" y="3641"/>
                </a:lnTo>
                <a:lnTo>
                  <a:pt x="0" y="5272"/>
                </a:lnTo>
                <a:lnTo>
                  <a:pt x="0" y="135154"/>
                </a:lnTo>
                <a:lnTo>
                  <a:pt x="253" y="136785"/>
                </a:lnTo>
                <a:lnTo>
                  <a:pt x="998" y="138261"/>
                </a:lnTo>
                <a:lnTo>
                  <a:pt x="2165" y="139428"/>
                </a:lnTo>
                <a:lnTo>
                  <a:pt x="3641" y="140173"/>
                </a:lnTo>
                <a:lnTo>
                  <a:pt x="5272" y="140426"/>
                </a:lnTo>
                <a:lnTo>
                  <a:pt x="137502" y="140426"/>
                </a:lnTo>
                <a:lnTo>
                  <a:pt x="139132" y="140173"/>
                </a:lnTo>
                <a:lnTo>
                  <a:pt x="140594" y="139428"/>
                </a:lnTo>
                <a:lnTo>
                  <a:pt x="141761" y="138261"/>
                </a:lnTo>
                <a:lnTo>
                  <a:pt x="142506" y="136785"/>
                </a:lnTo>
                <a:lnTo>
                  <a:pt x="142773" y="135154"/>
                </a:lnTo>
                <a:lnTo>
                  <a:pt x="142773" y="5272"/>
                </a:lnTo>
                <a:lnTo>
                  <a:pt x="142506" y="3641"/>
                </a:lnTo>
                <a:lnTo>
                  <a:pt x="141761" y="2165"/>
                </a:lnTo>
                <a:lnTo>
                  <a:pt x="140594" y="1012"/>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619" name="Vector element">
            <a:extLst xmlns:a="http://schemas.openxmlformats.org/drawingml/2006/main">
              <a:ext uri="{FF2B5EF4-FFF2-40B4-BE49-F238E27FC236}">
                <a16:creationId xmlns:a16="http://schemas.microsoft.com/office/drawing/2014/main" id="{6141D64E-5D00-498A-B98F-D2E94C220E22}"/>
              </a:ext>
            </a:extLst>
          </p:cNvPr>
          <p:cNvSpPr>
            <a:spLocks xmlns:a="http://schemas.openxmlformats.org/drawingml/2006/main" noGrp="1"/>
          </p:cNvSpPr>
          <p:nvPr/>
        </p:nvSpPr>
        <p:spPr>
          <a:xfrm xmlns:a="http://schemas.openxmlformats.org/drawingml/2006/main">
            <a:off x="5787629" y="4992973"/>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95B0C8"/>
          </a:solidFill>
          <a:ln xmlns:a="http://schemas.openxmlformats.org/drawingml/2006/main" w="0" cap="flat">
            <a:noFill/>
            <a:miter/>
          </a:ln>
        </p:spPr>
      </p:sp>
      <p:sp>
        <p:nvSpPr>
          <p:cNvPr id="620" name="Vector element">
            <a:extLst xmlns:a="http://schemas.openxmlformats.org/drawingml/2006/main">
              <a:ext uri="{FF2B5EF4-FFF2-40B4-BE49-F238E27FC236}">
                <a16:creationId xmlns:a16="http://schemas.microsoft.com/office/drawing/2014/main" id="{3291EDC2-684E-4285-9788-106D1AAF2D2A}"/>
              </a:ext>
            </a:extLst>
          </p:cNvPr>
          <p:cNvSpPr>
            <a:spLocks xmlns:a="http://schemas.openxmlformats.org/drawingml/2006/main" noGrp="1"/>
          </p:cNvSpPr>
          <p:nvPr/>
        </p:nvSpPr>
        <p:spPr>
          <a:xfrm xmlns:a="http://schemas.openxmlformats.org/drawingml/2006/main">
            <a:off x="5782273" y="4987153"/>
            <a:ext cx="142773" cy="140426"/>
          </a:xfrm>
          <a:custGeom xmlns:a="http://schemas.openxmlformats.org/drawingml/2006/main">
            <a:pathLst>
              <a:path w="142773" h="140426">
                <a:moveTo>
                  <a:pt x="3641" y="253"/>
                </a:moveTo>
                <a:lnTo>
                  <a:pt x="2179" y="998"/>
                </a:lnTo>
                <a:lnTo>
                  <a:pt x="1012" y="2165"/>
                </a:lnTo>
                <a:lnTo>
                  <a:pt x="253" y="3641"/>
                </a:lnTo>
                <a:lnTo>
                  <a:pt x="0" y="5272"/>
                </a:lnTo>
                <a:lnTo>
                  <a:pt x="0" y="135154"/>
                </a:lnTo>
                <a:lnTo>
                  <a:pt x="253" y="136785"/>
                </a:lnTo>
                <a:lnTo>
                  <a:pt x="1012" y="138247"/>
                </a:lnTo>
                <a:lnTo>
                  <a:pt x="2179" y="139414"/>
                </a:lnTo>
                <a:lnTo>
                  <a:pt x="3641" y="140173"/>
                </a:lnTo>
                <a:lnTo>
                  <a:pt x="5272" y="140426"/>
                </a:lnTo>
                <a:lnTo>
                  <a:pt x="137502" y="140426"/>
                </a:lnTo>
                <a:lnTo>
                  <a:pt x="139132" y="140173"/>
                </a:lnTo>
                <a:lnTo>
                  <a:pt x="140594" y="139414"/>
                </a:lnTo>
                <a:lnTo>
                  <a:pt x="141761" y="138247"/>
                </a:lnTo>
                <a:lnTo>
                  <a:pt x="142520" y="136785"/>
                </a:lnTo>
                <a:lnTo>
                  <a:pt x="142773" y="135154"/>
                </a:lnTo>
                <a:lnTo>
                  <a:pt x="142773" y="5272"/>
                </a:lnTo>
                <a:lnTo>
                  <a:pt x="142520" y="3641"/>
                </a:lnTo>
                <a:lnTo>
                  <a:pt x="141761" y="2165"/>
                </a:lnTo>
                <a:lnTo>
                  <a:pt x="140594" y="998"/>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621" name="Vector element">
            <a:extLst xmlns:a="http://schemas.openxmlformats.org/drawingml/2006/main">
              <a:ext uri="{FF2B5EF4-FFF2-40B4-BE49-F238E27FC236}">
                <a16:creationId xmlns:a16="http://schemas.microsoft.com/office/drawing/2014/main" id="{9CEE7D13-B0A8-4BCA-92E5-A72657649A1B}"/>
              </a:ext>
            </a:extLst>
          </p:cNvPr>
          <p:cNvSpPr>
            <a:spLocks xmlns:a="http://schemas.openxmlformats.org/drawingml/2006/main" noGrp="1"/>
          </p:cNvSpPr>
          <p:nvPr/>
        </p:nvSpPr>
        <p:spPr>
          <a:xfrm xmlns:a="http://schemas.openxmlformats.org/drawingml/2006/main">
            <a:off x="5787629" y="5124557"/>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D4F4F2"/>
          </a:solidFill>
          <a:ln xmlns:a="http://schemas.openxmlformats.org/drawingml/2006/main" w="0" cap="flat">
            <a:noFill/>
            <a:miter/>
          </a:ln>
        </p:spPr>
      </p:sp>
      <p:sp>
        <p:nvSpPr>
          <p:cNvPr id="622" name="Vector element">
            <a:extLst xmlns:a="http://schemas.openxmlformats.org/drawingml/2006/main">
              <a:ext uri="{FF2B5EF4-FFF2-40B4-BE49-F238E27FC236}">
                <a16:creationId xmlns:a16="http://schemas.microsoft.com/office/drawing/2014/main" id="{5FEF8958-D41B-40A8-98FE-51423E7C4B55}"/>
              </a:ext>
            </a:extLst>
          </p:cNvPr>
          <p:cNvSpPr>
            <a:spLocks xmlns:a="http://schemas.openxmlformats.org/drawingml/2006/main" noGrp="1"/>
          </p:cNvSpPr>
          <p:nvPr/>
        </p:nvSpPr>
        <p:spPr>
          <a:xfrm xmlns:a="http://schemas.openxmlformats.org/drawingml/2006/main">
            <a:off x="5782273" y="5118624"/>
            <a:ext cx="142773" cy="140426"/>
          </a:xfrm>
          <a:custGeom xmlns:a="http://schemas.openxmlformats.org/drawingml/2006/main">
            <a:pathLst>
              <a:path w="142773" h="140426">
                <a:moveTo>
                  <a:pt x="3641" y="253"/>
                </a:moveTo>
                <a:lnTo>
                  <a:pt x="2179" y="998"/>
                </a:lnTo>
                <a:lnTo>
                  <a:pt x="1012" y="2165"/>
                </a:lnTo>
                <a:lnTo>
                  <a:pt x="253" y="3641"/>
                </a:lnTo>
                <a:lnTo>
                  <a:pt x="0" y="5272"/>
                </a:lnTo>
                <a:lnTo>
                  <a:pt x="0" y="135154"/>
                </a:lnTo>
                <a:lnTo>
                  <a:pt x="253" y="136785"/>
                </a:lnTo>
                <a:lnTo>
                  <a:pt x="1012" y="138247"/>
                </a:lnTo>
                <a:lnTo>
                  <a:pt x="2179" y="139414"/>
                </a:lnTo>
                <a:lnTo>
                  <a:pt x="3641" y="140173"/>
                </a:lnTo>
                <a:lnTo>
                  <a:pt x="5272" y="140426"/>
                </a:lnTo>
                <a:lnTo>
                  <a:pt x="137502" y="140426"/>
                </a:lnTo>
                <a:lnTo>
                  <a:pt x="139132" y="140173"/>
                </a:lnTo>
                <a:lnTo>
                  <a:pt x="140594" y="139414"/>
                </a:lnTo>
                <a:lnTo>
                  <a:pt x="141761" y="138247"/>
                </a:lnTo>
                <a:lnTo>
                  <a:pt x="142520" y="136785"/>
                </a:lnTo>
                <a:lnTo>
                  <a:pt x="142773" y="135154"/>
                </a:lnTo>
                <a:lnTo>
                  <a:pt x="142773" y="5272"/>
                </a:lnTo>
                <a:lnTo>
                  <a:pt x="142520" y="3641"/>
                </a:lnTo>
                <a:lnTo>
                  <a:pt x="141761" y="2165"/>
                </a:lnTo>
                <a:lnTo>
                  <a:pt x="140594" y="998"/>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623" name="Vector element">
            <a:extLst xmlns:a="http://schemas.openxmlformats.org/drawingml/2006/main">
              <a:ext uri="{FF2B5EF4-FFF2-40B4-BE49-F238E27FC236}">
                <a16:creationId xmlns:a16="http://schemas.microsoft.com/office/drawing/2014/main" id="{499028D8-FE66-4AC0-A1B6-40C03A6FB5DF}"/>
              </a:ext>
            </a:extLst>
          </p:cNvPr>
          <p:cNvSpPr>
            <a:spLocks xmlns:a="http://schemas.openxmlformats.org/drawingml/2006/main" noGrp="1"/>
          </p:cNvSpPr>
          <p:nvPr/>
        </p:nvSpPr>
        <p:spPr>
          <a:xfrm xmlns:a="http://schemas.openxmlformats.org/drawingml/2006/main">
            <a:off x="5787629" y="5252766"/>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91ACE0"/>
          </a:solidFill>
          <a:ln xmlns:a="http://schemas.openxmlformats.org/drawingml/2006/main" w="0" cap="flat">
            <a:noFill/>
            <a:miter/>
          </a:ln>
        </p:spPr>
      </p:sp>
      <p:sp>
        <p:nvSpPr>
          <p:cNvPr id="624" name="Vector element">
            <a:extLst xmlns:a="http://schemas.openxmlformats.org/drawingml/2006/main">
              <a:ext uri="{FF2B5EF4-FFF2-40B4-BE49-F238E27FC236}">
                <a16:creationId xmlns:a16="http://schemas.microsoft.com/office/drawing/2014/main" id="{45AAA069-740E-40BB-834E-7775D839EA26}"/>
              </a:ext>
            </a:extLst>
          </p:cNvPr>
          <p:cNvSpPr>
            <a:spLocks xmlns:a="http://schemas.openxmlformats.org/drawingml/2006/main" noGrp="1"/>
          </p:cNvSpPr>
          <p:nvPr/>
        </p:nvSpPr>
        <p:spPr>
          <a:xfrm xmlns:a="http://schemas.openxmlformats.org/drawingml/2006/main">
            <a:off x="5782273" y="5247635"/>
            <a:ext cx="142773" cy="140426"/>
          </a:xfrm>
          <a:custGeom xmlns:a="http://schemas.openxmlformats.org/drawingml/2006/main">
            <a:pathLst>
              <a:path w="142773" h="140426">
                <a:moveTo>
                  <a:pt x="3641" y="253"/>
                </a:moveTo>
                <a:lnTo>
                  <a:pt x="2179" y="1012"/>
                </a:lnTo>
                <a:lnTo>
                  <a:pt x="1012" y="2165"/>
                </a:lnTo>
                <a:lnTo>
                  <a:pt x="253" y="3641"/>
                </a:lnTo>
                <a:lnTo>
                  <a:pt x="0" y="5272"/>
                </a:lnTo>
                <a:lnTo>
                  <a:pt x="0" y="135154"/>
                </a:lnTo>
                <a:lnTo>
                  <a:pt x="253" y="136785"/>
                </a:lnTo>
                <a:lnTo>
                  <a:pt x="1012" y="138261"/>
                </a:lnTo>
                <a:lnTo>
                  <a:pt x="2179" y="139428"/>
                </a:lnTo>
                <a:lnTo>
                  <a:pt x="3641" y="140173"/>
                </a:lnTo>
                <a:lnTo>
                  <a:pt x="5272" y="140426"/>
                </a:lnTo>
                <a:lnTo>
                  <a:pt x="137502" y="140426"/>
                </a:lnTo>
                <a:lnTo>
                  <a:pt x="139132" y="140173"/>
                </a:lnTo>
                <a:lnTo>
                  <a:pt x="140594" y="139428"/>
                </a:lnTo>
                <a:lnTo>
                  <a:pt x="141761" y="138261"/>
                </a:lnTo>
                <a:lnTo>
                  <a:pt x="142520" y="136785"/>
                </a:lnTo>
                <a:lnTo>
                  <a:pt x="142773" y="135154"/>
                </a:lnTo>
                <a:lnTo>
                  <a:pt x="142773" y="5272"/>
                </a:lnTo>
                <a:lnTo>
                  <a:pt x="142520" y="3641"/>
                </a:lnTo>
                <a:lnTo>
                  <a:pt x="141761" y="2165"/>
                </a:lnTo>
                <a:lnTo>
                  <a:pt x="140594" y="1012"/>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625" name="Vector element">
            <a:extLst xmlns:a="http://schemas.openxmlformats.org/drawingml/2006/main">
              <a:ext uri="{FF2B5EF4-FFF2-40B4-BE49-F238E27FC236}">
                <a16:creationId xmlns:a16="http://schemas.microsoft.com/office/drawing/2014/main" id="{DC46897C-06D8-42C8-89BD-951F403E17E4}"/>
              </a:ext>
            </a:extLst>
          </p:cNvPr>
          <p:cNvSpPr>
            <a:spLocks xmlns:a="http://schemas.openxmlformats.org/drawingml/2006/main" noGrp="1"/>
          </p:cNvSpPr>
          <p:nvPr/>
        </p:nvSpPr>
        <p:spPr>
          <a:xfrm xmlns:a="http://schemas.openxmlformats.org/drawingml/2006/main">
            <a:off x="5787629" y="5382662"/>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D4F4F2"/>
          </a:solidFill>
          <a:ln xmlns:a="http://schemas.openxmlformats.org/drawingml/2006/main" w="0" cap="flat">
            <a:noFill/>
            <a:miter/>
          </a:ln>
        </p:spPr>
      </p:sp>
      <p:sp>
        <p:nvSpPr>
          <p:cNvPr id="626" name="Vector element">
            <a:extLst xmlns:a="http://schemas.openxmlformats.org/drawingml/2006/main">
              <a:ext uri="{FF2B5EF4-FFF2-40B4-BE49-F238E27FC236}">
                <a16:creationId xmlns:a16="http://schemas.microsoft.com/office/drawing/2014/main" id="{B5F9129F-12C1-49D8-80F9-1039F3BCCFDC}"/>
              </a:ext>
            </a:extLst>
          </p:cNvPr>
          <p:cNvSpPr>
            <a:spLocks xmlns:a="http://schemas.openxmlformats.org/drawingml/2006/main" noGrp="1"/>
          </p:cNvSpPr>
          <p:nvPr/>
        </p:nvSpPr>
        <p:spPr>
          <a:xfrm xmlns:a="http://schemas.openxmlformats.org/drawingml/2006/main">
            <a:off x="5782273" y="5377405"/>
            <a:ext cx="142773" cy="140426"/>
          </a:xfrm>
          <a:custGeom xmlns:a="http://schemas.openxmlformats.org/drawingml/2006/main">
            <a:pathLst>
              <a:path w="142773" h="140426">
                <a:moveTo>
                  <a:pt x="3641" y="253"/>
                </a:moveTo>
                <a:lnTo>
                  <a:pt x="2179" y="998"/>
                </a:lnTo>
                <a:lnTo>
                  <a:pt x="1012" y="2165"/>
                </a:lnTo>
                <a:lnTo>
                  <a:pt x="253" y="3641"/>
                </a:lnTo>
                <a:lnTo>
                  <a:pt x="0" y="5272"/>
                </a:lnTo>
                <a:lnTo>
                  <a:pt x="0" y="135154"/>
                </a:lnTo>
                <a:lnTo>
                  <a:pt x="253" y="136785"/>
                </a:lnTo>
                <a:lnTo>
                  <a:pt x="1012" y="138247"/>
                </a:lnTo>
                <a:lnTo>
                  <a:pt x="2179" y="139414"/>
                </a:lnTo>
                <a:lnTo>
                  <a:pt x="3641" y="140173"/>
                </a:lnTo>
                <a:lnTo>
                  <a:pt x="5272" y="140426"/>
                </a:lnTo>
                <a:lnTo>
                  <a:pt x="137502" y="140426"/>
                </a:lnTo>
                <a:lnTo>
                  <a:pt x="139132" y="140173"/>
                </a:lnTo>
                <a:lnTo>
                  <a:pt x="140594" y="139414"/>
                </a:lnTo>
                <a:lnTo>
                  <a:pt x="141761" y="138247"/>
                </a:lnTo>
                <a:lnTo>
                  <a:pt x="142520" y="136785"/>
                </a:lnTo>
                <a:lnTo>
                  <a:pt x="142773" y="135154"/>
                </a:lnTo>
                <a:lnTo>
                  <a:pt x="142773" y="5272"/>
                </a:lnTo>
                <a:lnTo>
                  <a:pt x="142520" y="3641"/>
                </a:lnTo>
                <a:lnTo>
                  <a:pt x="141761" y="2165"/>
                </a:lnTo>
                <a:lnTo>
                  <a:pt x="140594" y="998"/>
                </a:lnTo>
                <a:lnTo>
                  <a:pt x="139132" y="253"/>
                </a:lnTo>
                <a:lnTo>
                  <a:pt x="137502" y="0"/>
                </a:lnTo>
                <a:lnTo>
                  <a:pt x="5272" y="0"/>
                </a:lnTo>
                <a:lnTo>
                  <a:pt x="3641" y="253"/>
                </a:lnTo>
                <a:close/>
                <a:moveTo>
                  <a:pt x="132230" y="129882"/>
                </a:moveTo>
                <a:lnTo>
                  <a:pt x="10544" y="129882"/>
                </a:lnTo>
                <a:lnTo>
                  <a:pt x="10544" y="10544"/>
                </a:lnTo>
                <a:lnTo>
                  <a:pt x="132230" y="10544"/>
                </a:lnTo>
                <a:lnTo>
                  <a:pt x="132230" y="129882"/>
                </a:lnTo>
                <a:close/>
              </a:path>
            </a:pathLst>
          </a:custGeom>
          <a:solidFill xmlns:a="http://schemas.openxmlformats.org/drawingml/2006/main">
            <a:srgbClr val="000000"/>
          </a:solidFill>
          <a:ln xmlns:a="http://schemas.openxmlformats.org/drawingml/2006/main" w="0" cap="flat">
            <a:noFill/>
            <a:miter/>
          </a:ln>
        </p:spPr>
      </p:sp>
      <p:sp>
        <p:nvSpPr>
          <p:cNvPr id="627" name="Vector element">
            <a:extLst xmlns:a="http://schemas.openxmlformats.org/drawingml/2006/main">
              <a:ext uri="{FF2B5EF4-FFF2-40B4-BE49-F238E27FC236}">
                <a16:creationId xmlns:a16="http://schemas.microsoft.com/office/drawing/2014/main" id="{CB173A73-D9A7-41DF-8D7D-3EFD9EBB3F95}"/>
              </a:ext>
            </a:extLst>
          </p:cNvPr>
          <p:cNvSpPr>
            <a:spLocks xmlns:a="http://schemas.openxmlformats.org/drawingml/2006/main" noGrp="1"/>
          </p:cNvSpPr>
          <p:nvPr/>
        </p:nvSpPr>
        <p:spPr>
          <a:xfrm xmlns:a="http://schemas.openxmlformats.org/drawingml/2006/main">
            <a:off x="5259609" y="4992973"/>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CC7069"/>
          </a:solidFill>
          <a:ln xmlns:a="http://schemas.openxmlformats.org/drawingml/2006/main" w="0" cap="flat">
            <a:noFill/>
            <a:miter/>
          </a:ln>
        </p:spPr>
      </p:sp>
      <p:sp>
        <p:nvSpPr>
          <p:cNvPr id="628" name="Vector element">
            <a:extLst xmlns:a="http://schemas.openxmlformats.org/drawingml/2006/main">
              <a:ext uri="{FF2B5EF4-FFF2-40B4-BE49-F238E27FC236}">
                <a16:creationId xmlns:a16="http://schemas.microsoft.com/office/drawing/2014/main" id="{FF0DA4C5-F533-4804-B623-6FDA3535ABA7}"/>
              </a:ext>
            </a:extLst>
          </p:cNvPr>
          <p:cNvSpPr>
            <a:spLocks xmlns:a="http://schemas.openxmlformats.org/drawingml/2006/main" noGrp="1"/>
          </p:cNvSpPr>
          <p:nvPr/>
        </p:nvSpPr>
        <p:spPr>
          <a:xfrm xmlns:a="http://schemas.openxmlformats.org/drawingml/2006/main">
            <a:off x="5253775" y="4987139"/>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629" name="Vector element">
            <a:extLst xmlns:a="http://schemas.openxmlformats.org/drawingml/2006/main">
              <a:ext uri="{FF2B5EF4-FFF2-40B4-BE49-F238E27FC236}">
                <a16:creationId xmlns:a16="http://schemas.microsoft.com/office/drawing/2014/main" id="{D38593CE-9D2E-41B0-B3BB-3A2594D96C1B}"/>
              </a:ext>
            </a:extLst>
          </p:cNvPr>
          <p:cNvSpPr>
            <a:spLocks xmlns:a="http://schemas.openxmlformats.org/drawingml/2006/main" noGrp="1"/>
          </p:cNvSpPr>
          <p:nvPr/>
        </p:nvSpPr>
        <p:spPr>
          <a:xfrm xmlns:a="http://schemas.openxmlformats.org/drawingml/2006/main">
            <a:off x="5259609" y="5124557"/>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418AC0"/>
          </a:solidFill>
          <a:ln xmlns:a="http://schemas.openxmlformats.org/drawingml/2006/main" w="0" cap="flat">
            <a:noFill/>
            <a:miter/>
          </a:ln>
        </p:spPr>
      </p:sp>
      <p:sp>
        <p:nvSpPr>
          <p:cNvPr id="630" name="Vector element">
            <a:extLst xmlns:a="http://schemas.openxmlformats.org/drawingml/2006/main">
              <a:ext uri="{FF2B5EF4-FFF2-40B4-BE49-F238E27FC236}">
                <a16:creationId xmlns:a16="http://schemas.microsoft.com/office/drawing/2014/main" id="{34E10FCF-D992-468E-BDE0-D2A9C9598535}"/>
              </a:ext>
            </a:extLst>
          </p:cNvPr>
          <p:cNvSpPr>
            <a:spLocks xmlns:a="http://schemas.openxmlformats.org/drawingml/2006/main" noGrp="1"/>
          </p:cNvSpPr>
          <p:nvPr/>
        </p:nvSpPr>
        <p:spPr>
          <a:xfrm xmlns:a="http://schemas.openxmlformats.org/drawingml/2006/main">
            <a:off x="5253775" y="5118582"/>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631" name="Vector element">
            <a:extLst xmlns:a="http://schemas.openxmlformats.org/drawingml/2006/main">
              <a:ext uri="{FF2B5EF4-FFF2-40B4-BE49-F238E27FC236}">
                <a16:creationId xmlns:a16="http://schemas.microsoft.com/office/drawing/2014/main" id="{62385F0C-6CD5-480D-ADE1-C04A602DDBD1}"/>
              </a:ext>
            </a:extLst>
          </p:cNvPr>
          <p:cNvSpPr>
            <a:spLocks xmlns:a="http://schemas.openxmlformats.org/drawingml/2006/main" noGrp="1"/>
          </p:cNvSpPr>
          <p:nvPr/>
        </p:nvSpPr>
        <p:spPr>
          <a:xfrm xmlns:a="http://schemas.openxmlformats.org/drawingml/2006/main">
            <a:off x="5259609" y="5252766"/>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FFF2CA"/>
          </a:solidFill>
          <a:ln xmlns:a="http://schemas.openxmlformats.org/drawingml/2006/main" w="0" cap="flat">
            <a:noFill/>
            <a:miter/>
          </a:ln>
        </p:spPr>
      </p:sp>
      <p:sp>
        <p:nvSpPr>
          <p:cNvPr id="632" name="Vector element">
            <a:extLst xmlns:a="http://schemas.openxmlformats.org/drawingml/2006/main">
              <a:ext uri="{FF2B5EF4-FFF2-40B4-BE49-F238E27FC236}">
                <a16:creationId xmlns:a16="http://schemas.microsoft.com/office/drawing/2014/main" id="{4C49DF2A-4A65-4FE9-BEBA-7D784B503F64}"/>
              </a:ext>
            </a:extLst>
          </p:cNvPr>
          <p:cNvSpPr>
            <a:spLocks xmlns:a="http://schemas.openxmlformats.org/drawingml/2006/main" noGrp="1"/>
          </p:cNvSpPr>
          <p:nvPr/>
        </p:nvSpPr>
        <p:spPr>
          <a:xfrm xmlns:a="http://schemas.openxmlformats.org/drawingml/2006/main">
            <a:off x="5253775" y="5247916"/>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633" name="Vector element">
            <a:extLst xmlns:a="http://schemas.openxmlformats.org/drawingml/2006/main">
              <a:ext uri="{FF2B5EF4-FFF2-40B4-BE49-F238E27FC236}">
                <a16:creationId xmlns:a16="http://schemas.microsoft.com/office/drawing/2014/main" id="{72B00A45-8E56-4824-B5A6-4FE43B97D86B}"/>
              </a:ext>
            </a:extLst>
          </p:cNvPr>
          <p:cNvSpPr>
            <a:spLocks xmlns:a="http://schemas.openxmlformats.org/drawingml/2006/main" noGrp="1"/>
          </p:cNvSpPr>
          <p:nvPr/>
        </p:nvSpPr>
        <p:spPr>
          <a:xfrm xmlns:a="http://schemas.openxmlformats.org/drawingml/2006/main">
            <a:off x="5259609" y="5382662"/>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F8CDAC"/>
          </a:solidFill>
          <a:ln xmlns:a="http://schemas.openxmlformats.org/drawingml/2006/main" w="0" cap="flat">
            <a:noFill/>
            <a:miter/>
          </a:ln>
        </p:spPr>
      </p:sp>
      <p:sp>
        <p:nvSpPr>
          <p:cNvPr id="634" name="Vector element">
            <a:extLst xmlns:a="http://schemas.openxmlformats.org/drawingml/2006/main">
              <a:ext uri="{FF2B5EF4-FFF2-40B4-BE49-F238E27FC236}">
                <a16:creationId xmlns:a16="http://schemas.microsoft.com/office/drawing/2014/main" id="{3C8F7C62-3941-4482-8E85-FE6EE1D47D78}"/>
              </a:ext>
            </a:extLst>
          </p:cNvPr>
          <p:cNvSpPr>
            <a:spLocks xmlns:a="http://schemas.openxmlformats.org/drawingml/2006/main" noGrp="1"/>
          </p:cNvSpPr>
          <p:nvPr/>
        </p:nvSpPr>
        <p:spPr>
          <a:xfrm xmlns:a="http://schemas.openxmlformats.org/drawingml/2006/main">
            <a:off x="5253775" y="5377953"/>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635" name="Vector element">
            <a:extLst xmlns:a="http://schemas.openxmlformats.org/drawingml/2006/main">
              <a:ext uri="{FF2B5EF4-FFF2-40B4-BE49-F238E27FC236}">
                <a16:creationId xmlns:a16="http://schemas.microsoft.com/office/drawing/2014/main" id="{103790E4-FB96-487B-8316-F82C016A569C}"/>
              </a:ext>
            </a:extLst>
          </p:cNvPr>
          <p:cNvSpPr>
            <a:spLocks xmlns:a="http://schemas.openxmlformats.org/drawingml/2006/main" noGrp="1"/>
          </p:cNvSpPr>
          <p:nvPr/>
        </p:nvSpPr>
        <p:spPr>
          <a:xfrm xmlns:a="http://schemas.openxmlformats.org/drawingml/2006/main">
            <a:off x="5391193" y="5382662"/>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FFF2CA"/>
          </a:solidFill>
          <a:ln xmlns:a="http://schemas.openxmlformats.org/drawingml/2006/main" w="0" cap="flat">
            <a:noFill/>
            <a:miter/>
          </a:ln>
        </p:spPr>
      </p:sp>
      <p:sp>
        <p:nvSpPr>
          <p:cNvPr id="636" name="Vector element">
            <a:extLst xmlns:a="http://schemas.openxmlformats.org/drawingml/2006/main">
              <a:ext uri="{FF2B5EF4-FFF2-40B4-BE49-F238E27FC236}">
                <a16:creationId xmlns:a16="http://schemas.microsoft.com/office/drawing/2014/main" id="{C59D3B4B-4665-4CEB-A957-2841A2D4AFA6}"/>
              </a:ext>
            </a:extLst>
          </p:cNvPr>
          <p:cNvSpPr>
            <a:spLocks xmlns:a="http://schemas.openxmlformats.org/drawingml/2006/main" noGrp="1"/>
          </p:cNvSpPr>
          <p:nvPr/>
        </p:nvSpPr>
        <p:spPr>
          <a:xfrm xmlns:a="http://schemas.openxmlformats.org/drawingml/2006/main">
            <a:off x="5385921" y="5377953"/>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637" name="Vector element">
            <a:extLst xmlns:a="http://schemas.openxmlformats.org/drawingml/2006/main">
              <a:ext uri="{FF2B5EF4-FFF2-40B4-BE49-F238E27FC236}">
                <a16:creationId xmlns:a16="http://schemas.microsoft.com/office/drawing/2014/main" id="{83B031BE-D821-48FD-BAEB-717790C124F1}"/>
              </a:ext>
            </a:extLst>
          </p:cNvPr>
          <p:cNvSpPr>
            <a:spLocks xmlns:a="http://schemas.openxmlformats.org/drawingml/2006/main" noGrp="1"/>
          </p:cNvSpPr>
          <p:nvPr/>
        </p:nvSpPr>
        <p:spPr>
          <a:xfrm xmlns:a="http://schemas.openxmlformats.org/drawingml/2006/main">
            <a:off x="5524463" y="5382662"/>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418AC0"/>
          </a:solidFill>
          <a:ln xmlns:a="http://schemas.openxmlformats.org/drawingml/2006/main" w="0" cap="flat">
            <a:noFill/>
            <a:miter/>
          </a:ln>
        </p:spPr>
      </p:sp>
      <p:sp>
        <p:nvSpPr>
          <p:cNvPr id="638" name="Vector element">
            <a:extLst xmlns:a="http://schemas.openxmlformats.org/drawingml/2006/main">
              <a:ext uri="{FF2B5EF4-FFF2-40B4-BE49-F238E27FC236}">
                <a16:creationId xmlns:a16="http://schemas.microsoft.com/office/drawing/2014/main" id="{209C1E47-6BAD-4BD5-B674-13CA5BCA0143}"/>
              </a:ext>
            </a:extLst>
          </p:cNvPr>
          <p:cNvSpPr>
            <a:spLocks xmlns:a="http://schemas.openxmlformats.org/drawingml/2006/main" noGrp="1"/>
          </p:cNvSpPr>
          <p:nvPr/>
        </p:nvSpPr>
        <p:spPr>
          <a:xfrm xmlns:a="http://schemas.openxmlformats.org/drawingml/2006/main">
            <a:off x="5518769" y="5377953"/>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639" name="Vector element">
            <a:extLst xmlns:a="http://schemas.openxmlformats.org/drawingml/2006/main">
              <a:ext uri="{FF2B5EF4-FFF2-40B4-BE49-F238E27FC236}">
                <a16:creationId xmlns:a16="http://schemas.microsoft.com/office/drawing/2014/main" id="{B7A64C2F-1FF8-41DD-9F21-E03F81B0DB53}"/>
              </a:ext>
            </a:extLst>
          </p:cNvPr>
          <p:cNvSpPr>
            <a:spLocks xmlns:a="http://schemas.openxmlformats.org/drawingml/2006/main" noGrp="1"/>
          </p:cNvSpPr>
          <p:nvPr/>
        </p:nvSpPr>
        <p:spPr>
          <a:xfrm xmlns:a="http://schemas.openxmlformats.org/drawingml/2006/main">
            <a:off x="5656046" y="5382662"/>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EF949E"/>
          </a:solidFill>
          <a:ln xmlns:a="http://schemas.openxmlformats.org/drawingml/2006/main" w="0" cap="flat">
            <a:noFill/>
            <a:miter/>
          </a:ln>
        </p:spPr>
      </p:sp>
      <p:sp>
        <p:nvSpPr>
          <p:cNvPr id="640" name="Vector element">
            <a:extLst xmlns:a="http://schemas.openxmlformats.org/drawingml/2006/main">
              <a:ext uri="{FF2B5EF4-FFF2-40B4-BE49-F238E27FC236}">
                <a16:creationId xmlns:a16="http://schemas.microsoft.com/office/drawing/2014/main" id="{56B968EE-723D-47BC-BCDB-F132828045F3}"/>
              </a:ext>
            </a:extLst>
          </p:cNvPr>
          <p:cNvSpPr>
            <a:spLocks xmlns:a="http://schemas.openxmlformats.org/drawingml/2006/main" noGrp="1"/>
          </p:cNvSpPr>
          <p:nvPr/>
        </p:nvSpPr>
        <p:spPr>
          <a:xfrm xmlns:a="http://schemas.openxmlformats.org/drawingml/2006/main">
            <a:off x="5650915" y="5377953"/>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641" name="Vector element">
            <a:extLst xmlns:a="http://schemas.openxmlformats.org/drawingml/2006/main">
              <a:ext uri="{FF2B5EF4-FFF2-40B4-BE49-F238E27FC236}">
                <a16:creationId xmlns:a16="http://schemas.microsoft.com/office/drawing/2014/main" id="{E1A55C6B-3B81-4A12-A334-4735EF4B0305}"/>
              </a:ext>
            </a:extLst>
          </p:cNvPr>
          <p:cNvSpPr>
            <a:spLocks xmlns:a="http://schemas.openxmlformats.org/drawingml/2006/main" noGrp="1"/>
          </p:cNvSpPr>
          <p:nvPr/>
        </p:nvSpPr>
        <p:spPr>
          <a:xfrm xmlns:a="http://schemas.openxmlformats.org/drawingml/2006/main">
            <a:off x="5259609" y="5509185"/>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8277A0"/>
          </a:solidFill>
          <a:ln xmlns:a="http://schemas.openxmlformats.org/drawingml/2006/main" w="0" cap="flat">
            <a:noFill/>
            <a:miter/>
          </a:ln>
        </p:spPr>
      </p:sp>
      <p:sp>
        <p:nvSpPr>
          <p:cNvPr id="642" name="Vector element">
            <a:extLst xmlns:a="http://schemas.openxmlformats.org/drawingml/2006/main">
              <a:ext uri="{FF2B5EF4-FFF2-40B4-BE49-F238E27FC236}">
                <a16:creationId xmlns:a16="http://schemas.microsoft.com/office/drawing/2014/main" id="{D0E72C86-DC22-47E1-8161-4B5331844FAF}"/>
              </a:ext>
            </a:extLst>
          </p:cNvPr>
          <p:cNvSpPr>
            <a:spLocks xmlns:a="http://schemas.openxmlformats.org/drawingml/2006/main" noGrp="1"/>
          </p:cNvSpPr>
          <p:nvPr/>
        </p:nvSpPr>
        <p:spPr>
          <a:xfrm xmlns:a="http://schemas.openxmlformats.org/drawingml/2006/main">
            <a:off x="5253775" y="5503772"/>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643" name="Vector element">
            <a:extLst xmlns:a="http://schemas.openxmlformats.org/drawingml/2006/main">
              <a:ext uri="{FF2B5EF4-FFF2-40B4-BE49-F238E27FC236}">
                <a16:creationId xmlns:a16="http://schemas.microsoft.com/office/drawing/2014/main" id="{561F330B-7FC2-451B-867B-F0F9223C777C}"/>
              </a:ext>
            </a:extLst>
          </p:cNvPr>
          <p:cNvSpPr>
            <a:spLocks xmlns:a="http://schemas.openxmlformats.org/drawingml/2006/main" noGrp="1"/>
          </p:cNvSpPr>
          <p:nvPr/>
        </p:nvSpPr>
        <p:spPr>
          <a:xfrm xmlns:a="http://schemas.openxmlformats.org/drawingml/2006/main">
            <a:off x="5391193" y="5509185"/>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E3F2D9"/>
          </a:solidFill>
          <a:ln xmlns:a="http://schemas.openxmlformats.org/drawingml/2006/main" w="0" cap="flat">
            <a:noFill/>
            <a:miter/>
          </a:ln>
        </p:spPr>
      </p:sp>
      <p:sp>
        <p:nvSpPr>
          <p:cNvPr id="644" name="Vector element">
            <a:extLst xmlns:a="http://schemas.openxmlformats.org/drawingml/2006/main">
              <a:ext uri="{FF2B5EF4-FFF2-40B4-BE49-F238E27FC236}">
                <a16:creationId xmlns:a16="http://schemas.microsoft.com/office/drawing/2014/main" id="{F24F7939-89A5-4AE3-BBB7-3CEB9D49CAA7}"/>
              </a:ext>
            </a:extLst>
          </p:cNvPr>
          <p:cNvSpPr>
            <a:spLocks xmlns:a="http://schemas.openxmlformats.org/drawingml/2006/main" noGrp="1"/>
          </p:cNvSpPr>
          <p:nvPr/>
        </p:nvSpPr>
        <p:spPr>
          <a:xfrm xmlns:a="http://schemas.openxmlformats.org/drawingml/2006/main">
            <a:off x="5385921" y="5503772"/>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645" name="Vector element">
            <a:extLst xmlns:a="http://schemas.openxmlformats.org/drawingml/2006/main">
              <a:ext uri="{FF2B5EF4-FFF2-40B4-BE49-F238E27FC236}">
                <a16:creationId xmlns:a16="http://schemas.microsoft.com/office/drawing/2014/main" id="{117C5863-7105-4532-BE72-D950CC567C26}"/>
              </a:ext>
            </a:extLst>
          </p:cNvPr>
          <p:cNvSpPr>
            <a:spLocks xmlns:a="http://schemas.openxmlformats.org/drawingml/2006/main" noGrp="1"/>
          </p:cNvSpPr>
          <p:nvPr/>
        </p:nvSpPr>
        <p:spPr>
          <a:xfrm xmlns:a="http://schemas.openxmlformats.org/drawingml/2006/main">
            <a:off x="5524463" y="5509185"/>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FEE695"/>
          </a:solidFill>
          <a:ln xmlns:a="http://schemas.openxmlformats.org/drawingml/2006/main" w="0" cap="flat">
            <a:noFill/>
            <a:miter/>
          </a:ln>
        </p:spPr>
      </p:sp>
      <p:sp>
        <p:nvSpPr>
          <p:cNvPr id="646" name="Vector element">
            <a:extLst xmlns:a="http://schemas.openxmlformats.org/drawingml/2006/main">
              <a:ext uri="{FF2B5EF4-FFF2-40B4-BE49-F238E27FC236}">
                <a16:creationId xmlns:a16="http://schemas.microsoft.com/office/drawing/2014/main" id="{FD664F89-683D-4BC5-98CC-27CF87499356}"/>
              </a:ext>
            </a:extLst>
          </p:cNvPr>
          <p:cNvSpPr>
            <a:spLocks xmlns:a="http://schemas.openxmlformats.org/drawingml/2006/main" noGrp="1"/>
          </p:cNvSpPr>
          <p:nvPr/>
        </p:nvSpPr>
        <p:spPr>
          <a:xfrm xmlns:a="http://schemas.openxmlformats.org/drawingml/2006/main">
            <a:off x="5518769" y="5503772"/>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647" name="Vector element">
            <a:extLst xmlns:a="http://schemas.openxmlformats.org/drawingml/2006/main">
              <a:ext uri="{FF2B5EF4-FFF2-40B4-BE49-F238E27FC236}">
                <a16:creationId xmlns:a16="http://schemas.microsoft.com/office/drawing/2014/main" id="{11C3AB67-6F04-4B70-9DE8-82D5C4F3B76A}"/>
              </a:ext>
            </a:extLst>
          </p:cNvPr>
          <p:cNvSpPr>
            <a:spLocks xmlns:a="http://schemas.openxmlformats.org/drawingml/2006/main" noGrp="1"/>
          </p:cNvSpPr>
          <p:nvPr/>
        </p:nvSpPr>
        <p:spPr>
          <a:xfrm xmlns:a="http://schemas.openxmlformats.org/drawingml/2006/main">
            <a:off x="5656046" y="5509185"/>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FEE695"/>
          </a:solidFill>
          <a:ln xmlns:a="http://schemas.openxmlformats.org/drawingml/2006/main" w="0" cap="flat">
            <a:noFill/>
            <a:miter/>
          </a:ln>
        </p:spPr>
      </p:sp>
      <p:sp>
        <p:nvSpPr>
          <p:cNvPr id="648" name="Vector element">
            <a:extLst xmlns:a="http://schemas.openxmlformats.org/drawingml/2006/main">
              <a:ext uri="{FF2B5EF4-FFF2-40B4-BE49-F238E27FC236}">
                <a16:creationId xmlns:a16="http://schemas.microsoft.com/office/drawing/2014/main" id="{EFDE8A61-7435-4F55-B191-E76F6D5821AD}"/>
              </a:ext>
            </a:extLst>
          </p:cNvPr>
          <p:cNvSpPr>
            <a:spLocks xmlns:a="http://schemas.openxmlformats.org/drawingml/2006/main" noGrp="1"/>
          </p:cNvSpPr>
          <p:nvPr/>
        </p:nvSpPr>
        <p:spPr>
          <a:xfrm xmlns:a="http://schemas.openxmlformats.org/drawingml/2006/main">
            <a:off x="5650915" y="5503772"/>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649" name="Vector element">
            <a:extLst xmlns:a="http://schemas.openxmlformats.org/drawingml/2006/main">
              <a:ext uri="{FF2B5EF4-FFF2-40B4-BE49-F238E27FC236}">
                <a16:creationId xmlns:a16="http://schemas.microsoft.com/office/drawing/2014/main" id="{1546CABA-AD35-4455-8856-A64D7E2C1D32}"/>
              </a:ext>
            </a:extLst>
          </p:cNvPr>
          <p:cNvSpPr>
            <a:spLocks xmlns:a="http://schemas.openxmlformats.org/drawingml/2006/main" noGrp="1"/>
          </p:cNvSpPr>
          <p:nvPr/>
        </p:nvSpPr>
        <p:spPr>
          <a:xfrm xmlns:a="http://schemas.openxmlformats.org/drawingml/2006/main">
            <a:off x="5787629" y="5509185"/>
            <a:ext cx="131583" cy="129896"/>
          </a:xfrm>
          <a:custGeom xmlns:a="http://schemas.openxmlformats.org/drawingml/2006/main">
            <a:pathLst>
              <a:path w="131583" h="129896">
                <a:moveTo>
                  <a:pt x="0" y="0"/>
                </a:moveTo>
                <a:lnTo>
                  <a:pt x="131583" y="0"/>
                </a:lnTo>
                <a:lnTo>
                  <a:pt x="131583" y="129896"/>
                </a:lnTo>
                <a:lnTo>
                  <a:pt x="0" y="129896"/>
                </a:lnTo>
                <a:lnTo>
                  <a:pt x="0" y="0"/>
                </a:lnTo>
                <a:close/>
              </a:path>
            </a:pathLst>
          </a:custGeom>
          <a:solidFill xmlns:a="http://schemas.openxmlformats.org/drawingml/2006/main">
            <a:srgbClr val="EF949E"/>
          </a:solidFill>
          <a:ln xmlns:a="http://schemas.openxmlformats.org/drawingml/2006/main" w="0" cap="flat">
            <a:noFill/>
            <a:miter/>
          </a:ln>
        </p:spPr>
      </p:sp>
      <p:sp>
        <p:nvSpPr>
          <p:cNvPr id="650" name="Vector element">
            <a:extLst xmlns:a="http://schemas.openxmlformats.org/drawingml/2006/main">
              <a:ext uri="{FF2B5EF4-FFF2-40B4-BE49-F238E27FC236}">
                <a16:creationId xmlns:a16="http://schemas.microsoft.com/office/drawing/2014/main" id="{88AFE5ED-A834-4794-A34B-D34CC14B0AD2}"/>
              </a:ext>
            </a:extLst>
          </p:cNvPr>
          <p:cNvSpPr>
            <a:spLocks xmlns:a="http://schemas.openxmlformats.org/drawingml/2006/main" noGrp="1"/>
          </p:cNvSpPr>
          <p:nvPr/>
        </p:nvSpPr>
        <p:spPr>
          <a:xfrm xmlns:a="http://schemas.openxmlformats.org/drawingml/2006/main">
            <a:off x="5782358" y="5503772"/>
            <a:ext cx="142689" cy="140580"/>
          </a:xfrm>
          <a:custGeom xmlns:a="http://schemas.openxmlformats.org/drawingml/2006/main">
            <a:pathLst>
              <a:path w="142689" h="140580">
                <a:moveTo>
                  <a:pt x="3641" y="253"/>
                </a:moveTo>
                <a:lnTo>
                  <a:pt x="2179" y="1012"/>
                </a:lnTo>
                <a:lnTo>
                  <a:pt x="1012" y="2179"/>
                </a:lnTo>
                <a:lnTo>
                  <a:pt x="253" y="3641"/>
                </a:lnTo>
                <a:lnTo>
                  <a:pt x="0" y="5272"/>
                </a:lnTo>
                <a:lnTo>
                  <a:pt x="0" y="135309"/>
                </a:lnTo>
                <a:lnTo>
                  <a:pt x="253" y="136939"/>
                </a:lnTo>
                <a:lnTo>
                  <a:pt x="1012" y="138401"/>
                </a:lnTo>
                <a:lnTo>
                  <a:pt x="2179" y="139568"/>
                </a:lnTo>
                <a:lnTo>
                  <a:pt x="3641" y="140327"/>
                </a:lnTo>
                <a:lnTo>
                  <a:pt x="5272" y="140580"/>
                </a:lnTo>
                <a:lnTo>
                  <a:pt x="137417" y="140580"/>
                </a:lnTo>
                <a:lnTo>
                  <a:pt x="139048" y="140327"/>
                </a:lnTo>
                <a:lnTo>
                  <a:pt x="140510" y="139568"/>
                </a:lnTo>
                <a:lnTo>
                  <a:pt x="141677" y="138401"/>
                </a:lnTo>
                <a:lnTo>
                  <a:pt x="142436" y="136939"/>
                </a:lnTo>
                <a:lnTo>
                  <a:pt x="142689" y="135309"/>
                </a:lnTo>
                <a:lnTo>
                  <a:pt x="142689" y="5272"/>
                </a:lnTo>
                <a:lnTo>
                  <a:pt x="142436" y="3641"/>
                </a:lnTo>
                <a:lnTo>
                  <a:pt x="141677" y="2179"/>
                </a:lnTo>
                <a:lnTo>
                  <a:pt x="140510" y="1012"/>
                </a:lnTo>
                <a:lnTo>
                  <a:pt x="139048" y="253"/>
                </a:lnTo>
                <a:lnTo>
                  <a:pt x="137417" y="0"/>
                </a:lnTo>
                <a:lnTo>
                  <a:pt x="5272" y="0"/>
                </a:lnTo>
                <a:lnTo>
                  <a:pt x="3641" y="253"/>
                </a:lnTo>
                <a:close/>
                <a:moveTo>
                  <a:pt x="132146" y="130037"/>
                </a:moveTo>
                <a:lnTo>
                  <a:pt x="10544" y="130037"/>
                </a:lnTo>
                <a:lnTo>
                  <a:pt x="10544" y="10544"/>
                </a:lnTo>
                <a:lnTo>
                  <a:pt x="132146" y="10544"/>
                </a:lnTo>
                <a:lnTo>
                  <a:pt x="132146" y="130037"/>
                </a:lnTo>
                <a:close/>
              </a:path>
            </a:pathLst>
          </a:custGeom>
          <a:solidFill xmlns:a="http://schemas.openxmlformats.org/drawingml/2006/main">
            <a:srgbClr val="000000"/>
          </a:solidFill>
          <a:ln xmlns:a="http://schemas.openxmlformats.org/drawingml/2006/main" w="0" cap="flat">
            <a:noFill/>
            <a:miter/>
          </a:ln>
        </p:spPr>
      </p:sp>
      <p:sp>
        <p:nvSpPr>
          <p:cNvPr id="651" name="Text Decomposition">
            <a:extLst xmlns:a="http://schemas.openxmlformats.org/drawingml/2006/main">
              <a:ext uri="{FF2B5EF4-FFF2-40B4-BE49-F238E27FC236}">
                <a16:creationId xmlns:a16="http://schemas.microsoft.com/office/drawing/2014/main" id="{830031D6-2168-431E-B252-B33848BC2100}"/>
              </a:ext>
            </a:extLst>
          </p:cNvPr>
          <p:cNvSpPr>
            <a:spLocks xmlns:a="http://schemas.openxmlformats.org/drawingml/2006/main" noGrp="1"/>
          </p:cNvSpPr>
          <p:nvPr/>
        </p:nvSpPr>
        <p:spPr>
          <a:xfrm xmlns:a="http://schemas.openxmlformats.org/drawingml/2006/main">
            <a:off x="6032336" y="3519469"/>
            <a:ext cx="1678349" cy="264165"/>
          </a:xfrm>
          <a:custGeom xmlns:a="http://schemas.openxmlformats.org/drawingml/2006/main">
            <a:pathLst>
              <a:path w="1678349" h="264165">
                <a:moveTo>
                  <a:pt x="17174" y="193606"/>
                </a:moveTo>
                <a:cubicBezTo>
                  <a:pt x="12315" y="193524"/>
                  <a:pt x="8237" y="191856"/>
                  <a:pt x="4942" y="188602"/>
                </a:cubicBezTo>
                <a:cubicBezTo>
                  <a:pt x="1647" y="185346"/>
                  <a:pt x="0" y="181410"/>
                  <a:pt x="0" y="176795"/>
                </a:cubicBezTo>
                <a:cubicBezTo>
                  <a:pt x="0" y="168552"/>
                  <a:pt x="391" y="156189"/>
                  <a:pt x="1174" y="139704"/>
                </a:cubicBezTo>
                <a:cubicBezTo>
                  <a:pt x="1956" y="123220"/>
                  <a:pt x="2348" y="110856"/>
                  <a:pt x="2348" y="102614"/>
                </a:cubicBezTo>
                <a:cubicBezTo>
                  <a:pt x="2348" y="93466"/>
                  <a:pt x="2162" y="79743"/>
                  <a:pt x="1792" y="61446"/>
                </a:cubicBezTo>
                <a:cubicBezTo>
                  <a:pt x="1421" y="43147"/>
                  <a:pt x="1236" y="29423"/>
                  <a:pt x="1236" y="20275"/>
                </a:cubicBezTo>
                <a:cubicBezTo>
                  <a:pt x="1236" y="15742"/>
                  <a:pt x="3418" y="11230"/>
                  <a:pt x="7784" y="6738"/>
                </a:cubicBezTo>
                <a:cubicBezTo>
                  <a:pt x="12150" y="2246"/>
                  <a:pt x="16804" y="0"/>
                  <a:pt x="21746" y="0"/>
                </a:cubicBezTo>
                <a:cubicBezTo>
                  <a:pt x="24464" y="0"/>
                  <a:pt x="31301" y="2555"/>
                  <a:pt x="42256" y="7664"/>
                </a:cubicBezTo>
                <a:cubicBezTo>
                  <a:pt x="55024" y="13765"/>
                  <a:pt x="62602" y="17186"/>
                  <a:pt x="64991" y="17927"/>
                </a:cubicBezTo>
                <a:cubicBezTo>
                  <a:pt x="89126" y="25758"/>
                  <a:pt x="109719" y="37873"/>
                  <a:pt x="126770" y="54272"/>
                </a:cubicBezTo>
                <a:cubicBezTo>
                  <a:pt x="147115" y="73807"/>
                  <a:pt x="157288" y="95403"/>
                  <a:pt x="157288" y="119059"/>
                </a:cubicBezTo>
                <a:cubicBezTo>
                  <a:pt x="157288" y="133317"/>
                  <a:pt x="153787" y="146875"/>
                  <a:pt x="146786" y="159732"/>
                </a:cubicBezTo>
                <a:cubicBezTo>
                  <a:pt x="139784" y="172837"/>
                  <a:pt x="130188" y="183346"/>
                  <a:pt x="117997" y="191259"/>
                </a:cubicBezTo>
                <a:cubicBezTo>
                  <a:pt x="104323" y="200160"/>
                  <a:pt x="85090" y="204610"/>
                  <a:pt x="60296" y="204610"/>
                </a:cubicBezTo>
                <a:cubicBezTo>
                  <a:pt x="54283" y="204610"/>
                  <a:pt x="47364" y="203746"/>
                  <a:pt x="39538" y="202016"/>
                </a:cubicBezTo>
                <a:cubicBezTo>
                  <a:pt x="30066" y="199871"/>
                  <a:pt x="22611" y="197068"/>
                  <a:pt x="17174" y="193606"/>
                </a:cubicBezTo>
                <a:moveTo>
                  <a:pt x="86613" y="66474"/>
                </a:moveTo>
                <a:cubicBezTo>
                  <a:pt x="78623" y="61449"/>
                  <a:pt x="61490" y="53541"/>
                  <a:pt x="35214" y="42751"/>
                </a:cubicBezTo>
                <a:lnTo>
                  <a:pt x="35214" y="165072"/>
                </a:lnTo>
                <a:cubicBezTo>
                  <a:pt x="38426" y="167131"/>
                  <a:pt x="42112" y="168676"/>
                  <a:pt x="46272" y="169706"/>
                </a:cubicBezTo>
                <a:cubicBezTo>
                  <a:pt x="50432" y="170735"/>
                  <a:pt x="55065" y="171250"/>
                  <a:pt x="60172" y="171250"/>
                </a:cubicBezTo>
                <a:cubicBezTo>
                  <a:pt x="77964" y="171250"/>
                  <a:pt x="90732" y="168779"/>
                  <a:pt x="98475" y="163837"/>
                </a:cubicBezTo>
                <a:cubicBezTo>
                  <a:pt x="105806" y="159141"/>
                  <a:pt x="111634" y="152758"/>
                  <a:pt x="115958" y="144685"/>
                </a:cubicBezTo>
                <a:cubicBezTo>
                  <a:pt x="120283" y="136613"/>
                  <a:pt x="122445" y="128211"/>
                  <a:pt x="122445" y="119480"/>
                </a:cubicBezTo>
                <a:cubicBezTo>
                  <a:pt x="122445" y="99052"/>
                  <a:pt x="110501" y="81383"/>
                  <a:pt x="86613" y="66474"/>
                </a:cubicBezTo>
                <a:close/>
                <a:moveTo>
                  <a:pt x="239961" y="197938"/>
                </a:moveTo>
                <a:cubicBezTo>
                  <a:pt x="220274" y="197938"/>
                  <a:pt x="204171" y="193239"/>
                  <a:pt x="191650" y="183841"/>
                </a:cubicBezTo>
                <a:cubicBezTo>
                  <a:pt x="177812" y="173452"/>
                  <a:pt x="170893" y="158817"/>
                  <a:pt x="170893" y="139936"/>
                </a:cubicBezTo>
                <a:cubicBezTo>
                  <a:pt x="170893" y="119078"/>
                  <a:pt x="176370" y="101435"/>
                  <a:pt x="187326" y="87007"/>
                </a:cubicBezTo>
                <a:cubicBezTo>
                  <a:pt x="199517" y="71012"/>
                  <a:pt x="215950" y="63014"/>
                  <a:pt x="236625" y="63014"/>
                </a:cubicBezTo>
                <a:cubicBezTo>
                  <a:pt x="250958" y="63014"/>
                  <a:pt x="262860" y="65320"/>
                  <a:pt x="272333" y="69933"/>
                </a:cubicBezTo>
                <a:cubicBezTo>
                  <a:pt x="284771" y="76029"/>
                  <a:pt x="290990" y="85501"/>
                  <a:pt x="290990" y="98351"/>
                </a:cubicBezTo>
                <a:cubicBezTo>
                  <a:pt x="290990" y="107412"/>
                  <a:pt x="285924" y="115443"/>
                  <a:pt x="275793" y="122445"/>
                </a:cubicBezTo>
                <a:cubicBezTo>
                  <a:pt x="271180" y="125657"/>
                  <a:pt x="261913" y="130353"/>
                  <a:pt x="247992" y="136530"/>
                </a:cubicBezTo>
                <a:lnTo>
                  <a:pt x="206354" y="154940"/>
                </a:lnTo>
                <a:cubicBezTo>
                  <a:pt x="210307" y="159224"/>
                  <a:pt x="215085" y="162436"/>
                  <a:pt x="220686" y="164578"/>
                </a:cubicBezTo>
                <a:cubicBezTo>
                  <a:pt x="226288" y="166720"/>
                  <a:pt x="232712" y="167790"/>
                  <a:pt x="239961" y="167790"/>
                </a:cubicBezTo>
                <a:cubicBezTo>
                  <a:pt x="250999" y="167790"/>
                  <a:pt x="260348" y="165525"/>
                  <a:pt x="268009" y="160995"/>
                </a:cubicBezTo>
                <a:cubicBezTo>
                  <a:pt x="274845" y="156959"/>
                  <a:pt x="280323" y="154940"/>
                  <a:pt x="284442" y="154940"/>
                </a:cubicBezTo>
                <a:cubicBezTo>
                  <a:pt x="293008" y="154940"/>
                  <a:pt x="297292" y="159112"/>
                  <a:pt x="297292" y="167455"/>
                </a:cubicBezTo>
                <a:cubicBezTo>
                  <a:pt x="297292" y="176873"/>
                  <a:pt x="290414" y="184556"/>
                  <a:pt x="276658" y="190502"/>
                </a:cubicBezTo>
                <a:cubicBezTo>
                  <a:pt x="265126" y="195459"/>
                  <a:pt x="252893" y="197938"/>
                  <a:pt x="239961" y="197938"/>
                </a:cubicBezTo>
                <a:moveTo>
                  <a:pt x="236625" y="92915"/>
                </a:moveTo>
                <a:cubicBezTo>
                  <a:pt x="228965" y="92915"/>
                  <a:pt x="222416" y="95468"/>
                  <a:pt x="216980" y="100575"/>
                </a:cubicBezTo>
                <a:cubicBezTo>
                  <a:pt x="211543" y="105682"/>
                  <a:pt x="207177" y="113343"/>
                  <a:pt x="203883" y="123557"/>
                </a:cubicBezTo>
                <a:cubicBezTo>
                  <a:pt x="213190" y="119521"/>
                  <a:pt x="222457" y="115526"/>
                  <a:pt x="231683" y="111572"/>
                </a:cubicBezTo>
                <a:cubicBezTo>
                  <a:pt x="242803" y="106547"/>
                  <a:pt x="251658" y="101893"/>
                  <a:pt x="258248" y="97610"/>
                </a:cubicBezTo>
                <a:cubicBezTo>
                  <a:pt x="252729" y="94480"/>
                  <a:pt x="245521" y="92915"/>
                  <a:pt x="236625" y="92915"/>
                </a:cubicBezTo>
                <a:close/>
                <a:moveTo>
                  <a:pt x="375808" y="200162"/>
                </a:moveTo>
                <a:cubicBezTo>
                  <a:pt x="357686" y="200162"/>
                  <a:pt x="342489" y="195005"/>
                  <a:pt x="330215" y="184691"/>
                </a:cubicBezTo>
                <a:cubicBezTo>
                  <a:pt x="317283" y="173797"/>
                  <a:pt x="310817" y="159439"/>
                  <a:pt x="310817" y="141616"/>
                </a:cubicBezTo>
                <a:cubicBezTo>
                  <a:pt x="310817" y="125195"/>
                  <a:pt x="316624" y="108239"/>
                  <a:pt x="328239" y="90745"/>
                </a:cubicBezTo>
                <a:cubicBezTo>
                  <a:pt x="341418" y="70775"/>
                  <a:pt x="356739" y="60790"/>
                  <a:pt x="374202" y="60790"/>
                </a:cubicBezTo>
                <a:cubicBezTo>
                  <a:pt x="382768" y="60790"/>
                  <a:pt x="392777" y="63103"/>
                  <a:pt x="404226" y="67729"/>
                </a:cubicBezTo>
                <a:cubicBezTo>
                  <a:pt x="418147" y="73430"/>
                  <a:pt x="425107" y="79998"/>
                  <a:pt x="425107" y="87432"/>
                </a:cubicBezTo>
                <a:cubicBezTo>
                  <a:pt x="425107" y="91481"/>
                  <a:pt x="423707" y="95075"/>
                  <a:pt x="420906" y="98212"/>
                </a:cubicBezTo>
                <a:cubicBezTo>
                  <a:pt x="417941" y="101600"/>
                  <a:pt x="414111" y="103294"/>
                  <a:pt x="409416" y="103294"/>
                </a:cubicBezTo>
                <a:cubicBezTo>
                  <a:pt x="405874" y="103294"/>
                  <a:pt x="401611" y="101358"/>
                  <a:pt x="396627" y="97486"/>
                </a:cubicBezTo>
                <a:cubicBezTo>
                  <a:pt x="391644" y="93615"/>
                  <a:pt x="384169" y="91679"/>
                  <a:pt x="374202" y="91679"/>
                </a:cubicBezTo>
                <a:cubicBezTo>
                  <a:pt x="367859" y="91679"/>
                  <a:pt x="360981" y="97909"/>
                  <a:pt x="353568" y="110367"/>
                </a:cubicBezTo>
                <a:cubicBezTo>
                  <a:pt x="346484" y="122412"/>
                  <a:pt x="342942" y="132807"/>
                  <a:pt x="342942" y="141554"/>
                </a:cubicBezTo>
                <a:cubicBezTo>
                  <a:pt x="342942" y="150216"/>
                  <a:pt x="346072" y="157022"/>
                  <a:pt x="352332" y="161972"/>
                </a:cubicBezTo>
                <a:cubicBezTo>
                  <a:pt x="358263" y="166675"/>
                  <a:pt x="366088" y="169026"/>
                  <a:pt x="375808" y="169026"/>
                </a:cubicBezTo>
                <a:cubicBezTo>
                  <a:pt x="381327" y="169026"/>
                  <a:pt x="388081" y="166926"/>
                  <a:pt x="396071" y="162725"/>
                </a:cubicBezTo>
                <a:cubicBezTo>
                  <a:pt x="404061" y="158524"/>
                  <a:pt x="409127" y="156423"/>
                  <a:pt x="411269" y="156423"/>
                </a:cubicBezTo>
                <a:cubicBezTo>
                  <a:pt x="415717" y="156423"/>
                  <a:pt x="419527" y="158035"/>
                  <a:pt x="422698" y="161257"/>
                </a:cubicBezTo>
                <a:cubicBezTo>
                  <a:pt x="425869" y="164478"/>
                  <a:pt x="427455" y="168153"/>
                  <a:pt x="427455" y="172285"/>
                </a:cubicBezTo>
                <a:cubicBezTo>
                  <a:pt x="427455" y="178728"/>
                  <a:pt x="420453" y="185171"/>
                  <a:pt x="406450" y="191614"/>
                </a:cubicBezTo>
                <a:cubicBezTo>
                  <a:pt x="393930" y="197313"/>
                  <a:pt x="383716" y="200162"/>
                  <a:pt x="375808" y="200162"/>
                </a:cubicBezTo>
                <a:close/>
                <a:moveTo>
                  <a:pt x="499914" y="199668"/>
                </a:moveTo>
                <a:cubicBezTo>
                  <a:pt x="484675" y="199668"/>
                  <a:pt x="471578" y="194429"/>
                  <a:pt x="460623" y="183949"/>
                </a:cubicBezTo>
                <a:cubicBezTo>
                  <a:pt x="448597" y="172477"/>
                  <a:pt x="442295" y="157168"/>
                  <a:pt x="441719" y="138025"/>
                </a:cubicBezTo>
                <a:cubicBezTo>
                  <a:pt x="441142" y="119787"/>
                  <a:pt x="446126" y="103530"/>
                  <a:pt x="456669" y="89254"/>
                </a:cubicBezTo>
                <a:cubicBezTo>
                  <a:pt x="469190" y="72420"/>
                  <a:pt x="486611" y="64003"/>
                  <a:pt x="508934" y="64003"/>
                </a:cubicBezTo>
                <a:cubicBezTo>
                  <a:pt x="525408" y="64003"/>
                  <a:pt x="538505" y="70604"/>
                  <a:pt x="548225" y="83806"/>
                </a:cubicBezTo>
                <a:cubicBezTo>
                  <a:pt x="556956" y="95691"/>
                  <a:pt x="561322" y="110421"/>
                  <a:pt x="561322" y="127997"/>
                </a:cubicBezTo>
                <a:cubicBezTo>
                  <a:pt x="561322" y="147144"/>
                  <a:pt x="556215" y="163483"/>
                  <a:pt x="546001" y="177015"/>
                </a:cubicBezTo>
                <a:cubicBezTo>
                  <a:pt x="534551" y="192117"/>
                  <a:pt x="519189" y="199668"/>
                  <a:pt x="499914" y="199668"/>
                </a:cubicBezTo>
                <a:moveTo>
                  <a:pt x="507328" y="96622"/>
                </a:moveTo>
                <a:cubicBezTo>
                  <a:pt x="497196" y="96539"/>
                  <a:pt x="489206" y="101160"/>
                  <a:pt x="483357" y="110483"/>
                </a:cubicBezTo>
                <a:cubicBezTo>
                  <a:pt x="478415" y="118324"/>
                  <a:pt x="475944" y="127484"/>
                  <a:pt x="475944" y="137963"/>
                </a:cubicBezTo>
                <a:cubicBezTo>
                  <a:pt x="475944" y="147866"/>
                  <a:pt x="478745" y="155457"/>
                  <a:pt x="484346" y="160736"/>
                </a:cubicBezTo>
                <a:cubicBezTo>
                  <a:pt x="488794" y="164945"/>
                  <a:pt x="493983" y="167049"/>
                  <a:pt x="499914" y="167049"/>
                </a:cubicBezTo>
                <a:cubicBezTo>
                  <a:pt x="507080" y="167049"/>
                  <a:pt x="513299" y="164615"/>
                  <a:pt x="518571" y="159748"/>
                </a:cubicBezTo>
                <a:cubicBezTo>
                  <a:pt x="524584" y="154054"/>
                  <a:pt x="527797" y="146338"/>
                  <a:pt x="528209" y="136600"/>
                </a:cubicBezTo>
                <a:cubicBezTo>
                  <a:pt x="529280" y="110030"/>
                  <a:pt x="522319" y="96704"/>
                  <a:pt x="507328" y="96622"/>
                </a:cubicBezTo>
                <a:close/>
                <a:moveTo>
                  <a:pt x="613858" y="82907"/>
                </a:moveTo>
                <a:cubicBezTo>
                  <a:pt x="626296" y="68492"/>
                  <a:pt x="638075" y="61284"/>
                  <a:pt x="649196" y="61284"/>
                </a:cubicBezTo>
                <a:cubicBezTo>
                  <a:pt x="661881" y="61284"/>
                  <a:pt x="671189" y="66144"/>
                  <a:pt x="677119" y="75864"/>
                </a:cubicBezTo>
                <a:cubicBezTo>
                  <a:pt x="682144" y="71416"/>
                  <a:pt x="687704" y="68080"/>
                  <a:pt x="693800" y="65856"/>
                </a:cubicBezTo>
                <a:cubicBezTo>
                  <a:pt x="699895" y="63632"/>
                  <a:pt x="706485" y="62520"/>
                  <a:pt x="713569" y="62520"/>
                </a:cubicBezTo>
                <a:cubicBezTo>
                  <a:pt x="729714" y="62520"/>
                  <a:pt x="740669" y="70545"/>
                  <a:pt x="746435" y="86594"/>
                </a:cubicBezTo>
                <a:cubicBezTo>
                  <a:pt x="747588" y="89884"/>
                  <a:pt x="749359" y="101035"/>
                  <a:pt x="751748" y="120047"/>
                </a:cubicBezTo>
                <a:cubicBezTo>
                  <a:pt x="754054" y="133379"/>
                  <a:pt x="757020" y="155599"/>
                  <a:pt x="760644" y="186710"/>
                </a:cubicBezTo>
                <a:cubicBezTo>
                  <a:pt x="760973" y="191400"/>
                  <a:pt x="759367" y="195268"/>
                  <a:pt x="755825" y="198313"/>
                </a:cubicBezTo>
                <a:cubicBezTo>
                  <a:pt x="752283" y="201358"/>
                  <a:pt x="748124" y="202881"/>
                  <a:pt x="743346" y="202881"/>
                </a:cubicBezTo>
                <a:cubicBezTo>
                  <a:pt x="733873" y="202881"/>
                  <a:pt x="728313" y="198196"/>
                  <a:pt x="726666" y="188826"/>
                </a:cubicBezTo>
                <a:cubicBezTo>
                  <a:pt x="725183" y="180362"/>
                  <a:pt x="723659" y="168406"/>
                  <a:pt x="722094" y="152956"/>
                </a:cubicBezTo>
                <a:cubicBezTo>
                  <a:pt x="720447" y="136026"/>
                  <a:pt x="719088" y="124027"/>
                  <a:pt x="718017" y="116958"/>
                </a:cubicBezTo>
                <a:cubicBezTo>
                  <a:pt x="715793" y="102247"/>
                  <a:pt x="712951" y="94892"/>
                  <a:pt x="709491" y="94892"/>
                </a:cubicBezTo>
                <a:cubicBezTo>
                  <a:pt x="707597" y="94892"/>
                  <a:pt x="703272" y="96782"/>
                  <a:pt x="696518" y="100564"/>
                </a:cubicBezTo>
                <a:cubicBezTo>
                  <a:pt x="689763" y="104345"/>
                  <a:pt x="684821" y="107591"/>
                  <a:pt x="681691" y="110302"/>
                </a:cubicBezTo>
                <a:cubicBezTo>
                  <a:pt x="681691" y="119671"/>
                  <a:pt x="682803" y="133151"/>
                  <a:pt x="685027" y="150740"/>
                </a:cubicBezTo>
                <a:cubicBezTo>
                  <a:pt x="687333" y="168740"/>
                  <a:pt x="688487" y="182220"/>
                  <a:pt x="688487" y="191177"/>
                </a:cubicBezTo>
                <a:cubicBezTo>
                  <a:pt x="688487" y="195862"/>
                  <a:pt x="686880" y="199766"/>
                  <a:pt x="683668" y="202888"/>
                </a:cubicBezTo>
                <a:cubicBezTo>
                  <a:pt x="680455" y="206013"/>
                  <a:pt x="676378" y="207576"/>
                  <a:pt x="671436" y="207576"/>
                </a:cubicBezTo>
                <a:cubicBezTo>
                  <a:pt x="666494" y="207576"/>
                  <a:pt x="662416" y="206011"/>
                  <a:pt x="659204" y="202881"/>
                </a:cubicBezTo>
                <a:cubicBezTo>
                  <a:pt x="655991" y="199751"/>
                  <a:pt x="654385" y="195838"/>
                  <a:pt x="654385" y="191143"/>
                </a:cubicBezTo>
                <a:cubicBezTo>
                  <a:pt x="654385" y="181752"/>
                  <a:pt x="653376" y="167935"/>
                  <a:pt x="651358" y="149689"/>
                </a:cubicBezTo>
                <a:cubicBezTo>
                  <a:pt x="649340" y="131444"/>
                  <a:pt x="648331" y="117626"/>
                  <a:pt x="648331" y="108236"/>
                </a:cubicBezTo>
                <a:cubicBezTo>
                  <a:pt x="648331" y="102964"/>
                  <a:pt x="647878" y="98763"/>
                  <a:pt x="646971" y="95633"/>
                </a:cubicBezTo>
                <a:cubicBezTo>
                  <a:pt x="637416" y="101144"/>
                  <a:pt x="627820" y="110317"/>
                  <a:pt x="618183" y="123152"/>
                </a:cubicBezTo>
                <a:cubicBezTo>
                  <a:pt x="617771" y="123728"/>
                  <a:pt x="617071" y="124592"/>
                  <a:pt x="616082" y="125742"/>
                </a:cubicBezTo>
                <a:cubicBezTo>
                  <a:pt x="615753" y="142363"/>
                  <a:pt x="615588" y="155404"/>
                  <a:pt x="615588" y="164864"/>
                </a:cubicBezTo>
                <a:cubicBezTo>
                  <a:pt x="615588" y="167167"/>
                  <a:pt x="615506" y="170273"/>
                  <a:pt x="615341" y="174181"/>
                </a:cubicBezTo>
                <a:cubicBezTo>
                  <a:pt x="615176" y="178088"/>
                  <a:pt x="615094" y="180988"/>
                  <a:pt x="615094" y="182880"/>
                </a:cubicBezTo>
                <a:cubicBezTo>
                  <a:pt x="615094" y="187323"/>
                  <a:pt x="613282" y="190820"/>
                  <a:pt x="609657" y="193371"/>
                </a:cubicBezTo>
                <a:cubicBezTo>
                  <a:pt x="606362" y="195757"/>
                  <a:pt x="602285" y="196950"/>
                  <a:pt x="597425" y="196950"/>
                </a:cubicBezTo>
                <a:cubicBezTo>
                  <a:pt x="590424" y="196950"/>
                  <a:pt x="585687" y="193905"/>
                  <a:pt x="583216" y="187814"/>
                </a:cubicBezTo>
                <a:cubicBezTo>
                  <a:pt x="581486" y="183698"/>
                  <a:pt x="580621" y="177155"/>
                  <a:pt x="580621" y="168184"/>
                </a:cubicBezTo>
                <a:lnTo>
                  <a:pt x="580621" y="122264"/>
                </a:lnTo>
                <a:cubicBezTo>
                  <a:pt x="580621" y="118148"/>
                  <a:pt x="580457" y="112119"/>
                  <a:pt x="580127" y="104178"/>
                </a:cubicBezTo>
                <a:cubicBezTo>
                  <a:pt x="579798" y="96237"/>
                  <a:pt x="579633" y="90208"/>
                  <a:pt x="579633" y="86092"/>
                </a:cubicBezTo>
                <a:cubicBezTo>
                  <a:pt x="579633" y="78766"/>
                  <a:pt x="580951" y="72141"/>
                  <a:pt x="583587" y="66215"/>
                </a:cubicBezTo>
                <a:cubicBezTo>
                  <a:pt x="586799" y="58809"/>
                  <a:pt x="591330" y="55106"/>
                  <a:pt x="597178" y="55106"/>
                </a:cubicBezTo>
                <a:cubicBezTo>
                  <a:pt x="601791" y="55106"/>
                  <a:pt x="605909" y="56898"/>
                  <a:pt x="609534" y="60481"/>
                </a:cubicBezTo>
                <a:cubicBezTo>
                  <a:pt x="613158" y="64064"/>
                  <a:pt x="614970" y="67998"/>
                  <a:pt x="614970" y="72281"/>
                </a:cubicBezTo>
                <a:cubicBezTo>
                  <a:pt x="614970" y="70551"/>
                  <a:pt x="614600" y="74093"/>
                  <a:pt x="613858" y="82907"/>
                </a:cubicBezTo>
                <a:close/>
                <a:moveTo>
                  <a:pt x="835753" y="199668"/>
                </a:moveTo>
                <a:cubicBezTo>
                  <a:pt x="828669" y="199668"/>
                  <a:pt x="821214" y="198844"/>
                  <a:pt x="813389" y="197197"/>
                </a:cubicBezTo>
                <a:lnTo>
                  <a:pt x="813266" y="247608"/>
                </a:lnTo>
                <a:cubicBezTo>
                  <a:pt x="813266" y="252386"/>
                  <a:pt x="811659" y="256340"/>
                  <a:pt x="808447" y="259470"/>
                </a:cubicBezTo>
                <a:cubicBezTo>
                  <a:pt x="805234" y="262600"/>
                  <a:pt x="801157" y="264165"/>
                  <a:pt x="796215" y="264165"/>
                </a:cubicBezTo>
                <a:cubicBezTo>
                  <a:pt x="791272" y="264165"/>
                  <a:pt x="787195" y="262597"/>
                  <a:pt x="783982" y="259462"/>
                </a:cubicBezTo>
                <a:cubicBezTo>
                  <a:pt x="780770" y="256329"/>
                  <a:pt x="779164" y="252372"/>
                  <a:pt x="779164" y="247589"/>
                </a:cubicBezTo>
                <a:cubicBezTo>
                  <a:pt x="779164" y="243712"/>
                  <a:pt x="779246" y="228332"/>
                  <a:pt x="779411" y="201448"/>
                </a:cubicBezTo>
                <a:cubicBezTo>
                  <a:pt x="779576" y="181489"/>
                  <a:pt x="779576" y="165201"/>
                  <a:pt x="779411" y="152585"/>
                </a:cubicBezTo>
                <a:cubicBezTo>
                  <a:pt x="779164" y="134770"/>
                  <a:pt x="778587" y="119429"/>
                  <a:pt x="777681" y="106564"/>
                </a:cubicBezTo>
                <a:cubicBezTo>
                  <a:pt x="776446" y="88834"/>
                  <a:pt x="775828" y="80711"/>
                  <a:pt x="775828" y="82196"/>
                </a:cubicBezTo>
                <a:cubicBezTo>
                  <a:pt x="775828" y="75352"/>
                  <a:pt x="777352" y="69497"/>
                  <a:pt x="780399" y="64632"/>
                </a:cubicBezTo>
                <a:cubicBezTo>
                  <a:pt x="783941" y="59105"/>
                  <a:pt x="788719" y="56342"/>
                  <a:pt x="794732" y="56342"/>
                </a:cubicBezTo>
                <a:cubicBezTo>
                  <a:pt x="799345" y="56342"/>
                  <a:pt x="803216" y="57907"/>
                  <a:pt x="806346" y="61037"/>
                </a:cubicBezTo>
                <a:cubicBezTo>
                  <a:pt x="809476" y="64167"/>
                  <a:pt x="811041" y="67915"/>
                  <a:pt x="811041" y="72281"/>
                </a:cubicBezTo>
                <a:lnTo>
                  <a:pt x="810918" y="73516"/>
                </a:lnTo>
                <a:cubicBezTo>
                  <a:pt x="816437" y="70386"/>
                  <a:pt x="821976" y="68059"/>
                  <a:pt x="827536" y="66535"/>
                </a:cubicBezTo>
                <a:cubicBezTo>
                  <a:pt x="833096" y="65012"/>
                  <a:pt x="838677" y="64250"/>
                  <a:pt x="844278" y="64250"/>
                </a:cubicBezTo>
                <a:cubicBezTo>
                  <a:pt x="863224" y="64250"/>
                  <a:pt x="877062" y="72295"/>
                  <a:pt x="885793" y="88386"/>
                </a:cubicBezTo>
                <a:cubicBezTo>
                  <a:pt x="892301" y="100517"/>
                  <a:pt x="895554" y="116239"/>
                  <a:pt x="895554" y="135550"/>
                </a:cubicBezTo>
                <a:cubicBezTo>
                  <a:pt x="895554" y="153623"/>
                  <a:pt x="890406" y="168600"/>
                  <a:pt x="880110" y="180482"/>
                </a:cubicBezTo>
                <a:cubicBezTo>
                  <a:pt x="869072" y="193273"/>
                  <a:pt x="854286" y="199668"/>
                  <a:pt x="835753" y="199668"/>
                </a:cubicBezTo>
                <a:moveTo>
                  <a:pt x="844278" y="97363"/>
                </a:moveTo>
                <a:cubicBezTo>
                  <a:pt x="839089" y="97363"/>
                  <a:pt x="833817" y="98578"/>
                  <a:pt x="828463" y="101008"/>
                </a:cubicBezTo>
                <a:cubicBezTo>
                  <a:pt x="823109" y="103438"/>
                  <a:pt x="817714" y="107083"/>
                  <a:pt x="812277" y="111943"/>
                </a:cubicBezTo>
                <a:cubicBezTo>
                  <a:pt x="813266" y="128911"/>
                  <a:pt x="813760" y="145921"/>
                  <a:pt x="813760" y="162972"/>
                </a:cubicBezTo>
                <a:cubicBezTo>
                  <a:pt x="821091" y="165360"/>
                  <a:pt x="828422" y="166555"/>
                  <a:pt x="835753" y="166555"/>
                </a:cubicBezTo>
                <a:cubicBezTo>
                  <a:pt x="844237" y="166555"/>
                  <a:pt x="850744" y="163548"/>
                  <a:pt x="855275" y="157535"/>
                </a:cubicBezTo>
                <a:cubicBezTo>
                  <a:pt x="859393" y="152099"/>
                  <a:pt x="861453" y="144768"/>
                  <a:pt x="861453" y="135542"/>
                </a:cubicBezTo>
                <a:cubicBezTo>
                  <a:pt x="861453" y="124422"/>
                  <a:pt x="860959" y="116720"/>
                  <a:pt x="859970" y="112437"/>
                </a:cubicBezTo>
                <a:cubicBezTo>
                  <a:pt x="857581" y="102388"/>
                  <a:pt x="852351" y="97363"/>
                  <a:pt x="844278" y="97363"/>
                </a:cubicBezTo>
                <a:close/>
                <a:moveTo>
                  <a:pt x="964532" y="199668"/>
                </a:moveTo>
                <a:cubicBezTo>
                  <a:pt x="949293" y="199668"/>
                  <a:pt x="936196" y="194429"/>
                  <a:pt x="925241" y="183949"/>
                </a:cubicBezTo>
                <a:cubicBezTo>
                  <a:pt x="913215" y="172477"/>
                  <a:pt x="906913" y="157168"/>
                  <a:pt x="906337" y="138025"/>
                </a:cubicBezTo>
                <a:cubicBezTo>
                  <a:pt x="905760" y="119787"/>
                  <a:pt x="910743" y="103530"/>
                  <a:pt x="921287" y="89254"/>
                </a:cubicBezTo>
                <a:cubicBezTo>
                  <a:pt x="933807" y="72420"/>
                  <a:pt x="951229" y="64003"/>
                  <a:pt x="973552" y="64003"/>
                </a:cubicBezTo>
                <a:cubicBezTo>
                  <a:pt x="990026" y="64003"/>
                  <a:pt x="1003123" y="70604"/>
                  <a:pt x="1012843" y="83806"/>
                </a:cubicBezTo>
                <a:cubicBezTo>
                  <a:pt x="1021574" y="95691"/>
                  <a:pt x="1025940" y="110421"/>
                  <a:pt x="1025940" y="127997"/>
                </a:cubicBezTo>
                <a:cubicBezTo>
                  <a:pt x="1025940" y="147144"/>
                  <a:pt x="1020833" y="163483"/>
                  <a:pt x="1010619" y="177015"/>
                </a:cubicBezTo>
                <a:cubicBezTo>
                  <a:pt x="999169" y="192117"/>
                  <a:pt x="983807" y="199668"/>
                  <a:pt x="964532" y="199668"/>
                </a:cubicBezTo>
                <a:moveTo>
                  <a:pt x="971945" y="96622"/>
                </a:moveTo>
                <a:cubicBezTo>
                  <a:pt x="961814" y="96539"/>
                  <a:pt x="953824" y="101160"/>
                  <a:pt x="947975" y="110483"/>
                </a:cubicBezTo>
                <a:cubicBezTo>
                  <a:pt x="943033" y="118324"/>
                  <a:pt x="940562" y="127484"/>
                  <a:pt x="940562" y="137963"/>
                </a:cubicBezTo>
                <a:cubicBezTo>
                  <a:pt x="940562" y="147866"/>
                  <a:pt x="943362" y="155457"/>
                  <a:pt x="948964" y="160736"/>
                </a:cubicBezTo>
                <a:cubicBezTo>
                  <a:pt x="953412" y="164945"/>
                  <a:pt x="958601" y="167049"/>
                  <a:pt x="964532" y="167049"/>
                </a:cubicBezTo>
                <a:cubicBezTo>
                  <a:pt x="971698" y="167049"/>
                  <a:pt x="977917" y="164615"/>
                  <a:pt x="983189" y="159748"/>
                </a:cubicBezTo>
                <a:cubicBezTo>
                  <a:pt x="989202" y="154054"/>
                  <a:pt x="992415" y="146338"/>
                  <a:pt x="992826" y="136600"/>
                </a:cubicBezTo>
                <a:cubicBezTo>
                  <a:pt x="993897" y="110030"/>
                  <a:pt x="986937" y="96704"/>
                  <a:pt x="971945" y="96622"/>
                </a:cubicBezTo>
                <a:close/>
                <a:moveTo>
                  <a:pt x="1133459" y="101811"/>
                </a:moveTo>
                <a:cubicBezTo>
                  <a:pt x="1125305" y="101811"/>
                  <a:pt x="1120404" y="98393"/>
                  <a:pt x="1118756" y="91556"/>
                </a:cubicBezTo>
                <a:cubicBezTo>
                  <a:pt x="1115461" y="90979"/>
                  <a:pt x="1112084" y="90691"/>
                  <a:pt x="1108624" y="90691"/>
                </a:cubicBezTo>
                <a:cubicBezTo>
                  <a:pt x="1088773" y="90691"/>
                  <a:pt x="1078847" y="93409"/>
                  <a:pt x="1078847" y="98846"/>
                </a:cubicBezTo>
                <a:cubicBezTo>
                  <a:pt x="1078847" y="102058"/>
                  <a:pt x="1084819" y="106383"/>
                  <a:pt x="1096763" y="111819"/>
                </a:cubicBezTo>
                <a:cubicBezTo>
                  <a:pt x="1113073" y="119315"/>
                  <a:pt x="1124110" y="125163"/>
                  <a:pt x="1129876" y="129364"/>
                </a:cubicBezTo>
                <a:cubicBezTo>
                  <a:pt x="1141820" y="138013"/>
                  <a:pt x="1147792" y="147774"/>
                  <a:pt x="1147792" y="158647"/>
                </a:cubicBezTo>
                <a:cubicBezTo>
                  <a:pt x="1147792" y="172815"/>
                  <a:pt x="1141202" y="183565"/>
                  <a:pt x="1128023" y="190896"/>
                </a:cubicBezTo>
                <a:cubicBezTo>
                  <a:pt x="1117397" y="196744"/>
                  <a:pt x="1104341" y="199668"/>
                  <a:pt x="1088855" y="199668"/>
                </a:cubicBezTo>
                <a:cubicBezTo>
                  <a:pt x="1077900" y="199668"/>
                  <a:pt x="1067892" y="197980"/>
                  <a:pt x="1058831" y="194602"/>
                </a:cubicBezTo>
                <a:cubicBezTo>
                  <a:pt x="1046475" y="189989"/>
                  <a:pt x="1040297" y="183194"/>
                  <a:pt x="1040297" y="174215"/>
                </a:cubicBezTo>
                <a:cubicBezTo>
                  <a:pt x="1040297" y="165978"/>
                  <a:pt x="1045199" y="161860"/>
                  <a:pt x="1055001" y="161860"/>
                </a:cubicBezTo>
                <a:cubicBezTo>
                  <a:pt x="1058790" y="161860"/>
                  <a:pt x="1064268" y="163054"/>
                  <a:pt x="1071434" y="165443"/>
                </a:cubicBezTo>
                <a:cubicBezTo>
                  <a:pt x="1078600" y="167832"/>
                  <a:pt x="1084119" y="169026"/>
                  <a:pt x="1087990" y="169026"/>
                </a:cubicBezTo>
                <a:cubicBezTo>
                  <a:pt x="1104712" y="169026"/>
                  <a:pt x="1113114" y="165649"/>
                  <a:pt x="1113196" y="158894"/>
                </a:cubicBezTo>
                <a:cubicBezTo>
                  <a:pt x="1113196" y="154693"/>
                  <a:pt x="1107389" y="150039"/>
                  <a:pt x="1095775" y="144932"/>
                </a:cubicBezTo>
                <a:cubicBezTo>
                  <a:pt x="1078806" y="137437"/>
                  <a:pt x="1067933" y="132041"/>
                  <a:pt x="1063156" y="128746"/>
                </a:cubicBezTo>
                <a:cubicBezTo>
                  <a:pt x="1051541" y="120592"/>
                  <a:pt x="1045734" y="110653"/>
                  <a:pt x="1045734" y="98931"/>
                </a:cubicBezTo>
                <a:cubicBezTo>
                  <a:pt x="1045734" y="82338"/>
                  <a:pt x="1054507" y="71152"/>
                  <a:pt x="1072052" y="65373"/>
                </a:cubicBezTo>
                <a:cubicBezTo>
                  <a:pt x="1082348" y="61988"/>
                  <a:pt x="1097999" y="60296"/>
                  <a:pt x="1119003" y="60296"/>
                </a:cubicBezTo>
                <a:cubicBezTo>
                  <a:pt x="1127240" y="60296"/>
                  <a:pt x="1133336" y="61369"/>
                  <a:pt x="1137290" y="63516"/>
                </a:cubicBezTo>
                <a:cubicBezTo>
                  <a:pt x="1142726" y="66409"/>
                  <a:pt x="1145444" y="71739"/>
                  <a:pt x="1145444" y="79505"/>
                </a:cubicBezTo>
                <a:cubicBezTo>
                  <a:pt x="1145444" y="94376"/>
                  <a:pt x="1141449" y="101811"/>
                  <a:pt x="1133459" y="101811"/>
                </a:cubicBezTo>
                <a:close/>
                <a:moveTo>
                  <a:pt x="1197654" y="43739"/>
                </a:moveTo>
                <a:cubicBezTo>
                  <a:pt x="1192382" y="43739"/>
                  <a:pt x="1187810" y="41968"/>
                  <a:pt x="1183939" y="38426"/>
                </a:cubicBezTo>
                <a:cubicBezTo>
                  <a:pt x="1180067" y="34884"/>
                  <a:pt x="1178132" y="30560"/>
                  <a:pt x="1178132" y="25453"/>
                </a:cubicBezTo>
                <a:cubicBezTo>
                  <a:pt x="1178132" y="20346"/>
                  <a:pt x="1180067" y="16021"/>
                  <a:pt x="1183939" y="12479"/>
                </a:cubicBezTo>
                <a:cubicBezTo>
                  <a:pt x="1187810" y="8937"/>
                  <a:pt x="1192382" y="7166"/>
                  <a:pt x="1197654" y="7166"/>
                </a:cubicBezTo>
                <a:cubicBezTo>
                  <a:pt x="1202925" y="7166"/>
                  <a:pt x="1207476" y="8937"/>
                  <a:pt x="1211307" y="12479"/>
                </a:cubicBezTo>
                <a:cubicBezTo>
                  <a:pt x="1215137" y="16021"/>
                  <a:pt x="1217052" y="20346"/>
                  <a:pt x="1217052" y="25453"/>
                </a:cubicBezTo>
                <a:cubicBezTo>
                  <a:pt x="1217052" y="30560"/>
                  <a:pt x="1215137" y="34884"/>
                  <a:pt x="1211307" y="38426"/>
                </a:cubicBezTo>
                <a:cubicBezTo>
                  <a:pt x="1207476" y="41968"/>
                  <a:pt x="1202925" y="43739"/>
                  <a:pt x="1197654" y="43739"/>
                </a:cubicBezTo>
                <a:moveTo>
                  <a:pt x="1208156" y="134306"/>
                </a:moveTo>
                <a:cubicBezTo>
                  <a:pt x="1208156" y="139002"/>
                  <a:pt x="1208300" y="146539"/>
                  <a:pt x="1208588" y="156917"/>
                </a:cubicBezTo>
                <a:cubicBezTo>
                  <a:pt x="1208877" y="167296"/>
                  <a:pt x="1209021" y="174833"/>
                  <a:pt x="1209021" y="179528"/>
                </a:cubicBezTo>
                <a:cubicBezTo>
                  <a:pt x="1209021" y="184306"/>
                  <a:pt x="1207415" y="188239"/>
                  <a:pt x="1204202" y="191328"/>
                </a:cubicBezTo>
                <a:cubicBezTo>
                  <a:pt x="1200990" y="194417"/>
                  <a:pt x="1196912" y="195961"/>
                  <a:pt x="1191970" y="195961"/>
                </a:cubicBezTo>
                <a:cubicBezTo>
                  <a:pt x="1187028" y="195961"/>
                  <a:pt x="1182950" y="194417"/>
                  <a:pt x="1179738" y="191328"/>
                </a:cubicBezTo>
                <a:cubicBezTo>
                  <a:pt x="1176525" y="188239"/>
                  <a:pt x="1174919" y="184306"/>
                  <a:pt x="1174919" y="179528"/>
                </a:cubicBezTo>
                <a:cubicBezTo>
                  <a:pt x="1174919" y="174833"/>
                  <a:pt x="1174775" y="167296"/>
                  <a:pt x="1174487" y="156917"/>
                </a:cubicBezTo>
                <a:cubicBezTo>
                  <a:pt x="1174198" y="146539"/>
                  <a:pt x="1174054" y="139002"/>
                  <a:pt x="1174054" y="134306"/>
                </a:cubicBezTo>
                <a:cubicBezTo>
                  <a:pt x="1174054" y="126975"/>
                  <a:pt x="1174466" y="117791"/>
                  <a:pt x="1175290" y="106753"/>
                </a:cubicBezTo>
                <a:cubicBezTo>
                  <a:pt x="1176114" y="95715"/>
                  <a:pt x="1176525" y="86531"/>
                  <a:pt x="1176525" y="79200"/>
                </a:cubicBezTo>
                <a:cubicBezTo>
                  <a:pt x="1176525" y="74422"/>
                  <a:pt x="1178132" y="70489"/>
                  <a:pt x="1181344" y="67400"/>
                </a:cubicBezTo>
                <a:cubicBezTo>
                  <a:pt x="1184557" y="64311"/>
                  <a:pt x="1188634" y="62767"/>
                  <a:pt x="1193576" y="62767"/>
                </a:cubicBezTo>
                <a:cubicBezTo>
                  <a:pt x="1198519" y="62767"/>
                  <a:pt x="1202596" y="64311"/>
                  <a:pt x="1205808" y="67400"/>
                </a:cubicBezTo>
                <a:cubicBezTo>
                  <a:pt x="1209021" y="70489"/>
                  <a:pt x="1210627" y="74422"/>
                  <a:pt x="1210627" y="79200"/>
                </a:cubicBezTo>
                <a:cubicBezTo>
                  <a:pt x="1210627" y="86531"/>
                  <a:pt x="1210215" y="95715"/>
                  <a:pt x="1209392" y="106753"/>
                </a:cubicBezTo>
                <a:cubicBezTo>
                  <a:pt x="1208568" y="117791"/>
                  <a:pt x="1208156" y="126975"/>
                  <a:pt x="1208156" y="134306"/>
                </a:cubicBezTo>
                <a:close/>
                <a:moveTo>
                  <a:pt x="1327708" y="92787"/>
                </a:moveTo>
                <a:cubicBezTo>
                  <a:pt x="1325978" y="92787"/>
                  <a:pt x="1323939" y="92726"/>
                  <a:pt x="1321592" y="92602"/>
                </a:cubicBezTo>
                <a:cubicBezTo>
                  <a:pt x="1319244" y="92479"/>
                  <a:pt x="1317205" y="92417"/>
                  <a:pt x="1315476" y="92417"/>
                </a:cubicBezTo>
                <a:cubicBezTo>
                  <a:pt x="1312098" y="92417"/>
                  <a:pt x="1308186" y="92748"/>
                  <a:pt x="1303738" y="93409"/>
                </a:cubicBezTo>
                <a:cubicBezTo>
                  <a:pt x="1305220" y="126687"/>
                  <a:pt x="1305962" y="148433"/>
                  <a:pt x="1305962" y="158647"/>
                </a:cubicBezTo>
                <a:cubicBezTo>
                  <a:pt x="1305962" y="159718"/>
                  <a:pt x="1306003" y="161716"/>
                  <a:pt x="1306085" y="164640"/>
                </a:cubicBezTo>
                <a:cubicBezTo>
                  <a:pt x="1306168" y="167564"/>
                  <a:pt x="1306209" y="169932"/>
                  <a:pt x="1306209" y="171744"/>
                </a:cubicBezTo>
                <a:cubicBezTo>
                  <a:pt x="1306209" y="190690"/>
                  <a:pt x="1300237" y="200162"/>
                  <a:pt x="1288293" y="200162"/>
                </a:cubicBezTo>
                <a:cubicBezTo>
                  <a:pt x="1283763" y="200162"/>
                  <a:pt x="1279850" y="198762"/>
                  <a:pt x="1276555" y="195961"/>
                </a:cubicBezTo>
                <a:cubicBezTo>
                  <a:pt x="1272931" y="192996"/>
                  <a:pt x="1271119" y="189289"/>
                  <a:pt x="1271119" y="184841"/>
                </a:cubicBezTo>
                <a:cubicBezTo>
                  <a:pt x="1271119" y="181876"/>
                  <a:pt x="1271242" y="177428"/>
                  <a:pt x="1271489" y="171497"/>
                </a:cubicBezTo>
                <a:cubicBezTo>
                  <a:pt x="1271736" y="165566"/>
                  <a:pt x="1271860" y="161118"/>
                  <a:pt x="1271860" y="158153"/>
                </a:cubicBezTo>
                <a:cubicBezTo>
                  <a:pt x="1271860" y="148186"/>
                  <a:pt x="1271119" y="126852"/>
                  <a:pt x="1269636" y="94150"/>
                </a:cubicBezTo>
                <a:cubicBezTo>
                  <a:pt x="1264529" y="93903"/>
                  <a:pt x="1256807" y="93224"/>
                  <a:pt x="1246469" y="92112"/>
                </a:cubicBezTo>
                <a:cubicBezTo>
                  <a:pt x="1236131" y="91000"/>
                  <a:pt x="1230963" y="85666"/>
                  <a:pt x="1230963" y="76111"/>
                </a:cubicBezTo>
                <a:cubicBezTo>
                  <a:pt x="1230963" y="71498"/>
                  <a:pt x="1232528" y="67586"/>
                  <a:pt x="1235658" y="64373"/>
                </a:cubicBezTo>
                <a:cubicBezTo>
                  <a:pt x="1238788" y="61161"/>
                  <a:pt x="1242824" y="59554"/>
                  <a:pt x="1247766" y="59554"/>
                </a:cubicBezTo>
                <a:cubicBezTo>
                  <a:pt x="1250814" y="59554"/>
                  <a:pt x="1257816" y="60049"/>
                  <a:pt x="1268771" y="61037"/>
                </a:cubicBezTo>
                <a:cubicBezTo>
                  <a:pt x="1268689" y="58394"/>
                  <a:pt x="1268483" y="54015"/>
                  <a:pt x="1268153" y="47902"/>
                </a:cubicBezTo>
                <a:cubicBezTo>
                  <a:pt x="1267824" y="42614"/>
                  <a:pt x="1267659" y="38524"/>
                  <a:pt x="1267659" y="35631"/>
                </a:cubicBezTo>
                <a:cubicBezTo>
                  <a:pt x="1267659" y="31005"/>
                  <a:pt x="1269348" y="27165"/>
                  <a:pt x="1272725" y="24109"/>
                </a:cubicBezTo>
                <a:cubicBezTo>
                  <a:pt x="1276102" y="21051"/>
                  <a:pt x="1280179" y="19522"/>
                  <a:pt x="1284957" y="19522"/>
                </a:cubicBezTo>
                <a:cubicBezTo>
                  <a:pt x="1297148" y="19522"/>
                  <a:pt x="1303243" y="29808"/>
                  <a:pt x="1303243" y="50380"/>
                </a:cubicBezTo>
                <a:lnTo>
                  <a:pt x="1302996" y="60543"/>
                </a:lnTo>
                <a:cubicBezTo>
                  <a:pt x="1308103" y="59719"/>
                  <a:pt x="1312263" y="59307"/>
                  <a:pt x="1315476" y="59307"/>
                </a:cubicBezTo>
                <a:cubicBezTo>
                  <a:pt x="1324948" y="59307"/>
                  <a:pt x="1331414" y="59928"/>
                  <a:pt x="1334874" y="61168"/>
                </a:cubicBezTo>
                <a:cubicBezTo>
                  <a:pt x="1341464" y="63483"/>
                  <a:pt x="1344759" y="68525"/>
                  <a:pt x="1344759" y="76296"/>
                </a:cubicBezTo>
                <a:cubicBezTo>
                  <a:pt x="1344759" y="81010"/>
                  <a:pt x="1343152" y="84936"/>
                  <a:pt x="1339940" y="88077"/>
                </a:cubicBezTo>
                <a:cubicBezTo>
                  <a:pt x="1336727" y="91217"/>
                  <a:pt x="1332650" y="92787"/>
                  <a:pt x="1327708" y="92787"/>
                </a:cubicBezTo>
                <a:close/>
                <a:moveTo>
                  <a:pt x="1388141" y="43739"/>
                </a:moveTo>
                <a:cubicBezTo>
                  <a:pt x="1382869" y="43739"/>
                  <a:pt x="1378298" y="41968"/>
                  <a:pt x="1374426" y="38426"/>
                </a:cubicBezTo>
                <a:cubicBezTo>
                  <a:pt x="1370555" y="34884"/>
                  <a:pt x="1368619" y="30560"/>
                  <a:pt x="1368619" y="25453"/>
                </a:cubicBezTo>
                <a:cubicBezTo>
                  <a:pt x="1368619" y="20346"/>
                  <a:pt x="1370555" y="16021"/>
                  <a:pt x="1374426" y="12479"/>
                </a:cubicBezTo>
                <a:cubicBezTo>
                  <a:pt x="1378298" y="8937"/>
                  <a:pt x="1382869" y="7166"/>
                  <a:pt x="1388141" y="7166"/>
                </a:cubicBezTo>
                <a:cubicBezTo>
                  <a:pt x="1393413" y="7166"/>
                  <a:pt x="1397964" y="8937"/>
                  <a:pt x="1401794" y="12479"/>
                </a:cubicBezTo>
                <a:cubicBezTo>
                  <a:pt x="1405624" y="16021"/>
                  <a:pt x="1407539" y="20346"/>
                  <a:pt x="1407539" y="25453"/>
                </a:cubicBezTo>
                <a:cubicBezTo>
                  <a:pt x="1407539" y="30560"/>
                  <a:pt x="1405624" y="34884"/>
                  <a:pt x="1401794" y="38426"/>
                </a:cubicBezTo>
                <a:cubicBezTo>
                  <a:pt x="1397964" y="41968"/>
                  <a:pt x="1393413" y="43739"/>
                  <a:pt x="1388141" y="43739"/>
                </a:cubicBezTo>
                <a:moveTo>
                  <a:pt x="1398643" y="134306"/>
                </a:moveTo>
                <a:cubicBezTo>
                  <a:pt x="1398643" y="139002"/>
                  <a:pt x="1398787" y="146539"/>
                  <a:pt x="1399076" y="156917"/>
                </a:cubicBezTo>
                <a:cubicBezTo>
                  <a:pt x="1399364" y="167296"/>
                  <a:pt x="1399508" y="174833"/>
                  <a:pt x="1399508" y="179528"/>
                </a:cubicBezTo>
                <a:cubicBezTo>
                  <a:pt x="1399508" y="184306"/>
                  <a:pt x="1397902" y="188239"/>
                  <a:pt x="1394689" y="191328"/>
                </a:cubicBezTo>
                <a:cubicBezTo>
                  <a:pt x="1391477" y="194417"/>
                  <a:pt x="1387400" y="195961"/>
                  <a:pt x="1382457" y="195961"/>
                </a:cubicBezTo>
                <a:cubicBezTo>
                  <a:pt x="1377515" y="195961"/>
                  <a:pt x="1373438" y="194417"/>
                  <a:pt x="1370225" y="191328"/>
                </a:cubicBezTo>
                <a:cubicBezTo>
                  <a:pt x="1367013" y="188239"/>
                  <a:pt x="1365406" y="184306"/>
                  <a:pt x="1365406" y="179528"/>
                </a:cubicBezTo>
                <a:cubicBezTo>
                  <a:pt x="1365406" y="174833"/>
                  <a:pt x="1365262" y="167296"/>
                  <a:pt x="1364974" y="156917"/>
                </a:cubicBezTo>
                <a:cubicBezTo>
                  <a:pt x="1364686" y="146539"/>
                  <a:pt x="1364542" y="139002"/>
                  <a:pt x="1364542" y="134306"/>
                </a:cubicBezTo>
                <a:cubicBezTo>
                  <a:pt x="1364542" y="126975"/>
                  <a:pt x="1364953" y="117791"/>
                  <a:pt x="1365777" y="106753"/>
                </a:cubicBezTo>
                <a:cubicBezTo>
                  <a:pt x="1366601" y="95715"/>
                  <a:pt x="1367013" y="86531"/>
                  <a:pt x="1367013" y="79200"/>
                </a:cubicBezTo>
                <a:cubicBezTo>
                  <a:pt x="1367013" y="74422"/>
                  <a:pt x="1368619" y="70489"/>
                  <a:pt x="1371831" y="67400"/>
                </a:cubicBezTo>
                <a:cubicBezTo>
                  <a:pt x="1375044" y="64311"/>
                  <a:pt x="1379121" y="62767"/>
                  <a:pt x="1384064" y="62767"/>
                </a:cubicBezTo>
                <a:cubicBezTo>
                  <a:pt x="1389006" y="62767"/>
                  <a:pt x="1393083" y="64311"/>
                  <a:pt x="1396296" y="67400"/>
                </a:cubicBezTo>
                <a:cubicBezTo>
                  <a:pt x="1399508" y="70489"/>
                  <a:pt x="1401114" y="74422"/>
                  <a:pt x="1401114" y="79200"/>
                </a:cubicBezTo>
                <a:cubicBezTo>
                  <a:pt x="1401114" y="86531"/>
                  <a:pt x="1400703" y="95715"/>
                  <a:pt x="1399879" y="106753"/>
                </a:cubicBezTo>
                <a:cubicBezTo>
                  <a:pt x="1399055" y="117791"/>
                  <a:pt x="1398643" y="126975"/>
                  <a:pt x="1398643" y="134306"/>
                </a:cubicBezTo>
                <a:close/>
                <a:moveTo>
                  <a:pt x="1481868" y="199668"/>
                </a:moveTo>
                <a:cubicBezTo>
                  <a:pt x="1466630" y="199668"/>
                  <a:pt x="1453533" y="194429"/>
                  <a:pt x="1442577" y="183949"/>
                </a:cubicBezTo>
                <a:cubicBezTo>
                  <a:pt x="1430551" y="172477"/>
                  <a:pt x="1424250" y="157168"/>
                  <a:pt x="1423673" y="138025"/>
                </a:cubicBezTo>
                <a:cubicBezTo>
                  <a:pt x="1423096" y="119787"/>
                  <a:pt x="1428080" y="103530"/>
                  <a:pt x="1438623" y="89254"/>
                </a:cubicBezTo>
                <a:cubicBezTo>
                  <a:pt x="1451144" y="72420"/>
                  <a:pt x="1468565" y="64003"/>
                  <a:pt x="1490888" y="64003"/>
                </a:cubicBezTo>
                <a:cubicBezTo>
                  <a:pt x="1507362" y="64003"/>
                  <a:pt x="1520459" y="70604"/>
                  <a:pt x="1530179" y="83806"/>
                </a:cubicBezTo>
                <a:cubicBezTo>
                  <a:pt x="1538910" y="95691"/>
                  <a:pt x="1543276" y="110421"/>
                  <a:pt x="1543276" y="127997"/>
                </a:cubicBezTo>
                <a:cubicBezTo>
                  <a:pt x="1543276" y="147144"/>
                  <a:pt x="1538169" y="163483"/>
                  <a:pt x="1527955" y="177015"/>
                </a:cubicBezTo>
                <a:cubicBezTo>
                  <a:pt x="1516505" y="192117"/>
                  <a:pt x="1501143" y="199668"/>
                  <a:pt x="1481868" y="199668"/>
                </a:cubicBezTo>
                <a:moveTo>
                  <a:pt x="1489282" y="96622"/>
                </a:moveTo>
                <a:cubicBezTo>
                  <a:pt x="1479150" y="96539"/>
                  <a:pt x="1471160" y="101160"/>
                  <a:pt x="1465312" y="110483"/>
                </a:cubicBezTo>
                <a:cubicBezTo>
                  <a:pt x="1460369" y="118324"/>
                  <a:pt x="1457898" y="127484"/>
                  <a:pt x="1457898" y="137963"/>
                </a:cubicBezTo>
                <a:cubicBezTo>
                  <a:pt x="1457898" y="147866"/>
                  <a:pt x="1460699" y="155457"/>
                  <a:pt x="1466300" y="160736"/>
                </a:cubicBezTo>
                <a:cubicBezTo>
                  <a:pt x="1470748" y="164945"/>
                  <a:pt x="1475938" y="167049"/>
                  <a:pt x="1481868" y="167049"/>
                </a:cubicBezTo>
                <a:cubicBezTo>
                  <a:pt x="1489035" y="167049"/>
                  <a:pt x="1495254" y="164615"/>
                  <a:pt x="1500525" y="159748"/>
                </a:cubicBezTo>
                <a:cubicBezTo>
                  <a:pt x="1506538" y="154054"/>
                  <a:pt x="1509751" y="146338"/>
                  <a:pt x="1510163" y="136600"/>
                </a:cubicBezTo>
                <a:cubicBezTo>
                  <a:pt x="1511234" y="110030"/>
                  <a:pt x="1504273" y="96704"/>
                  <a:pt x="1489282" y="96622"/>
                </a:cubicBezTo>
                <a:close/>
                <a:moveTo>
                  <a:pt x="1661175" y="201151"/>
                </a:moveTo>
                <a:cubicBezTo>
                  <a:pt x="1651043" y="201151"/>
                  <a:pt x="1645400" y="196156"/>
                  <a:pt x="1644247" y="186166"/>
                </a:cubicBezTo>
                <a:cubicBezTo>
                  <a:pt x="1643094" y="177663"/>
                  <a:pt x="1641941" y="169119"/>
                  <a:pt x="1640788" y="160531"/>
                </a:cubicBezTo>
                <a:cubicBezTo>
                  <a:pt x="1639552" y="151450"/>
                  <a:pt x="1638934" y="142905"/>
                  <a:pt x="1638934" y="134897"/>
                </a:cubicBezTo>
                <a:cubicBezTo>
                  <a:pt x="1638934" y="132750"/>
                  <a:pt x="1639078" y="129077"/>
                  <a:pt x="1639367" y="123877"/>
                </a:cubicBezTo>
                <a:cubicBezTo>
                  <a:pt x="1639655" y="118675"/>
                  <a:pt x="1639799" y="115001"/>
                  <a:pt x="1639799" y="112854"/>
                </a:cubicBezTo>
                <a:cubicBezTo>
                  <a:pt x="1639799" y="112277"/>
                  <a:pt x="1639882" y="110813"/>
                  <a:pt x="1640046" y="108460"/>
                </a:cubicBezTo>
                <a:cubicBezTo>
                  <a:pt x="1640211" y="106105"/>
                  <a:pt x="1640293" y="104184"/>
                  <a:pt x="1640293" y="102699"/>
                </a:cubicBezTo>
                <a:cubicBezTo>
                  <a:pt x="1640293" y="95847"/>
                  <a:pt x="1638522" y="92421"/>
                  <a:pt x="1634981" y="92421"/>
                </a:cubicBezTo>
                <a:cubicBezTo>
                  <a:pt x="1627402" y="92421"/>
                  <a:pt x="1619968" y="96968"/>
                  <a:pt x="1612678" y="106062"/>
                </a:cubicBezTo>
                <a:cubicBezTo>
                  <a:pt x="1605389" y="115154"/>
                  <a:pt x="1599684" y="126677"/>
                  <a:pt x="1595566" y="140631"/>
                </a:cubicBezTo>
                <a:cubicBezTo>
                  <a:pt x="1595401" y="143424"/>
                  <a:pt x="1595030" y="147146"/>
                  <a:pt x="1594454" y="151798"/>
                </a:cubicBezTo>
                <a:cubicBezTo>
                  <a:pt x="1593960" y="155605"/>
                  <a:pt x="1593712" y="159325"/>
                  <a:pt x="1593712" y="162960"/>
                </a:cubicBezTo>
                <a:cubicBezTo>
                  <a:pt x="1593712" y="165331"/>
                  <a:pt x="1593980" y="168906"/>
                  <a:pt x="1594516" y="173686"/>
                </a:cubicBezTo>
                <a:cubicBezTo>
                  <a:pt x="1595051" y="178464"/>
                  <a:pt x="1595319" y="182037"/>
                  <a:pt x="1595319" y="184405"/>
                </a:cubicBezTo>
                <a:cubicBezTo>
                  <a:pt x="1595319" y="189226"/>
                  <a:pt x="1593692" y="193223"/>
                  <a:pt x="1590438" y="196394"/>
                </a:cubicBezTo>
                <a:cubicBezTo>
                  <a:pt x="1587185" y="199565"/>
                  <a:pt x="1583087" y="201151"/>
                  <a:pt x="1578144" y="201151"/>
                </a:cubicBezTo>
                <a:cubicBezTo>
                  <a:pt x="1573202" y="201151"/>
                  <a:pt x="1569125" y="199574"/>
                  <a:pt x="1565912" y="196421"/>
                </a:cubicBezTo>
                <a:cubicBezTo>
                  <a:pt x="1562700" y="193268"/>
                  <a:pt x="1561093" y="189293"/>
                  <a:pt x="1561093" y="184498"/>
                </a:cubicBezTo>
                <a:cubicBezTo>
                  <a:pt x="1561093" y="182142"/>
                  <a:pt x="1560846" y="178589"/>
                  <a:pt x="1560352" y="173837"/>
                </a:cubicBezTo>
                <a:cubicBezTo>
                  <a:pt x="1559858" y="169085"/>
                  <a:pt x="1559611" y="165533"/>
                  <a:pt x="1559611" y="163180"/>
                </a:cubicBezTo>
                <a:cubicBezTo>
                  <a:pt x="1559611" y="155105"/>
                  <a:pt x="1560187" y="143877"/>
                  <a:pt x="1561341" y="129495"/>
                </a:cubicBezTo>
                <a:cubicBezTo>
                  <a:pt x="1562494" y="115114"/>
                  <a:pt x="1563070" y="103886"/>
                  <a:pt x="1563070" y="95811"/>
                </a:cubicBezTo>
                <a:cubicBezTo>
                  <a:pt x="1563070" y="93288"/>
                  <a:pt x="1562926" y="89525"/>
                  <a:pt x="1562638" y="84521"/>
                </a:cubicBezTo>
                <a:cubicBezTo>
                  <a:pt x="1562350" y="79517"/>
                  <a:pt x="1562205" y="75796"/>
                  <a:pt x="1562205" y="73358"/>
                </a:cubicBezTo>
                <a:cubicBezTo>
                  <a:pt x="1562205" y="68648"/>
                  <a:pt x="1563873" y="64758"/>
                  <a:pt x="1567209" y="61690"/>
                </a:cubicBezTo>
                <a:cubicBezTo>
                  <a:pt x="1570546" y="58619"/>
                  <a:pt x="1574644" y="57083"/>
                  <a:pt x="1579503" y="57083"/>
                </a:cubicBezTo>
                <a:cubicBezTo>
                  <a:pt x="1590294" y="57083"/>
                  <a:pt x="1596060" y="63591"/>
                  <a:pt x="1596801" y="76605"/>
                </a:cubicBezTo>
                <a:lnTo>
                  <a:pt x="1596925" y="77964"/>
                </a:lnTo>
                <a:cubicBezTo>
                  <a:pt x="1608951" y="65856"/>
                  <a:pt x="1621636" y="59802"/>
                  <a:pt x="1634981" y="59802"/>
                </a:cubicBezTo>
                <a:cubicBezTo>
                  <a:pt x="1650549" y="59802"/>
                  <a:pt x="1661298" y="66321"/>
                  <a:pt x="1667229" y="79358"/>
                </a:cubicBezTo>
                <a:cubicBezTo>
                  <a:pt x="1671183" y="88105"/>
                  <a:pt x="1673160" y="101184"/>
                  <a:pt x="1673160" y="118595"/>
                </a:cubicBezTo>
                <a:lnTo>
                  <a:pt x="1673160" y="127383"/>
                </a:lnTo>
                <a:cubicBezTo>
                  <a:pt x="1673077" y="131178"/>
                  <a:pt x="1673036" y="133859"/>
                  <a:pt x="1673036" y="135426"/>
                </a:cubicBezTo>
                <a:cubicBezTo>
                  <a:pt x="1673036" y="141864"/>
                  <a:pt x="1673922" y="150158"/>
                  <a:pt x="1675693" y="160308"/>
                </a:cubicBezTo>
                <a:cubicBezTo>
                  <a:pt x="1677464" y="170455"/>
                  <a:pt x="1678349" y="178706"/>
                  <a:pt x="1678349" y="185061"/>
                </a:cubicBezTo>
                <a:cubicBezTo>
                  <a:pt x="1678349" y="189682"/>
                  <a:pt x="1676702" y="193519"/>
                  <a:pt x="1673407" y="196571"/>
                </a:cubicBezTo>
                <a:cubicBezTo>
                  <a:pt x="1670112" y="199624"/>
                  <a:pt x="1666035" y="201151"/>
                  <a:pt x="1661175" y="201151"/>
                </a:cubicBezTo>
                <a:close/>
              </a:path>
            </a:pathLst>
          </a:custGeom>
          <a:solidFill xmlns:a="http://schemas.openxmlformats.org/drawingml/2006/main">
            <a:srgbClr val="2B7048"/>
          </a:solidFill>
          <a:ln xmlns:a="http://schemas.openxmlformats.org/drawingml/2006/main" w="0" cap="flat">
            <a:noFill/>
            <a:miter/>
          </a:ln>
        </p:spPr>
      </p:sp>
      <p:sp>
        <p:nvSpPr>
          <p:cNvPr id="652" name="Text ,">
            <a:extLst xmlns:a="http://schemas.openxmlformats.org/drawingml/2006/main">
              <a:ext uri="{FF2B5EF4-FFF2-40B4-BE49-F238E27FC236}">
                <a16:creationId xmlns:a16="http://schemas.microsoft.com/office/drawing/2014/main" id="{C74B2BA8-B0AC-481F-8C37-5F5F4D896685}"/>
              </a:ext>
            </a:extLst>
          </p:cNvPr>
          <p:cNvSpPr>
            <a:spLocks xmlns:a="http://schemas.openxmlformats.org/drawingml/2006/main" noGrp="1"/>
          </p:cNvSpPr>
          <p:nvPr/>
        </p:nvSpPr>
        <p:spPr>
          <a:xfrm xmlns:a="http://schemas.openxmlformats.org/drawingml/2006/main">
            <a:off x="6904493" y="5904784"/>
            <a:ext cx="20435" cy="37167"/>
          </a:xfrm>
          <a:custGeom xmlns:a="http://schemas.openxmlformats.org/drawingml/2006/main">
            <a:pathLst>
              <a:path w="20435" h="37167">
                <a:moveTo>
                  <a:pt x="0" y="37167"/>
                </a:moveTo>
                <a:lnTo>
                  <a:pt x="0" y="34150"/>
                </a:lnTo>
                <a:cubicBezTo>
                  <a:pt x="4709" y="32590"/>
                  <a:pt x="8355" y="30169"/>
                  <a:pt x="10938" y="26887"/>
                </a:cubicBezTo>
                <a:cubicBezTo>
                  <a:pt x="13521" y="23607"/>
                  <a:pt x="14812" y="20132"/>
                  <a:pt x="14812" y="16460"/>
                </a:cubicBezTo>
                <a:cubicBezTo>
                  <a:pt x="14812" y="15590"/>
                  <a:pt x="14606" y="14858"/>
                  <a:pt x="14195" y="14263"/>
                </a:cubicBezTo>
                <a:cubicBezTo>
                  <a:pt x="13875" y="13852"/>
                  <a:pt x="13555" y="13646"/>
                  <a:pt x="13235" y="13646"/>
                </a:cubicBezTo>
                <a:cubicBezTo>
                  <a:pt x="12732" y="13646"/>
                  <a:pt x="11635" y="14103"/>
                  <a:pt x="9943" y="15018"/>
                </a:cubicBezTo>
                <a:cubicBezTo>
                  <a:pt x="9120" y="15429"/>
                  <a:pt x="8252" y="15635"/>
                  <a:pt x="7337" y="15635"/>
                </a:cubicBezTo>
                <a:cubicBezTo>
                  <a:pt x="5097" y="15635"/>
                  <a:pt x="3314" y="14972"/>
                  <a:pt x="1989" y="13646"/>
                </a:cubicBezTo>
                <a:cubicBezTo>
                  <a:pt x="663" y="12320"/>
                  <a:pt x="0" y="10492"/>
                  <a:pt x="0" y="8160"/>
                </a:cubicBezTo>
                <a:cubicBezTo>
                  <a:pt x="0" y="5920"/>
                  <a:pt x="857" y="4000"/>
                  <a:pt x="2572" y="2400"/>
                </a:cubicBezTo>
                <a:cubicBezTo>
                  <a:pt x="4286" y="800"/>
                  <a:pt x="6377" y="0"/>
                  <a:pt x="8846" y="0"/>
                </a:cubicBezTo>
                <a:cubicBezTo>
                  <a:pt x="11863" y="0"/>
                  <a:pt x="14549" y="1317"/>
                  <a:pt x="16904" y="3952"/>
                </a:cubicBezTo>
                <a:cubicBezTo>
                  <a:pt x="19258" y="6585"/>
                  <a:pt x="20435" y="10076"/>
                  <a:pt x="20435" y="14426"/>
                </a:cubicBezTo>
                <a:cubicBezTo>
                  <a:pt x="20435" y="19145"/>
                  <a:pt x="18801" y="23531"/>
                  <a:pt x="15532" y="27584"/>
                </a:cubicBezTo>
                <a:cubicBezTo>
                  <a:pt x="12263" y="31637"/>
                  <a:pt x="7086" y="34831"/>
                  <a:pt x="0" y="37167"/>
                </a:cubicBezTo>
                <a:close/>
              </a:path>
            </a:pathLst>
          </a:custGeom>
          <a:solidFill xmlns:a="http://schemas.openxmlformats.org/drawingml/2006/main">
            <a:srgbClr val="000000"/>
          </a:solidFill>
          <a:ln xmlns:a="http://schemas.openxmlformats.org/drawingml/2006/main" w="0" cap="flat">
            <a:noFill/>
            <a:miter/>
          </a:ln>
        </p:spPr>
      </p:sp>
      <p:sp>
        <p:nvSpPr>
          <p:cNvPr id="653" name="Text rj">
            <a:extLst xmlns:a="http://schemas.openxmlformats.org/drawingml/2006/main">
              <a:ext uri="{FF2B5EF4-FFF2-40B4-BE49-F238E27FC236}">
                <a16:creationId xmlns:a16="http://schemas.microsoft.com/office/drawing/2014/main" id="{BC5DF600-D69C-48B6-8342-CFC34957310E}"/>
              </a:ext>
            </a:extLst>
          </p:cNvPr>
          <p:cNvSpPr>
            <a:spLocks xmlns:a="http://schemas.openxmlformats.org/drawingml/2006/main" noGrp="1"/>
          </p:cNvSpPr>
          <p:nvPr/>
        </p:nvSpPr>
        <p:spPr>
          <a:xfrm xmlns:a="http://schemas.openxmlformats.org/drawingml/2006/main">
            <a:off x="6831227" y="5829215"/>
            <a:ext cx="171543" cy="119593"/>
          </a:xfrm>
          <a:custGeom xmlns:a="http://schemas.openxmlformats.org/drawingml/2006/main">
            <a:pathLst>
              <a:path w="171543" h="119593">
                <a:moveTo>
                  <a:pt x="4457" y="30996"/>
                </a:moveTo>
                <a:lnTo>
                  <a:pt x="28115" y="27155"/>
                </a:lnTo>
                <a:lnTo>
                  <a:pt x="18241" y="60551"/>
                </a:lnTo>
                <a:cubicBezTo>
                  <a:pt x="26241" y="46853"/>
                  <a:pt x="33510" y="37279"/>
                  <a:pt x="40047" y="31827"/>
                </a:cubicBezTo>
                <a:cubicBezTo>
                  <a:pt x="43750" y="28713"/>
                  <a:pt x="46768" y="27155"/>
                  <a:pt x="49099" y="27155"/>
                </a:cubicBezTo>
                <a:cubicBezTo>
                  <a:pt x="50608" y="27155"/>
                  <a:pt x="51796" y="27603"/>
                  <a:pt x="52665" y="28499"/>
                </a:cubicBezTo>
                <a:cubicBezTo>
                  <a:pt x="53534" y="29393"/>
                  <a:pt x="53968" y="30690"/>
                  <a:pt x="53968" y="32388"/>
                </a:cubicBezTo>
                <a:cubicBezTo>
                  <a:pt x="53968" y="35417"/>
                  <a:pt x="53191" y="38309"/>
                  <a:pt x="51636" y="41063"/>
                </a:cubicBezTo>
                <a:cubicBezTo>
                  <a:pt x="50539" y="43129"/>
                  <a:pt x="48962" y="44162"/>
                  <a:pt x="46905" y="44162"/>
                </a:cubicBezTo>
                <a:cubicBezTo>
                  <a:pt x="45853" y="44162"/>
                  <a:pt x="44950" y="43819"/>
                  <a:pt x="44196" y="43133"/>
                </a:cubicBezTo>
                <a:cubicBezTo>
                  <a:pt x="43442" y="42447"/>
                  <a:pt x="42973" y="41396"/>
                  <a:pt x="42790" y="39979"/>
                </a:cubicBezTo>
                <a:cubicBezTo>
                  <a:pt x="42699" y="39110"/>
                  <a:pt x="42493" y="38539"/>
                  <a:pt x="42173" y="38264"/>
                </a:cubicBezTo>
                <a:cubicBezTo>
                  <a:pt x="41807" y="37899"/>
                  <a:pt x="41373" y="37716"/>
                  <a:pt x="40870" y="37716"/>
                </a:cubicBezTo>
                <a:cubicBezTo>
                  <a:pt x="40093" y="37716"/>
                  <a:pt x="39362" y="37899"/>
                  <a:pt x="38676" y="38264"/>
                </a:cubicBezTo>
                <a:cubicBezTo>
                  <a:pt x="37487" y="38904"/>
                  <a:pt x="35681" y="40687"/>
                  <a:pt x="33258" y="43611"/>
                </a:cubicBezTo>
                <a:cubicBezTo>
                  <a:pt x="29464" y="48091"/>
                  <a:pt x="25350" y="53896"/>
                  <a:pt x="20915" y="61027"/>
                </a:cubicBezTo>
                <a:cubicBezTo>
                  <a:pt x="18995" y="64043"/>
                  <a:pt x="17349" y="67448"/>
                  <a:pt x="15978" y="71242"/>
                </a:cubicBezTo>
                <a:cubicBezTo>
                  <a:pt x="14058" y="76452"/>
                  <a:pt x="12961" y="79583"/>
                  <a:pt x="12686" y="80635"/>
                </a:cubicBezTo>
                <a:lnTo>
                  <a:pt x="10492" y="89284"/>
                </a:lnTo>
                <a:lnTo>
                  <a:pt x="0" y="89284"/>
                </a:lnTo>
                <a:lnTo>
                  <a:pt x="12686" y="46630"/>
                </a:lnTo>
                <a:cubicBezTo>
                  <a:pt x="14149" y="41667"/>
                  <a:pt x="14881" y="38129"/>
                  <a:pt x="14881" y="36014"/>
                </a:cubicBezTo>
                <a:cubicBezTo>
                  <a:pt x="14881" y="35187"/>
                  <a:pt x="14538" y="34498"/>
                  <a:pt x="13852" y="33946"/>
                </a:cubicBezTo>
                <a:cubicBezTo>
                  <a:pt x="12938" y="33213"/>
                  <a:pt x="11726" y="32847"/>
                  <a:pt x="10218" y="32847"/>
                </a:cubicBezTo>
                <a:cubicBezTo>
                  <a:pt x="9258" y="32847"/>
                  <a:pt x="7497" y="33053"/>
                  <a:pt x="4937" y="33464"/>
                </a:cubicBezTo>
                <a:lnTo>
                  <a:pt x="4457" y="30996"/>
                </a:lnTo>
                <a:close/>
                <a:moveTo>
                  <a:pt x="164617" y="0"/>
                </a:moveTo>
                <a:cubicBezTo>
                  <a:pt x="166537" y="0"/>
                  <a:pt x="168172" y="674"/>
                  <a:pt x="169520" y="2023"/>
                </a:cubicBezTo>
                <a:cubicBezTo>
                  <a:pt x="170869" y="3372"/>
                  <a:pt x="171543" y="5006"/>
                  <a:pt x="171543" y="6926"/>
                </a:cubicBezTo>
                <a:cubicBezTo>
                  <a:pt x="171543" y="8846"/>
                  <a:pt x="170869" y="10480"/>
                  <a:pt x="169520" y="11829"/>
                </a:cubicBezTo>
                <a:cubicBezTo>
                  <a:pt x="168172" y="13178"/>
                  <a:pt x="166537" y="13852"/>
                  <a:pt x="164617" y="13852"/>
                </a:cubicBezTo>
                <a:cubicBezTo>
                  <a:pt x="162697" y="13852"/>
                  <a:pt x="161063" y="13178"/>
                  <a:pt x="159714" y="11829"/>
                </a:cubicBezTo>
                <a:cubicBezTo>
                  <a:pt x="158366" y="10480"/>
                  <a:pt x="157691" y="8846"/>
                  <a:pt x="157691" y="6926"/>
                </a:cubicBezTo>
                <a:cubicBezTo>
                  <a:pt x="157691" y="5006"/>
                  <a:pt x="158366" y="3372"/>
                  <a:pt x="159714" y="2023"/>
                </a:cubicBezTo>
                <a:cubicBezTo>
                  <a:pt x="161063" y="674"/>
                  <a:pt x="162697" y="0"/>
                  <a:pt x="164617" y="0"/>
                </a:cubicBezTo>
                <a:moveTo>
                  <a:pt x="165714" y="27155"/>
                </a:moveTo>
                <a:lnTo>
                  <a:pt x="147954" y="88598"/>
                </a:lnTo>
                <a:cubicBezTo>
                  <a:pt x="144799" y="99570"/>
                  <a:pt x="140468" y="107479"/>
                  <a:pt x="134959" y="112324"/>
                </a:cubicBezTo>
                <a:cubicBezTo>
                  <a:pt x="129450" y="117170"/>
                  <a:pt x="123496" y="119593"/>
                  <a:pt x="117095" y="119593"/>
                </a:cubicBezTo>
                <a:cubicBezTo>
                  <a:pt x="114215" y="119593"/>
                  <a:pt x="112032" y="118923"/>
                  <a:pt x="110547" y="117581"/>
                </a:cubicBezTo>
                <a:cubicBezTo>
                  <a:pt x="109061" y="116241"/>
                  <a:pt x="108318" y="114646"/>
                  <a:pt x="108318" y="112796"/>
                </a:cubicBezTo>
                <a:cubicBezTo>
                  <a:pt x="108318" y="111363"/>
                  <a:pt x="108878" y="110103"/>
                  <a:pt x="109998" y="109016"/>
                </a:cubicBezTo>
                <a:cubicBezTo>
                  <a:pt x="111118" y="107930"/>
                  <a:pt x="112409" y="107387"/>
                  <a:pt x="113872" y="107387"/>
                </a:cubicBezTo>
                <a:cubicBezTo>
                  <a:pt x="115198" y="107387"/>
                  <a:pt x="116364" y="107825"/>
                  <a:pt x="117370" y="108701"/>
                </a:cubicBezTo>
                <a:cubicBezTo>
                  <a:pt x="118193" y="109391"/>
                  <a:pt x="118604" y="110174"/>
                  <a:pt x="118604" y="111049"/>
                </a:cubicBezTo>
                <a:cubicBezTo>
                  <a:pt x="118604" y="112248"/>
                  <a:pt x="118033" y="113284"/>
                  <a:pt x="116890" y="114159"/>
                </a:cubicBezTo>
                <a:cubicBezTo>
                  <a:pt x="116250" y="114666"/>
                  <a:pt x="115930" y="115081"/>
                  <a:pt x="115930" y="115404"/>
                </a:cubicBezTo>
                <a:lnTo>
                  <a:pt x="116067" y="115749"/>
                </a:lnTo>
                <a:cubicBezTo>
                  <a:pt x="116204" y="115933"/>
                  <a:pt x="116410" y="116071"/>
                  <a:pt x="116684" y="116162"/>
                </a:cubicBezTo>
                <a:cubicBezTo>
                  <a:pt x="116958" y="116255"/>
                  <a:pt x="117370" y="116302"/>
                  <a:pt x="117918" y="116302"/>
                </a:cubicBezTo>
                <a:cubicBezTo>
                  <a:pt x="121621" y="116302"/>
                  <a:pt x="124787" y="115129"/>
                  <a:pt x="127416" y="112783"/>
                </a:cubicBezTo>
                <a:cubicBezTo>
                  <a:pt x="130044" y="110439"/>
                  <a:pt x="132387" y="105760"/>
                  <a:pt x="134445" y="98747"/>
                </a:cubicBezTo>
                <a:lnTo>
                  <a:pt x="149805" y="46082"/>
                </a:lnTo>
                <a:cubicBezTo>
                  <a:pt x="151314" y="40916"/>
                  <a:pt x="152068" y="38059"/>
                  <a:pt x="152068" y="37510"/>
                </a:cubicBezTo>
                <a:cubicBezTo>
                  <a:pt x="152068" y="36413"/>
                  <a:pt x="151577" y="35430"/>
                  <a:pt x="150594" y="34561"/>
                </a:cubicBezTo>
                <a:cubicBezTo>
                  <a:pt x="149611" y="33693"/>
                  <a:pt x="148365" y="33258"/>
                  <a:pt x="146857" y="33258"/>
                </a:cubicBezTo>
                <a:cubicBezTo>
                  <a:pt x="146262" y="33258"/>
                  <a:pt x="145576" y="33327"/>
                  <a:pt x="144799" y="33464"/>
                </a:cubicBezTo>
                <a:cubicBezTo>
                  <a:pt x="144205" y="33556"/>
                  <a:pt x="143336" y="33693"/>
                  <a:pt x="142193" y="33876"/>
                </a:cubicBezTo>
                <a:lnTo>
                  <a:pt x="142193" y="31407"/>
                </a:lnTo>
                <a:lnTo>
                  <a:pt x="165714" y="27155"/>
                </a:lnTo>
                <a:close/>
              </a:path>
            </a:pathLst>
          </a:custGeom>
          <a:solidFill xmlns:a="http://schemas.openxmlformats.org/drawingml/2006/main">
            <a:srgbClr val="000000"/>
          </a:solidFill>
          <a:ln xmlns:a="http://schemas.openxmlformats.org/drawingml/2006/main" w="0" cap="flat">
            <a:noFill/>
            <a:miter/>
          </a:ln>
        </p:spPr>
      </p:sp>
      <p:sp>
        <p:nvSpPr>
          <p:cNvPr id="654" name="Text W">
            <a:extLst xmlns:a="http://schemas.openxmlformats.org/drawingml/2006/main">
              <a:ext uri="{FF2B5EF4-FFF2-40B4-BE49-F238E27FC236}">
                <a16:creationId xmlns:a16="http://schemas.microsoft.com/office/drawing/2014/main" id="{3858E08B-F03B-4ACF-AAF5-036BBA1F3A02}"/>
              </a:ext>
            </a:extLst>
          </p:cNvPr>
          <p:cNvSpPr>
            <a:spLocks xmlns:a="http://schemas.openxmlformats.org/drawingml/2006/main" noGrp="1"/>
          </p:cNvSpPr>
          <p:nvPr/>
        </p:nvSpPr>
        <p:spPr>
          <a:xfrm xmlns:a="http://schemas.openxmlformats.org/drawingml/2006/main">
            <a:off x="6634792" y="5690175"/>
            <a:ext cx="244544" cy="177375"/>
          </a:xfrm>
          <a:custGeom xmlns:a="http://schemas.openxmlformats.org/drawingml/2006/main">
            <a:pathLst>
              <a:path w="244544" h="177375">
                <a:moveTo>
                  <a:pt x="241467" y="41986"/>
                </a:moveTo>
                <a:cubicBezTo>
                  <a:pt x="244544" y="29190"/>
                  <a:pt x="244422" y="18994"/>
                  <a:pt x="241101" y="11398"/>
                </a:cubicBezTo>
                <a:cubicBezTo>
                  <a:pt x="237782" y="3799"/>
                  <a:pt x="232235" y="0"/>
                  <a:pt x="224461" y="0"/>
                </a:cubicBezTo>
                <a:cubicBezTo>
                  <a:pt x="223490" y="0"/>
                  <a:pt x="222316" y="928"/>
                  <a:pt x="220940" y="2784"/>
                </a:cubicBezTo>
                <a:cubicBezTo>
                  <a:pt x="219563" y="4640"/>
                  <a:pt x="218388" y="6939"/>
                  <a:pt x="217415" y="9682"/>
                </a:cubicBezTo>
                <a:cubicBezTo>
                  <a:pt x="216120" y="12917"/>
                  <a:pt x="215472" y="15830"/>
                  <a:pt x="215472" y="18422"/>
                </a:cubicBezTo>
                <a:cubicBezTo>
                  <a:pt x="215472" y="21012"/>
                  <a:pt x="216039" y="22307"/>
                  <a:pt x="217174" y="22307"/>
                </a:cubicBezTo>
                <a:cubicBezTo>
                  <a:pt x="220898" y="22307"/>
                  <a:pt x="223893" y="23198"/>
                  <a:pt x="226159" y="24980"/>
                </a:cubicBezTo>
                <a:cubicBezTo>
                  <a:pt x="228427" y="26761"/>
                  <a:pt x="230088" y="28907"/>
                  <a:pt x="231141" y="31418"/>
                </a:cubicBezTo>
                <a:cubicBezTo>
                  <a:pt x="232193" y="33929"/>
                  <a:pt x="232760" y="36561"/>
                  <a:pt x="232842" y="39313"/>
                </a:cubicBezTo>
                <a:cubicBezTo>
                  <a:pt x="232924" y="42066"/>
                  <a:pt x="232721" y="44495"/>
                  <a:pt x="232234" y="46601"/>
                </a:cubicBezTo>
                <a:cubicBezTo>
                  <a:pt x="230452" y="53564"/>
                  <a:pt x="227213" y="61419"/>
                  <a:pt x="222515" y="70164"/>
                </a:cubicBezTo>
                <a:cubicBezTo>
                  <a:pt x="217820" y="78910"/>
                  <a:pt x="212558" y="87737"/>
                  <a:pt x="206728" y="96645"/>
                </a:cubicBezTo>
                <a:cubicBezTo>
                  <a:pt x="200899" y="105551"/>
                  <a:pt x="194826" y="114133"/>
                  <a:pt x="188510" y="122392"/>
                </a:cubicBezTo>
                <a:cubicBezTo>
                  <a:pt x="182193" y="130650"/>
                  <a:pt x="176606" y="137776"/>
                  <a:pt x="171748" y="143768"/>
                </a:cubicBezTo>
                <a:cubicBezTo>
                  <a:pt x="169319" y="97939"/>
                  <a:pt x="161383" y="53970"/>
                  <a:pt x="147940" y="11861"/>
                </a:cubicBezTo>
                <a:cubicBezTo>
                  <a:pt x="147292" y="10087"/>
                  <a:pt x="146725" y="8231"/>
                  <a:pt x="146238" y="6294"/>
                </a:cubicBezTo>
                <a:cubicBezTo>
                  <a:pt x="145754" y="4357"/>
                  <a:pt x="145026" y="2581"/>
                  <a:pt x="144055" y="967"/>
                </a:cubicBezTo>
                <a:cubicBezTo>
                  <a:pt x="143892" y="322"/>
                  <a:pt x="143082" y="0"/>
                  <a:pt x="141624" y="0"/>
                </a:cubicBezTo>
                <a:cubicBezTo>
                  <a:pt x="139357" y="0"/>
                  <a:pt x="136686" y="891"/>
                  <a:pt x="133610" y="2673"/>
                </a:cubicBezTo>
                <a:cubicBezTo>
                  <a:pt x="131181" y="3967"/>
                  <a:pt x="129317" y="5425"/>
                  <a:pt x="128020" y="7046"/>
                </a:cubicBezTo>
                <a:cubicBezTo>
                  <a:pt x="126725" y="8665"/>
                  <a:pt x="126239" y="9880"/>
                  <a:pt x="126563" y="10690"/>
                </a:cubicBezTo>
                <a:cubicBezTo>
                  <a:pt x="126887" y="11498"/>
                  <a:pt x="127090" y="12186"/>
                  <a:pt x="127171" y="12755"/>
                </a:cubicBezTo>
                <a:cubicBezTo>
                  <a:pt x="127253" y="13321"/>
                  <a:pt x="127455" y="14009"/>
                  <a:pt x="127779" y="14819"/>
                </a:cubicBezTo>
                <a:cubicBezTo>
                  <a:pt x="106725" y="56438"/>
                  <a:pt x="80974" y="96601"/>
                  <a:pt x="50527" y="135306"/>
                </a:cubicBezTo>
                <a:cubicBezTo>
                  <a:pt x="51825" y="127371"/>
                  <a:pt x="53039" y="118465"/>
                  <a:pt x="54171" y="108588"/>
                </a:cubicBezTo>
                <a:cubicBezTo>
                  <a:pt x="55305" y="98708"/>
                  <a:pt x="55953" y="88789"/>
                  <a:pt x="56113" y="78831"/>
                </a:cubicBezTo>
                <a:cubicBezTo>
                  <a:pt x="56277" y="68869"/>
                  <a:pt x="55832" y="59152"/>
                  <a:pt x="54779" y="49677"/>
                </a:cubicBezTo>
                <a:cubicBezTo>
                  <a:pt x="53726" y="40203"/>
                  <a:pt x="51701" y="31781"/>
                  <a:pt x="48704" y="24412"/>
                </a:cubicBezTo>
                <a:cubicBezTo>
                  <a:pt x="45709" y="17043"/>
                  <a:pt x="41539" y="11132"/>
                  <a:pt x="36194" y="6680"/>
                </a:cubicBezTo>
                <a:cubicBezTo>
                  <a:pt x="30851" y="2227"/>
                  <a:pt x="24050" y="0"/>
                  <a:pt x="15792" y="0"/>
                </a:cubicBezTo>
                <a:cubicBezTo>
                  <a:pt x="13363" y="0"/>
                  <a:pt x="10609" y="887"/>
                  <a:pt x="7530" y="2661"/>
                </a:cubicBezTo>
                <a:cubicBezTo>
                  <a:pt x="5100" y="4114"/>
                  <a:pt x="3198" y="5648"/>
                  <a:pt x="1821" y="7261"/>
                </a:cubicBezTo>
                <a:cubicBezTo>
                  <a:pt x="445" y="8875"/>
                  <a:pt x="0" y="10086"/>
                  <a:pt x="487" y="10894"/>
                </a:cubicBezTo>
                <a:cubicBezTo>
                  <a:pt x="971" y="11539"/>
                  <a:pt x="1780" y="11861"/>
                  <a:pt x="2915" y="11861"/>
                </a:cubicBezTo>
                <a:cubicBezTo>
                  <a:pt x="11660" y="11861"/>
                  <a:pt x="18705" y="14858"/>
                  <a:pt x="24050" y="20850"/>
                </a:cubicBezTo>
                <a:cubicBezTo>
                  <a:pt x="29395" y="26843"/>
                  <a:pt x="33322" y="34617"/>
                  <a:pt x="35830" y="44173"/>
                </a:cubicBezTo>
                <a:cubicBezTo>
                  <a:pt x="38341" y="53726"/>
                  <a:pt x="39799" y="64334"/>
                  <a:pt x="40204" y="75995"/>
                </a:cubicBezTo>
                <a:cubicBezTo>
                  <a:pt x="40609" y="87654"/>
                  <a:pt x="40286" y="99152"/>
                  <a:pt x="39233" y="110490"/>
                </a:cubicBezTo>
                <a:cubicBezTo>
                  <a:pt x="38180" y="121825"/>
                  <a:pt x="36682" y="132311"/>
                  <a:pt x="34737" y="141948"/>
                </a:cubicBezTo>
                <a:cubicBezTo>
                  <a:pt x="32795" y="151583"/>
                  <a:pt x="30852" y="159154"/>
                  <a:pt x="28910" y="164660"/>
                </a:cubicBezTo>
                <a:cubicBezTo>
                  <a:pt x="27613" y="168223"/>
                  <a:pt x="26964" y="171139"/>
                  <a:pt x="26964" y="173407"/>
                </a:cubicBezTo>
                <a:cubicBezTo>
                  <a:pt x="26964" y="175350"/>
                  <a:pt x="27369" y="176564"/>
                  <a:pt x="28180" y="177051"/>
                </a:cubicBezTo>
                <a:cubicBezTo>
                  <a:pt x="29151" y="177375"/>
                  <a:pt x="30365" y="176646"/>
                  <a:pt x="31823" y="174864"/>
                </a:cubicBezTo>
                <a:cubicBezTo>
                  <a:pt x="70853" y="128708"/>
                  <a:pt x="104052" y="78828"/>
                  <a:pt x="131423" y="25224"/>
                </a:cubicBezTo>
                <a:cubicBezTo>
                  <a:pt x="138710" y="48705"/>
                  <a:pt x="144297" y="72754"/>
                  <a:pt x="148184" y="97372"/>
                </a:cubicBezTo>
                <a:cubicBezTo>
                  <a:pt x="152072" y="121987"/>
                  <a:pt x="154177" y="147332"/>
                  <a:pt x="154501" y="173407"/>
                </a:cubicBezTo>
                <a:cubicBezTo>
                  <a:pt x="154501" y="175513"/>
                  <a:pt x="154905" y="176727"/>
                  <a:pt x="155713" y="177051"/>
                </a:cubicBezTo>
                <a:cubicBezTo>
                  <a:pt x="156360" y="177375"/>
                  <a:pt x="157333" y="176888"/>
                  <a:pt x="158630" y="175591"/>
                </a:cubicBezTo>
                <a:cubicBezTo>
                  <a:pt x="160088" y="174135"/>
                  <a:pt x="162800" y="171059"/>
                  <a:pt x="166766" y="166361"/>
                </a:cubicBezTo>
                <a:cubicBezTo>
                  <a:pt x="170735" y="161666"/>
                  <a:pt x="175390" y="155877"/>
                  <a:pt x="180733" y="148995"/>
                </a:cubicBezTo>
                <a:cubicBezTo>
                  <a:pt x="186078" y="142110"/>
                  <a:pt x="191827" y="134377"/>
                  <a:pt x="197980" y="125795"/>
                </a:cubicBezTo>
                <a:cubicBezTo>
                  <a:pt x="204136" y="117210"/>
                  <a:pt x="210047" y="108221"/>
                  <a:pt x="215713" y="98828"/>
                </a:cubicBezTo>
                <a:cubicBezTo>
                  <a:pt x="221382" y="89436"/>
                  <a:pt x="226525" y="79881"/>
                  <a:pt x="231141" y="70164"/>
                </a:cubicBezTo>
                <a:cubicBezTo>
                  <a:pt x="235757" y="60448"/>
                  <a:pt x="239199" y="51055"/>
                  <a:pt x="241467" y="41986"/>
                </a:cubicBezTo>
                <a:close/>
              </a:path>
            </a:pathLst>
          </a:custGeom>
          <a:solidFill xmlns:a="http://schemas.openxmlformats.org/drawingml/2006/main">
            <a:srgbClr val="000000"/>
          </a:solidFill>
          <a:ln xmlns:a="http://schemas.openxmlformats.org/drawingml/2006/main" w="0" cap="flat">
            <a:noFill/>
            <a:miter/>
          </a:ln>
        </p:spPr>
      </p:sp>
      <p:sp>
        <p:nvSpPr>
          <p:cNvPr id="655" name="Vector element">
            <a:extLst xmlns:a="http://schemas.openxmlformats.org/drawingml/2006/main">
              <a:ext uri="{FF2B5EF4-FFF2-40B4-BE49-F238E27FC236}">
                <a16:creationId xmlns:a16="http://schemas.microsoft.com/office/drawing/2014/main" id="{A363AF58-6275-4256-8826-D7037960590F}"/>
              </a:ext>
            </a:extLst>
          </p:cNvPr>
          <p:cNvSpPr>
            <a:spLocks xmlns:a="http://schemas.openxmlformats.org/drawingml/2006/main" noGrp="1"/>
          </p:cNvSpPr>
          <p:nvPr/>
        </p:nvSpPr>
        <p:spPr>
          <a:xfrm xmlns:a="http://schemas.openxmlformats.org/drawingml/2006/main">
            <a:off x="6531300" y="5591284"/>
            <a:ext cx="546155" cy="426605"/>
          </a:xfrm>
          <a:custGeom xmlns:a="http://schemas.openxmlformats.org/drawingml/2006/main">
            <a:pathLst>
              <a:path w="546155" h="426605">
                <a:moveTo>
                  <a:pt x="1631" y="362346"/>
                </a:moveTo>
                <a:lnTo>
                  <a:pt x="2530" y="366240"/>
                </a:lnTo>
                <a:lnTo>
                  <a:pt x="3669" y="370233"/>
                </a:lnTo>
                <a:lnTo>
                  <a:pt x="6312" y="377473"/>
                </a:lnTo>
                <a:lnTo>
                  <a:pt x="9700" y="384516"/>
                </a:lnTo>
                <a:lnTo>
                  <a:pt x="13735" y="391151"/>
                </a:lnTo>
                <a:lnTo>
                  <a:pt x="18374" y="397337"/>
                </a:lnTo>
                <a:lnTo>
                  <a:pt x="23561" y="403058"/>
                </a:lnTo>
                <a:lnTo>
                  <a:pt x="29269" y="408246"/>
                </a:lnTo>
                <a:lnTo>
                  <a:pt x="35468" y="412871"/>
                </a:lnTo>
                <a:lnTo>
                  <a:pt x="42104" y="416905"/>
                </a:lnTo>
                <a:lnTo>
                  <a:pt x="49147" y="420293"/>
                </a:lnTo>
                <a:lnTo>
                  <a:pt x="56387" y="422950"/>
                </a:lnTo>
                <a:lnTo>
                  <a:pt x="60379" y="424075"/>
                </a:lnTo>
                <a:lnTo>
                  <a:pt x="64273" y="424975"/>
                </a:lnTo>
                <a:lnTo>
                  <a:pt x="68238" y="425692"/>
                </a:lnTo>
                <a:lnTo>
                  <a:pt x="72258" y="426198"/>
                </a:lnTo>
                <a:lnTo>
                  <a:pt x="76349" y="426507"/>
                </a:lnTo>
                <a:lnTo>
                  <a:pt x="80300" y="426605"/>
                </a:lnTo>
                <a:lnTo>
                  <a:pt x="465869" y="426605"/>
                </a:lnTo>
                <a:lnTo>
                  <a:pt x="469820" y="426507"/>
                </a:lnTo>
                <a:lnTo>
                  <a:pt x="473897" y="426198"/>
                </a:lnTo>
                <a:lnTo>
                  <a:pt x="477917" y="425692"/>
                </a:lnTo>
                <a:lnTo>
                  <a:pt x="481882" y="424975"/>
                </a:lnTo>
                <a:lnTo>
                  <a:pt x="485790" y="424075"/>
                </a:lnTo>
                <a:lnTo>
                  <a:pt x="489782" y="422950"/>
                </a:lnTo>
                <a:lnTo>
                  <a:pt x="497022" y="420293"/>
                </a:lnTo>
                <a:lnTo>
                  <a:pt x="504065" y="416905"/>
                </a:lnTo>
                <a:lnTo>
                  <a:pt x="510701" y="412871"/>
                </a:lnTo>
                <a:lnTo>
                  <a:pt x="516886" y="408246"/>
                </a:lnTo>
                <a:lnTo>
                  <a:pt x="522594" y="403058"/>
                </a:lnTo>
                <a:lnTo>
                  <a:pt x="527795" y="397337"/>
                </a:lnTo>
                <a:lnTo>
                  <a:pt x="532420" y="391151"/>
                </a:lnTo>
                <a:lnTo>
                  <a:pt x="536455" y="384516"/>
                </a:lnTo>
                <a:lnTo>
                  <a:pt x="539843" y="377473"/>
                </a:lnTo>
                <a:lnTo>
                  <a:pt x="542500" y="370233"/>
                </a:lnTo>
                <a:lnTo>
                  <a:pt x="543625" y="366240"/>
                </a:lnTo>
                <a:lnTo>
                  <a:pt x="544524" y="362346"/>
                </a:lnTo>
                <a:lnTo>
                  <a:pt x="545241" y="358368"/>
                </a:lnTo>
                <a:lnTo>
                  <a:pt x="545747" y="354347"/>
                </a:lnTo>
                <a:lnTo>
                  <a:pt x="546057" y="350270"/>
                </a:lnTo>
                <a:lnTo>
                  <a:pt x="546155" y="346320"/>
                </a:lnTo>
                <a:lnTo>
                  <a:pt x="546155" y="80300"/>
                </a:lnTo>
                <a:lnTo>
                  <a:pt x="546057" y="76349"/>
                </a:lnTo>
                <a:lnTo>
                  <a:pt x="545747" y="72258"/>
                </a:lnTo>
                <a:lnTo>
                  <a:pt x="545241" y="68238"/>
                </a:lnTo>
                <a:lnTo>
                  <a:pt x="544524" y="64273"/>
                </a:lnTo>
                <a:lnTo>
                  <a:pt x="543625" y="60379"/>
                </a:lnTo>
                <a:lnTo>
                  <a:pt x="542500" y="56387"/>
                </a:lnTo>
                <a:lnTo>
                  <a:pt x="539843" y="49147"/>
                </a:lnTo>
                <a:lnTo>
                  <a:pt x="536455" y="42104"/>
                </a:lnTo>
                <a:lnTo>
                  <a:pt x="532420" y="35468"/>
                </a:lnTo>
                <a:lnTo>
                  <a:pt x="527795" y="29269"/>
                </a:lnTo>
                <a:lnTo>
                  <a:pt x="522594" y="23561"/>
                </a:lnTo>
                <a:lnTo>
                  <a:pt x="516886" y="18374"/>
                </a:lnTo>
                <a:lnTo>
                  <a:pt x="510701" y="13735"/>
                </a:lnTo>
                <a:lnTo>
                  <a:pt x="504065" y="9700"/>
                </a:lnTo>
                <a:lnTo>
                  <a:pt x="497022" y="6312"/>
                </a:lnTo>
                <a:lnTo>
                  <a:pt x="489782" y="3669"/>
                </a:lnTo>
                <a:lnTo>
                  <a:pt x="485790" y="2530"/>
                </a:lnTo>
                <a:lnTo>
                  <a:pt x="481882" y="1631"/>
                </a:lnTo>
                <a:lnTo>
                  <a:pt x="477917" y="928"/>
                </a:lnTo>
                <a:lnTo>
                  <a:pt x="473897" y="408"/>
                </a:lnTo>
                <a:lnTo>
                  <a:pt x="469820" y="98"/>
                </a:lnTo>
                <a:lnTo>
                  <a:pt x="465869" y="0"/>
                </a:lnTo>
                <a:lnTo>
                  <a:pt x="80300" y="0"/>
                </a:lnTo>
                <a:lnTo>
                  <a:pt x="76349" y="98"/>
                </a:lnTo>
                <a:lnTo>
                  <a:pt x="72258" y="408"/>
                </a:lnTo>
                <a:lnTo>
                  <a:pt x="68238" y="928"/>
                </a:lnTo>
                <a:lnTo>
                  <a:pt x="64273" y="1631"/>
                </a:lnTo>
                <a:lnTo>
                  <a:pt x="60379" y="2530"/>
                </a:lnTo>
                <a:lnTo>
                  <a:pt x="56387" y="3669"/>
                </a:lnTo>
                <a:lnTo>
                  <a:pt x="49147" y="6312"/>
                </a:lnTo>
                <a:lnTo>
                  <a:pt x="42104" y="9700"/>
                </a:lnTo>
                <a:lnTo>
                  <a:pt x="35468" y="13735"/>
                </a:lnTo>
                <a:lnTo>
                  <a:pt x="29269" y="18374"/>
                </a:lnTo>
                <a:lnTo>
                  <a:pt x="23561" y="23561"/>
                </a:lnTo>
                <a:lnTo>
                  <a:pt x="18374" y="29269"/>
                </a:lnTo>
                <a:lnTo>
                  <a:pt x="13735" y="35468"/>
                </a:lnTo>
                <a:lnTo>
                  <a:pt x="9700" y="42104"/>
                </a:lnTo>
                <a:lnTo>
                  <a:pt x="6312" y="49147"/>
                </a:lnTo>
                <a:lnTo>
                  <a:pt x="3669" y="56387"/>
                </a:lnTo>
                <a:lnTo>
                  <a:pt x="2530" y="60379"/>
                </a:lnTo>
                <a:lnTo>
                  <a:pt x="1631" y="64273"/>
                </a:lnTo>
                <a:lnTo>
                  <a:pt x="928" y="68238"/>
                </a:lnTo>
                <a:lnTo>
                  <a:pt x="408" y="72258"/>
                </a:lnTo>
                <a:lnTo>
                  <a:pt x="98" y="76349"/>
                </a:lnTo>
                <a:lnTo>
                  <a:pt x="0" y="80300"/>
                </a:lnTo>
                <a:lnTo>
                  <a:pt x="0" y="346320"/>
                </a:lnTo>
                <a:lnTo>
                  <a:pt x="98" y="350270"/>
                </a:lnTo>
                <a:lnTo>
                  <a:pt x="408" y="354347"/>
                </a:lnTo>
                <a:lnTo>
                  <a:pt x="928" y="358368"/>
                </a:lnTo>
                <a:lnTo>
                  <a:pt x="1631" y="362346"/>
                </a:lnTo>
                <a:close/>
                <a:moveTo>
                  <a:pt x="29745" y="67475"/>
                </a:moveTo>
                <a:lnTo>
                  <a:pt x="30439" y="65006"/>
                </a:lnTo>
                <a:lnTo>
                  <a:pt x="32233" y="60111"/>
                </a:lnTo>
                <a:lnTo>
                  <a:pt x="34435" y="55551"/>
                </a:lnTo>
                <a:lnTo>
                  <a:pt x="37003" y="51308"/>
                </a:lnTo>
                <a:lnTo>
                  <a:pt x="40083" y="47185"/>
                </a:lnTo>
                <a:lnTo>
                  <a:pt x="43462" y="43462"/>
                </a:lnTo>
                <a:lnTo>
                  <a:pt x="47185" y="40083"/>
                </a:lnTo>
                <a:lnTo>
                  <a:pt x="51219" y="37069"/>
                </a:lnTo>
                <a:lnTo>
                  <a:pt x="55610" y="34400"/>
                </a:lnTo>
                <a:lnTo>
                  <a:pt x="60105" y="32235"/>
                </a:lnTo>
                <a:lnTo>
                  <a:pt x="65006" y="30439"/>
                </a:lnTo>
                <a:lnTo>
                  <a:pt x="67475" y="29745"/>
                </a:lnTo>
                <a:lnTo>
                  <a:pt x="69905" y="29180"/>
                </a:lnTo>
                <a:lnTo>
                  <a:pt x="72649" y="28697"/>
                </a:lnTo>
                <a:lnTo>
                  <a:pt x="75112" y="28384"/>
                </a:lnTo>
                <a:lnTo>
                  <a:pt x="77627" y="28195"/>
                </a:lnTo>
                <a:lnTo>
                  <a:pt x="80834" y="28116"/>
                </a:lnTo>
                <a:lnTo>
                  <a:pt x="465335" y="28116"/>
                </a:lnTo>
                <a:lnTo>
                  <a:pt x="468521" y="28195"/>
                </a:lnTo>
                <a:lnTo>
                  <a:pt x="471043" y="28384"/>
                </a:lnTo>
                <a:lnTo>
                  <a:pt x="473553" y="28703"/>
                </a:lnTo>
                <a:lnTo>
                  <a:pt x="476251" y="29180"/>
                </a:lnTo>
                <a:lnTo>
                  <a:pt x="478628" y="29730"/>
                </a:lnTo>
                <a:lnTo>
                  <a:pt x="481110" y="30425"/>
                </a:lnTo>
                <a:lnTo>
                  <a:pt x="486050" y="32235"/>
                </a:lnTo>
                <a:lnTo>
                  <a:pt x="490606" y="34430"/>
                </a:lnTo>
                <a:lnTo>
                  <a:pt x="494929" y="37064"/>
                </a:lnTo>
                <a:lnTo>
                  <a:pt x="499040" y="40136"/>
                </a:lnTo>
                <a:lnTo>
                  <a:pt x="502757" y="43520"/>
                </a:lnTo>
                <a:lnTo>
                  <a:pt x="506146" y="47265"/>
                </a:lnTo>
                <a:lnTo>
                  <a:pt x="509092" y="51209"/>
                </a:lnTo>
                <a:lnTo>
                  <a:pt x="511720" y="55551"/>
                </a:lnTo>
                <a:lnTo>
                  <a:pt x="513922" y="60111"/>
                </a:lnTo>
                <a:lnTo>
                  <a:pt x="515725" y="65030"/>
                </a:lnTo>
                <a:lnTo>
                  <a:pt x="516354" y="67231"/>
                </a:lnTo>
                <a:lnTo>
                  <a:pt x="516975" y="69905"/>
                </a:lnTo>
                <a:lnTo>
                  <a:pt x="517458" y="72649"/>
                </a:lnTo>
                <a:lnTo>
                  <a:pt x="517771" y="75112"/>
                </a:lnTo>
                <a:lnTo>
                  <a:pt x="517961" y="77646"/>
                </a:lnTo>
                <a:lnTo>
                  <a:pt x="518053" y="80834"/>
                </a:lnTo>
                <a:lnTo>
                  <a:pt x="518039" y="80468"/>
                </a:lnTo>
                <a:lnTo>
                  <a:pt x="518039" y="346137"/>
                </a:lnTo>
                <a:lnTo>
                  <a:pt x="518053" y="345786"/>
                </a:lnTo>
                <a:lnTo>
                  <a:pt x="517962" y="348951"/>
                </a:lnTo>
                <a:lnTo>
                  <a:pt x="517771" y="351493"/>
                </a:lnTo>
                <a:lnTo>
                  <a:pt x="517452" y="354003"/>
                </a:lnTo>
                <a:lnTo>
                  <a:pt x="516975" y="356702"/>
                </a:lnTo>
                <a:lnTo>
                  <a:pt x="516367" y="359328"/>
                </a:lnTo>
                <a:lnTo>
                  <a:pt x="515740" y="361534"/>
                </a:lnTo>
                <a:lnTo>
                  <a:pt x="513920" y="366501"/>
                </a:lnTo>
                <a:lnTo>
                  <a:pt x="511720" y="371068"/>
                </a:lnTo>
                <a:lnTo>
                  <a:pt x="509057" y="375456"/>
                </a:lnTo>
                <a:lnTo>
                  <a:pt x="506098" y="379406"/>
                </a:lnTo>
                <a:lnTo>
                  <a:pt x="502692" y="383159"/>
                </a:lnTo>
                <a:lnTo>
                  <a:pt x="499040" y="386484"/>
                </a:lnTo>
                <a:lnTo>
                  <a:pt x="494929" y="389556"/>
                </a:lnTo>
                <a:lnTo>
                  <a:pt x="490716" y="392122"/>
                </a:lnTo>
                <a:lnTo>
                  <a:pt x="486050" y="394371"/>
                </a:lnTo>
                <a:lnTo>
                  <a:pt x="481084" y="396190"/>
                </a:lnTo>
                <a:lnTo>
                  <a:pt x="478877" y="396818"/>
                </a:lnTo>
                <a:lnTo>
                  <a:pt x="476222" y="397432"/>
                </a:lnTo>
                <a:lnTo>
                  <a:pt x="473796" y="397871"/>
                </a:lnTo>
                <a:lnTo>
                  <a:pt x="471043" y="398221"/>
                </a:lnTo>
                <a:lnTo>
                  <a:pt x="468241" y="398432"/>
                </a:lnTo>
                <a:lnTo>
                  <a:pt x="465335" y="398503"/>
                </a:lnTo>
                <a:lnTo>
                  <a:pt x="465687" y="398489"/>
                </a:lnTo>
                <a:lnTo>
                  <a:pt x="80468" y="398489"/>
                </a:lnTo>
                <a:lnTo>
                  <a:pt x="80834" y="398503"/>
                </a:lnTo>
                <a:lnTo>
                  <a:pt x="77907" y="398431"/>
                </a:lnTo>
                <a:lnTo>
                  <a:pt x="75112" y="398221"/>
                </a:lnTo>
                <a:lnTo>
                  <a:pt x="72400" y="397877"/>
                </a:lnTo>
                <a:lnTo>
                  <a:pt x="69934" y="397432"/>
                </a:lnTo>
                <a:lnTo>
                  <a:pt x="67231" y="396804"/>
                </a:lnTo>
                <a:lnTo>
                  <a:pt x="65030" y="396175"/>
                </a:lnTo>
                <a:lnTo>
                  <a:pt x="60105" y="394371"/>
                </a:lnTo>
                <a:lnTo>
                  <a:pt x="55498" y="392151"/>
                </a:lnTo>
                <a:lnTo>
                  <a:pt x="51219" y="389551"/>
                </a:lnTo>
                <a:lnTo>
                  <a:pt x="47185" y="386536"/>
                </a:lnTo>
                <a:lnTo>
                  <a:pt x="43528" y="383217"/>
                </a:lnTo>
                <a:lnTo>
                  <a:pt x="40130" y="379484"/>
                </a:lnTo>
                <a:lnTo>
                  <a:pt x="37038" y="375358"/>
                </a:lnTo>
                <a:lnTo>
                  <a:pt x="34435" y="371068"/>
                </a:lnTo>
                <a:lnTo>
                  <a:pt x="32235" y="366501"/>
                </a:lnTo>
                <a:lnTo>
                  <a:pt x="30425" y="361561"/>
                </a:lnTo>
                <a:lnTo>
                  <a:pt x="29730" y="359079"/>
                </a:lnTo>
                <a:lnTo>
                  <a:pt x="29180" y="356702"/>
                </a:lnTo>
                <a:lnTo>
                  <a:pt x="28703" y="354003"/>
                </a:lnTo>
                <a:lnTo>
                  <a:pt x="28384" y="351493"/>
                </a:lnTo>
                <a:lnTo>
                  <a:pt x="28195" y="348971"/>
                </a:lnTo>
                <a:lnTo>
                  <a:pt x="28116" y="345786"/>
                </a:lnTo>
                <a:lnTo>
                  <a:pt x="28116" y="80834"/>
                </a:lnTo>
                <a:lnTo>
                  <a:pt x="28195" y="77627"/>
                </a:lnTo>
                <a:lnTo>
                  <a:pt x="28384" y="75112"/>
                </a:lnTo>
                <a:lnTo>
                  <a:pt x="28697" y="72649"/>
                </a:lnTo>
                <a:lnTo>
                  <a:pt x="29180" y="69905"/>
                </a:lnTo>
                <a:lnTo>
                  <a:pt x="29745" y="67475"/>
                </a:lnTo>
                <a:close/>
              </a:path>
            </a:pathLst>
          </a:custGeom>
          <a:solidFill xmlns:a="http://schemas.openxmlformats.org/drawingml/2006/main">
            <a:srgbClr val="2B7048"/>
          </a:solidFill>
          <a:ln xmlns:a="http://schemas.openxmlformats.org/drawingml/2006/main" w="0" cap="flat">
            <a:noFill/>
            <a:miter/>
          </a:ln>
        </p:spPr>
      </p:sp>
      <p:sp>
        <p:nvSpPr>
          <p:cNvPr id="656" name="Text Reconstruction">
            <a:extLst xmlns:a="http://schemas.openxmlformats.org/drawingml/2006/main">
              <a:ext uri="{FF2B5EF4-FFF2-40B4-BE49-F238E27FC236}">
                <a16:creationId xmlns:a16="http://schemas.microsoft.com/office/drawing/2014/main" id="{60021E72-D914-462D-B59D-3F66F82CA70E}"/>
              </a:ext>
            </a:extLst>
          </p:cNvPr>
          <p:cNvSpPr>
            <a:spLocks xmlns:a="http://schemas.openxmlformats.org/drawingml/2006/main" noGrp="1"/>
          </p:cNvSpPr>
          <p:nvPr/>
        </p:nvSpPr>
        <p:spPr>
          <a:xfrm xmlns:a="http://schemas.openxmlformats.org/drawingml/2006/main">
            <a:off x="8126306" y="3521363"/>
            <a:ext cx="1762673" cy="200245"/>
          </a:xfrm>
          <a:custGeom xmlns:a="http://schemas.openxmlformats.org/drawingml/2006/main">
            <a:pathLst>
              <a:path w="1762673" h="200245">
                <a:moveTo>
                  <a:pt x="127758" y="191843"/>
                </a:moveTo>
                <a:cubicBezTo>
                  <a:pt x="123310" y="191843"/>
                  <a:pt x="119233" y="190113"/>
                  <a:pt x="115526" y="186653"/>
                </a:cubicBezTo>
                <a:cubicBezTo>
                  <a:pt x="90567" y="163260"/>
                  <a:pt x="63138" y="147033"/>
                  <a:pt x="33237" y="137972"/>
                </a:cubicBezTo>
                <a:cubicBezTo>
                  <a:pt x="34143" y="161994"/>
                  <a:pt x="34596" y="175326"/>
                  <a:pt x="34596" y="177970"/>
                </a:cubicBezTo>
                <a:cubicBezTo>
                  <a:pt x="34596" y="182673"/>
                  <a:pt x="32949" y="186655"/>
                  <a:pt x="29654" y="189916"/>
                </a:cubicBezTo>
                <a:cubicBezTo>
                  <a:pt x="26359" y="193178"/>
                  <a:pt x="22240" y="194808"/>
                  <a:pt x="17298" y="194808"/>
                </a:cubicBezTo>
                <a:cubicBezTo>
                  <a:pt x="12356" y="194808"/>
                  <a:pt x="8237" y="193180"/>
                  <a:pt x="4942" y="189924"/>
                </a:cubicBezTo>
                <a:cubicBezTo>
                  <a:pt x="1647" y="186668"/>
                  <a:pt x="0" y="182691"/>
                  <a:pt x="0" y="177993"/>
                </a:cubicBezTo>
                <a:cubicBezTo>
                  <a:pt x="0" y="171812"/>
                  <a:pt x="82" y="162561"/>
                  <a:pt x="247" y="150239"/>
                </a:cubicBezTo>
                <a:cubicBezTo>
                  <a:pt x="412" y="137917"/>
                  <a:pt x="494" y="128664"/>
                  <a:pt x="494" y="122481"/>
                </a:cubicBezTo>
                <a:lnTo>
                  <a:pt x="741" y="22709"/>
                </a:lnTo>
                <a:cubicBezTo>
                  <a:pt x="741" y="17349"/>
                  <a:pt x="2348" y="12486"/>
                  <a:pt x="5560" y="8117"/>
                </a:cubicBezTo>
                <a:cubicBezTo>
                  <a:pt x="9761" y="2514"/>
                  <a:pt x="15568" y="0"/>
                  <a:pt x="22982" y="577"/>
                </a:cubicBezTo>
                <a:cubicBezTo>
                  <a:pt x="42998" y="2059"/>
                  <a:pt x="53253" y="2842"/>
                  <a:pt x="53747" y="2924"/>
                </a:cubicBezTo>
                <a:cubicBezTo>
                  <a:pt x="65279" y="4324"/>
                  <a:pt x="75081" y="7083"/>
                  <a:pt x="83154" y="11199"/>
                </a:cubicBezTo>
                <a:cubicBezTo>
                  <a:pt x="118326" y="28903"/>
                  <a:pt x="135913" y="50849"/>
                  <a:pt x="135913" y="77035"/>
                </a:cubicBezTo>
                <a:cubicBezTo>
                  <a:pt x="135913" y="87823"/>
                  <a:pt x="132227" y="97355"/>
                  <a:pt x="124854" y="105631"/>
                </a:cubicBezTo>
                <a:cubicBezTo>
                  <a:pt x="117482" y="113907"/>
                  <a:pt x="106424" y="120885"/>
                  <a:pt x="91679" y="126566"/>
                </a:cubicBezTo>
                <a:cubicBezTo>
                  <a:pt x="113508" y="138765"/>
                  <a:pt x="129941" y="151211"/>
                  <a:pt x="140979" y="163904"/>
                </a:cubicBezTo>
                <a:cubicBezTo>
                  <a:pt x="143862" y="167198"/>
                  <a:pt x="145303" y="170865"/>
                  <a:pt x="145303" y="174904"/>
                </a:cubicBezTo>
                <a:cubicBezTo>
                  <a:pt x="145303" y="179519"/>
                  <a:pt x="143573" y="183496"/>
                  <a:pt x="140114" y="186835"/>
                </a:cubicBezTo>
                <a:cubicBezTo>
                  <a:pt x="136654" y="190174"/>
                  <a:pt x="132535" y="191843"/>
                  <a:pt x="127758" y="191843"/>
                </a:cubicBezTo>
                <a:moveTo>
                  <a:pt x="48558" y="36408"/>
                </a:moveTo>
                <a:cubicBezTo>
                  <a:pt x="47899" y="36326"/>
                  <a:pt x="43080" y="35996"/>
                  <a:pt x="34102" y="35420"/>
                </a:cubicBezTo>
                <a:lnTo>
                  <a:pt x="34102" y="100905"/>
                </a:lnTo>
                <a:cubicBezTo>
                  <a:pt x="36161" y="100987"/>
                  <a:pt x="37973" y="101028"/>
                  <a:pt x="39538" y="101028"/>
                </a:cubicBezTo>
                <a:cubicBezTo>
                  <a:pt x="59719" y="101028"/>
                  <a:pt x="74670" y="98521"/>
                  <a:pt x="84389" y="93507"/>
                </a:cubicBezTo>
                <a:cubicBezTo>
                  <a:pt x="88590" y="91368"/>
                  <a:pt x="92441" y="88531"/>
                  <a:pt x="95942" y="84997"/>
                </a:cubicBezTo>
                <a:cubicBezTo>
                  <a:pt x="99443" y="81460"/>
                  <a:pt x="101193" y="78788"/>
                  <a:pt x="101193" y="76981"/>
                </a:cubicBezTo>
                <a:cubicBezTo>
                  <a:pt x="101193" y="67771"/>
                  <a:pt x="95345" y="58892"/>
                  <a:pt x="83648" y="50343"/>
                </a:cubicBezTo>
                <a:cubicBezTo>
                  <a:pt x="72528" y="42286"/>
                  <a:pt x="60831" y="37641"/>
                  <a:pt x="48558" y="36408"/>
                </a:cubicBezTo>
                <a:close/>
                <a:moveTo>
                  <a:pt x="225176" y="196044"/>
                </a:moveTo>
                <a:cubicBezTo>
                  <a:pt x="205489" y="196044"/>
                  <a:pt x="189385" y="191345"/>
                  <a:pt x="176865" y="181947"/>
                </a:cubicBezTo>
                <a:cubicBezTo>
                  <a:pt x="163026" y="171558"/>
                  <a:pt x="156107" y="156923"/>
                  <a:pt x="156107" y="138041"/>
                </a:cubicBezTo>
                <a:cubicBezTo>
                  <a:pt x="156107" y="117184"/>
                  <a:pt x="161585" y="99541"/>
                  <a:pt x="172540" y="85113"/>
                </a:cubicBezTo>
                <a:cubicBezTo>
                  <a:pt x="184731" y="69117"/>
                  <a:pt x="201164" y="61120"/>
                  <a:pt x="221840" y="61120"/>
                </a:cubicBezTo>
                <a:cubicBezTo>
                  <a:pt x="236172" y="61120"/>
                  <a:pt x="248075" y="63426"/>
                  <a:pt x="257548" y="68039"/>
                </a:cubicBezTo>
                <a:cubicBezTo>
                  <a:pt x="269986" y="74134"/>
                  <a:pt x="276205" y="83607"/>
                  <a:pt x="276205" y="96457"/>
                </a:cubicBezTo>
                <a:cubicBezTo>
                  <a:pt x="276205" y="105518"/>
                  <a:pt x="271139" y="113549"/>
                  <a:pt x="261007" y="120550"/>
                </a:cubicBezTo>
                <a:cubicBezTo>
                  <a:pt x="256394" y="123763"/>
                  <a:pt x="247128" y="128458"/>
                  <a:pt x="233207" y="134636"/>
                </a:cubicBezTo>
                <a:lnTo>
                  <a:pt x="191568" y="153046"/>
                </a:lnTo>
                <a:cubicBezTo>
                  <a:pt x="195522" y="157329"/>
                  <a:pt x="200300" y="160542"/>
                  <a:pt x="205901" y="162683"/>
                </a:cubicBezTo>
                <a:cubicBezTo>
                  <a:pt x="211502" y="164825"/>
                  <a:pt x="217927" y="165896"/>
                  <a:pt x="225176" y="165896"/>
                </a:cubicBezTo>
                <a:cubicBezTo>
                  <a:pt x="236213" y="165896"/>
                  <a:pt x="245563" y="163631"/>
                  <a:pt x="253223" y="159100"/>
                </a:cubicBezTo>
                <a:cubicBezTo>
                  <a:pt x="260060" y="155064"/>
                  <a:pt x="265538" y="153046"/>
                  <a:pt x="269656" y="153046"/>
                </a:cubicBezTo>
                <a:cubicBezTo>
                  <a:pt x="278223" y="153046"/>
                  <a:pt x="282506" y="157217"/>
                  <a:pt x="282506" y="165560"/>
                </a:cubicBezTo>
                <a:cubicBezTo>
                  <a:pt x="282506" y="174979"/>
                  <a:pt x="275628" y="182661"/>
                  <a:pt x="261872" y="188607"/>
                </a:cubicBezTo>
                <a:cubicBezTo>
                  <a:pt x="250340" y="193565"/>
                  <a:pt x="238108" y="196044"/>
                  <a:pt x="225176" y="196044"/>
                </a:cubicBezTo>
                <a:moveTo>
                  <a:pt x="221840" y="91020"/>
                </a:moveTo>
                <a:cubicBezTo>
                  <a:pt x="214179" y="91020"/>
                  <a:pt x="207631" y="93574"/>
                  <a:pt x="202194" y="98681"/>
                </a:cubicBezTo>
                <a:cubicBezTo>
                  <a:pt x="196758" y="103788"/>
                  <a:pt x="192392" y="111448"/>
                  <a:pt x="189097" y="121662"/>
                </a:cubicBezTo>
                <a:cubicBezTo>
                  <a:pt x="198405" y="117626"/>
                  <a:pt x="207672" y="113631"/>
                  <a:pt x="216897" y="109677"/>
                </a:cubicBezTo>
                <a:cubicBezTo>
                  <a:pt x="228017" y="104653"/>
                  <a:pt x="236872" y="99999"/>
                  <a:pt x="243462" y="95715"/>
                </a:cubicBezTo>
                <a:cubicBezTo>
                  <a:pt x="237943" y="92585"/>
                  <a:pt x="230736" y="91020"/>
                  <a:pt x="221840" y="91020"/>
                </a:cubicBezTo>
                <a:close/>
                <a:moveTo>
                  <a:pt x="361023" y="198268"/>
                </a:moveTo>
                <a:cubicBezTo>
                  <a:pt x="342901" y="198268"/>
                  <a:pt x="327703" y="193111"/>
                  <a:pt x="315430" y="182796"/>
                </a:cubicBezTo>
                <a:cubicBezTo>
                  <a:pt x="302498" y="171903"/>
                  <a:pt x="296032" y="157544"/>
                  <a:pt x="296032" y="139721"/>
                </a:cubicBezTo>
                <a:cubicBezTo>
                  <a:pt x="296032" y="123301"/>
                  <a:pt x="301839" y="106344"/>
                  <a:pt x="313453" y="88850"/>
                </a:cubicBezTo>
                <a:cubicBezTo>
                  <a:pt x="326632" y="68880"/>
                  <a:pt x="341954" y="58895"/>
                  <a:pt x="359416" y="58895"/>
                </a:cubicBezTo>
                <a:cubicBezTo>
                  <a:pt x="367983" y="58895"/>
                  <a:pt x="377991" y="61208"/>
                  <a:pt x="389441" y="65834"/>
                </a:cubicBezTo>
                <a:cubicBezTo>
                  <a:pt x="403361" y="71536"/>
                  <a:pt x="410322" y="78103"/>
                  <a:pt x="410322" y="85537"/>
                </a:cubicBezTo>
                <a:cubicBezTo>
                  <a:pt x="410322" y="89587"/>
                  <a:pt x="408921" y="93180"/>
                  <a:pt x="406121" y="96318"/>
                </a:cubicBezTo>
                <a:cubicBezTo>
                  <a:pt x="403155" y="99705"/>
                  <a:pt x="399325" y="101399"/>
                  <a:pt x="394630" y="101399"/>
                </a:cubicBezTo>
                <a:cubicBezTo>
                  <a:pt x="391088" y="101399"/>
                  <a:pt x="386825" y="99463"/>
                  <a:pt x="381842" y="95592"/>
                </a:cubicBezTo>
                <a:cubicBezTo>
                  <a:pt x="376858" y="91720"/>
                  <a:pt x="369383" y="89785"/>
                  <a:pt x="359416" y="89785"/>
                </a:cubicBezTo>
                <a:cubicBezTo>
                  <a:pt x="353074" y="89785"/>
                  <a:pt x="346196" y="96014"/>
                  <a:pt x="338782" y="108473"/>
                </a:cubicBezTo>
                <a:cubicBezTo>
                  <a:pt x="331698" y="120517"/>
                  <a:pt x="328156" y="130913"/>
                  <a:pt x="328156" y="139659"/>
                </a:cubicBezTo>
                <a:cubicBezTo>
                  <a:pt x="328156" y="148321"/>
                  <a:pt x="331286" y="155127"/>
                  <a:pt x="337547" y="160077"/>
                </a:cubicBezTo>
                <a:cubicBezTo>
                  <a:pt x="343477" y="164780"/>
                  <a:pt x="351303" y="167131"/>
                  <a:pt x="361023" y="167131"/>
                </a:cubicBezTo>
                <a:cubicBezTo>
                  <a:pt x="366541" y="167131"/>
                  <a:pt x="373296" y="165031"/>
                  <a:pt x="381286" y="160830"/>
                </a:cubicBezTo>
                <a:cubicBezTo>
                  <a:pt x="389276" y="156629"/>
                  <a:pt x="394342" y="154529"/>
                  <a:pt x="396483" y="154529"/>
                </a:cubicBezTo>
                <a:cubicBezTo>
                  <a:pt x="400931" y="154529"/>
                  <a:pt x="404741" y="156140"/>
                  <a:pt x="407912" y="159363"/>
                </a:cubicBezTo>
                <a:cubicBezTo>
                  <a:pt x="411084" y="162583"/>
                  <a:pt x="412669" y="166259"/>
                  <a:pt x="412669" y="170390"/>
                </a:cubicBezTo>
                <a:cubicBezTo>
                  <a:pt x="412669" y="176833"/>
                  <a:pt x="405668" y="183276"/>
                  <a:pt x="391665" y="189719"/>
                </a:cubicBezTo>
                <a:cubicBezTo>
                  <a:pt x="379144" y="195418"/>
                  <a:pt x="368930" y="198268"/>
                  <a:pt x="361023" y="198268"/>
                </a:cubicBezTo>
                <a:close/>
                <a:moveTo>
                  <a:pt x="485128" y="197774"/>
                </a:moveTo>
                <a:cubicBezTo>
                  <a:pt x="469889" y="197774"/>
                  <a:pt x="456792" y="192534"/>
                  <a:pt x="445837" y="182055"/>
                </a:cubicBezTo>
                <a:cubicBezTo>
                  <a:pt x="433811" y="170582"/>
                  <a:pt x="427509" y="155274"/>
                  <a:pt x="426933" y="136130"/>
                </a:cubicBezTo>
                <a:cubicBezTo>
                  <a:pt x="426356" y="117893"/>
                  <a:pt x="431340" y="101636"/>
                  <a:pt x="441883" y="87360"/>
                </a:cubicBezTo>
                <a:cubicBezTo>
                  <a:pt x="454404" y="70525"/>
                  <a:pt x="471825" y="62108"/>
                  <a:pt x="494148" y="62108"/>
                </a:cubicBezTo>
                <a:cubicBezTo>
                  <a:pt x="510622" y="62108"/>
                  <a:pt x="523719" y="68709"/>
                  <a:pt x="533439" y="81912"/>
                </a:cubicBezTo>
                <a:cubicBezTo>
                  <a:pt x="542170" y="93796"/>
                  <a:pt x="546536" y="108527"/>
                  <a:pt x="546536" y="126103"/>
                </a:cubicBezTo>
                <a:cubicBezTo>
                  <a:pt x="546536" y="145249"/>
                  <a:pt x="541429" y="161588"/>
                  <a:pt x="531215" y="175120"/>
                </a:cubicBezTo>
                <a:cubicBezTo>
                  <a:pt x="519765" y="190222"/>
                  <a:pt x="504403" y="197774"/>
                  <a:pt x="485128" y="197774"/>
                </a:cubicBezTo>
                <a:moveTo>
                  <a:pt x="492541" y="94727"/>
                </a:moveTo>
                <a:cubicBezTo>
                  <a:pt x="482410" y="94645"/>
                  <a:pt x="474420" y="99265"/>
                  <a:pt x="468571" y="108589"/>
                </a:cubicBezTo>
                <a:cubicBezTo>
                  <a:pt x="463629" y="116429"/>
                  <a:pt x="461158" y="125589"/>
                  <a:pt x="461158" y="136068"/>
                </a:cubicBezTo>
                <a:cubicBezTo>
                  <a:pt x="461158" y="145971"/>
                  <a:pt x="463959" y="153562"/>
                  <a:pt x="469560" y="158842"/>
                </a:cubicBezTo>
                <a:cubicBezTo>
                  <a:pt x="474008" y="163050"/>
                  <a:pt x="479197" y="165155"/>
                  <a:pt x="485128" y="165155"/>
                </a:cubicBezTo>
                <a:cubicBezTo>
                  <a:pt x="492294" y="165155"/>
                  <a:pt x="498513" y="162721"/>
                  <a:pt x="503785" y="157853"/>
                </a:cubicBezTo>
                <a:cubicBezTo>
                  <a:pt x="509798" y="152159"/>
                  <a:pt x="513011" y="144443"/>
                  <a:pt x="513423" y="134705"/>
                </a:cubicBezTo>
                <a:cubicBezTo>
                  <a:pt x="514493" y="108136"/>
                  <a:pt x="507533" y="94809"/>
                  <a:pt x="492541" y="94727"/>
                </a:cubicBezTo>
                <a:close/>
                <a:moveTo>
                  <a:pt x="664435" y="199256"/>
                </a:moveTo>
                <a:cubicBezTo>
                  <a:pt x="654304" y="199256"/>
                  <a:pt x="648661" y="194261"/>
                  <a:pt x="647508" y="184271"/>
                </a:cubicBezTo>
                <a:cubicBezTo>
                  <a:pt x="646355" y="175769"/>
                  <a:pt x="645202" y="167224"/>
                  <a:pt x="644048" y="158637"/>
                </a:cubicBezTo>
                <a:cubicBezTo>
                  <a:pt x="642813" y="149555"/>
                  <a:pt x="642195" y="141011"/>
                  <a:pt x="642195" y="133003"/>
                </a:cubicBezTo>
                <a:cubicBezTo>
                  <a:pt x="642195" y="130856"/>
                  <a:pt x="642339" y="127183"/>
                  <a:pt x="642627" y="121983"/>
                </a:cubicBezTo>
                <a:cubicBezTo>
                  <a:pt x="642916" y="116781"/>
                  <a:pt x="643060" y="113106"/>
                  <a:pt x="643060" y="110959"/>
                </a:cubicBezTo>
                <a:cubicBezTo>
                  <a:pt x="643060" y="110383"/>
                  <a:pt x="643142" y="108918"/>
                  <a:pt x="643307" y="106565"/>
                </a:cubicBezTo>
                <a:cubicBezTo>
                  <a:pt x="643472" y="104210"/>
                  <a:pt x="643554" y="102290"/>
                  <a:pt x="643554" y="100804"/>
                </a:cubicBezTo>
                <a:cubicBezTo>
                  <a:pt x="643554" y="93952"/>
                  <a:pt x="641783" y="90526"/>
                  <a:pt x="638241" y="90526"/>
                </a:cubicBezTo>
                <a:cubicBezTo>
                  <a:pt x="630663" y="90526"/>
                  <a:pt x="623229" y="95073"/>
                  <a:pt x="615939" y="104168"/>
                </a:cubicBezTo>
                <a:cubicBezTo>
                  <a:pt x="608649" y="113259"/>
                  <a:pt x="602945" y="124782"/>
                  <a:pt x="598826" y="138736"/>
                </a:cubicBezTo>
                <a:cubicBezTo>
                  <a:pt x="598662" y="141529"/>
                  <a:pt x="598291" y="145252"/>
                  <a:pt x="597714" y="149903"/>
                </a:cubicBezTo>
                <a:cubicBezTo>
                  <a:pt x="597220" y="153710"/>
                  <a:pt x="596973" y="157431"/>
                  <a:pt x="596973" y="161066"/>
                </a:cubicBezTo>
                <a:cubicBezTo>
                  <a:pt x="596973" y="163436"/>
                  <a:pt x="597241" y="167012"/>
                  <a:pt x="597776" y="171792"/>
                </a:cubicBezTo>
                <a:cubicBezTo>
                  <a:pt x="598312" y="176569"/>
                  <a:pt x="598579" y="180142"/>
                  <a:pt x="598579" y="182510"/>
                </a:cubicBezTo>
                <a:cubicBezTo>
                  <a:pt x="598579" y="187332"/>
                  <a:pt x="596952" y="191328"/>
                  <a:pt x="593699" y="194499"/>
                </a:cubicBezTo>
                <a:cubicBezTo>
                  <a:pt x="590445" y="197671"/>
                  <a:pt x="586347" y="199256"/>
                  <a:pt x="581405" y="199256"/>
                </a:cubicBezTo>
                <a:cubicBezTo>
                  <a:pt x="576463" y="199256"/>
                  <a:pt x="572385" y="197680"/>
                  <a:pt x="569173" y="194526"/>
                </a:cubicBezTo>
                <a:cubicBezTo>
                  <a:pt x="565960" y="191373"/>
                  <a:pt x="564354" y="187399"/>
                  <a:pt x="564354" y="182603"/>
                </a:cubicBezTo>
                <a:cubicBezTo>
                  <a:pt x="564354" y="180248"/>
                  <a:pt x="564107" y="176694"/>
                  <a:pt x="563613" y="171942"/>
                </a:cubicBezTo>
                <a:cubicBezTo>
                  <a:pt x="563118" y="167191"/>
                  <a:pt x="562871" y="163638"/>
                  <a:pt x="562871" y="161286"/>
                </a:cubicBezTo>
                <a:cubicBezTo>
                  <a:pt x="562871" y="153211"/>
                  <a:pt x="563448" y="141982"/>
                  <a:pt x="564601" y="127601"/>
                </a:cubicBezTo>
                <a:cubicBezTo>
                  <a:pt x="565754" y="113219"/>
                  <a:pt x="566331" y="101991"/>
                  <a:pt x="566331" y="93916"/>
                </a:cubicBezTo>
                <a:cubicBezTo>
                  <a:pt x="566331" y="91394"/>
                  <a:pt x="566187" y="87630"/>
                  <a:pt x="565898" y="82626"/>
                </a:cubicBezTo>
                <a:cubicBezTo>
                  <a:pt x="565610" y="77622"/>
                  <a:pt x="565466" y="73901"/>
                  <a:pt x="565466" y="71464"/>
                </a:cubicBezTo>
                <a:cubicBezTo>
                  <a:pt x="565466" y="66753"/>
                  <a:pt x="567134" y="62863"/>
                  <a:pt x="570470" y="59795"/>
                </a:cubicBezTo>
                <a:cubicBezTo>
                  <a:pt x="573806" y="56724"/>
                  <a:pt x="577904" y="55189"/>
                  <a:pt x="582764" y="55189"/>
                </a:cubicBezTo>
                <a:cubicBezTo>
                  <a:pt x="593555" y="55189"/>
                  <a:pt x="599321" y="61696"/>
                  <a:pt x="600062" y="74711"/>
                </a:cubicBezTo>
                <a:lnTo>
                  <a:pt x="600186" y="76070"/>
                </a:lnTo>
                <a:cubicBezTo>
                  <a:pt x="612212" y="63961"/>
                  <a:pt x="624897" y="57907"/>
                  <a:pt x="638241" y="57907"/>
                </a:cubicBezTo>
                <a:cubicBezTo>
                  <a:pt x="653809" y="57907"/>
                  <a:pt x="664559" y="64426"/>
                  <a:pt x="670490" y="77464"/>
                </a:cubicBezTo>
                <a:cubicBezTo>
                  <a:pt x="674443" y="86211"/>
                  <a:pt x="676420" y="99290"/>
                  <a:pt x="676420" y="116701"/>
                </a:cubicBezTo>
                <a:lnTo>
                  <a:pt x="676420" y="125489"/>
                </a:lnTo>
                <a:cubicBezTo>
                  <a:pt x="676338" y="129283"/>
                  <a:pt x="676297" y="131964"/>
                  <a:pt x="676297" y="133532"/>
                </a:cubicBezTo>
                <a:cubicBezTo>
                  <a:pt x="676297" y="139969"/>
                  <a:pt x="677182" y="148263"/>
                  <a:pt x="678953" y="158413"/>
                </a:cubicBezTo>
                <a:cubicBezTo>
                  <a:pt x="680724" y="168560"/>
                  <a:pt x="681610" y="176811"/>
                  <a:pt x="681610" y="183167"/>
                </a:cubicBezTo>
                <a:cubicBezTo>
                  <a:pt x="681610" y="187787"/>
                  <a:pt x="679962" y="191624"/>
                  <a:pt x="676667" y="194677"/>
                </a:cubicBezTo>
                <a:cubicBezTo>
                  <a:pt x="673373" y="197730"/>
                  <a:pt x="669295" y="199256"/>
                  <a:pt x="664435" y="199256"/>
                </a:cubicBezTo>
                <a:close/>
                <a:moveTo>
                  <a:pt x="786202" y="99916"/>
                </a:moveTo>
                <a:cubicBezTo>
                  <a:pt x="778047" y="99916"/>
                  <a:pt x="773146" y="96498"/>
                  <a:pt x="771499" y="89661"/>
                </a:cubicBezTo>
                <a:cubicBezTo>
                  <a:pt x="768204" y="89085"/>
                  <a:pt x="764827" y="88796"/>
                  <a:pt x="761367" y="88796"/>
                </a:cubicBezTo>
                <a:cubicBezTo>
                  <a:pt x="741516" y="88796"/>
                  <a:pt x="731590" y="91515"/>
                  <a:pt x="731590" y="96951"/>
                </a:cubicBezTo>
                <a:cubicBezTo>
                  <a:pt x="731590" y="100164"/>
                  <a:pt x="737562" y="104488"/>
                  <a:pt x="749506" y="109925"/>
                </a:cubicBezTo>
                <a:cubicBezTo>
                  <a:pt x="765815" y="117420"/>
                  <a:pt x="776853" y="123269"/>
                  <a:pt x="782619" y="127470"/>
                </a:cubicBezTo>
                <a:cubicBezTo>
                  <a:pt x="794563" y="136119"/>
                  <a:pt x="800535" y="145880"/>
                  <a:pt x="800535" y="156753"/>
                </a:cubicBezTo>
                <a:cubicBezTo>
                  <a:pt x="800535" y="170921"/>
                  <a:pt x="793945" y="181670"/>
                  <a:pt x="780766" y="189001"/>
                </a:cubicBezTo>
                <a:cubicBezTo>
                  <a:pt x="770140" y="194849"/>
                  <a:pt x="757084" y="197774"/>
                  <a:pt x="741598" y="197774"/>
                </a:cubicBezTo>
                <a:cubicBezTo>
                  <a:pt x="730643" y="197774"/>
                  <a:pt x="720635" y="196085"/>
                  <a:pt x="711574" y="192708"/>
                </a:cubicBezTo>
                <a:cubicBezTo>
                  <a:pt x="699218" y="188095"/>
                  <a:pt x="693040" y="181299"/>
                  <a:pt x="693040" y="172321"/>
                </a:cubicBezTo>
                <a:cubicBezTo>
                  <a:pt x="693040" y="164084"/>
                  <a:pt x="697941" y="159965"/>
                  <a:pt x="707743" y="159965"/>
                </a:cubicBezTo>
                <a:cubicBezTo>
                  <a:pt x="711532" y="159965"/>
                  <a:pt x="717010" y="161160"/>
                  <a:pt x="724176" y="163548"/>
                </a:cubicBezTo>
                <a:cubicBezTo>
                  <a:pt x="731343" y="165937"/>
                  <a:pt x="736862" y="167131"/>
                  <a:pt x="740733" y="167131"/>
                </a:cubicBezTo>
                <a:cubicBezTo>
                  <a:pt x="757454" y="167131"/>
                  <a:pt x="765856" y="163754"/>
                  <a:pt x="765939" y="157000"/>
                </a:cubicBezTo>
                <a:cubicBezTo>
                  <a:pt x="765939" y="152799"/>
                  <a:pt x="760132" y="148145"/>
                  <a:pt x="748517" y="143038"/>
                </a:cubicBezTo>
                <a:cubicBezTo>
                  <a:pt x="731549" y="135542"/>
                  <a:pt x="720676" y="130147"/>
                  <a:pt x="715898" y="126852"/>
                </a:cubicBezTo>
                <a:cubicBezTo>
                  <a:pt x="704284" y="118697"/>
                  <a:pt x="698477" y="108758"/>
                  <a:pt x="698477" y="97036"/>
                </a:cubicBezTo>
                <a:cubicBezTo>
                  <a:pt x="698477" y="80443"/>
                  <a:pt x="707249" y="69258"/>
                  <a:pt x="724794" y="63479"/>
                </a:cubicBezTo>
                <a:cubicBezTo>
                  <a:pt x="735091" y="60094"/>
                  <a:pt x="750741" y="58401"/>
                  <a:pt x="771746" y="58401"/>
                </a:cubicBezTo>
                <a:cubicBezTo>
                  <a:pt x="779983" y="58401"/>
                  <a:pt x="786079" y="59475"/>
                  <a:pt x="790032" y="61621"/>
                </a:cubicBezTo>
                <a:cubicBezTo>
                  <a:pt x="795469" y="64515"/>
                  <a:pt x="798187" y="69844"/>
                  <a:pt x="798187" y="77611"/>
                </a:cubicBezTo>
                <a:cubicBezTo>
                  <a:pt x="798187" y="92481"/>
                  <a:pt x="794192" y="99916"/>
                  <a:pt x="786202" y="99916"/>
                </a:cubicBezTo>
                <a:close/>
                <a:moveTo>
                  <a:pt x="909457" y="90893"/>
                </a:moveTo>
                <a:cubicBezTo>
                  <a:pt x="907727" y="90893"/>
                  <a:pt x="905688" y="90831"/>
                  <a:pt x="903341" y="90708"/>
                </a:cubicBezTo>
                <a:cubicBezTo>
                  <a:pt x="900993" y="90584"/>
                  <a:pt x="898954" y="90522"/>
                  <a:pt x="897224" y="90522"/>
                </a:cubicBezTo>
                <a:cubicBezTo>
                  <a:pt x="893847" y="90522"/>
                  <a:pt x="889935" y="90853"/>
                  <a:pt x="885487" y="91515"/>
                </a:cubicBezTo>
                <a:cubicBezTo>
                  <a:pt x="886969" y="124793"/>
                  <a:pt x="887711" y="146539"/>
                  <a:pt x="887711" y="156753"/>
                </a:cubicBezTo>
                <a:cubicBezTo>
                  <a:pt x="887711" y="157823"/>
                  <a:pt x="887752" y="159821"/>
                  <a:pt x="887834" y="162745"/>
                </a:cubicBezTo>
                <a:cubicBezTo>
                  <a:pt x="887916" y="165669"/>
                  <a:pt x="887958" y="168038"/>
                  <a:pt x="887958" y="169850"/>
                </a:cubicBezTo>
                <a:cubicBezTo>
                  <a:pt x="887958" y="188795"/>
                  <a:pt x="881986" y="198268"/>
                  <a:pt x="870042" y="198268"/>
                </a:cubicBezTo>
                <a:cubicBezTo>
                  <a:pt x="865511" y="198268"/>
                  <a:pt x="861599" y="196868"/>
                  <a:pt x="858304" y="194067"/>
                </a:cubicBezTo>
                <a:cubicBezTo>
                  <a:pt x="854680" y="191102"/>
                  <a:pt x="852867" y="187395"/>
                  <a:pt x="852867" y="182947"/>
                </a:cubicBezTo>
                <a:cubicBezTo>
                  <a:pt x="852867" y="179981"/>
                  <a:pt x="852991" y="175533"/>
                  <a:pt x="853238" y="169603"/>
                </a:cubicBezTo>
                <a:cubicBezTo>
                  <a:pt x="853485" y="163672"/>
                  <a:pt x="853609" y="159224"/>
                  <a:pt x="853609" y="156258"/>
                </a:cubicBezTo>
                <a:cubicBezTo>
                  <a:pt x="853609" y="146291"/>
                  <a:pt x="852867" y="124957"/>
                  <a:pt x="851385" y="92256"/>
                </a:cubicBezTo>
                <a:cubicBezTo>
                  <a:pt x="846278" y="92009"/>
                  <a:pt x="838555" y="91329"/>
                  <a:pt x="828218" y="90217"/>
                </a:cubicBezTo>
                <a:cubicBezTo>
                  <a:pt x="817880" y="89105"/>
                  <a:pt x="812711" y="83772"/>
                  <a:pt x="812711" y="74217"/>
                </a:cubicBezTo>
                <a:cubicBezTo>
                  <a:pt x="812711" y="69604"/>
                  <a:pt x="814276" y="65691"/>
                  <a:pt x="817407" y="62479"/>
                </a:cubicBezTo>
                <a:cubicBezTo>
                  <a:pt x="820537" y="59266"/>
                  <a:pt x="824573" y="57660"/>
                  <a:pt x="829515" y="57660"/>
                </a:cubicBezTo>
                <a:cubicBezTo>
                  <a:pt x="832563" y="57660"/>
                  <a:pt x="839564" y="58154"/>
                  <a:pt x="850520" y="59143"/>
                </a:cubicBezTo>
                <a:cubicBezTo>
                  <a:pt x="850438" y="56499"/>
                  <a:pt x="850232" y="52120"/>
                  <a:pt x="849902" y="46007"/>
                </a:cubicBezTo>
                <a:cubicBezTo>
                  <a:pt x="849573" y="40720"/>
                  <a:pt x="849408" y="36629"/>
                  <a:pt x="849408" y="33736"/>
                </a:cubicBezTo>
                <a:cubicBezTo>
                  <a:pt x="849408" y="29111"/>
                  <a:pt x="851096" y="25270"/>
                  <a:pt x="854474" y="22215"/>
                </a:cubicBezTo>
                <a:cubicBezTo>
                  <a:pt x="857851" y="19156"/>
                  <a:pt x="861928" y="17627"/>
                  <a:pt x="866706" y="17627"/>
                </a:cubicBezTo>
                <a:cubicBezTo>
                  <a:pt x="878897" y="17627"/>
                  <a:pt x="884992" y="27914"/>
                  <a:pt x="884992" y="48486"/>
                </a:cubicBezTo>
                <a:lnTo>
                  <a:pt x="884745" y="58648"/>
                </a:lnTo>
                <a:cubicBezTo>
                  <a:pt x="889852" y="57825"/>
                  <a:pt x="894012" y="57413"/>
                  <a:pt x="897224" y="57413"/>
                </a:cubicBezTo>
                <a:cubicBezTo>
                  <a:pt x="906697" y="57413"/>
                  <a:pt x="913163" y="58033"/>
                  <a:pt x="916623" y="59274"/>
                </a:cubicBezTo>
                <a:cubicBezTo>
                  <a:pt x="923213" y="61588"/>
                  <a:pt x="926507" y="66631"/>
                  <a:pt x="926507" y="74402"/>
                </a:cubicBezTo>
                <a:cubicBezTo>
                  <a:pt x="926507" y="79115"/>
                  <a:pt x="924901" y="83042"/>
                  <a:pt x="921689" y="86182"/>
                </a:cubicBezTo>
                <a:cubicBezTo>
                  <a:pt x="918476" y="89323"/>
                  <a:pt x="914399" y="90893"/>
                  <a:pt x="909457" y="90893"/>
                </a:cubicBezTo>
                <a:close/>
                <a:moveTo>
                  <a:pt x="1045260" y="101445"/>
                </a:moveTo>
                <a:cubicBezTo>
                  <a:pt x="1044519" y="114100"/>
                  <a:pt x="1038794" y="120427"/>
                  <a:pt x="1028085" y="120427"/>
                </a:cubicBezTo>
                <a:cubicBezTo>
                  <a:pt x="1017707" y="120427"/>
                  <a:pt x="1012517" y="115050"/>
                  <a:pt x="1012517" y="104295"/>
                </a:cubicBezTo>
                <a:lnTo>
                  <a:pt x="1011900" y="91762"/>
                </a:lnTo>
                <a:cubicBezTo>
                  <a:pt x="993366" y="94727"/>
                  <a:pt x="980104" y="104241"/>
                  <a:pt x="972114" y="120303"/>
                </a:cubicBezTo>
                <a:lnTo>
                  <a:pt x="972238" y="182453"/>
                </a:lnTo>
                <a:cubicBezTo>
                  <a:pt x="972238" y="187148"/>
                  <a:pt x="970631" y="191040"/>
                  <a:pt x="967419" y="194129"/>
                </a:cubicBezTo>
                <a:cubicBezTo>
                  <a:pt x="964206" y="197218"/>
                  <a:pt x="960129" y="198762"/>
                  <a:pt x="955187" y="198762"/>
                </a:cubicBezTo>
                <a:cubicBezTo>
                  <a:pt x="950080" y="198762"/>
                  <a:pt x="946126" y="197113"/>
                  <a:pt x="943325" y="193816"/>
                </a:cubicBezTo>
                <a:cubicBezTo>
                  <a:pt x="940689" y="190848"/>
                  <a:pt x="939372" y="187055"/>
                  <a:pt x="939372" y="182437"/>
                </a:cubicBezTo>
                <a:lnTo>
                  <a:pt x="939372" y="101434"/>
                </a:lnTo>
                <a:cubicBezTo>
                  <a:pt x="939372" y="98878"/>
                  <a:pt x="939454" y="95066"/>
                  <a:pt x="939619" y="89997"/>
                </a:cubicBezTo>
                <a:cubicBezTo>
                  <a:pt x="939783" y="84926"/>
                  <a:pt x="939866" y="81113"/>
                  <a:pt x="939866" y="78557"/>
                </a:cubicBezTo>
                <a:cubicBezTo>
                  <a:pt x="939866" y="73939"/>
                  <a:pt x="941245" y="70084"/>
                  <a:pt x="944005" y="66992"/>
                </a:cubicBezTo>
                <a:cubicBezTo>
                  <a:pt x="946764" y="63901"/>
                  <a:pt x="950698" y="62355"/>
                  <a:pt x="955805" y="62355"/>
                </a:cubicBezTo>
                <a:cubicBezTo>
                  <a:pt x="964948" y="62355"/>
                  <a:pt x="970384" y="67050"/>
                  <a:pt x="972114" y="76441"/>
                </a:cubicBezTo>
                <a:cubicBezTo>
                  <a:pt x="986694" y="65568"/>
                  <a:pt x="1002880" y="60131"/>
                  <a:pt x="1020672" y="60131"/>
                </a:cubicBezTo>
                <a:cubicBezTo>
                  <a:pt x="1037146" y="60131"/>
                  <a:pt x="1045383" y="71132"/>
                  <a:pt x="1045383" y="93132"/>
                </a:cubicBezTo>
                <a:cubicBezTo>
                  <a:pt x="1045383" y="97351"/>
                  <a:pt x="1045342" y="100122"/>
                  <a:pt x="1045260" y="101445"/>
                </a:cubicBezTo>
                <a:close/>
                <a:moveTo>
                  <a:pt x="1171557" y="118944"/>
                </a:moveTo>
                <a:cubicBezTo>
                  <a:pt x="1171557" y="124463"/>
                  <a:pt x="1171598" y="132783"/>
                  <a:pt x="1171681" y="143903"/>
                </a:cubicBezTo>
                <a:cubicBezTo>
                  <a:pt x="1171763" y="155023"/>
                  <a:pt x="1171804" y="163342"/>
                  <a:pt x="1171804" y="168861"/>
                </a:cubicBezTo>
                <a:cubicBezTo>
                  <a:pt x="1171804" y="170591"/>
                  <a:pt x="1171948" y="173165"/>
                  <a:pt x="1172237" y="176584"/>
                </a:cubicBezTo>
                <a:cubicBezTo>
                  <a:pt x="1172525" y="180002"/>
                  <a:pt x="1172669" y="182576"/>
                  <a:pt x="1172669" y="184306"/>
                </a:cubicBezTo>
                <a:cubicBezTo>
                  <a:pt x="1172669" y="188919"/>
                  <a:pt x="1171001" y="192728"/>
                  <a:pt x="1167665" y="195735"/>
                </a:cubicBezTo>
                <a:cubicBezTo>
                  <a:pt x="1164329" y="198741"/>
                  <a:pt x="1160231" y="200245"/>
                  <a:pt x="1155371" y="200245"/>
                </a:cubicBezTo>
                <a:cubicBezTo>
                  <a:pt x="1148534" y="200245"/>
                  <a:pt x="1143551" y="197156"/>
                  <a:pt x="1140421" y="190978"/>
                </a:cubicBezTo>
                <a:cubicBezTo>
                  <a:pt x="1129877" y="194849"/>
                  <a:pt x="1118963" y="196785"/>
                  <a:pt x="1107678" y="196785"/>
                </a:cubicBezTo>
                <a:cubicBezTo>
                  <a:pt x="1095981" y="196785"/>
                  <a:pt x="1086138" y="194327"/>
                  <a:pt x="1078148" y="189410"/>
                </a:cubicBezTo>
                <a:cubicBezTo>
                  <a:pt x="1069170" y="183758"/>
                  <a:pt x="1063815" y="175524"/>
                  <a:pt x="1062086" y="164710"/>
                </a:cubicBezTo>
                <a:cubicBezTo>
                  <a:pt x="1058873" y="144228"/>
                  <a:pt x="1057267" y="125917"/>
                  <a:pt x="1057267" y="109778"/>
                </a:cubicBezTo>
                <a:cubicBezTo>
                  <a:pt x="1057267" y="99126"/>
                  <a:pt x="1058502" y="86960"/>
                  <a:pt x="1060974" y="73278"/>
                </a:cubicBezTo>
                <a:cubicBezTo>
                  <a:pt x="1062621" y="64019"/>
                  <a:pt x="1068181" y="59390"/>
                  <a:pt x="1077654" y="59390"/>
                </a:cubicBezTo>
                <a:cubicBezTo>
                  <a:pt x="1082431" y="59390"/>
                  <a:pt x="1086509" y="60883"/>
                  <a:pt x="1089886" y="63869"/>
                </a:cubicBezTo>
                <a:cubicBezTo>
                  <a:pt x="1093263" y="66855"/>
                  <a:pt x="1094952" y="70637"/>
                  <a:pt x="1094952" y="75217"/>
                </a:cubicBezTo>
                <a:cubicBezTo>
                  <a:pt x="1094952" y="78815"/>
                  <a:pt x="1094355" y="84459"/>
                  <a:pt x="1093160" y="92148"/>
                </a:cubicBezTo>
                <a:cubicBezTo>
                  <a:pt x="1091966" y="99837"/>
                  <a:pt x="1091369" y="105685"/>
                  <a:pt x="1091369" y="109693"/>
                </a:cubicBezTo>
                <a:cubicBezTo>
                  <a:pt x="1091369" y="121225"/>
                  <a:pt x="1091760" y="131306"/>
                  <a:pt x="1092542" y="139937"/>
                </a:cubicBezTo>
                <a:cubicBezTo>
                  <a:pt x="1093325" y="148566"/>
                  <a:pt x="1094499" y="155701"/>
                  <a:pt x="1096064" y="161344"/>
                </a:cubicBezTo>
                <a:cubicBezTo>
                  <a:pt x="1098123" y="162245"/>
                  <a:pt x="1100121" y="162941"/>
                  <a:pt x="1102056" y="163432"/>
                </a:cubicBezTo>
                <a:cubicBezTo>
                  <a:pt x="1103992" y="163922"/>
                  <a:pt x="1105866" y="164166"/>
                  <a:pt x="1107678" y="164166"/>
                </a:cubicBezTo>
                <a:cubicBezTo>
                  <a:pt x="1116821" y="164166"/>
                  <a:pt x="1126871" y="162848"/>
                  <a:pt x="1137826" y="160212"/>
                </a:cubicBezTo>
                <a:cubicBezTo>
                  <a:pt x="1137826" y="153870"/>
                  <a:pt x="1137785" y="146662"/>
                  <a:pt x="1137702" y="138590"/>
                </a:cubicBezTo>
                <a:cubicBezTo>
                  <a:pt x="1137538" y="128952"/>
                  <a:pt x="1137455" y="122033"/>
                  <a:pt x="1137455" y="117832"/>
                </a:cubicBezTo>
                <a:cubicBezTo>
                  <a:pt x="1137455" y="100946"/>
                  <a:pt x="1138238" y="86366"/>
                  <a:pt x="1139803" y="74093"/>
                </a:cubicBezTo>
                <a:cubicBezTo>
                  <a:pt x="1141039" y="64291"/>
                  <a:pt x="1146640" y="59390"/>
                  <a:pt x="1156607" y="59390"/>
                </a:cubicBezTo>
                <a:cubicBezTo>
                  <a:pt x="1161467" y="59390"/>
                  <a:pt x="1165626" y="60914"/>
                  <a:pt x="1169086" y="63961"/>
                </a:cubicBezTo>
                <a:cubicBezTo>
                  <a:pt x="1172546" y="67009"/>
                  <a:pt x="1174152" y="70839"/>
                  <a:pt x="1173905" y="75452"/>
                </a:cubicBezTo>
                <a:cubicBezTo>
                  <a:pt x="1172340" y="106836"/>
                  <a:pt x="1171557" y="121333"/>
                  <a:pt x="1171557" y="118944"/>
                </a:cubicBezTo>
                <a:close/>
                <a:moveTo>
                  <a:pt x="1251600" y="198268"/>
                </a:moveTo>
                <a:cubicBezTo>
                  <a:pt x="1233478" y="198268"/>
                  <a:pt x="1218280" y="193111"/>
                  <a:pt x="1206007" y="182796"/>
                </a:cubicBezTo>
                <a:cubicBezTo>
                  <a:pt x="1193075" y="171903"/>
                  <a:pt x="1186609" y="157544"/>
                  <a:pt x="1186609" y="139721"/>
                </a:cubicBezTo>
                <a:cubicBezTo>
                  <a:pt x="1186609" y="123301"/>
                  <a:pt x="1192416" y="106344"/>
                  <a:pt x="1204030" y="88850"/>
                </a:cubicBezTo>
                <a:cubicBezTo>
                  <a:pt x="1217210" y="68880"/>
                  <a:pt x="1232531" y="58895"/>
                  <a:pt x="1249993" y="58895"/>
                </a:cubicBezTo>
                <a:cubicBezTo>
                  <a:pt x="1258560" y="58895"/>
                  <a:pt x="1268568" y="61208"/>
                  <a:pt x="1280018" y="65834"/>
                </a:cubicBezTo>
                <a:cubicBezTo>
                  <a:pt x="1293938" y="71536"/>
                  <a:pt x="1300899" y="78103"/>
                  <a:pt x="1300899" y="85537"/>
                </a:cubicBezTo>
                <a:cubicBezTo>
                  <a:pt x="1300899" y="89587"/>
                  <a:pt x="1299498" y="93180"/>
                  <a:pt x="1296698" y="96318"/>
                </a:cubicBezTo>
                <a:cubicBezTo>
                  <a:pt x="1293732" y="99705"/>
                  <a:pt x="1289902" y="101399"/>
                  <a:pt x="1285207" y="101399"/>
                </a:cubicBezTo>
                <a:cubicBezTo>
                  <a:pt x="1281665" y="101399"/>
                  <a:pt x="1277402" y="99463"/>
                  <a:pt x="1272419" y="95592"/>
                </a:cubicBezTo>
                <a:cubicBezTo>
                  <a:pt x="1267435" y="91720"/>
                  <a:pt x="1259960" y="89785"/>
                  <a:pt x="1249993" y="89785"/>
                </a:cubicBezTo>
                <a:cubicBezTo>
                  <a:pt x="1243651" y="89785"/>
                  <a:pt x="1236773" y="96014"/>
                  <a:pt x="1229359" y="108473"/>
                </a:cubicBezTo>
                <a:cubicBezTo>
                  <a:pt x="1222275" y="120517"/>
                  <a:pt x="1218733" y="130913"/>
                  <a:pt x="1218733" y="139659"/>
                </a:cubicBezTo>
                <a:cubicBezTo>
                  <a:pt x="1218733" y="148321"/>
                  <a:pt x="1221863" y="155127"/>
                  <a:pt x="1228124" y="160077"/>
                </a:cubicBezTo>
                <a:cubicBezTo>
                  <a:pt x="1234054" y="164780"/>
                  <a:pt x="1241880" y="167131"/>
                  <a:pt x="1251600" y="167131"/>
                </a:cubicBezTo>
                <a:cubicBezTo>
                  <a:pt x="1257118" y="167131"/>
                  <a:pt x="1263873" y="165031"/>
                  <a:pt x="1271863" y="160830"/>
                </a:cubicBezTo>
                <a:cubicBezTo>
                  <a:pt x="1279853" y="156629"/>
                  <a:pt x="1284919" y="154529"/>
                  <a:pt x="1287060" y="154529"/>
                </a:cubicBezTo>
                <a:cubicBezTo>
                  <a:pt x="1291508" y="154529"/>
                  <a:pt x="1295318" y="156140"/>
                  <a:pt x="1298489" y="159363"/>
                </a:cubicBezTo>
                <a:cubicBezTo>
                  <a:pt x="1301661" y="162583"/>
                  <a:pt x="1303246" y="166259"/>
                  <a:pt x="1303246" y="170390"/>
                </a:cubicBezTo>
                <a:cubicBezTo>
                  <a:pt x="1303246" y="176833"/>
                  <a:pt x="1296245" y="183276"/>
                  <a:pt x="1282242" y="189719"/>
                </a:cubicBezTo>
                <a:cubicBezTo>
                  <a:pt x="1269721" y="195418"/>
                  <a:pt x="1259507" y="198268"/>
                  <a:pt x="1251600" y="198268"/>
                </a:cubicBezTo>
                <a:close/>
                <a:moveTo>
                  <a:pt x="1412032" y="90893"/>
                </a:moveTo>
                <a:cubicBezTo>
                  <a:pt x="1410302" y="90893"/>
                  <a:pt x="1408264" y="90831"/>
                  <a:pt x="1405916" y="90708"/>
                </a:cubicBezTo>
                <a:cubicBezTo>
                  <a:pt x="1403569" y="90584"/>
                  <a:pt x="1401530" y="90522"/>
                  <a:pt x="1399800" y="90522"/>
                </a:cubicBezTo>
                <a:cubicBezTo>
                  <a:pt x="1396423" y="90522"/>
                  <a:pt x="1392510" y="90853"/>
                  <a:pt x="1388062" y="91515"/>
                </a:cubicBezTo>
                <a:cubicBezTo>
                  <a:pt x="1389545" y="124793"/>
                  <a:pt x="1390286" y="146539"/>
                  <a:pt x="1390286" y="156753"/>
                </a:cubicBezTo>
                <a:cubicBezTo>
                  <a:pt x="1390286" y="157823"/>
                  <a:pt x="1390327" y="159821"/>
                  <a:pt x="1390410" y="162745"/>
                </a:cubicBezTo>
                <a:cubicBezTo>
                  <a:pt x="1390492" y="165669"/>
                  <a:pt x="1390533" y="168038"/>
                  <a:pt x="1390533" y="169850"/>
                </a:cubicBezTo>
                <a:cubicBezTo>
                  <a:pt x="1390533" y="188795"/>
                  <a:pt x="1384561" y="198268"/>
                  <a:pt x="1372618" y="198268"/>
                </a:cubicBezTo>
                <a:cubicBezTo>
                  <a:pt x="1368087" y="198268"/>
                  <a:pt x="1364174" y="196868"/>
                  <a:pt x="1360880" y="194067"/>
                </a:cubicBezTo>
                <a:cubicBezTo>
                  <a:pt x="1357255" y="191102"/>
                  <a:pt x="1355443" y="187395"/>
                  <a:pt x="1355443" y="182947"/>
                </a:cubicBezTo>
                <a:cubicBezTo>
                  <a:pt x="1355443" y="179981"/>
                  <a:pt x="1355567" y="175533"/>
                  <a:pt x="1355814" y="169603"/>
                </a:cubicBezTo>
                <a:cubicBezTo>
                  <a:pt x="1356061" y="163672"/>
                  <a:pt x="1356184" y="159224"/>
                  <a:pt x="1356184" y="156258"/>
                </a:cubicBezTo>
                <a:cubicBezTo>
                  <a:pt x="1356184" y="146291"/>
                  <a:pt x="1355443" y="124957"/>
                  <a:pt x="1353960" y="92256"/>
                </a:cubicBezTo>
                <a:cubicBezTo>
                  <a:pt x="1348853" y="92009"/>
                  <a:pt x="1341131" y="91329"/>
                  <a:pt x="1330794" y="90217"/>
                </a:cubicBezTo>
                <a:cubicBezTo>
                  <a:pt x="1320456" y="89105"/>
                  <a:pt x="1315287" y="83772"/>
                  <a:pt x="1315287" y="74217"/>
                </a:cubicBezTo>
                <a:cubicBezTo>
                  <a:pt x="1315287" y="69604"/>
                  <a:pt x="1316852" y="65691"/>
                  <a:pt x="1319982" y="62479"/>
                </a:cubicBezTo>
                <a:cubicBezTo>
                  <a:pt x="1323112" y="59266"/>
                  <a:pt x="1327149" y="57660"/>
                  <a:pt x="1332091" y="57660"/>
                </a:cubicBezTo>
                <a:cubicBezTo>
                  <a:pt x="1335139" y="57660"/>
                  <a:pt x="1342140" y="58154"/>
                  <a:pt x="1353096" y="59143"/>
                </a:cubicBezTo>
                <a:cubicBezTo>
                  <a:pt x="1353013" y="56499"/>
                  <a:pt x="1352807" y="52120"/>
                  <a:pt x="1352478" y="46007"/>
                </a:cubicBezTo>
                <a:cubicBezTo>
                  <a:pt x="1352148" y="40720"/>
                  <a:pt x="1351984" y="36629"/>
                  <a:pt x="1351984" y="33736"/>
                </a:cubicBezTo>
                <a:cubicBezTo>
                  <a:pt x="1351984" y="29111"/>
                  <a:pt x="1353672" y="25270"/>
                  <a:pt x="1357049" y="22215"/>
                </a:cubicBezTo>
                <a:cubicBezTo>
                  <a:pt x="1360427" y="19156"/>
                  <a:pt x="1364504" y="17627"/>
                  <a:pt x="1369282" y="17627"/>
                </a:cubicBezTo>
                <a:cubicBezTo>
                  <a:pt x="1381472" y="17627"/>
                  <a:pt x="1387568" y="27914"/>
                  <a:pt x="1387568" y="48486"/>
                </a:cubicBezTo>
                <a:lnTo>
                  <a:pt x="1387321" y="58648"/>
                </a:lnTo>
                <a:cubicBezTo>
                  <a:pt x="1392428" y="57825"/>
                  <a:pt x="1396588" y="57413"/>
                  <a:pt x="1399800" y="57413"/>
                </a:cubicBezTo>
                <a:cubicBezTo>
                  <a:pt x="1409273" y="57413"/>
                  <a:pt x="1415739" y="58033"/>
                  <a:pt x="1419199" y="59274"/>
                </a:cubicBezTo>
                <a:cubicBezTo>
                  <a:pt x="1425788" y="61588"/>
                  <a:pt x="1429083" y="66631"/>
                  <a:pt x="1429083" y="74402"/>
                </a:cubicBezTo>
                <a:cubicBezTo>
                  <a:pt x="1429083" y="79115"/>
                  <a:pt x="1427477" y="83042"/>
                  <a:pt x="1424264" y="86182"/>
                </a:cubicBezTo>
                <a:cubicBezTo>
                  <a:pt x="1421052" y="89323"/>
                  <a:pt x="1416975" y="90893"/>
                  <a:pt x="1412032" y="90893"/>
                </a:cubicBezTo>
                <a:close/>
                <a:moveTo>
                  <a:pt x="1472465" y="41845"/>
                </a:moveTo>
                <a:cubicBezTo>
                  <a:pt x="1467193" y="41845"/>
                  <a:pt x="1462622" y="40074"/>
                  <a:pt x="1458750" y="36532"/>
                </a:cubicBezTo>
                <a:cubicBezTo>
                  <a:pt x="1454879" y="32990"/>
                  <a:pt x="1452943" y="28665"/>
                  <a:pt x="1452943" y="23558"/>
                </a:cubicBezTo>
                <a:cubicBezTo>
                  <a:pt x="1452943" y="18451"/>
                  <a:pt x="1454879" y="14127"/>
                  <a:pt x="1458750" y="10585"/>
                </a:cubicBezTo>
                <a:cubicBezTo>
                  <a:pt x="1462622" y="7043"/>
                  <a:pt x="1467193" y="5272"/>
                  <a:pt x="1472465" y="5272"/>
                </a:cubicBezTo>
                <a:cubicBezTo>
                  <a:pt x="1477737" y="5272"/>
                  <a:pt x="1482288" y="7043"/>
                  <a:pt x="1486118" y="10585"/>
                </a:cubicBezTo>
                <a:cubicBezTo>
                  <a:pt x="1489948" y="14127"/>
                  <a:pt x="1491863" y="18451"/>
                  <a:pt x="1491863" y="23558"/>
                </a:cubicBezTo>
                <a:cubicBezTo>
                  <a:pt x="1491863" y="28665"/>
                  <a:pt x="1489948" y="32990"/>
                  <a:pt x="1486118" y="36532"/>
                </a:cubicBezTo>
                <a:cubicBezTo>
                  <a:pt x="1482288" y="40074"/>
                  <a:pt x="1477737" y="41845"/>
                  <a:pt x="1472465" y="41845"/>
                </a:cubicBezTo>
                <a:moveTo>
                  <a:pt x="1482967" y="132412"/>
                </a:moveTo>
                <a:cubicBezTo>
                  <a:pt x="1482967" y="137107"/>
                  <a:pt x="1483111" y="144644"/>
                  <a:pt x="1483400" y="155023"/>
                </a:cubicBezTo>
                <a:cubicBezTo>
                  <a:pt x="1483688" y="165402"/>
                  <a:pt x="1483832" y="172939"/>
                  <a:pt x="1483832" y="177634"/>
                </a:cubicBezTo>
                <a:cubicBezTo>
                  <a:pt x="1483832" y="182411"/>
                  <a:pt x="1482226" y="186345"/>
                  <a:pt x="1479013" y="189433"/>
                </a:cubicBezTo>
                <a:cubicBezTo>
                  <a:pt x="1475801" y="192522"/>
                  <a:pt x="1471724" y="194067"/>
                  <a:pt x="1466781" y="194067"/>
                </a:cubicBezTo>
                <a:cubicBezTo>
                  <a:pt x="1461839" y="194067"/>
                  <a:pt x="1457762" y="192522"/>
                  <a:pt x="1454549" y="189433"/>
                </a:cubicBezTo>
                <a:cubicBezTo>
                  <a:pt x="1451337" y="186345"/>
                  <a:pt x="1449730" y="182411"/>
                  <a:pt x="1449730" y="177634"/>
                </a:cubicBezTo>
                <a:cubicBezTo>
                  <a:pt x="1449730" y="172939"/>
                  <a:pt x="1449586" y="165402"/>
                  <a:pt x="1449298" y="155023"/>
                </a:cubicBezTo>
                <a:cubicBezTo>
                  <a:pt x="1449010" y="144644"/>
                  <a:pt x="1448866" y="137107"/>
                  <a:pt x="1448866" y="132412"/>
                </a:cubicBezTo>
                <a:cubicBezTo>
                  <a:pt x="1448866" y="125081"/>
                  <a:pt x="1449277" y="115896"/>
                  <a:pt x="1450101" y="104859"/>
                </a:cubicBezTo>
                <a:cubicBezTo>
                  <a:pt x="1450925" y="93821"/>
                  <a:pt x="1451337" y="84637"/>
                  <a:pt x="1451337" y="77305"/>
                </a:cubicBezTo>
                <a:cubicBezTo>
                  <a:pt x="1451337" y="72528"/>
                  <a:pt x="1452943" y="68595"/>
                  <a:pt x="1456155" y="65506"/>
                </a:cubicBezTo>
                <a:cubicBezTo>
                  <a:pt x="1459368" y="62417"/>
                  <a:pt x="1463445" y="60872"/>
                  <a:pt x="1468388" y="60872"/>
                </a:cubicBezTo>
                <a:cubicBezTo>
                  <a:pt x="1473330" y="60872"/>
                  <a:pt x="1477407" y="62417"/>
                  <a:pt x="1480620" y="65506"/>
                </a:cubicBezTo>
                <a:cubicBezTo>
                  <a:pt x="1483832" y="68595"/>
                  <a:pt x="1485438" y="72528"/>
                  <a:pt x="1485438" y="77305"/>
                </a:cubicBezTo>
                <a:cubicBezTo>
                  <a:pt x="1485438" y="84637"/>
                  <a:pt x="1485027" y="93821"/>
                  <a:pt x="1484203" y="104859"/>
                </a:cubicBezTo>
                <a:cubicBezTo>
                  <a:pt x="1483379" y="115896"/>
                  <a:pt x="1482967" y="125081"/>
                  <a:pt x="1482967" y="132412"/>
                </a:cubicBezTo>
                <a:close/>
                <a:moveTo>
                  <a:pt x="1566193" y="197774"/>
                </a:moveTo>
                <a:cubicBezTo>
                  <a:pt x="1550954" y="197774"/>
                  <a:pt x="1537857" y="192534"/>
                  <a:pt x="1526902" y="182055"/>
                </a:cubicBezTo>
                <a:cubicBezTo>
                  <a:pt x="1514876" y="170582"/>
                  <a:pt x="1508574" y="155274"/>
                  <a:pt x="1507998" y="136130"/>
                </a:cubicBezTo>
                <a:cubicBezTo>
                  <a:pt x="1507421" y="117893"/>
                  <a:pt x="1512404" y="101636"/>
                  <a:pt x="1522948" y="87360"/>
                </a:cubicBezTo>
                <a:cubicBezTo>
                  <a:pt x="1535468" y="70525"/>
                  <a:pt x="1552890" y="62108"/>
                  <a:pt x="1575213" y="62108"/>
                </a:cubicBezTo>
                <a:cubicBezTo>
                  <a:pt x="1591687" y="62108"/>
                  <a:pt x="1604784" y="68709"/>
                  <a:pt x="1614504" y="81912"/>
                </a:cubicBezTo>
                <a:cubicBezTo>
                  <a:pt x="1623235" y="93796"/>
                  <a:pt x="1627601" y="108527"/>
                  <a:pt x="1627601" y="126103"/>
                </a:cubicBezTo>
                <a:cubicBezTo>
                  <a:pt x="1627601" y="145249"/>
                  <a:pt x="1622494" y="161588"/>
                  <a:pt x="1612280" y="175120"/>
                </a:cubicBezTo>
                <a:cubicBezTo>
                  <a:pt x="1600830" y="190222"/>
                  <a:pt x="1585468" y="197774"/>
                  <a:pt x="1566193" y="197774"/>
                </a:cubicBezTo>
                <a:moveTo>
                  <a:pt x="1573606" y="94727"/>
                </a:moveTo>
                <a:cubicBezTo>
                  <a:pt x="1563475" y="94645"/>
                  <a:pt x="1555485" y="99265"/>
                  <a:pt x="1549636" y="108589"/>
                </a:cubicBezTo>
                <a:cubicBezTo>
                  <a:pt x="1544694" y="116429"/>
                  <a:pt x="1542223" y="125589"/>
                  <a:pt x="1542223" y="136068"/>
                </a:cubicBezTo>
                <a:cubicBezTo>
                  <a:pt x="1542223" y="145971"/>
                  <a:pt x="1545023" y="153562"/>
                  <a:pt x="1550625" y="158842"/>
                </a:cubicBezTo>
                <a:cubicBezTo>
                  <a:pt x="1555073" y="163050"/>
                  <a:pt x="1560262" y="165155"/>
                  <a:pt x="1566193" y="165155"/>
                </a:cubicBezTo>
                <a:cubicBezTo>
                  <a:pt x="1573359" y="165155"/>
                  <a:pt x="1579578" y="162721"/>
                  <a:pt x="1584850" y="157853"/>
                </a:cubicBezTo>
                <a:cubicBezTo>
                  <a:pt x="1590863" y="152159"/>
                  <a:pt x="1594076" y="144443"/>
                  <a:pt x="1594487" y="134705"/>
                </a:cubicBezTo>
                <a:cubicBezTo>
                  <a:pt x="1595558" y="108136"/>
                  <a:pt x="1588598" y="94809"/>
                  <a:pt x="1573606" y="94727"/>
                </a:cubicBezTo>
                <a:close/>
                <a:moveTo>
                  <a:pt x="1745499" y="199256"/>
                </a:moveTo>
                <a:cubicBezTo>
                  <a:pt x="1735367" y="199256"/>
                  <a:pt x="1729725" y="194261"/>
                  <a:pt x="1728571" y="184271"/>
                </a:cubicBezTo>
                <a:cubicBezTo>
                  <a:pt x="1727418" y="175769"/>
                  <a:pt x="1726265" y="167224"/>
                  <a:pt x="1725112" y="158637"/>
                </a:cubicBezTo>
                <a:cubicBezTo>
                  <a:pt x="1723876" y="149555"/>
                  <a:pt x="1723258" y="141011"/>
                  <a:pt x="1723258" y="133003"/>
                </a:cubicBezTo>
                <a:cubicBezTo>
                  <a:pt x="1723258" y="130856"/>
                  <a:pt x="1723403" y="127183"/>
                  <a:pt x="1723691" y="121983"/>
                </a:cubicBezTo>
                <a:cubicBezTo>
                  <a:pt x="1723979" y="116781"/>
                  <a:pt x="1724123" y="113106"/>
                  <a:pt x="1724123" y="110959"/>
                </a:cubicBezTo>
                <a:cubicBezTo>
                  <a:pt x="1724123" y="110383"/>
                  <a:pt x="1724206" y="108918"/>
                  <a:pt x="1724370" y="106565"/>
                </a:cubicBezTo>
                <a:cubicBezTo>
                  <a:pt x="1724535" y="104210"/>
                  <a:pt x="1724617" y="102290"/>
                  <a:pt x="1724617" y="100804"/>
                </a:cubicBezTo>
                <a:cubicBezTo>
                  <a:pt x="1724617" y="93952"/>
                  <a:pt x="1722847" y="90526"/>
                  <a:pt x="1719305" y="90526"/>
                </a:cubicBezTo>
                <a:cubicBezTo>
                  <a:pt x="1711726" y="90526"/>
                  <a:pt x="1704292" y="95073"/>
                  <a:pt x="1697002" y="104168"/>
                </a:cubicBezTo>
                <a:cubicBezTo>
                  <a:pt x="1689713" y="113259"/>
                  <a:pt x="1684008" y="124782"/>
                  <a:pt x="1679890" y="138736"/>
                </a:cubicBezTo>
                <a:cubicBezTo>
                  <a:pt x="1679725" y="141529"/>
                  <a:pt x="1679354" y="145252"/>
                  <a:pt x="1678778" y="149903"/>
                </a:cubicBezTo>
                <a:cubicBezTo>
                  <a:pt x="1678284" y="153710"/>
                  <a:pt x="1678036" y="157431"/>
                  <a:pt x="1678036" y="161066"/>
                </a:cubicBezTo>
                <a:cubicBezTo>
                  <a:pt x="1678036" y="163436"/>
                  <a:pt x="1678304" y="167012"/>
                  <a:pt x="1678840" y="171792"/>
                </a:cubicBezTo>
                <a:cubicBezTo>
                  <a:pt x="1679375" y="176569"/>
                  <a:pt x="1679643" y="180142"/>
                  <a:pt x="1679643" y="182510"/>
                </a:cubicBezTo>
                <a:cubicBezTo>
                  <a:pt x="1679643" y="187332"/>
                  <a:pt x="1678016" y="191328"/>
                  <a:pt x="1674762" y="194499"/>
                </a:cubicBezTo>
                <a:cubicBezTo>
                  <a:pt x="1671509" y="197671"/>
                  <a:pt x="1667411" y="199256"/>
                  <a:pt x="1662468" y="199256"/>
                </a:cubicBezTo>
                <a:cubicBezTo>
                  <a:pt x="1657526" y="199256"/>
                  <a:pt x="1653449" y="197680"/>
                  <a:pt x="1650236" y="194526"/>
                </a:cubicBezTo>
                <a:cubicBezTo>
                  <a:pt x="1647024" y="191373"/>
                  <a:pt x="1645417" y="187399"/>
                  <a:pt x="1645417" y="182603"/>
                </a:cubicBezTo>
                <a:cubicBezTo>
                  <a:pt x="1645417" y="180248"/>
                  <a:pt x="1645170" y="176694"/>
                  <a:pt x="1644676" y="171942"/>
                </a:cubicBezTo>
                <a:cubicBezTo>
                  <a:pt x="1644182" y="167191"/>
                  <a:pt x="1643935" y="163638"/>
                  <a:pt x="1643935" y="161286"/>
                </a:cubicBezTo>
                <a:cubicBezTo>
                  <a:pt x="1643935" y="153211"/>
                  <a:pt x="1644511" y="141982"/>
                  <a:pt x="1645665" y="127601"/>
                </a:cubicBezTo>
                <a:cubicBezTo>
                  <a:pt x="1646818" y="113219"/>
                  <a:pt x="1647394" y="101991"/>
                  <a:pt x="1647394" y="93916"/>
                </a:cubicBezTo>
                <a:cubicBezTo>
                  <a:pt x="1647394" y="91394"/>
                  <a:pt x="1647250" y="87630"/>
                  <a:pt x="1646962" y="82626"/>
                </a:cubicBezTo>
                <a:cubicBezTo>
                  <a:pt x="1646674" y="77622"/>
                  <a:pt x="1646529" y="73901"/>
                  <a:pt x="1646529" y="71464"/>
                </a:cubicBezTo>
                <a:cubicBezTo>
                  <a:pt x="1646529" y="66753"/>
                  <a:pt x="1648197" y="62863"/>
                  <a:pt x="1651534" y="59795"/>
                </a:cubicBezTo>
                <a:cubicBezTo>
                  <a:pt x="1654870" y="56724"/>
                  <a:pt x="1658968" y="55189"/>
                  <a:pt x="1663827" y="55189"/>
                </a:cubicBezTo>
                <a:cubicBezTo>
                  <a:pt x="1674618" y="55189"/>
                  <a:pt x="1680384" y="61696"/>
                  <a:pt x="1681125" y="74711"/>
                </a:cubicBezTo>
                <a:lnTo>
                  <a:pt x="1681249" y="76070"/>
                </a:lnTo>
                <a:cubicBezTo>
                  <a:pt x="1693275" y="63961"/>
                  <a:pt x="1705960" y="57907"/>
                  <a:pt x="1719305" y="57907"/>
                </a:cubicBezTo>
                <a:cubicBezTo>
                  <a:pt x="1734873" y="57907"/>
                  <a:pt x="1745622" y="64426"/>
                  <a:pt x="1751553" y="77464"/>
                </a:cubicBezTo>
                <a:cubicBezTo>
                  <a:pt x="1755507" y="86211"/>
                  <a:pt x="1757484" y="99290"/>
                  <a:pt x="1757484" y="116701"/>
                </a:cubicBezTo>
                <a:lnTo>
                  <a:pt x="1757484" y="125489"/>
                </a:lnTo>
                <a:cubicBezTo>
                  <a:pt x="1757401" y="129283"/>
                  <a:pt x="1757360" y="131964"/>
                  <a:pt x="1757360" y="133532"/>
                </a:cubicBezTo>
                <a:cubicBezTo>
                  <a:pt x="1757360" y="139969"/>
                  <a:pt x="1758246" y="148263"/>
                  <a:pt x="1760017" y="158413"/>
                </a:cubicBezTo>
                <a:cubicBezTo>
                  <a:pt x="1761788" y="168560"/>
                  <a:pt x="1762673" y="176811"/>
                  <a:pt x="1762673" y="183167"/>
                </a:cubicBezTo>
                <a:cubicBezTo>
                  <a:pt x="1762673" y="187787"/>
                  <a:pt x="1761026" y="191624"/>
                  <a:pt x="1757731" y="194677"/>
                </a:cubicBezTo>
                <a:cubicBezTo>
                  <a:pt x="1754436" y="197730"/>
                  <a:pt x="1750359" y="199256"/>
                  <a:pt x="1745499" y="199256"/>
                </a:cubicBezTo>
                <a:close/>
              </a:path>
            </a:pathLst>
          </a:custGeom>
          <a:solidFill xmlns:a="http://schemas.openxmlformats.org/drawingml/2006/main">
            <a:srgbClr val="D13925"/>
          </a:solidFill>
          <a:ln xmlns:a="http://schemas.openxmlformats.org/drawingml/2006/main" w="0" cap="flat">
            <a:noFill/>
            <a:miter/>
          </a:ln>
        </p:spPr>
      </p:sp>
      <p:sp>
        <p:nvSpPr>
          <p:cNvPr id="657" name="Text ,">
            <a:extLst xmlns:a="http://schemas.openxmlformats.org/drawingml/2006/main">
              <a:ext uri="{FF2B5EF4-FFF2-40B4-BE49-F238E27FC236}">
                <a16:creationId xmlns:a16="http://schemas.microsoft.com/office/drawing/2014/main" id="{210C1179-2C1E-4FC4-977C-DD56EB71E0C6}"/>
              </a:ext>
            </a:extLst>
          </p:cNvPr>
          <p:cNvSpPr>
            <a:spLocks xmlns:a="http://schemas.openxmlformats.org/drawingml/2006/main" noGrp="1"/>
          </p:cNvSpPr>
          <p:nvPr/>
        </p:nvSpPr>
        <p:spPr>
          <a:xfrm xmlns:a="http://schemas.openxmlformats.org/drawingml/2006/main">
            <a:off x="9824898" y="5911288"/>
            <a:ext cx="19981" cy="36341"/>
          </a:xfrm>
          <a:custGeom xmlns:a="http://schemas.openxmlformats.org/drawingml/2006/main">
            <a:pathLst>
              <a:path w="19981" h="36341">
                <a:moveTo>
                  <a:pt x="0" y="36341"/>
                </a:moveTo>
                <a:lnTo>
                  <a:pt x="0" y="33391"/>
                </a:lnTo>
                <a:cubicBezTo>
                  <a:pt x="4604" y="31866"/>
                  <a:pt x="8169" y="29499"/>
                  <a:pt x="10695" y="26290"/>
                </a:cubicBezTo>
                <a:cubicBezTo>
                  <a:pt x="13220" y="23083"/>
                  <a:pt x="14483" y="19684"/>
                  <a:pt x="14483" y="16094"/>
                </a:cubicBezTo>
                <a:cubicBezTo>
                  <a:pt x="14483" y="15243"/>
                  <a:pt x="14282" y="14528"/>
                  <a:pt x="13879" y="13946"/>
                </a:cubicBezTo>
                <a:cubicBezTo>
                  <a:pt x="13567" y="13544"/>
                  <a:pt x="13254" y="13343"/>
                  <a:pt x="12941" y="13343"/>
                </a:cubicBezTo>
                <a:cubicBezTo>
                  <a:pt x="12449" y="13343"/>
                  <a:pt x="11376" y="13790"/>
                  <a:pt x="9722" y="14684"/>
                </a:cubicBezTo>
                <a:cubicBezTo>
                  <a:pt x="8918" y="15086"/>
                  <a:pt x="8068" y="15287"/>
                  <a:pt x="7174" y="15287"/>
                </a:cubicBezTo>
                <a:cubicBezTo>
                  <a:pt x="4984" y="15287"/>
                  <a:pt x="3241" y="14639"/>
                  <a:pt x="1944" y="13343"/>
                </a:cubicBezTo>
                <a:cubicBezTo>
                  <a:pt x="648" y="12047"/>
                  <a:pt x="0" y="10259"/>
                  <a:pt x="0" y="7979"/>
                </a:cubicBezTo>
                <a:cubicBezTo>
                  <a:pt x="0" y="5789"/>
                  <a:pt x="838" y="3911"/>
                  <a:pt x="2514" y="2347"/>
                </a:cubicBezTo>
                <a:cubicBezTo>
                  <a:pt x="4191" y="782"/>
                  <a:pt x="6236" y="0"/>
                  <a:pt x="8649" y="0"/>
                </a:cubicBezTo>
                <a:cubicBezTo>
                  <a:pt x="11600" y="0"/>
                  <a:pt x="14226" y="1288"/>
                  <a:pt x="16528" y="3864"/>
                </a:cubicBezTo>
                <a:cubicBezTo>
                  <a:pt x="18830" y="6438"/>
                  <a:pt x="19981" y="9852"/>
                  <a:pt x="19981" y="14106"/>
                </a:cubicBezTo>
                <a:cubicBezTo>
                  <a:pt x="19981" y="18720"/>
                  <a:pt x="18383" y="23008"/>
                  <a:pt x="15187" y="26971"/>
                </a:cubicBezTo>
                <a:cubicBezTo>
                  <a:pt x="11991" y="30934"/>
                  <a:pt x="6929" y="34057"/>
                  <a:pt x="0" y="36341"/>
                </a:cubicBezTo>
                <a:close/>
              </a:path>
            </a:pathLst>
          </a:custGeom>
          <a:solidFill xmlns:a="http://schemas.openxmlformats.org/drawingml/2006/main">
            <a:srgbClr val="000000"/>
          </a:solidFill>
          <a:ln xmlns:a="http://schemas.openxmlformats.org/drawingml/2006/main" w="0" cap="flat">
            <a:noFill/>
            <a:miter/>
          </a:ln>
        </p:spPr>
      </p:sp>
      <p:sp>
        <p:nvSpPr>
          <p:cNvPr id="658" name="Text rj">
            <a:extLst xmlns:a="http://schemas.openxmlformats.org/drawingml/2006/main">
              <a:ext uri="{FF2B5EF4-FFF2-40B4-BE49-F238E27FC236}">
                <a16:creationId xmlns:a16="http://schemas.microsoft.com/office/drawing/2014/main" id="{BFD16431-8DEF-4F24-8CEB-417B2F5AF4FE}"/>
              </a:ext>
            </a:extLst>
          </p:cNvPr>
          <p:cNvSpPr>
            <a:spLocks xmlns:a="http://schemas.openxmlformats.org/drawingml/2006/main" noGrp="1"/>
          </p:cNvSpPr>
          <p:nvPr/>
        </p:nvSpPr>
        <p:spPr>
          <a:xfrm xmlns:a="http://schemas.openxmlformats.org/drawingml/2006/main">
            <a:off x="9752045" y="5837399"/>
            <a:ext cx="169629" cy="116936"/>
          </a:xfrm>
          <a:custGeom xmlns:a="http://schemas.openxmlformats.org/drawingml/2006/main">
            <a:pathLst>
              <a:path w="169629" h="116936">
                <a:moveTo>
                  <a:pt x="4358" y="30307"/>
                </a:moveTo>
                <a:lnTo>
                  <a:pt x="27491" y="26552"/>
                </a:lnTo>
                <a:lnTo>
                  <a:pt x="17835" y="59205"/>
                </a:lnTo>
                <a:cubicBezTo>
                  <a:pt x="25658" y="45812"/>
                  <a:pt x="32765" y="36450"/>
                  <a:pt x="39157" y="31120"/>
                </a:cubicBezTo>
                <a:cubicBezTo>
                  <a:pt x="42778" y="28075"/>
                  <a:pt x="45728" y="26552"/>
                  <a:pt x="48008" y="26552"/>
                </a:cubicBezTo>
                <a:cubicBezTo>
                  <a:pt x="49483" y="26552"/>
                  <a:pt x="50645" y="26990"/>
                  <a:pt x="51495" y="27866"/>
                </a:cubicBezTo>
                <a:cubicBezTo>
                  <a:pt x="52344" y="28740"/>
                  <a:pt x="52769" y="30008"/>
                  <a:pt x="52769" y="31669"/>
                </a:cubicBezTo>
                <a:cubicBezTo>
                  <a:pt x="52769" y="34630"/>
                  <a:pt x="52009" y="37457"/>
                  <a:pt x="50489" y="40151"/>
                </a:cubicBezTo>
                <a:cubicBezTo>
                  <a:pt x="49416" y="42170"/>
                  <a:pt x="47874" y="43180"/>
                  <a:pt x="45862" y="43180"/>
                </a:cubicBezTo>
                <a:cubicBezTo>
                  <a:pt x="44834" y="43180"/>
                  <a:pt x="43951" y="42845"/>
                  <a:pt x="43214" y="42175"/>
                </a:cubicBezTo>
                <a:cubicBezTo>
                  <a:pt x="42476" y="41504"/>
                  <a:pt x="42018" y="40476"/>
                  <a:pt x="41839" y="39090"/>
                </a:cubicBezTo>
                <a:cubicBezTo>
                  <a:pt x="41750" y="38241"/>
                  <a:pt x="41549" y="37682"/>
                  <a:pt x="41236" y="37414"/>
                </a:cubicBezTo>
                <a:cubicBezTo>
                  <a:pt x="40878" y="37056"/>
                  <a:pt x="40454" y="36878"/>
                  <a:pt x="39962" y="36878"/>
                </a:cubicBezTo>
                <a:cubicBezTo>
                  <a:pt x="39202" y="36878"/>
                  <a:pt x="38487" y="37056"/>
                  <a:pt x="37816" y="37414"/>
                </a:cubicBezTo>
                <a:cubicBezTo>
                  <a:pt x="36654" y="38040"/>
                  <a:pt x="34888" y="39782"/>
                  <a:pt x="32519" y="42642"/>
                </a:cubicBezTo>
                <a:cubicBezTo>
                  <a:pt x="28809" y="47022"/>
                  <a:pt x="24786" y="52699"/>
                  <a:pt x="20450" y="59671"/>
                </a:cubicBezTo>
                <a:cubicBezTo>
                  <a:pt x="18573" y="62619"/>
                  <a:pt x="16964" y="65949"/>
                  <a:pt x="15623" y="69659"/>
                </a:cubicBezTo>
                <a:cubicBezTo>
                  <a:pt x="13745" y="74753"/>
                  <a:pt x="12673" y="77815"/>
                  <a:pt x="12404" y="78843"/>
                </a:cubicBezTo>
                <a:lnTo>
                  <a:pt x="10259" y="87299"/>
                </a:lnTo>
                <a:lnTo>
                  <a:pt x="0" y="87299"/>
                </a:lnTo>
                <a:lnTo>
                  <a:pt x="12404" y="45594"/>
                </a:lnTo>
                <a:cubicBezTo>
                  <a:pt x="13835" y="40741"/>
                  <a:pt x="14550" y="37281"/>
                  <a:pt x="14550" y="35214"/>
                </a:cubicBezTo>
                <a:cubicBezTo>
                  <a:pt x="14550" y="34405"/>
                  <a:pt x="14215" y="33731"/>
                  <a:pt x="13544" y="33192"/>
                </a:cubicBezTo>
                <a:cubicBezTo>
                  <a:pt x="12650" y="32475"/>
                  <a:pt x="11466" y="32117"/>
                  <a:pt x="9990" y="32117"/>
                </a:cubicBezTo>
                <a:cubicBezTo>
                  <a:pt x="9052" y="32117"/>
                  <a:pt x="7331" y="32318"/>
                  <a:pt x="4828" y="32721"/>
                </a:cubicBezTo>
                <a:lnTo>
                  <a:pt x="4358" y="30307"/>
                </a:lnTo>
                <a:close/>
                <a:moveTo>
                  <a:pt x="162857" y="0"/>
                </a:moveTo>
                <a:cubicBezTo>
                  <a:pt x="164734" y="0"/>
                  <a:pt x="166332" y="659"/>
                  <a:pt x="167651" y="1978"/>
                </a:cubicBezTo>
                <a:cubicBezTo>
                  <a:pt x="168969" y="3297"/>
                  <a:pt x="169629" y="4895"/>
                  <a:pt x="169629" y="6772"/>
                </a:cubicBezTo>
                <a:cubicBezTo>
                  <a:pt x="169629" y="8649"/>
                  <a:pt x="168969" y="10248"/>
                  <a:pt x="167651" y="11566"/>
                </a:cubicBezTo>
                <a:cubicBezTo>
                  <a:pt x="166332" y="12885"/>
                  <a:pt x="164734" y="13544"/>
                  <a:pt x="162857" y="13544"/>
                </a:cubicBezTo>
                <a:cubicBezTo>
                  <a:pt x="160979" y="13544"/>
                  <a:pt x="159381" y="12885"/>
                  <a:pt x="158063" y="11566"/>
                </a:cubicBezTo>
                <a:cubicBezTo>
                  <a:pt x="156744" y="10248"/>
                  <a:pt x="156085" y="8649"/>
                  <a:pt x="156085" y="6772"/>
                </a:cubicBezTo>
                <a:cubicBezTo>
                  <a:pt x="156085" y="4895"/>
                  <a:pt x="156744" y="3297"/>
                  <a:pt x="158063" y="1978"/>
                </a:cubicBezTo>
                <a:cubicBezTo>
                  <a:pt x="159381" y="659"/>
                  <a:pt x="160979" y="0"/>
                  <a:pt x="162857" y="0"/>
                </a:cubicBezTo>
                <a:moveTo>
                  <a:pt x="163929" y="26552"/>
                </a:moveTo>
                <a:lnTo>
                  <a:pt x="146563" y="86629"/>
                </a:lnTo>
                <a:cubicBezTo>
                  <a:pt x="143479" y="97357"/>
                  <a:pt x="139244" y="105090"/>
                  <a:pt x="133857" y="109828"/>
                </a:cubicBezTo>
                <a:cubicBezTo>
                  <a:pt x="128471" y="114567"/>
                  <a:pt x="122649" y="116936"/>
                  <a:pt x="116391" y="116936"/>
                </a:cubicBezTo>
                <a:cubicBezTo>
                  <a:pt x="113575" y="116936"/>
                  <a:pt x="111440" y="116280"/>
                  <a:pt x="109988" y="114968"/>
                </a:cubicBezTo>
                <a:cubicBezTo>
                  <a:pt x="108535" y="113658"/>
                  <a:pt x="107808" y="112098"/>
                  <a:pt x="107808" y="110289"/>
                </a:cubicBezTo>
                <a:cubicBezTo>
                  <a:pt x="107808" y="108888"/>
                  <a:pt x="108356" y="107656"/>
                  <a:pt x="109451" y="106593"/>
                </a:cubicBezTo>
                <a:cubicBezTo>
                  <a:pt x="110546" y="105532"/>
                  <a:pt x="111809" y="105001"/>
                  <a:pt x="113239" y="105001"/>
                </a:cubicBezTo>
                <a:cubicBezTo>
                  <a:pt x="114536" y="105001"/>
                  <a:pt x="115676" y="105429"/>
                  <a:pt x="116659" y="106285"/>
                </a:cubicBezTo>
                <a:cubicBezTo>
                  <a:pt x="117464" y="106960"/>
                  <a:pt x="117866" y="107725"/>
                  <a:pt x="117866" y="108582"/>
                </a:cubicBezTo>
                <a:cubicBezTo>
                  <a:pt x="117866" y="109754"/>
                  <a:pt x="117307" y="110767"/>
                  <a:pt x="116190" y="111622"/>
                </a:cubicBezTo>
                <a:cubicBezTo>
                  <a:pt x="115564" y="112118"/>
                  <a:pt x="115251" y="112524"/>
                  <a:pt x="115251" y="112839"/>
                </a:cubicBezTo>
                <a:lnTo>
                  <a:pt x="115385" y="113177"/>
                </a:lnTo>
                <a:cubicBezTo>
                  <a:pt x="115519" y="113357"/>
                  <a:pt x="115720" y="113492"/>
                  <a:pt x="115989" y="113581"/>
                </a:cubicBezTo>
                <a:cubicBezTo>
                  <a:pt x="116257" y="113672"/>
                  <a:pt x="116659" y="113717"/>
                  <a:pt x="117195" y="113717"/>
                </a:cubicBezTo>
                <a:cubicBezTo>
                  <a:pt x="120816" y="113717"/>
                  <a:pt x="123912" y="112570"/>
                  <a:pt x="126482" y="110277"/>
                </a:cubicBezTo>
                <a:cubicBezTo>
                  <a:pt x="129052" y="107984"/>
                  <a:pt x="131343" y="103410"/>
                  <a:pt x="133355" y="96552"/>
                </a:cubicBezTo>
                <a:lnTo>
                  <a:pt x="148374" y="45058"/>
                </a:lnTo>
                <a:cubicBezTo>
                  <a:pt x="149849" y="40007"/>
                  <a:pt x="150586" y="37213"/>
                  <a:pt x="150586" y="36677"/>
                </a:cubicBezTo>
                <a:cubicBezTo>
                  <a:pt x="150586" y="35604"/>
                  <a:pt x="150106" y="34643"/>
                  <a:pt x="149145" y="33793"/>
                </a:cubicBezTo>
                <a:cubicBezTo>
                  <a:pt x="148184" y="32944"/>
                  <a:pt x="146966" y="32519"/>
                  <a:pt x="145491" y="32519"/>
                </a:cubicBezTo>
                <a:cubicBezTo>
                  <a:pt x="144910" y="32519"/>
                  <a:pt x="144239" y="32586"/>
                  <a:pt x="143479" y="32721"/>
                </a:cubicBezTo>
                <a:cubicBezTo>
                  <a:pt x="142898" y="32810"/>
                  <a:pt x="142049" y="32944"/>
                  <a:pt x="140931" y="33123"/>
                </a:cubicBezTo>
                <a:lnTo>
                  <a:pt x="140931" y="30709"/>
                </a:lnTo>
                <a:lnTo>
                  <a:pt x="163929" y="26552"/>
                </a:lnTo>
                <a:close/>
              </a:path>
            </a:pathLst>
          </a:custGeom>
          <a:solidFill xmlns:a="http://schemas.openxmlformats.org/drawingml/2006/main">
            <a:srgbClr val="000000"/>
          </a:solidFill>
          <a:ln xmlns:a="http://schemas.openxmlformats.org/drawingml/2006/main" w="0" cap="flat">
            <a:noFill/>
            <a:miter/>
          </a:ln>
        </p:spPr>
      </p:sp>
      <p:sp>
        <p:nvSpPr>
          <p:cNvPr id="659" name="Text �">
            <a:extLst xmlns:a="http://schemas.openxmlformats.org/drawingml/2006/main">
              <a:ext uri="{FF2B5EF4-FFF2-40B4-BE49-F238E27FC236}">
                <a16:creationId xmlns:a16="http://schemas.microsoft.com/office/drawing/2014/main" id="{5B0B467C-A67F-465A-B3E0-C872847B44E1}"/>
              </a:ext>
            </a:extLst>
          </p:cNvPr>
          <p:cNvSpPr>
            <a:spLocks xmlns:a="http://schemas.openxmlformats.org/drawingml/2006/main" noGrp="1"/>
          </p:cNvSpPr>
          <p:nvPr/>
        </p:nvSpPr>
        <p:spPr>
          <a:xfrm xmlns:a="http://schemas.openxmlformats.org/drawingml/2006/main">
            <a:off x="9814037" y="5664919"/>
            <a:ext cx="91180" cy="91322"/>
          </a:xfrm>
          <a:custGeom xmlns:a="http://schemas.openxmlformats.org/drawingml/2006/main">
            <a:pathLst>
              <a:path w="91180" h="91322">
                <a:moveTo>
                  <a:pt x="91180" y="2749"/>
                </a:moveTo>
                <a:cubicBezTo>
                  <a:pt x="91180" y="2016"/>
                  <a:pt x="90905" y="1375"/>
                  <a:pt x="90354" y="826"/>
                </a:cubicBezTo>
                <a:cubicBezTo>
                  <a:pt x="89805" y="275"/>
                  <a:pt x="89165" y="0"/>
                  <a:pt x="88433" y="0"/>
                </a:cubicBezTo>
                <a:lnTo>
                  <a:pt x="2747" y="0"/>
                </a:lnTo>
                <a:cubicBezTo>
                  <a:pt x="2014" y="0"/>
                  <a:pt x="1372" y="275"/>
                  <a:pt x="823" y="826"/>
                </a:cubicBezTo>
                <a:cubicBezTo>
                  <a:pt x="274" y="1375"/>
                  <a:pt x="0" y="2016"/>
                  <a:pt x="0" y="2749"/>
                </a:cubicBezTo>
                <a:cubicBezTo>
                  <a:pt x="0" y="3573"/>
                  <a:pt x="274" y="4237"/>
                  <a:pt x="823" y="4742"/>
                </a:cubicBezTo>
                <a:cubicBezTo>
                  <a:pt x="1372" y="5246"/>
                  <a:pt x="2014" y="5498"/>
                  <a:pt x="2747" y="5498"/>
                </a:cubicBezTo>
                <a:lnTo>
                  <a:pt x="42843" y="5498"/>
                </a:lnTo>
                <a:lnTo>
                  <a:pt x="42843" y="88640"/>
                </a:lnTo>
                <a:cubicBezTo>
                  <a:pt x="42843" y="89356"/>
                  <a:pt x="43118" y="89981"/>
                  <a:pt x="43666" y="90518"/>
                </a:cubicBezTo>
                <a:cubicBezTo>
                  <a:pt x="44217" y="91054"/>
                  <a:pt x="44858" y="91322"/>
                  <a:pt x="45590" y="91322"/>
                </a:cubicBezTo>
                <a:cubicBezTo>
                  <a:pt x="46322" y="91322"/>
                  <a:pt x="46962" y="91054"/>
                  <a:pt x="47511" y="90518"/>
                </a:cubicBezTo>
                <a:cubicBezTo>
                  <a:pt x="48062" y="89981"/>
                  <a:pt x="48337" y="89356"/>
                  <a:pt x="48337" y="88640"/>
                </a:cubicBezTo>
                <a:lnTo>
                  <a:pt x="48337" y="5498"/>
                </a:lnTo>
                <a:lnTo>
                  <a:pt x="88433" y="5498"/>
                </a:lnTo>
                <a:cubicBezTo>
                  <a:pt x="89165" y="5498"/>
                  <a:pt x="89805" y="5246"/>
                  <a:pt x="90354" y="4742"/>
                </a:cubicBezTo>
                <a:cubicBezTo>
                  <a:pt x="90905" y="4237"/>
                  <a:pt x="91180" y="3573"/>
                  <a:pt x="91180" y="2749"/>
                </a:cubicBezTo>
                <a:close/>
              </a:path>
            </a:pathLst>
          </a:custGeom>
          <a:solidFill xmlns:a="http://schemas.openxmlformats.org/drawingml/2006/main">
            <a:srgbClr val="000000"/>
          </a:solidFill>
          <a:ln xmlns:a="http://schemas.openxmlformats.org/drawingml/2006/main" w="0" cap="flat">
            <a:noFill/>
            <a:miter/>
          </a:ln>
        </p:spPr>
      </p:sp>
      <p:sp>
        <p:nvSpPr>
          <p:cNvPr id="660" name="Text W">
            <a:extLst xmlns:a="http://schemas.openxmlformats.org/drawingml/2006/main">
              <a:ext uri="{FF2B5EF4-FFF2-40B4-BE49-F238E27FC236}">
                <a16:creationId xmlns:a16="http://schemas.microsoft.com/office/drawing/2014/main" id="{AC42F932-BC01-4F8D-8514-2DF9775A1E51}"/>
              </a:ext>
            </a:extLst>
          </p:cNvPr>
          <p:cNvSpPr>
            <a:spLocks xmlns:a="http://schemas.openxmlformats.org/drawingml/2006/main" noGrp="1"/>
          </p:cNvSpPr>
          <p:nvPr/>
        </p:nvSpPr>
        <p:spPr>
          <a:xfrm xmlns:a="http://schemas.openxmlformats.org/drawingml/2006/main">
            <a:off x="9556414" y="5700782"/>
            <a:ext cx="239110" cy="173433"/>
          </a:xfrm>
          <a:custGeom xmlns:a="http://schemas.openxmlformats.org/drawingml/2006/main">
            <a:pathLst>
              <a:path w="239110" h="173433">
                <a:moveTo>
                  <a:pt x="236102" y="41053"/>
                </a:moveTo>
                <a:cubicBezTo>
                  <a:pt x="239110" y="28542"/>
                  <a:pt x="238990" y="18572"/>
                  <a:pt x="235743" y="11145"/>
                </a:cubicBezTo>
                <a:cubicBezTo>
                  <a:pt x="232498" y="3715"/>
                  <a:pt x="227075" y="0"/>
                  <a:pt x="219473" y="0"/>
                </a:cubicBezTo>
                <a:cubicBezTo>
                  <a:pt x="218524" y="0"/>
                  <a:pt x="217376" y="907"/>
                  <a:pt x="216030" y="2722"/>
                </a:cubicBezTo>
                <a:cubicBezTo>
                  <a:pt x="214684" y="4536"/>
                  <a:pt x="213535" y="6785"/>
                  <a:pt x="212583" y="9467"/>
                </a:cubicBezTo>
                <a:cubicBezTo>
                  <a:pt x="211317" y="12630"/>
                  <a:pt x="210684" y="15478"/>
                  <a:pt x="210684" y="18013"/>
                </a:cubicBezTo>
                <a:cubicBezTo>
                  <a:pt x="210684" y="20545"/>
                  <a:pt x="211239" y="21811"/>
                  <a:pt x="212348" y="21811"/>
                </a:cubicBezTo>
                <a:cubicBezTo>
                  <a:pt x="215989" y="21811"/>
                  <a:pt x="218917" y="22682"/>
                  <a:pt x="221133" y="24424"/>
                </a:cubicBezTo>
                <a:cubicBezTo>
                  <a:pt x="223351" y="26167"/>
                  <a:pt x="224975" y="28265"/>
                  <a:pt x="226004" y="30720"/>
                </a:cubicBezTo>
                <a:cubicBezTo>
                  <a:pt x="227033" y="33175"/>
                  <a:pt x="227588" y="35748"/>
                  <a:pt x="227668" y="38440"/>
                </a:cubicBezTo>
                <a:cubicBezTo>
                  <a:pt x="227747" y="41131"/>
                  <a:pt x="227549" y="43507"/>
                  <a:pt x="227073" y="45565"/>
                </a:cubicBezTo>
                <a:cubicBezTo>
                  <a:pt x="225331" y="52374"/>
                  <a:pt x="222164" y="60054"/>
                  <a:pt x="217570" y="68605"/>
                </a:cubicBezTo>
                <a:cubicBezTo>
                  <a:pt x="212979" y="77156"/>
                  <a:pt x="207834" y="85787"/>
                  <a:pt x="202134" y="94497"/>
                </a:cubicBezTo>
                <a:cubicBezTo>
                  <a:pt x="196434" y="103205"/>
                  <a:pt x="190496" y="111597"/>
                  <a:pt x="184321" y="119672"/>
                </a:cubicBezTo>
                <a:cubicBezTo>
                  <a:pt x="178145" y="127747"/>
                  <a:pt x="172682" y="134714"/>
                  <a:pt x="167931" y="140574"/>
                </a:cubicBezTo>
                <a:cubicBezTo>
                  <a:pt x="165556" y="95762"/>
                  <a:pt x="157797" y="52770"/>
                  <a:pt x="144652" y="11598"/>
                </a:cubicBezTo>
                <a:cubicBezTo>
                  <a:pt x="144019" y="9863"/>
                  <a:pt x="143465" y="8048"/>
                  <a:pt x="142989" y="6154"/>
                </a:cubicBezTo>
                <a:cubicBezTo>
                  <a:pt x="142515" y="4260"/>
                  <a:pt x="141803" y="2524"/>
                  <a:pt x="140854" y="946"/>
                </a:cubicBezTo>
                <a:cubicBezTo>
                  <a:pt x="140694" y="315"/>
                  <a:pt x="139902" y="0"/>
                  <a:pt x="138476" y="0"/>
                </a:cubicBezTo>
                <a:cubicBezTo>
                  <a:pt x="136261" y="0"/>
                  <a:pt x="133649" y="871"/>
                  <a:pt x="130641" y="2613"/>
                </a:cubicBezTo>
                <a:cubicBezTo>
                  <a:pt x="128265" y="3879"/>
                  <a:pt x="126444" y="5305"/>
                  <a:pt x="125175" y="6890"/>
                </a:cubicBezTo>
                <a:cubicBezTo>
                  <a:pt x="123909" y="8473"/>
                  <a:pt x="123434" y="9660"/>
                  <a:pt x="123751" y="10453"/>
                </a:cubicBezTo>
                <a:cubicBezTo>
                  <a:pt x="124067" y="11243"/>
                  <a:pt x="124265" y="11916"/>
                  <a:pt x="124345" y="12471"/>
                </a:cubicBezTo>
                <a:cubicBezTo>
                  <a:pt x="124425" y="13025"/>
                  <a:pt x="124623" y="13698"/>
                  <a:pt x="124939" y="14490"/>
                </a:cubicBezTo>
                <a:cubicBezTo>
                  <a:pt x="104353" y="55184"/>
                  <a:pt x="79175" y="94454"/>
                  <a:pt x="49405" y="132299"/>
                </a:cubicBezTo>
                <a:cubicBezTo>
                  <a:pt x="50673" y="124541"/>
                  <a:pt x="51861" y="115833"/>
                  <a:pt x="52967" y="106175"/>
                </a:cubicBezTo>
                <a:cubicBezTo>
                  <a:pt x="54076" y="96515"/>
                  <a:pt x="54709" y="86816"/>
                  <a:pt x="54866" y="77079"/>
                </a:cubicBezTo>
                <a:cubicBezTo>
                  <a:pt x="55026" y="67339"/>
                  <a:pt x="54591" y="57837"/>
                  <a:pt x="53562" y="48573"/>
                </a:cubicBezTo>
                <a:cubicBezTo>
                  <a:pt x="52532" y="39310"/>
                  <a:pt x="50552" y="31075"/>
                  <a:pt x="47621" y="23870"/>
                </a:cubicBezTo>
                <a:cubicBezTo>
                  <a:pt x="44693" y="16665"/>
                  <a:pt x="40616" y="10885"/>
                  <a:pt x="35389" y="6531"/>
                </a:cubicBezTo>
                <a:cubicBezTo>
                  <a:pt x="30165" y="2177"/>
                  <a:pt x="23516" y="0"/>
                  <a:pt x="15441" y="0"/>
                </a:cubicBezTo>
                <a:cubicBezTo>
                  <a:pt x="13066" y="0"/>
                  <a:pt x="10373" y="867"/>
                  <a:pt x="7362" y="2602"/>
                </a:cubicBezTo>
                <a:cubicBezTo>
                  <a:pt x="4987" y="4023"/>
                  <a:pt x="3127" y="5522"/>
                  <a:pt x="1781" y="7100"/>
                </a:cubicBezTo>
                <a:cubicBezTo>
                  <a:pt x="435" y="8678"/>
                  <a:pt x="0" y="9862"/>
                  <a:pt x="476" y="10652"/>
                </a:cubicBezTo>
                <a:cubicBezTo>
                  <a:pt x="950" y="11283"/>
                  <a:pt x="1741" y="11598"/>
                  <a:pt x="2850" y="11598"/>
                </a:cubicBezTo>
                <a:cubicBezTo>
                  <a:pt x="11401" y="11598"/>
                  <a:pt x="18290" y="14528"/>
                  <a:pt x="23516" y="20387"/>
                </a:cubicBezTo>
                <a:cubicBezTo>
                  <a:pt x="28742" y="26246"/>
                  <a:pt x="32582" y="33848"/>
                  <a:pt x="35034" y="43191"/>
                </a:cubicBezTo>
                <a:cubicBezTo>
                  <a:pt x="37489" y="52532"/>
                  <a:pt x="38915" y="62904"/>
                  <a:pt x="39311" y="74306"/>
                </a:cubicBezTo>
                <a:cubicBezTo>
                  <a:pt x="39707" y="85706"/>
                  <a:pt x="39391" y="96949"/>
                  <a:pt x="38361" y="108034"/>
                </a:cubicBezTo>
                <a:cubicBezTo>
                  <a:pt x="37332" y="119118"/>
                  <a:pt x="35866" y="129371"/>
                  <a:pt x="33965" y="138794"/>
                </a:cubicBezTo>
                <a:cubicBezTo>
                  <a:pt x="32066" y="148215"/>
                  <a:pt x="30167" y="155617"/>
                  <a:pt x="28267" y="161000"/>
                </a:cubicBezTo>
                <a:cubicBezTo>
                  <a:pt x="26999" y="164485"/>
                  <a:pt x="26365" y="167336"/>
                  <a:pt x="26365" y="169554"/>
                </a:cubicBezTo>
                <a:cubicBezTo>
                  <a:pt x="26365" y="171453"/>
                  <a:pt x="26761" y="172641"/>
                  <a:pt x="27553" y="173117"/>
                </a:cubicBezTo>
                <a:cubicBezTo>
                  <a:pt x="28503" y="173433"/>
                  <a:pt x="29691" y="172720"/>
                  <a:pt x="31116" y="170978"/>
                </a:cubicBezTo>
                <a:cubicBezTo>
                  <a:pt x="69278" y="125848"/>
                  <a:pt x="101740" y="77076"/>
                  <a:pt x="128502" y="24664"/>
                </a:cubicBezTo>
                <a:cubicBezTo>
                  <a:pt x="135628" y="47623"/>
                  <a:pt x="141091" y="71137"/>
                  <a:pt x="144891" y="95208"/>
                </a:cubicBezTo>
                <a:cubicBezTo>
                  <a:pt x="148692" y="119276"/>
                  <a:pt x="150751" y="144058"/>
                  <a:pt x="151067" y="169554"/>
                </a:cubicBezTo>
                <a:cubicBezTo>
                  <a:pt x="151067" y="171612"/>
                  <a:pt x="151462" y="172800"/>
                  <a:pt x="152252" y="173117"/>
                </a:cubicBezTo>
                <a:cubicBezTo>
                  <a:pt x="152886" y="173433"/>
                  <a:pt x="153836" y="172957"/>
                  <a:pt x="155105" y="171689"/>
                </a:cubicBezTo>
                <a:cubicBezTo>
                  <a:pt x="156530" y="170265"/>
                  <a:pt x="159182" y="167257"/>
                  <a:pt x="163060" y="162664"/>
                </a:cubicBezTo>
                <a:cubicBezTo>
                  <a:pt x="166941" y="158073"/>
                  <a:pt x="171493" y="152413"/>
                  <a:pt x="176717" y="145684"/>
                </a:cubicBezTo>
                <a:cubicBezTo>
                  <a:pt x="181943" y="138952"/>
                  <a:pt x="187564" y="131391"/>
                  <a:pt x="193581" y="122999"/>
                </a:cubicBezTo>
                <a:cubicBezTo>
                  <a:pt x="199600" y="114605"/>
                  <a:pt x="205379" y="105816"/>
                  <a:pt x="210920" y="96632"/>
                </a:cubicBezTo>
                <a:cubicBezTo>
                  <a:pt x="216462" y="87448"/>
                  <a:pt x="221491" y="78106"/>
                  <a:pt x="226004" y="68605"/>
                </a:cubicBezTo>
                <a:cubicBezTo>
                  <a:pt x="230518" y="59105"/>
                  <a:pt x="233883" y="49920"/>
                  <a:pt x="236102" y="41053"/>
                </a:cubicBezTo>
                <a:close/>
              </a:path>
            </a:pathLst>
          </a:custGeom>
          <a:solidFill xmlns:a="http://schemas.openxmlformats.org/drawingml/2006/main">
            <a:srgbClr val="000000"/>
          </a:solidFill>
          <a:ln xmlns:a="http://schemas.openxmlformats.org/drawingml/2006/main" w="0" cap="flat">
            <a:noFill/>
            <a:miter/>
          </a:ln>
        </p:spPr>
      </p:sp>
      <p:sp>
        <p:nvSpPr>
          <p:cNvPr id="661" name="Vector element">
            <a:extLst xmlns:a="http://schemas.openxmlformats.org/drawingml/2006/main">
              <a:ext uri="{FF2B5EF4-FFF2-40B4-BE49-F238E27FC236}">
                <a16:creationId xmlns:a16="http://schemas.microsoft.com/office/drawing/2014/main" id="{7B1A28DC-5A49-4A71-ABB8-680AE3D0DE8B}"/>
              </a:ext>
            </a:extLst>
          </p:cNvPr>
          <p:cNvSpPr>
            <a:spLocks xmlns:a="http://schemas.openxmlformats.org/drawingml/2006/main" noGrp="1"/>
          </p:cNvSpPr>
          <p:nvPr/>
        </p:nvSpPr>
        <p:spPr>
          <a:xfrm xmlns:a="http://schemas.openxmlformats.org/drawingml/2006/main">
            <a:off x="9457482" y="5588472"/>
            <a:ext cx="552481" cy="426605"/>
          </a:xfrm>
          <a:custGeom xmlns:a="http://schemas.openxmlformats.org/drawingml/2006/main">
            <a:pathLst>
              <a:path w="552481" h="426605">
                <a:moveTo>
                  <a:pt x="1631" y="362346"/>
                </a:moveTo>
                <a:lnTo>
                  <a:pt x="2530" y="366240"/>
                </a:lnTo>
                <a:lnTo>
                  <a:pt x="3669" y="370233"/>
                </a:lnTo>
                <a:lnTo>
                  <a:pt x="6312" y="377473"/>
                </a:lnTo>
                <a:lnTo>
                  <a:pt x="9700" y="384516"/>
                </a:lnTo>
                <a:lnTo>
                  <a:pt x="13735" y="391151"/>
                </a:lnTo>
                <a:lnTo>
                  <a:pt x="18374" y="397337"/>
                </a:lnTo>
                <a:lnTo>
                  <a:pt x="23561" y="403058"/>
                </a:lnTo>
                <a:lnTo>
                  <a:pt x="29269" y="408246"/>
                </a:lnTo>
                <a:lnTo>
                  <a:pt x="35468" y="412871"/>
                </a:lnTo>
                <a:lnTo>
                  <a:pt x="42104" y="416905"/>
                </a:lnTo>
                <a:lnTo>
                  <a:pt x="49147" y="420293"/>
                </a:lnTo>
                <a:lnTo>
                  <a:pt x="56387" y="422950"/>
                </a:lnTo>
                <a:lnTo>
                  <a:pt x="60379" y="424075"/>
                </a:lnTo>
                <a:lnTo>
                  <a:pt x="64273" y="424975"/>
                </a:lnTo>
                <a:lnTo>
                  <a:pt x="68238" y="425692"/>
                </a:lnTo>
                <a:lnTo>
                  <a:pt x="72258" y="426198"/>
                </a:lnTo>
                <a:lnTo>
                  <a:pt x="76349" y="426507"/>
                </a:lnTo>
                <a:lnTo>
                  <a:pt x="80300" y="426605"/>
                </a:lnTo>
                <a:lnTo>
                  <a:pt x="472182" y="426605"/>
                </a:lnTo>
                <a:lnTo>
                  <a:pt x="476132" y="426507"/>
                </a:lnTo>
                <a:lnTo>
                  <a:pt x="480223" y="426198"/>
                </a:lnTo>
                <a:lnTo>
                  <a:pt x="484243" y="425692"/>
                </a:lnTo>
                <a:lnTo>
                  <a:pt x="488208" y="424975"/>
                </a:lnTo>
                <a:lnTo>
                  <a:pt x="492102" y="424075"/>
                </a:lnTo>
                <a:lnTo>
                  <a:pt x="496094" y="422950"/>
                </a:lnTo>
                <a:lnTo>
                  <a:pt x="503334" y="420293"/>
                </a:lnTo>
                <a:lnTo>
                  <a:pt x="510377" y="416905"/>
                </a:lnTo>
                <a:lnTo>
                  <a:pt x="517013" y="412871"/>
                </a:lnTo>
                <a:lnTo>
                  <a:pt x="523212" y="408246"/>
                </a:lnTo>
                <a:lnTo>
                  <a:pt x="528920" y="403058"/>
                </a:lnTo>
                <a:lnTo>
                  <a:pt x="534107" y="397337"/>
                </a:lnTo>
                <a:lnTo>
                  <a:pt x="538746" y="391151"/>
                </a:lnTo>
                <a:lnTo>
                  <a:pt x="542781" y="384516"/>
                </a:lnTo>
                <a:lnTo>
                  <a:pt x="546169" y="377473"/>
                </a:lnTo>
                <a:lnTo>
                  <a:pt x="548812" y="370233"/>
                </a:lnTo>
                <a:lnTo>
                  <a:pt x="549951" y="366240"/>
                </a:lnTo>
                <a:lnTo>
                  <a:pt x="550850" y="362346"/>
                </a:lnTo>
                <a:lnTo>
                  <a:pt x="551553" y="358368"/>
                </a:lnTo>
                <a:lnTo>
                  <a:pt x="552073" y="354347"/>
                </a:lnTo>
                <a:lnTo>
                  <a:pt x="552383" y="350270"/>
                </a:lnTo>
                <a:lnTo>
                  <a:pt x="552481" y="346320"/>
                </a:lnTo>
                <a:lnTo>
                  <a:pt x="552481" y="80300"/>
                </a:lnTo>
                <a:lnTo>
                  <a:pt x="552383" y="76349"/>
                </a:lnTo>
                <a:lnTo>
                  <a:pt x="552073" y="72258"/>
                </a:lnTo>
                <a:lnTo>
                  <a:pt x="551553" y="68238"/>
                </a:lnTo>
                <a:lnTo>
                  <a:pt x="550850" y="64273"/>
                </a:lnTo>
                <a:lnTo>
                  <a:pt x="549951" y="60379"/>
                </a:lnTo>
                <a:lnTo>
                  <a:pt x="548812" y="56387"/>
                </a:lnTo>
                <a:lnTo>
                  <a:pt x="546169" y="49147"/>
                </a:lnTo>
                <a:lnTo>
                  <a:pt x="542781" y="42104"/>
                </a:lnTo>
                <a:lnTo>
                  <a:pt x="538746" y="35468"/>
                </a:lnTo>
                <a:lnTo>
                  <a:pt x="534107" y="29269"/>
                </a:lnTo>
                <a:lnTo>
                  <a:pt x="528920" y="23561"/>
                </a:lnTo>
                <a:lnTo>
                  <a:pt x="523212" y="18374"/>
                </a:lnTo>
                <a:lnTo>
                  <a:pt x="517013" y="13735"/>
                </a:lnTo>
                <a:lnTo>
                  <a:pt x="510377" y="9700"/>
                </a:lnTo>
                <a:lnTo>
                  <a:pt x="503334" y="6312"/>
                </a:lnTo>
                <a:lnTo>
                  <a:pt x="496094" y="3669"/>
                </a:lnTo>
                <a:lnTo>
                  <a:pt x="492102" y="2530"/>
                </a:lnTo>
                <a:lnTo>
                  <a:pt x="488208" y="1631"/>
                </a:lnTo>
                <a:lnTo>
                  <a:pt x="484243" y="928"/>
                </a:lnTo>
                <a:lnTo>
                  <a:pt x="480223" y="408"/>
                </a:lnTo>
                <a:lnTo>
                  <a:pt x="476132" y="98"/>
                </a:lnTo>
                <a:lnTo>
                  <a:pt x="472182" y="0"/>
                </a:lnTo>
                <a:lnTo>
                  <a:pt x="80300" y="0"/>
                </a:lnTo>
                <a:lnTo>
                  <a:pt x="76349" y="98"/>
                </a:lnTo>
                <a:lnTo>
                  <a:pt x="72258" y="408"/>
                </a:lnTo>
                <a:lnTo>
                  <a:pt x="68238" y="928"/>
                </a:lnTo>
                <a:lnTo>
                  <a:pt x="64273" y="1631"/>
                </a:lnTo>
                <a:lnTo>
                  <a:pt x="60379" y="2530"/>
                </a:lnTo>
                <a:lnTo>
                  <a:pt x="56387" y="3669"/>
                </a:lnTo>
                <a:lnTo>
                  <a:pt x="49147" y="6312"/>
                </a:lnTo>
                <a:lnTo>
                  <a:pt x="42104" y="9700"/>
                </a:lnTo>
                <a:lnTo>
                  <a:pt x="35468" y="13735"/>
                </a:lnTo>
                <a:lnTo>
                  <a:pt x="29269" y="18374"/>
                </a:lnTo>
                <a:lnTo>
                  <a:pt x="23561" y="23561"/>
                </a:lnTo>
                <a:lnTo>
                  <a:pt x="18374" y="29269"/>
                </a:lnTo>
                <a:lnTo>
                  <a:pt x="13735" y="35468"/>
                </a:lnTo>
                <a:lnTo>
                  <a:pt x="9700" y="42104"/>
                </a:lnTo>
                <a:lnTo>
                  <a:pt x="6312" y="49147"/>
                </a:lnTo>
                <a:lnTo>
                  <a:pt x="3669" y="56387"/>
                </a:lnTo>
                <a:lnTo>
                  <a:pt x="2530" y="60379"/>
                </a:lnTo>
                <a:lnTo>
                  <a:pt x="1631" y="64273"/>
                </a:lnTo>
                <a:lnTo>
                  <a:pt x="928" y="68238"/>
                </a:lnTo>
                <a:lnTo>
                  <a:pt x="408" y="72258"/>
                </a:lnTo>
                <a:lnTo>
                  <a:pt x="98" y="76349"/>
                </a:lnTo>
                <a:lnTo>
                  <a:pt x="0" y="80300"/>
                </a:lnTo>
                <a:lnTo>
                  <a:pt x="0" y="346320"/>
                </a:lnTo>
                <a:lnTo>
                  <a:pt x="98" y="350270"/>
                </a:lnTo>
                <a:lnTo>
                  <a:pt x="408" y="354347"/>
                </a:lnTo>
                <a:lnTo>
                  <a:pt x="928" y="358368"/>
                </a:lnTo>
                <a:lnTo>
                  <a:pt x="1631" y="362346"/>
                </a:lnTo>
                <a:close/>
                <a:moveTo>
                  <a:pt x="29745" y="67475"/>
                </a:moveTo>
                <a:lnTo>
                  <a:pt x="30439" y="65006"/>
                </a:lnTo>
                <a:lnTo>
                  <a:pt x="32213" y="60163"/>
                </a:lnTo>
                <a:lnTo>
                  <a:pt x="34439" y="55545"/>
                </a:lnTo>
                <a:lnTo>
                  <a:pt x="37003" y="51308"/>
                </a:lnTo>
                <a:lnTo>
                  <a:pt x="40083" y="47185"/>
                </a:lnTo>
                <a:lnTo>
                  <a:pt x="43462" y="43462"/>
                </a:lnTo>
                <a:lnTo>
                  <a:pt x="47185" y="40083"/>
                </a:lnTo>
                <a:lnTo>
                  <a:pt x="51219" y="37069"/>
                </a:lnTo>
                <a:lnTo>
                  <a:pt x="55610" y="34400"/>
                </a:lnTo>
                <a:lnTo>
                  <a:pt x="60105" y="32235"/>
                </a:lnTo>
                <a:lnTo>
                  <a:pt x="65006" y="30439"/>
                </a:lnTo>
                <a:lnTo>
                  <a:pt x="67475" y="29745"/>
                </a:lnTo>
                <a:lnTo>
                  <a:pt x="69905" y="29180"/>
                </a:lnTo>
                <a:lnTo>
                  <a:pt x="72649" y="28697"/>
                </a:lnTo>
                <a:lnTo>
                  <a:pt x="74851" y="28417"/>
                </a:lnTo>
                <a:lnTo>
                  <a:pt x="77665" y="28194"/>
                </a:lnTo>
                <a:lnTo>
                  <a:pt x="80834" y="28116"/>
                </a:lnTo>
                <a:lnTo>
                  <a:pt x="471647" y="28116"/>
                </a:lnTo>
                <a:lnTo>
                  <a:pt x="474816" y="28194"/>
                </a:lnTo>
                <a:lnTo>
                  <a:pt x="477599" y="28415"/>
                </a:lnTo>
                <a:lnTo>
                  <a:pt x="479837" y="28698"/>
                </a:lnTo>
                <a:lnTo>
                  <a:pt x="482576" y="29180"/>
                </a:lnTo>
                <a:lnTo>
                  <a:pt x="485006" y="29745"/>
                </a:lnTo>
                <a:lnTo>
                  <a:pt x="487476" y="30439"/>
                </a:lnTo>
                <a:lnTo>
                  <a:pt x="492318" y="32213"/>
                </a:lnTo>
                <a:lnTo>
                  <a:pt x="496925" y="34433"/>
                </a:lnTo>
                <a:lnTo>
                  <a:pt x="501262" y="37069"/>
                </a:lnTo>
                <a:lnTo>
                  <a:pt x="505296" y="40083"/>
                </a:lnTo>
                <a:lnTo>
                  <a:pt x="509019" y="43462"/>
                </a:lnTo>
                <a:lnTo>
                  <a:pt x="512398" y="47185"/>
                </a:lnTo>
                <a:lnTo>
                  <a:pt x="515412" y="51219"/>
                </a:lnTo>
                <a:lnTo>
                  <a:pt x="518048" y="55556"/>
                </a:lnTo>
                <a:lnTo>
                  <a:pt x="520261" y="60149"/>
                </a:lnTo>
                <a:lnTo>
                  <a:pt x="522085" y="65160"/>
                </a:lnTo>
                <a:lnTo>
                  <a:pt x="522736" y="67475"/>
                </a:lnTo>
                <a:lnTo>
                  <a:pt x="523301" y="69905"/>
                </a:lnTo>
                <a:lnTo>
                  <a:pt x="523784" y="72649"/>
                </a:lnTo>
                <a:lnTo>
                  <a:pt x="524064" y="74851"/>
                </a:lnTo>
                <a:lnTo>
                  <a:pt x="524287" y="77665"/>
                </a:lnTo>
                <a:lnTo>
                  <a:pt x="524365" y="80834"/>
                </a:lnTo>
                <a:lnTo>
                  <a:pt x="524365" y="345786"/>
                </a:lnTo>
                <a:lnTo>
                  <a:pt x="524287" y="348934"/>
                </a:lnTo>
                <a:lnTo>
                  <a:pt x="524064" y="351754"/>
                </a:lnTo>
                <a:lnTo>
                  <a:pt x="523778" y="354003"/>
                </a:lnTo>
                <a:lnTo>
                  <a:pt x="523301" y="356702"/>
                </a:lnTo>
                <a:lnTo>
                  <a:pt x="522734" y="359153"/>
                </a:lnTo>
                <a:lnTo>
                  <a:pt x="522103" y="361398"/>
                </a:lnTo>
                <a:lnTo>
                  <a:pt x="520240" y="366513"/>
                </a:lnTo>
                <a:lnTo>
                  <a:pt x="518051" y="371056"/>
                </a:lnTo>
                <a:lnTo>
                  <a:pt x="515376" y="375447"/>
                </a:lnTo>
                <a:lnTo>
                  <a:pt x="512351" y="379484"/>
                </a:lnTo>
                <a:lnTo>
                  <a:pt x="508953" y="383217"/>
                </a:lnTo>
                <a:lnTo>
                  <a:pt x="505296" y="386536"/>
                </a:lnTo>
                <a:lnTo>
                  <a:pt x="501262" y="389551"/>
                </a:lnTo>
                <a:lnTo>
                  <a:pt x="497036" y="392118"/>
                </a:lnTo>
                <a:lnTo>
                  <a:pt x="492318" y="394392"/>
                </a:lnTo>
                <a:lnTo>
                  <a:pt x="487451" y="396175"/>
                </a:lnTo>
                <a:lnTo>
                  <a:pt x="485250" y="396804"/>
                </a:lnTo>
                <a:lnTo>
                  <a:pt x="482547" y="397432"/>
                </a:lnTo>
                <a:lnTo>
                  <a:pt x="480084" y="397876"/>
                </a:lnTo>
                <a:lnTo>
                  <a:pt x="477338" y="398224"/>
                </a:lnTo>
                <a:lnTo>
                  <a:pt x="474574" y="398431"/>
                </a:lnTo>
                <a:lnTo>
                  <a:pt x="471647" y="398503"/>
                </a:lnTo>
                <a:lnTo>
                  <a:pt x="471999" y="398489"/>
                </a:lnTo>
                <a:lnTo>
                  <a:pt x="80468" y="398489"/>
                </a:lnTo>
                <a:lnTo>
                  <a:pt x="80834" y="398503"/>
                </a:lnTo>
                <a:lnTo>
                  <a:pt x="77907" y="398431"/>
                </a:lnTo>
                <a:lnTo>
                  <a:pt x="75112" y="398221"/>
                </a:lnTo>
                <a:lnTo>
                  <a:pt x="72400" y="397877"/>
                </a:lnTo>
                <a:lnTo>
                  <a:pt x="69934" y="397432"/>
                </a:lnTo>
                <a:lnTo>
                  <a:pt x="67231" y="396804"/>
                </a:lnTo>
                <a:lnTo>
                  <a:pt x="65030" y="396175"/>
                </a:lnTo>
                <a:lnTo>
                  <a:pt x="60105" y="394371"/>
                </a:lnTo>
                <a:lnTo>
                  <a:pt x="55498" y="392151"/>
                </a:lnTo>
                <a:lnTo>
                  <a:pt x="51219" y="389551"/>
                </a:lnTo>
                <a:lnTo>
                  <a:pt x="47185" y="386536"/>
                </a:lnTo>
                <a:lnTo>
                  <a:pt x="43528" y="383217"/>
                </a:lnTo>
                <a:lnTo>
                  <a:pt x="40130" y="379484"/>
                </a:lnTo>
                <a:lnTo>
                  <a:pt x="37038" y="375358"/>
                </a:lnTo>
                <a:lnTo>
                  <a:pt x="34435" y="371068"/>
                </a:lnTo>
                <a:lnTo>
                  <a:pt x="32235" y="366501"/>
                </a:lnTo>
                <a:lnTo>
                  <a:pt x="30422" y="361553"/>
                </a:lnTo>
                <a:lnTo>
                  <a:pt x="29747" y="359153"/>
                </a:lnTo>
                <a:lnTo>
                  <a:pt x="29180" y="356702"/>
                </a:lnTo>
                <a:lnTo>
                  <a:pt x="28703" y="354003"/>
                </a:lnTo>
                <a:lnTo>
                  <a:pt x="28384" y="351493"/>
                </a:lnTo>
                <a:lnTo>
                  <a:pt x="28195" y="348971"/>
                </a:lnTo>
                <a:lnTo>
                  <a:pt x="28116" y="345786"/>
                </a:lnTo>
                <a:lnTo>
                  <a:pt x="28116" y="80834"/>
                </a:lnTo>
                <a:lnTo>
                  <a:pt x="28195" y="77627"/>
                </a:lnTo>
                <a:lnTo>
                  <a:pt x="28384" y="75112"/>
                </a:lnTo>
                <a:lnTo>
                  <a:pt x="28697" y="72649"/>
                </a:lnTo>
                <a:lnTo>
                  <a:pt x="29180" y="69905"/>
                </a:lnTo>
                <a:lnTo>
                  <a:pt x="29745" y="67475"/>
                </a:lnTo>
                <a:close/>
              </a:path>
            </a:pathLst>
          </a:custGeom>
          <a:solidFill xmlns:a="http://schemas.openxmlformats.org/drawingml/2006/main">
            <a:srgbClr val="D13925"/>
          </a:solidFill>
          <a:ln xmlns:a="http://schemas.openxmlformats.org/drawingml/2006/main" w="0" cap="flat">
            <a:noFill/>
            <a:miter/>
          </a:ln>
        </p:spPr>
      </p:sp>
      <p:sp>
        <p:nvSpPr>
          <p:cNvPr id="662" name="Vector element">
            <a:extLst xmlns:a="http://schemas.openxmlformats.org/drawingml/2006/main">
              <a:ext uri="{FF2B5EF4-FFF2-40B4-BE49-F238E27FC236}">
                <a16:creationId xmlns:a16="http://schemas.microsoft.com/office/drawing/2014/main" id="{BCCFC378-D940-49A3-B95C-9FB43C90DF1D}"/>
              </a:ext>
            </a:extLst>
          </p:cNvPr>
          <p:cNvSpPr>
            <a:spLocks xmlns:a="http://schemas.openxmlformats.org/drawingml/2006/main" noGrp="1"/>
          </p:cNvSpPr>
          <p:nvPr/>
        </p:nvSpPr>
        <p:spPr>
          <a:xfrm xmlns:a="http://schemas.openxmlformats.org/drawingml/2006/main">
            <a:off x="3722854" y="5058835"/>
            <a:ext cx="1048027" cy="554590"/>
          </a:xfrm>
          <a:custGeom xmlns:a="http://schemas.openxmlformats.org/drawingml/2006/main">
            <a:pathLst>
              <a:path w="1048027" h="554590">
                <a:moveTo>
                  <a:pt x="3641" y="253"/>
                </a:moveTo>
                <a:lnTo>
                  <a:pt x="2179" y="1012"/>
                </a:lnTo>
                <a:lnTo>
                  <a:pt x="1012" y="2179"/>
                </a:lnTo>
                <a:lnTo>
                  <a:pt x="253" y="3641"/>
                </a:lnTo>
                <a:lnTo>
                  <a:pt x="0" y="5272"/>
                </a:lnTo>
                <a:lnTo>
                  <a:pt x="0" y="549318"/>
                </a:lnTo>
                <a:lnTo>
                  <a:pt x="253" y="550949"/>
                </a:lnTo>
                <a:lnTo>
                  <a:pt x="1012" y="552411"/>
                </a:lnTo>
                <a:lnTo>
                  <a:pt x="2179" y="553578"/>
                </a:lnTo>
                <a:lnTo>
                  <a:pt x="3641" y="554337"/>
                </a:lnTo>
                <a:lnTo>
                  <a:pt x="5272" y="554590"/>
                </a:lnTo>
                <a:lnTo>
                  <a:pt x="1042755" y="554590"/>
                </a:lnTo>
                <a:lnTo>
                  <a:pt x="1044386" y="554337"/>
                </a:lnTo>
                <a:lnTo>
                  <a:pt x="1045848" y="553578"/>
                </a:lnTo>
                <a:lnTo>
                  <a:pt x="1047015" y="552411"/>
                </a:lnTo>
                <a:lnTo>
                  <a:pt x="1047774" y="550949"/>
                </a:lnTo>
                <a:lnTo>
                  <a:pt x="1048027" y="549318"/>
                </a:lnTo>
                <a:lnTo>
                  <a:pt x="1048027" y="5272"/>
                </a:lnTo>
                <a:lnTo>
                  <a:pt x="1047774" y="3641"/>
                </a:lnTo>
                <a:lnTo>
                  <a:pt x="1047015" y="2179"/>
                </a:lnTo>
                <a:lnTo>
                  <a:pt x="1045848" y="1012"/>
                </a:lnTo>
                <a:lnTo>
                  <a:pt x="1044386" y="253"/>
                </a:lnTo>
                <a:lnTo>
                  <a:pt x="1042755" y="0"/>
                </a:lnTo>
                <a:lnTo>
                  <a:pt x="5272" y="0"/>
                </a:lnTo>
                <a:lnTo>
                  <a:pt x="3641" y="253"/>
                </a:lnTo>
                <a:close/>
                <a:moveTo>
                  <a:pt x="1037484" y="544046"/>
                </a:moveTo>
                <a:lnTo>
                  <a:pt x="10544" y="544046"/>
                </a:lnTo>
                <a:lnTo>
                  <a:pt x="10544" y="10544"/>
                </a:lnTo>
                <a:lnTo>
                  <a:pt x="1037484" y="10544"/>
                </a:lnTo>
                <a:lnTo>
                  <a:pt x="1037484" y="544046"/>
                </a:lnTo>
                <a:close/>
              </a:path>
            </a:pathLst>
          </a:custGeom>
          <a:solidFill xmlns:a="http://schemas.openxmlformats.org/drawingml/2006/main">
            <a:srgbClr val="000000">
              <a:alpha val="0"/>
            </a:srgbClr>
          </a:solidFill>
          <a:ln xmlns:a="http://schemas.openxmlformats.org/drawingml/2006/main" w="0" cap="flat">
            <a:noFill/>
            <a:miter/>
          </a:ln>
        </p:spPr>
      </p:sp>
      <p:sp>
        <p:nvSpPr>
          <p:cNvPr id="663" name="Text Feature">
            <a:extLst xmlns:a="http://schemas.openxmlformats.org/drawingml/2006/main">
              <a:ext uri="{FF2B5EF4-FFF2-40B4-BE49-F238E27FC236}">
                <a16:creationId xmlns:a16="http://schemas.microsoft.com/office/drawing/2014/main" id="{6F890748-E02F-4793-942D-20A026C7582A}"/>
              </a:ext>
            </a:extLst>
          </p:cNvPr>
          <p:cNvSpPr>
            <a:spLocks xmlns:a="http://schemas.openxmlformats.org/drawingml/2006/main" noGrp="1"/>
          </p:cNvSpPr>
          <p:nvPr/>
        </p:nvSpPr>
        <p:spPr>
          <a:xfrm xmlns:a="http://schemas.openxmlformats.org/drawingml/2006/main">
            <a:off x="3912118" y="5158960"/>
            <a:ext cx="670257" cy="149339"/>
          </a:xfrm>
          <a:custGeom xmlns:a="http://schemas.openxmlformats.org/drawingml/2006/main">
            <a:pathLst>
              <a:path w="670257" h="149339">
                <a:moveTo>
                  <a:pt x="85603" y="28623"/>
                </a:moveTo>
                <a:cubicBezTo>
                  <a:pt x="84240" y="28623"/>
                  <a:pt x="82729" y="28362"/>
                  <a:pt x="81070" y="27840"/>
                </a:cubicBezTo>
                <a:cubicBezTo>
                  <a:pt x="73425" y="25399"/>
                  <a:pt x="64091" y="24179"/>
                  <a:pt x="53069" y="24179"/>
                </a:cubicBezTo>
                <a:cubicBezTo>
                  <a:pt x="49454" y="24179"/>
                  <a:pt x="45291" y="24416"/>
                  <a:pt x="40579" y="24890"/>
                </a:cubicBezTo>
                <a:cubicBezTo>
                  <a:pt x="35868" y="25364"/>
                  <a:pt x="30638" y="26075"/>
                  <a:pt x="24890" y="27023"/>
                </a:cubicBezTo>
                <a:cubicBezTo>
                  <a:pt x="25008" y="38402"/>
                  <a:pt x="25008" y="48180"/>
                  <a:pt x="24890" y="56358"/>
                </a:cubicBezTo>
                <a:cubicBezTo>
                  <a:pt x="33898" y="54106"/>
                  <a:pt x="41365" y="52980"/>
                  <a:pt x="47291" y="52980"/>
                </a:cubicBezTo>
                <a:cubicBezTo>
                  <a:pt x="58313" y="52980"/>
                  <a:pt x="67914" y="53513"/>
                  <a:pt x="76092" y="54580"/>
                </a:cubicBezTo>
                <a:cubicBezTo>
                  <a:pt x="83737" y="55528"/>
                  <a:pt x="87559" y="59558"/>
                  <a:pt x="87559" y="66669"/>
                </a:cubicBezTo>
                <a:cubicBezTo>
                  <a:pt x="87559" y="70106"/>
                  <a:pt x="86344" y="72981"/>
                  <a:pt x="83914" y="75292"/>
                </a:cubicBezTo>
                <a:cubicBezTo>
                  <a:pt x="81485" y="77603"/>
                  <a:pt x="78522" y="78759"/>
                  <a:pt x="75025" y="78759"/>
                </a:cubicBezTo>
                <a:cubicBezTo>
                  <a:pt x="71944" y="78759"/>
                  <a:pt x="67321" y="78522"/>
                  <a:pt x="61158" y="78048"/>
                </a:cubicBezTo>
                <a:cubicBezTo>
                  <a:pt x="54995" y="77573"/>
                  <a:pt x="50372" y="77336"/>
                  <a:pt x="47291" y="77336"/>
                </a:cubicBezTo>
                <a:cubicBezTo>
                  <a:pt x="42965" y="77336"/>
                  <a:pt x="35498" y="78699"/>
                  <a:pt x="24890" y="81425"/>
                </a:cubicBezTo>
                <a:lnTo>
                  <a:pt x="24890" y="137233"/>
                </a:lnTo>
                <a:cubicBezTo>
                  <a:pt x="24890" y="140676"/>
                  <a:pt x="23542" y="143554"/>
                  <a:pt x="20845" y="145867"/>
                </a:cubicBezTo>
                <a:cubicBezTo>
                  <a:pt x="18149" y="148182"/>
                  <a:pt x="15052" y="149339"/>
                  <a:pt x="11556" y="149339"/>
                </a:cubicBezTo>
                <a:cubicBezTo>
                  <a:pt x="8119" y="149339"/>
                  <a:pt x="5334" y="148198"/>
                  <a:pt x="3200" y="145914"/>
                </a:cubicBezTo>
                <a:cubicBezTo>
                  <a:pt x="1067" y="143633"/>
                  <a:pt x="0" y="140742"/>
                  <a:pt x="0" y="137242"/>
                </a:cubicBezTo>
                <a:lnTo>
                  <a:pt x="0" y="35310"/>
                </a:lnTo>
                <a:cubicBezTo>
                  <a:pt x="0" y="32997"/>
                  <a:pt x="44" y="29498"/>
                  <a:pt x="133" y="24815"/>
                </a:cubicBezTo>
                <a:cubicBezTo>
                  <a:pt x="222" y="20129"/>
                  <a:pt x="267" y="16631"/>
                  <a:pt x="267" y="14320"/>
                </a:cubicBezTo>
                <a:cubicBezTo>
                  <a:pt x="267" y="10822"/>
                  <a:pt x="1437" y="7916"/>
                  <a:pt x="3778" y="5603"/>
                </a:cubicBezTo>
                <a:cubicBezTo>
                  <a:pt x="6119" y="3290"/>
                  <a:pt x="9067" y="2133"/>
                  <a:pt x="12623" y="2133"/>
                </a:cubicBezTo>
                <a:cubicBezTo>
                  <a:pt x="14875" y="2133"/>
                  <a:pt x="16860" y="2578"/>
                  <a:pt x="18579" y="3467"/>
                </a:cubicBezTo>
                <a:cubicBezTo>
                  <a:pt x="25453" y="2282"/>
                  <a:pt x="31764" y="1407"/>
                  <a:pt x="37513" y="844"/>
                </a:cubicBezTo>
                <a:cubicBezTo>
                  <a:pt x="43261" y="281"/>
                  <a:pt x="48446" y="0"/>
                  <a:pt x="53069" y="0"/>
                </a:cubicBezTo>
                <a:cubicBezTo>
                  <a:pt x="59825" y="0"/>
                  <a:pt x="68329" y="1393"/>
                  <a:pt x="78581" y="4178"/>
                </a:cubicBezTo>
                <a:cubicBezTo>
                  <a:pt x="91441" y="7674"/>
                  <a:pt x="97871" y="11723"/>
                  <a:pt x="97871" y="16323"/>
                </a:cubicBezTo>
                <a:cubicBezTo>
                  <a:pt x="97871" y="19686"/>
                  <a:pt x="96670" y="22577"/>
                  <a:pt x="94270" y="24995"/>
                </a:cubicBezTo>
                <a:cubicBezTo>
                  <a:pt x="91870" y="27414"/>
                  <a:pt x="88981" y="28623"/>
                  <a:pt x="85603" y="28623"/>
                </a:cubicBezTo>
                <a:close/>
                <a:moveTo>
                  <a:pt x="156661" y="144006"/>
                </a:moveTo>
                <a:cubicBezTo>
                  <a:pt x="142497" y="144006"/>
                  <a:pt x="130911" y="140625"/>
                  <a:pt x="121904" y="133864"/>
                </a:cubicBezTo>
                <a:cubicBezTo>
                  <a:pt x="111948" y="126389"/>
                  <a:pt x="106970" y="115860"/>
                  <a:pt x="106970" y="102276"/>
                </a:cubicBezTo>
                <a:cubicBezTo>
                  <a:pt x="106970" y="87270"/>
                  <a:pt x="110911" y="74577"/>
                  <a:pt x="118792" y="64197"/>
                </a:cubicBezTo>
                <a:cubicBezTo>
                  <a:pt x="127563" y="52689"/>
                  <a:pt x="139386" y="46935"/>
                  <a:pt x="154260" y="46935"/>
                </a:cubicBezTo>
                <a:cubicBezTo>
                  <a:pt x="164572" y="46935"/>
                  <a:pt x="173135" y="48595"/>
                  <a:pt x="179950" y="51913"/>
                </a:cubicBezTo>
                <a:cubicBezTo>
                  <a:pt x="188899" y="56299"/>
                  <a:pt x="193373" y="63114"/>
                  <a:pt x="193373" y="72358"/>
                </a:cubicBezTo>
                <a:cubicBezTo>
                  <a:pt x="193373" y="78877"/>
                  <a:pt x="189729" y="84655"/>
                  <a:pt x="182439" y="89692"/>
                </a:cubicBezTo>
                <a:cubicBezTo>
                  <a:pt x="179121" y="92004"/>
                  <a:pt x="172454" y="95382"/>
                  <a:pt x="162439" y="99826"/>
                </a:cubicBezTo>
                <a:lnTo>
                  <a:pt x="132482" y="113071"/>
                </a:lnTo>
                <a:cubicBezTo>
                  <a:pt x="135326" y="116153"/>
                  <a:pt x="138764" y="118464"/>
                  <a:pt x="142793" y="120005"/>
                </a:cubicBezTo>
                <a:cubicBezTo>
                  <a:pt x="146823" y="121546"/>
                  <a:pt x="151446" y="122316"/>
                  <a:pt x="156661" y="122316"/>
                </a:cubicBezTo>
                <a:cubicBezTo>
                  <a:pt x="164602" y="122316"/>
                  <a:pt x="171328" y="120686"/>
                  <a:pt x="176839" y="117427"/>
                </a:cubicBezTo>
                <a:cubicBezTo>
                  <a:pt x="181758" y="114523"/>
                  <a:pt x="185699" y="113071"/>
                  <a:pt x="188662" y="113071"/>
                </a:cubicBezTo>
                <a:cubicBezTo>
                  <a:pt x="194825" y="113071"/>
                  <a:pt x="197907" y="116072"/>
                  <a:pt x="197907" y="122074"/>
                </a:cubicBezTo>
                <a:cubicBezTo>
                  <a:pt x="197907" y="128850"/>
                  <a:pt x="192958" y="134378"/>
                  <a:pt x="183062" y="138655"/>
                </a:cubicBezTo>
                <a:cubicBezTo>
                  <a:pt x="174765" y="142222"/>
                  <a:pt x="165965" y="144006"/>
                  <a:pt x="156661" y="144006"/>
                </a:cubicBezTo>
                <a:moveTo>
                  <a:pt x="154260" y="68447"/>
                </a:moveTo>
                <a:cubicBezTo>
                  <a:pt x="148749" y="68447"/>
                  <a:pt x="144038" y="70284"/>
                  <a:pt x="140127" y="73958"/>
                </a:cubicBezTo>
                <a:cubicBezTo>
                  <a:pt x="136215" y="77633"/>
                  <a:pt x="133074" y="83144"/>
                  <a:pt x="130704" y="90492"/>
                </a:cubicBezTo>
                <a:cubicBezTo>
                  <a:pt x="137401" y="87589"/>
                  <a:pt x="144067" y="84714"/>
                  <a:pt x="150705" y="81870"/>
                </a:cubicBezTo>
                <a:cubicBezTo>
                  <a:pt x="158705" y="78255"/>
                  <a:pt x="165076" y="74907"/>
                  <a:pt x="169817" y="71825"/>
                </a:cubicBezTo>
                <a:cubicBezTo>
                  <a:pt x="165846" y="69573"/>
                  <a:pt x="160661" y="68447"/>
                  <a:pt x="154260" y="68447"/>
                </a:cubicBezTo>
                <a:close/>
                <a:moveTo>
                  <a:pt x="290493" y="144895"/>
                </a:moveTo>
                <a:cubicBezTo>
                  <a:pt x="287767" y="144895"/>
                  <a:pt x="283441" y="142257"/>
                  <a:pt x="277515" y="136983"/>
                </a:cubicBezTo>
                <a:cubicBezTo>
                  <a:pt x="272063" y="139591"/>
                  <a:pt x="267263" y="141561"/>
                  <a:pt x="263115" y="142895"/>
                </a:cubicBezTo>
                <a:cubicBezTo>
                  <a:pt x="258966" y="144228"/>
                  <a:pt x="255440" y="144895"/>
                  <a:pt x="252536" y="144895"/>
                </a:cubicBezTo>
                <a:cubicBezTo>
                  <a:pt x="238254" y="144895"/>
                  <a:pt x="227543" y="141069"/>
                  <a:pt x="220402" y="133416"/>
                </a:cubicBezTo>
                <a:cubicBezTo>
                  <a:pt x="213261" y="125764"/>
                  <a:pt x="209690" y="114317"/>
                  <a:pt x="209690" y="99073"/>
                </a:cubicBezTo>
                <a:cubicBezTo>
                  <a:pt x="209690" y="84778"/>
                  <a:pt x="214964" y="72545"/>
                  <a:pt x="225513" y="62372"/>
                </a:cubicBezTo>
                <a:cubicBezTo>
                  <a:pt x="236062" y="52199"/>
                  <a:pt x="248684" y="47113"/>
                  <a:pt x="263381" y="47113"/>
                </a:cubicBezTo>
                <a:cubicBezTo>
                  <a:pt x="269011" y="47113"/>
                  <a:pt x="275530" y="48698"/>
                  <a:pt x="282938" y="51869"/>
                </a:cubicBezTo>
                <a:cubicBezTo>
                  <a:pt x="291886" y="55687"/>
                  <a:pt x="296360" y="60122"/>
                  <a:pt x="296360" y="65172"/>
                </a:cubicBezTo>
                <a:cubicBezTo>
                  <a:pt x="296360" y="67287"/>
                  <a:pt x="295679" y="69137"/>
                  <a:pt x="294316" y="70722"/>
                </a:cubicBezTo>
                <a:cubicBezTo>
                  <a:pt x="293723" y="73070"/>
                  <a:pt x="293264" y="76022"/>
                  <a:pt x="292938" y="79575"/>
                </a:cubicBezTo>
                <a:cubicBezTo>
                  <a:pt x="292612" y="83127"/>
                  <a:pt x="292449" y="87282"/>
                  <a:pt x="292449" y="92040"/>
                </a:cubicBezTo>
                <a:cubicBezTo>
                  <a:pt x="292449" y="103257"/>
                  <a:pt x="293249" y="111332"/>
                  <a:pt x="294849" y="116266"/>
                </a:cubicBezTo>
                <a:cubicBezTo>
                  <a:pt x="295027" y="116794"/>
                  <a:pt x="296390" y="119847"/>
                  <a:pt x="298938" y="125427"/>
                </a:cubicBezTo>
                <a:cubicBezTo>
                  <a:pt x="301249" y="130477"/>
                  <a:pt x="302405" y="133354"/>
                  <a:pt x="302405" y="134058"/>
                </a:cubicBezTo>
                <a:cubicBezTo>
                  <a:pt x="302405" y="137171"/>
                  <a:pt x="301205" y="139756"/>
                  <a:pt x="298805" y="141811"/>
                </a:cubicBezTo>
                <a:cubicBezTo>
                  <a:pt x="296405" y="143867"/>
                  <a:pt x="293634" y="144895"/>
                  <a:pt x="290493" y="144895"/>
                </a:cubicBezTo>
                <a:moveTo>
                  <a:pt x="268448" y="84892"/>
                </a:moveTo>
                <a:cubicBezTo>
                  <a:pt x="268448" y="82996"/>
                  <a:pt x="268581" y="80818"/>
                  <a:pt x="268848" y="78359"/>
                </a:cubicBezTo>
                <a:cubicBezTo>
                  <a:pt x="269115" y="75899"/>
                  <a:pt x="269515" y="73158"/>
                  <a:pt x="270048" y="70136"/>
                </a:cubicBezTo>
                <a:cubicBezTo>
                  <a:pt x="268863" y="69543"/>
                  <a:pt x="267811" y="69114"/>
                  <a:pt x="266892" y="68847"/>
                </a:cubicBezTo>
                <a:cubicBezTo>
                  <a:pt x="265974" y="68580"/>
                  <a:pt x="265189" y="68447"/>
                  <a:pt x="264537" y="68447"/>
                </a:cubicBezTo>
                <a:cubicBezTo>
                  <a:pt x="256477" y="68447"/>
                  <a:pt x="249425" y="71603"/>
                  <a:pt x="243380" y="77914"/>
                </a:cubicBezTo>
                <a:cubicBezTo>
                  <a:pt x="237336" y="84226"/>
                  <a:pt x="234313" y="91530"/>
                  <a:pt x="234313" y="99826"/>
                </a:cubicBezTo>
                <a:cubicBezTo>
                  <a:pt x="234313" y="107767"/>
                  <a:pt x="235736" y="113738"/>
                  <a:pt x="238580" y="117738"/>
                </a:cubicBezTo>
                <a:cubicBezTo>
                  <a:pt x="241425" y="121738"/>
                  <a:pt x="245692" y="123738"/>
                  <a:pt x="251381" y="123738"/>
                </a:cubicBezTo>
                <a:cubicBezTo>
                  <a:pt x="255055" y="123738"/>
                  <a:pt x="258537" y="123131"/>
                  <a:pt x="261826" y="121916"/>
                </a:cubicBezTo>
                <a:cubicBezTo>
                  <a:pt x="265115" y="120701"/>
                  <a:pt x="268211" y="118908"/>
                  <a:pt x="271115" y="116538"/>
                </a:cubicBezTo>
                <a:cubicBezTo>
                  <a:pt x="269337" y="102434"/>
                  <a:pt x="268448" y="91885"/>
                  <a:pt x="268448" y="84892"/>
                </a:cubicBezTo>
                <a:close/>
                <a:moveTo>
                  <a:pt x="377755" y="68355"/>
                </a:moveTo>
                <a:cubicBezTo>
                  <a:pt x="376511" y="68355"/>
                  <a:pt x="375044" y="68311"/>
                  <a:pt x="373355" y="68222"/>
                </a:cubicBezTo>
                <a:cubicBezTo>
                  <a:pt x="371666" y="68133"/>
                  <a:pt x="370199" y="68089"/>
                  <a:pt x="368955" y="68089"/>
                </a:cubicBezTo>
                <a:cubicBezTo>
                  <a:pt x="366525" y="68089"/>
                  <a:pt x="363710" y="68327"/>
                  <a:pt x="360510" y="68803"/>
                </a:cubicBezTo>
                <a:cubicBezTo>
                  <a:pt x="361577" y="92744"/>
                  <a:pt x="362110" y="108389"/>
                  <a:pt x="362110" y="115738"/>
                </a:cubicBezTo>
                <a:cubicBezTo>
                  <a:pt x="362110" y="116508"/>
                  <a:pt x="362140" y="117945"/>
                  <a:pt x="362199" y="120049"/>
                </a:cubicBezTo>
                <a:cubicBezTo>
                  <a:pt x="362258" y="122153"/>
                  <a:pt x="362288" y="123857"/>
                  <a:pt x="362288" y="125161"/>
                </a:cubicBezTo>
                <a:cubicBezTo>
                  <a:pt x="362288" y="138791"/>
                  <a:pt x="357992" y="145606"/>
                  <a:pt x="349399" y="145606"/>
                </a:cubicBezTo>
                <a:cubicBezTo>
                  <a:pt x="346139" y="145606"/>
                  <a:pt x="343324" y="144598"/>
                  <a:pt x="340954" y="142583"/>
                </a:cubicBezTo>
                <a:cubicBezTo>
                  <a:pt x="338346" y="140450"/>
                  <a:pt x="337043" y="137783"/>
                  <a:pt x="337043" y="134583"/>
                </a:cubicBezTo>
                <a:cubicBezTo>
                  <a:pt x="337043" y="132450"/>
                  <a:pt x="337132" y="129250"/>
                  <a:pt x="337309" y="124983"/>
                </a:cubicBezTo>
                <a:cubicBezTo>
                  <a:pt x="337487" y="120716"/>
                  <a:pt x="337576" y="117516"/>
                  <a:pt x="337576" y="115382"/>
                </a:cubicBezTo>
                <a:cubicBezTo>
                  <a:pt x="337576" y="108212"/>
                  <a:pt x="337043" y="92863"/>
                  <a:pt x="335976" y="69336"/>
                </a:cubicBezTo>
                <a:cubicBezTo>
                  <a:pt x="332302" y="69158"/>
                  <a:pt x="326746" y="68669"/>
                  <a:pt x="319309" y="67869"/>
                </a:cubicBezTo>
                <a:cubicBezTo>
                  <a:pt x="311871" y="67069"/>
                  <a:pt x="308153" y="63232"/>
                  <a:pt x="308153" y="56358"/>
                </a:cubicBezTo>
                <a:cubicBezTo>
                  <a:pt x="308153" y="53039"/>
                  <a:pt x="309279" y="50224"/>
                  <a:pt x="311530" y="47913"/>
                </a:cubicBezTo>
                <a:cubicBezTo>
                  <a:pt x="313782" y="45602"/>
                  <a:pt x="316686" y="44446"/>
                  <a:pt x="320242" y="44446"/>
                </a:cubicBezTo>
                <a:cubicBezTo>
                  <a:pt x="322435" y="44446"/>
                  <a:pt x="327472" y="44802"/>
                  <a:pt x="335354" y="45513"/>
                </a:cubicBezTo>
                <a:cubicBezTo>
                  <a:pt x="335294" y="43611"/>
                  <a:pt x="335146" y="40461"/>
                  <a:pt x="334909" y="36063"/>
                </a:cubicBezTo>
                <a:cubicBezTo>
                  <a:pt x="334672" y="32259"/>
                  <a:pt x="334554" y="29316"/>
                  <a:pt x="334554" y="27234"/>
                </a:cubicBezTo>
                <a:cubicBezTo>
                  <a:pt x="334554" y="23907"/>
                  <a:pt x="335768" y="21143"/>
                  <a:pt x="338198" y="18945"/>
                </a:cubicBezTo>
                <a:cubicBezTo>
                  <a:pt x="340628" y="16745"/>
                  <a:pt x="343561" y="15645"/>
                  <a:pt x="346999" y="15645"/>
                </a:cubicBezTo>
                <a:cubicBezTo>
                  <a:pt x="355769" y="15645"/>
                  <a:pt x="360155" y="23045"/>
                  <a:pt x="360155" y="37846"/>
                </a:cubicBezTo>
                <a:lnTo>
                  <a:pt x="359977" y="45157"/>
                </a:lnTo>
                <a:cubicBezTo>
                  <a:pt x="363651" y="44565"/>
                  <a:pt x="366644" y="44268"/>
                  <a:pt x="368955" y="44268"/>
                </a:cubicBezTo>
                <a:cubicBezTo>
                  <a:pt x="375770" y="44268"/>
                  <a:pt x="380422" y="44715"/>
                  <a:pt x="382911" y="45607"/>
                </a:cubicBezTo>
                <a:cubicBezTo>
                  <a:pt x="387652" y="47272"/>
                  <a:pt x="390022" y="50900"/>
                  <a:pt x="390022" y="56491"/>
                </a:cubicBezTo>
                <a:cubicBezTo>
                  <a:pt x="390022" y="59882"/>
                  <a:pt x="388867" y="62707"/>
                  <a:pt x="386556" y="64966"/>
                </a:cubicBezTo>
                <a:cubicBezTo>
                  <a:pt x="384244" y="67226"/>
                  <a:pt x="381311" y="68355"/>
                  <a:pt x="377755" y="68355"/>
                </a:cubicBezTo>
                <a:close/>
                <a:moveTo>
                  <a:pt x="479324" y="88537"/>
                </a:moveTo>
                <a:cubicBezTo>
                  <a:pt x="479324" y="92507"/>
                  <a:pt x="479354" y="98493"/>
                  <a:pt x="479413" y="106493"/>
                </a:cubicBezTo>
                <a:cubicBezTo>
                  <a:pt x="479472" y="114493"/>
                  <a:pt x="479502" y="120479"/>
                  <a:pt x="479502" y="124449"/>
                </a:cubicBezTo>
                <a:cubicBezTo>
                  <a:pt x="479502" y="125694"/>
                  <a:pt x="479606" y="127546"/>
                  <a:pt x="479813" y="130005"/>
                </a:cubicBezTo>
                <a:cubicBezTo>
                  <a:pt x="480020" y="132465"/>
                  <a:pt x="480124" y="134316"/>
                  <a:pt x="480124" y="135561"/>
                </a:cubicBezTo>
                <a:cubicBezTo>
                  <a:pt x="480124" y="138880"/>
                  <a:pt x="478924" y="141620"/>
                  <a:pt x="476524" y="143783"/>
                </a:cubicBezTo>
                <a:cubicBezTo>
                  <a:pt x="474124" y="145947"/>
                  <a:pt x="471176" y="147028"/>
                  <a:pt x="467679" y="147028"/>
                </a:cubicBezTo>
                <a:cubicBezTo>
                  <a:pt x="462761" y="147028"/>
                  <a:pt x="459175" y="144806"/>
                  <a:pt x="456923" y="140361"/>
                </a:cubicBezTo>
                <a:cubicBezTo>
                  <a:pt x="449338" y="143146"/>
                  <a:pt x="441486" y="144539"/>
                  <a:pt x="433367" y="144539"/>
                </a:cubicBezTo>
                <a:cubicBezTo>
                  <a:pt x="424952" y="144539"/>
                  <a:pt x="417870" y="142770"/>
                  <a:pt x="412121" y="139233"/>
                </a:cubicBezTo>
                <a:cubicBezTo>
                  <a:pt x="405662" y="135166"/>
                  <a:pt x="401810" y="129243"/>
                  <a:pt x="400565" y="121463"/>
                </a:cubicBezTo>
                <a:cubicBezTo>
                  <a:pt x="398254" y="106727"/>
                  <a:pt x="397099" y="93554"/>
                  <a:pt x="397099" y="81942"/>
                </a:cubicBezTo>
                <a:cubicBezTo>
                  <a:pt x="397099" y="74279"/>
                  <a:pt x="397988" y="65526"/>
                  <a:pt x="399765" y="55683"/>
                </a:cubicBezTo>
                <a:cubicBezTo>
                  <a:pt x="400951" y="49021"/>
                  <a:pt x="404951" y="45691"/>
                  <a:pt x="411766" y="45691"/>
                </a:cubicBezTo>
                <a:cubicBezTo>
                  <a:pt x="415203" y="45691"/>
                  <a:pt x="418137" y="46765"/>
                  <a:pt x="420566" y="48913"/>
                </a:cubicBezTo>
                <a:cubicBezTo>
                  <a:pt x="422996" y="51061"/>
                  <a:pt x="424211" y="53783"/>
                  <a:pt x="424211" y="57077"/>
                </a:cubicBezTo>
                <a:cubicBezTo>
                  <a:pt x="424211" y="59666"/>
                  <a:pt x="423781" y="63727"/>
                  <a:pt x="422922" y="69258"/>
                </a:cubicBezTo>
                <a:cubicBezTo>
                  <a:pt x="422063" y="74790"/>
                  <a:pt x="421633" y="78998"/>
                  <a:pt x="421633" y="81881"/>
                </a:cubicBezTo>
                <a:cubicBezTo>
                  <a:pt x="421633" y="90178"/>
                  <a:pt x="421914" y="97431"/>
                  <a:pt x="422477" y="103640"/>
                </a:cubicBezTo>
                <a:cubicBezTo>
                  <a:pt x="423040" y="109848"/>
                  <a:pt x="423885" y="114981"/>
                  <a:pt x="425011" y="119041"/>
                </a:cubicBezTo>
                <a:cubicBezTo>
                  <a:pt x="426492" y="119689"/>
                  <a:pt x="427930" y="120190"/>
                  <a:pt x="429322" y="120544"/>
                </a:cubicBezTo>
                <a:cubicBezTo>
                  <a:pt x="430715" y="120896"/>
                  <a:pt x="432063" y="121071"/>
                  <a:pt x="433367" y="121071"/>
                </a:cubicBezTo>
                <a:cubicBezTo>
                  <a:pt x="439945" y="121071"/>
                  <a:pt x="447175" y="120123"/>
                  <a:pt x="455057" y="118227"/>
                </a:cubicBezTo>
                <a:cubicBezTo>
                  <a:pt x="455057" y="113664"/>
                  <a:pt x="455027" y="108478"/>
                  <a:pt x="454968" y="102671"/>
                </a:cubicBezTo>
                <a:cubicBezTo>
                  <a:pt x="454849" y="95737"/>
                  <a:pt x="454790" y="90759"/>
                  <a:pt x="454790" y="87737"/>
                </a:cubicBezTo>
                <a:cubicBezTo>
                  <a:pt x="454790" y="75588"/>
                  <a:pt x="455353" y="65099"/>
                  <a:pt x="456479" y="56269"/>
                </a:cubicBezTo>
                <a:cubicBezTo>
                  <a:pt x="457368" y="49217"/>
                  <a:pt x="461398" y="45691"/>
                  <a:pt x="468568" y="45691"/>
                </a:cubicBezTo>
                <a:cubicBezTo>
                  <a:pt x="472065" y="45691"/>
                  <a:pt x="475057" y="46787"/>
                  <a:pt x="477546" y="48980"/>
                </a:cubicBezTo>
                <a:cubicBezTo>
                  <a:pt x="480035" y="51172"/>
                  <a:pt x="481191" y="53928"/>
                  <a:pt x="481013" y="57247"/>
                </a:cubicBezTo>
                <a:cubicBezTo>
                  <a:pt x="479887" y="79825"/>
                  <a:pt x="479324" y="90255"/>
                  <a:pt x="479324" y="88537"/>
                </a:cubicBezTo>
                <a:close/>
                <a:moveTo>
                  <a:pt x="570838" y="75947"/>
                </a:moveTo>
                <a:cubicBezTo>
                  <a:pt x="570305" y="85052"/>
                  <a:pt x="566186" y="89604"/>
                  <a:pt x="558482" y="89604"/>
                </a:cubicBezTo>
                <a:cubicBezTo>
                  <a:pt x="551015" y="89604"/>
                  <a:pt x="547282" y="85735"/>
                  <a:pt x="547282" y="77998"/>
                </a:cubicBezTo>
                <a:lnTo>
                  <a:pt x="546837" y="68981"/>
                </a:lnTo>
                <a:cubicBezTo>
                  <a:pt x="533503" y="71114"/>
                  <a:pt x="523962" y="77959"/>
                  <a:pt x="518214" y="89515"/>
                </a:cubicBezTo>
                <a:lnTo>
                  <a:pt x="518303" y="134228"/>
                </a:lnTo>
                <a:cubicBezTo>
                  <a:pt x="518303" y="137605"/>
                  <a:pt x="517147" y="140406"/>
                  <a:pt x="514836" y="142628"/>
                </a:cubicBezTo>
                <a:cubicBezTo>
                  <a:pt x="512525" y="144850"/>
                  <a:pt x="509591" y="145961"/>
                  <a:pt x="506036" y="145961"/>
                </a:cubicBezTo>
                <a:cubicBezTo>
                  <a:pt x="502361" y="145961"/>
                  <a:pt x="499517" y="144775"/>
                  <a:pt x="497502" y="142403"/>
                </a:cubicBezTo>
                <a:cubicBezTo>
                  <a:pt x="495605" y="140268"/>
                  <a:pt x="494657" y="137539"/>
                  <a:pt x="494657" y="134216"/>
                </a:cubicBezTo>
                <a:lnTo>
                  <a:pt x="494657" y="75939"/>
                </a:lnTo>
                <a:cubicBezTo>
                  <a:pt x="494657" y="74100"/>
                  <a:pt x="494717" y="71357"/>
                  <a:pt x="494835" y="67711"/>
                </a:cubicBezTo>
                <a:cubicBezTo>
                  <a:pt x="494954" y="64063"/>
                  <a:pt x="495013" y="61319"/>
                  <a:pt x="495013" y="59480"/>
                </a:cubicBezTo>
                <a:cubicBezTo>
                  <a:pt x="495013" y="56158"/>
                  <a:pt x="496005" y="53385"/>
                  <a:pt x="497991" y="51160"/>
                </a:cubicBezTo>
                <a:cubicBezTo>
                  <a:pt x="499976" y="48936"/>
                  <a:pt x="502806" y="47824"/>
                  <a:pt x="506480" y="47824"/>
                </a:cubicBezTo>
                <a:cubicBezTo>
                  <a:pt x="513058" y="47824"/>
                  <a:pt x="516969" y="51202"/>
                  <a:pt x="518214" y="57958"/>
                </a:cubicBezTo>
                <a:cubicBezTo>
                  <a:pt x="528703" y="50135"/>
                  <a:pt x="540348" y="46224"/>
                  <a:pt x="553148" y="46224"/>
                </a:cubicBezTo>
                <a:cubicBezTo>
                  <a:pt x="565001" y="46224"/>
                  <a:pt x="570927" y="54138"/>
                  <a:pt x="570927" y="69967"/>
                </a:cubicBezTo>
                <a:cubicBezTo>
                  <a:pt x="570927" y="73002"/>
                  <a:pt x="570897" y="74996"/>
                  <a:pt x="570838" y="75947"/>
                </a:cubicBezTo>
                <a:close/>
                <a:moveTo>
                  <a:pt x="629011" y="144006"/>
                </a:moveTo>
                <a:cubicBezTo>
                  <a:pt x="614847" y="144006"/>
                  <a:pt x="603262" y="140625"/>
                  <a:pt x="594254" y="133864"/>
                </a:cubicBezTo>
                <a:cubicBezTo>
                  <a:pt x="584298" y="126389"/>
                  <a:pt x="579320" y="115860"/>
                  <a:pt x="579320" y="102276"/>
                </a:cubicBezTo>
                <a:cubicBezTo>
                  <a:pt x="579320" y="87270"/>
                  <a:pt x="583261" y="74577"/>
                  <a:pt x="591143" y="64197"/>
                </a:cubicBezTo>
                <a:cubicBezTo>
                  <a:pt x="599914" y="52689"/>
                  <a:pt x="611736" y="46935"/>
                  <a:pt x="626611" y="46935"/>
                </a:cubicBezTo>
                <a:cubicBezTo>
                  <a:pt x="636922" y="46935"/>
                  <a:pt x="645486" y="48595"/>
                  <a:pt x="652301" y="51913"/>
                </a:cubicBezTo>
                <a:cubicBezTo>
                  <a:pt x="661249" y="56299"/>
                  <a:pt x="665724" y="63114"/>
                  <a:pt x="665724" y="72358"/>
                </a:cubicBezTo>
                <a:cubicBezTo>
                  <a:pt x="665724" y="78877"/>
                  <a:pt x="662079" y="84655"/>
                  <a:pt x="654790" y="89692"/>
                </a:cubicBezTo>
                <a:cubicBezTo>
                  <a:pt x="651471" y="92004"/>
                  <a:pt x="644804" y="95382"/>
                  <a:pt x="634789" y="99826"/>
                </a:cubicBezTo>
                <a:lnTo>
                  <a:pt x="604832" y="113071"/>
                </a:lnTo>
                <a:cubicBezTo>
                  <a:pt x="607677" y="116153"/>
                  <a:pt x="611114" y="118464"/>
                  <a:pt x="615144" y="120005"/>
                </a:cubicBezTo>
                <a:cubicBezTo>
                  <a:pt x="619174" y="121546"/>
                  <a:pt x="623796" y="122316"/>
                  <a:pt x="629011" y="122316"/>
                </a:cubicBezTo>
                <a:cubicBezTo>
                  <a:pt x="636952" y="122316"/>
                  <a:pt x="643678" y="120686"/>
                  <a:pt x="649190" y="117427"/>
                </a:cubicBezTo>
                <a:cubicBezTo>
                  <a:pt x="654108" y="114523"/>
                  <a:pt x="658049" y="113071"/>
                  <a:pt x="661012" y="113071"/>
                </a:cubicBezTo>
                <a:cubicBezTo>
                  <a:pt x="667175" y="113071"/>
                  <a:pt x="670257" y="116072"/>
                  <a:pt x="670257" y="122074"/>
                </a:cubicBezTo>
                <a:cubicBezTo>
                  <a:pt x="670257" y="128850"/>
                  <a:pt x="665309" y="134378"/>
                  <a:pt x="655412" y="138655"/>
                </a:cubicBezTo>
                <a:cubicBezTo>
                  <a:pt x="647115" y="142222"/>
                  <a:pt x="638315" y="144006"/>
                  <a:pt x="629011" y="144006"/>
                </a:cubicBezTo>
                <a:moveTo>
                  <a:pt x="626611" y="68447"/>
                </a:moveTo>
                <a:cubicBezTo>
                  <a:pt x="621100" y="68447"/>
                  <a:pt x="616388" y="70284"/>
                  <a:pt x="612477" y="73958"/>
                </a:cubicBezTo>
                <a:cubicBezTo>
                  <a:pt x="608566" y="77633"/>
                  <a:pt x="605425" y="83144"/>
                  <a:pt x="603054" y="90492"/>
                </a:cubicBezTo>
                <a:cubicBezTo>
                  <a:pt x="609751" y="87589"/>
                  <a:pt x="616418" y="84714"/>
                  <a:pt x="623055" y="81870"/>
                </a:cubicBezTo>
                <a:cubicBezTo>
                  <a:pt x="631056" y="78255"/>
                  <a:pt x="637426" y="74907"/>
                  <a:pt x="642167" y="71825"/>
                </a:cubicBezTo>
                <a:cubicBezTo>
                  <a:pt x="638197" y="69573"/>
                  <a:pt x="633011" y="68447"/>
                  <a:pt x="626611" y="68447"/>
                </a:cubicBezTo>
                <a:close/>
              </a:path>
            </a:pathLst>
          </a:custGeom>
          <a:solidFill xmlns:a="http://schemas.openxmlformats.org/drawingml/2006/main">
            <a:srgbClr val="000000"/>
          </a:solidFill>
          <a:ln xmlns:a="http://schemas.openxmlformats.org/drawingml/2006/main" w="0" cap="flat">
            <a:noFill/>
            <a:miter/>
          </a:ln>
        </p:spPr>
      </p:sp>
      <p:sp>
        <p:nvSpPr>
          <p:cNvPr id="664" name="Text Matrix">
            <a:extLst xmlns:a="http://schemas.openxmlformats.org/drawingml/2006/main">
              <a:ext uri="{FF2B5EF4-FFF2-40B4-BE49-F238E27FC236}">
                <a16:creationId xmlns:a16="http://schemas.microsoft.com/office/drawing/2014/main" id="{E393F92A-3BBE-4942-9804-F4D3531A18EB}"/>
              </a:ext>
            </a:extLst>
          </p:cNvPr>
          <p:cNvSpPr>
            <a:spLocks xmlns:a="http://schemas.openxmlformats.org/drawingml/2006/main" noGrp="1"/>
          </p:cNvSpPr>
          <p:nvPr/>
        </p:nvSpPr>
        <p:spPr>
          <a:xfrm xmlns:a="http://schemas.openxmlformats.org/drawingml/2006/main">
            <a:off x="3955238" y="5381821"/>
            <a:ext cx="587988" cy="143828"/>
          </a:xfrm>
          <a:custGeom xmlns:a="http://schemas.openxmlformats.org/drawingml/2006/main">
            <a:pathLst>
              <a:path w="587988" h="143828">
                <a:moveTo>
                  <a:pt x="40624" y="66130"/>
                </a:moveTo>
                <a:cubicBezTo>
                  <a:pt x="37957" y="75753"/>
                  <a:pt x="34224" y="90278"/>
                  <a:pt x="29423" y="109704"/>
                </a:cubicBezTo>
                <a:cubicBezTo>
                  <a:pt x="28297" y="116416"/>
                  <a:pt x="27201" y="123098"/>
                  <a:pt x="26134" y="129752"/>
                </a:cubicBezTo>
                <a:cubicBezTo>
                  <a:pt x="23705" y="138188"/>
                  <a:pt x="19230" y="142406"/>
                  <a:pt x="12712" y="142406"/>
                </a:cubicBezTo>
                <a:cubicBezTo>
                  <a:pt x="8623" y="142406"/>
                  <a:pt x="5393" y="141010"/>
                  <a:pt x="3022" y="138219"/>
                </a:cubicBezTo>
                <a:cubicBezTo>
                  <a:pt x="1007" y="135845"/>
                  <a:pt x="0" y="133025"/>
                  <a:pt x="0" y="129758"/>
                </a:cubicBezTo>
                <a:cubicBezTo>
                  <a:pt x="0" y="120141"/>
                  <a:pt x="2045" y="108414"/>
                  <a:pt x="6134" y="94579"/>
                </a:cubicBezTo>
                <a:cubicBezTo>
                  <a:pt x="12238" y="73858"/>
                  <a:pt x="15527" y="62369"/>
                  <a:pt x="16001" y="60113"/>
                </a:cubicBezTo>
                <a:cubicBezTo>
                  <a:pt x="17719" y="50971"/>
                  <a:pt x="19467" y="41827"/>
                  <a:pt x="21245" y="32682"/>
                </a:cubicBezTo>
                <a:cubicBezTo>
                  <a:pt x="23912" y="20096"/>
                  <a:pt x="26801" y="11711"/>
                  <a:pt x="29912" y="7525"/>
                </a:cubicBezTo>
                <a:cubicBezTo>
                  <a:pt x="33024" y="3338"/>
                  <a:pt x="36950" y="1244"/>
                  <a:pt x="41691" y="1244"/>
                </a:cubicBezTo>
                <a:cubicBezTo>
                  <a:pt x="47083" y="1244"/>
                  <a:pt x="51054" y="3974"/>
                  <a:pt x="53602" y="9434"/>
                </a:cubicBezTo>
                <a:cubicBezTo>
                  <a:pt x="55973" y="14595"/>
                  <a:pt x="58521" y="25157"/>
                  <a:pt x="61247" y="41118"/>
                </a:cubicBezTo>
                <a:cubicBezTo>
                  <a:pt x="63854" y="56606"/>
                  <a:pt x="67736" y="73280"/>
                  <a:pt x="72892" y="91140"/>
                </a:cubicBezTo>
                <a:cubicBezTo>
                  <a:pt x="79648" y="73533"/>
                  <a:pt x="85929" y="54209"/>
                  <a:pt x="91737" y="33165"/>
                </a:cubicBezTo>
                <a:lnTo>
                  <a:pt x="96715" y="12714"/>
                </a:lnTo>
                <a:cubicBezTo>
                  <a:pt x="99915" y="4238"/>
                  <a:pt x="104863" y="0"/>
                  <a:pt x="111560" y="0"/>
                </a:cubicBezTo>
                <a:cubicBezTo>
                  <a:pt x="118019" y="0"/>
                  <a:pt x="122820" y="4922"/>
                  <a:pt x="125961" y="14764"/>
                </a:cubicBezTo>
                <a:cubicBezTo>
                  <a:pt x="127264" y="18739"/>
                  <a:pt x="128657" y="26151"/>
                  <a:pt x="130138" y="37001"/>
                </a:cubicBezTo>
                <a:cubicBezTo>
                  <a:pt x="133576" y="62264"/>
                  <a:pt x="137902" y="83908"/>
                  <a:pt x="143117" y="101935"/>
                </a:cubicBezTo>
                <a:cubicBezTo>
                  <a:pt x="148391" y="120258"/>
                  <a:pt x="151028" y="130219"/>
                  <a:pt x="151028" y="131819"/>
                </a:cubicBezTo>
                <a:cubicBezTo>
                  <a:pt x="151028" y="135317"/>
                  <a:pt x="149636" y="138253"/>
                  <a:pt x="146850" y="140625"/>
                </a:cubicBezTo>
                <a:cubicBezTo>
                  <a:pt x="144243" y="142760"/>
                  <a:pt x="141309" y="143828"/>
                  <a:pt x="138050" y="143828"/>
                </a:cubicBezTo>
                <a:cubicBezTo>
                  <a:pt x="131590" y="143828"/>
                  <a:pt x="126790" y="139200"/>
                  <a:pt x="123649" y="129944"/>
                </a:cubicBezTo>
                <a:lnTo>
                  <a:pt x="118671" y="108404"/>
                </a:lnTo>
                <a:cubicBezTo>
                  <a:pt x="115827" y="97724"/>
                  <a:pt x="112745" y="82387"/>
                  <a:pt x="109427" y="62391"/>
                </a:cubicBezTo>
                <a:cubicBezTo>
                  <a:pt x="106760" y="70344"/>
                  <a:pt x="102345" y="82834"/>
                  <a:pt x="96182" y="99862"/>
                </a:cubicBezTo>
                <a:lnTo>
                  <a:pt x="90848" y="116241"/>
                </a:lnTo>
                <a:cubicBezTo>
                  <a:pt x="88655" y="122708"/>
                  <a:pt x="86374" y="128018"/>
                  <a:pt x="84003" y="132172"/>
                </a:cubicBezTo>
                <a:cubicBezTo>
                  <a:pt x="80862" y="137691"/>
                  <a:pt x="76477" y="140450"/>
                  <a:pt x="70847" y="140450"/>
                </a:cubicBezTo>
                <a:cubicBezTo>
                  <a:pt x="65277" y="140450"/>
                  <a:pt x="61010" y="137156"/>
                  <a:pt x="58047" y="130569"/>
                </a:cubicBezTo>
                <a:lnTo>
                  <a:pt x="53069" y="114016"/>
                </a:lnTo>
                <a:cubicBezTo>
                  <a:pt x="48446" y="98824"/>
                  <a:pt x="44298" y="82863"/>
                  <a:pt x="40624" y="66130"/>
                </a:cubicBezTo>
                <a:close/>
                <a:moveTo>
                  <a:pt x="241049" y="141339"/>
                </a:moveTo>
                <a:cubicBezTo>
                  <a:pt x="238323" y="141339"/>
                  <a:pt x="233996" y="138702"/>
                  <a:pt x="228070" y="133428"/>
                </a:cubicBezTo>
                <a:cubicBezTo>
                  <a:pt x="222618" y="136035"/>
                  <a:pt x="217818" y="138005"/>
                  <a:pt x="213670" y="139339"/>
                </a:cubicBezTo>
                <a:cubicBezTo>
                  <a:pt x="209521" y="140672"/>
                  <a:pt x="205995" y="141339"/>
                  <a:pt x="203091" y="141339"/>
                </a:cubicBezTo>
                <a:cubicBezTo>
                  <a:pt x="188809" y="141339"/>
                  <a:pt x="178098" y="137513"/>
                  <a:pt x="170957" y="129861"/>
                </a:cubicBezTo>
                <a:cubicBezTo>
                  <a:pt x="163816" y="122209"/>
                  <a:pt x="160245" y="110761"/>
                  <a:pt x="160245" y="95518"/>
                </a:cubicBezTo>
                <a:cubicBezTo>
                  <a:pt x="160245" y="81223"/>
                  <a:pt x="165520" y="68989"/>
                  <a:pt x="176068" y="58816"/>
                </a:cubicBezTo>
                <a:cubicBezTo>
                  <a:pt x="186617" y="48644"/>
                  <a:pt x="199239" y="43557"/>
                  <a:pt x="213936" y="43557"/>
                </a:cubicBezTo>
                <a:cubicBezTo>
                  <a:pt x="219566" y="43557"/>
                  <a:pt x="226085" y="45143"/>
                  <a:pt x="233493" y="48313"/>
                </a:cubicBezTo>
                <a:cubicBezTo>
                  <a:pt x="242441" y="52132"/>
                  <a:pt x="246915" y="56566"/>
                  <a:pt x="246915" y="61616"/>
                </a:cubicBezTo>
                <a:cubicBezTo>
                  <a:pt x="246915" y="63731"/>
                  <a:pt x="246234" y="65581"/>
                  <a:pt x="244871" y="67167"/>
                </a:cubicBezTo>
                <a:cubicBezTo>
                  <a:pt x="244278" y="69515"/>
                  <a:pt x="243819" y="72466"/>
                  <a:pt x="243493" y="76020"/>
                </a:cubicBezTo>
                <a:cubicBezTo>
                  <a:pt x="243167" y="79572"/>
                  <a:pt x="243004" y="83726"/>
                  <a:pt x="243004" y="88484"/>
                </a:cubicBezTo>
                <a:cubicBezTo>
                  <a:pt x="243004" y="99701"/>
                  <a:pt x="243804" y="107776"/>
                  <a:pt x="245404" y="112710"/>
                </a:cubicBezTo>
                <a:cubicBezTo>
                  <a:pt x="245582" y="113238"/>
                  <a:pt x="246945" y="116292"/>
                  <a:pt x="249493" y="121871"/>
                </a:cubicBezTo>
                <a:cubicBezTo>
                  <a:pt x="251805" y="126922"/>
                  <a:pt x="252960" y="129799"/>
                  <a:pt x="252960" y="130502"/>
                </a:cubicBezTo>
                <a:cubicBezTo>
                  <a:pt x="252960" y="133615"/>
                  <a:pt x="251760" y="136200"/>
                  <a:pt x="249360" y="138255"/>
                </a:cubicBezTo>
                <a:cubicBezTo>
                  <a:pt x="246960" y="140311"/>
                  <a:pt x="244189" y="141339"/>
                  <a:pt x="241049" y="141339"/>
                </a:cubicBezTo>
                <a:moveTo>
                  <a:pt x="219003" y="81337"/>
                </a:moveTo>
                <a:cubicBezTo>
                  <a:pt x="219003" y="79440"/>
                  <a:pt x="219137" y="77262"/>
                  <a:pt x="219403" y="74803"/>
                </a:cubicBezTo>
                <a:cubicBezTo>
                  <a:pt x="219670" y="72344"/>
                  <a:pt x="220070" y="69603"/>
                  <a:pt x="220603" y="66580"/>
                </a:cubicBezTo>
                <a:cubicBezTo>
                  <a:pt x="219418" y="65988"/>
                  <a:pt x="218366" y="65558"/>
                  <a:pt x="217448" y="65291"/>
                </a:cubicBezTo>
                <a:cubicBezTo>
                  <a:pt x="216529" y="65025"/>
                  <a:pt x="215744" y="64891"/>
                  <a:pt x="215092" y="64891"/>
                </a:cubicBezTo>
                <a:cubicBezTo>
                  <a:pt x="207032" y="64891"/>
                  <a:pt x="199980" y="68047"/>
                  <a:pt x="193936" y="74359"/>
                </a:cubicBezTo>
                <a:cubicBezTo>
                  <a:pt x="187891" y="80670"/>
                  <a:pt x="184869" y="87974"/>
                  <a:pt x="184869" y="96270"/>
                </a:cubicBezTo>
                <a:cubicBezTo>
                  <a:pt x="184869" y="104212"/>
                  <a:pt x="186291" y="110182"/>
                  <a:pt x="189135" y="114182"/>
                </a:cubicBezTo>
                <a:cubicBezTo>
                  <a:pt x="191980" y="118182"/>
                  <a:pt x="196247" y="120183"/>
                  <a:pt x="201936" y="120183"/>
                </a:cubicBezTo>
                <a:cubicBezTo>
                  <a:pt x="205610" y="120183"/>
                  <a:pt x="209092" y="119575"/>
                  <a:pt x="212381" y="118360"/>
                </a:cubicBezTo>
                <a:cubicBezTo>
                  <a:pt x="215670" y="117145"/>
                  <a:pt x="218766" y="115353"/>
                  <a:pt x="221670" y="112982"/>
                </a:cubicBezTo>
                <a:cubicBezTo>
                  <a:pt x="219892" y="98878"/>
                  <a:pt x="219003" y="88329"/>
                  <a:pt x="219003" y="81337"/>
                </a:cubicBezTo>
                <a:close/>
                <a:moveTo>
                  <a:pt x="328311" y="64800"/>
                </a:moveTo>
                <a:cubicBezTo>
                  <a:pt x="327066" y="64800"/>
                  <a:pt x="325599" y="64755"/>
                  <a:pt x="323910" y="64666"/>
                </a:cubicBezTo>
                <a:cubicBezTo>
                  <a:pt x="322221" y="64578"/>
                  <a:pt x="320755" y="64533"/>
                  <a:pt x="319510" y="64533"/>
                </a:cubicBezTo>
                <a:cubicBezTo>
                  <a:pt x="317080" y="64533"/>
                  <a:pt x="314266" y="64771"/>
                  <a:pt x="311065" y="65247"/>
                </a:cubicBezTo>
                <a:cubicBezTo>
                  <a:pt x="312132" y="89189"/>
                  <a:pt x="312665" y="104834"/>
                  <a:pt x="312665" y="112182"/>
                </a:cubicBezTo>
                <a:cubicBezTo>
                  <a:pt x="312665" y="112953"/>
                  <a:pt x="312695" y="114390"/>
                  <a:pt x="312754" y="116494"/>
                </a:cubicBezTo>
                <a:cubicBezTo>
                  <a:pt x="312814" y="118597"/>
                  <a:pt x="312843" y="120301"/>
                  <a:pt x="312843" y="121605"/>
                </a:cubicBezTo>
                <a:cubicBezTo>
                  <a:pt x="312843" y="135235"/>
                  <a:pt x="308547" y="142050"/>
                  <a:pt x="299954" y="142050"/>
                </a:cubicBezTo>
                <a:cubicBezTo>
                  <a:pt x="296694" y="142050"/>
                  <a:pt x="293880" y="141043"/>
                  <a:pt x="291509" y="139028"/>
                </a:cubicBezTo>
                <a:cubicBezTo>
                  <a:pt x="288902" y="136894"/>
                  <a:pt x="287598" y="134228"/>
                  <a:pt x="287598" y="131027"/>
                </a:cubicBezTo>
                <a:cubicBezTo>
                  <a:pt x="287598" y="128894"/>
                  <a:pt x="287687" y="125694"/>
                  <a:pt x="287864" y="121427"/>
                </a:cubicBezTo>
                <a:cubicBezTo>
                  <a:pt x="288042" y="117160"/>
                  <a:pt x="288131" y="113960"/>
                  <a:pt x="288131" y="111827"/>
                </a:cubicBezTo>
                <a:cubicBezTo>
                  <a:pt x="288131" y="104656"/>
                  <a:pt x="287598" y="89307"/>
                  <a:pt x="286531" y="65780"/>
                </a:cubicBezTo>
                <a:cubicBezTo>
                  <a:pt x="282857" y="65603"/>
                  <a:pt x="277301" y="65114"/>
                  <a:pt x="269864" y="64314"/>
                </a:cubicBezTo>
                <a:cubicBezTo>
                  <a:pt x="262426" y="63514"/>
                  <a:pt x="258708" y="59676"/>
                  <a:pt x="258708" y="52802"/>
                </a:cubicBezTo>
                <a:cubicBezTo>
                  <a:pt x="258708" y="49483"/>
                  <a:pt x="259834" y="46669"/>
                  <a:pt x="262086" y="44357"/>
                </a:cubicBezTo>
                <a:cubicBezTo>
                  <a:pt x="264338" y="42046"/>
                  <a:pt x="267241" y="40891"/>
                  <a:pt x="270797" y="40891"/>
                </a:cubicBezTo>
                <a:cubicBezTo>
                  <a:pt x="272990" y="40891"/>
                  <a:pt x="278027" y="41246"/>
                  <a:pt x="285909" y="41957"/>
                </a:cubicBezTo>
                <a:cubicBezTo>
                  <a:pt x="285850" y="40055"/>
                  <a:pt x="285701" y="36905"/>
                  <a:pt x="285464" y="32507"/>
                </a:cubicBezTo>
                <a:cubicBezTo>
                  <a:pt x="285227" y="28703"/>
                  <a:pt x="285109" y="25760"/>
                  <a:pt x="285109" y="23679"/>
                </a:cubicBezTo>
                <a:cubicBezTo>
                  <a:pt x="285109" y="20351"/>
                  <a:pt x="286324" y="17588"/>
                  <a:pt x="288753" y="15389"/>
                </a:cubicBezTo>
                <a:cubicBezTo>
                  <a:pt x="291183" y="13189"/>
                  <a:pt x="294117" y="12089"/>
                  <a:pt x="297554" y="12089"/>
                </a:cubicBezTo>
                <a:cubicBezTo>
                  <a:pt x="306324" y="12089"/>
                  <a:pt x="310710" y="19490"/>
                  <a:pt x="310710" y="34290"/>
                </a:cubicBezTo>
                <a:lnTo>
                  <a:pt x="310532" y="41602"/>
                </a:lnTo>
                <a:cubicBezTo>
                  <a:pt x="314206" y="41009"/>
                  <a:pt x="317199" y="40713"/>
                  <a:pt x="319510" y="40713"/>
                </a:cubicBezTo>
                <a:cubicBezTo>
                  <a:pt x="326325" y="40713"/>
                  <a:pt x="330977" y="41159"/>
                  <a:pt x="333466" y="42052"/>
                </a:cubicBezTo>
                <a:cubicBezTo>
                  <a:pt x="338207" y="43717"/>
                  <a:pt x="340578" y="47344"/>
                  <a:pt x="340578" y="52935"/>
                </a:cubicBezTo>
                <a:cubicBezTo>
                  <a:pt x="340578" y="56326"/>
                  <a:pt x="339422" y="59151"/>
                  <a:pt x="337111" y="61411"/>
                </a:cubicBezTo>
                <a:cubicBezTo>
                  <a:pt x="334800" y="63670"/>
                  <a:pt x="331866" y="64800"/>
                  <a:pt x="328311" y="64800"/>
                </a:cubicBezTo>
                <a:close/>
                <a:moveTo>
                  <a:pt x="426501" y="72392"/>
                </a:moveTo>
                <a:cubicBezTo>
                  <a:pt x="425968" y="81496"/>
                  <a:pt x="421849" y="86048"/>
                  <a:pt x="414145" y="86048"/>
                </a:cubicBezTo>
                <a:cubicBezTo>
                  <a:pt x="406678" y="86048"/>
                  <a:pt x="402945" y="82179"/>
                  <a:pt x="402945" y="74442"/>
                </a:cubicBezTo>
                <a:lnTo>
                  <a:pt x="402500" y="65425"/>
                </a:lnTo>
                <a:cubicBezTo>
                  <a:pt x="389167" y="67558"/>
                  <a:pt x="379625" y="74403"/>
                  <a:pt x="373877" y="85959"/>
                </a:cubicBezTo>
                <a:lnTo>
                  <a:pt x="373966" y="130672"/>
                </a:lnTo>
                <a:cubicBezTo>
                  <a:pt x="373966" y="134050"/>
                  <a:pt x="372810" y="136850"/>
                  <a:pt x="370499" y="139072"/>
                </a:cubicBezTo>
                <a:cubicBezTo>
                  <a:pt x="368188" y="141294"/>
                  <a:pt x="365255" y="142406"/>
                  <a:pt x="361699" y="142406"/>
                </a:cubicBezTo>
                <a:cubicBezTo>
                  <a:pt x="358025" y="142406"/>
                  <a:pt x="355180" y="141219"/>
                  <a:pt x="353165" y="138847"/>
                </a:cubicBezTo>
                <a:cubicBezTo>
                  <a:pt x="351269" y="136712"/>
                  <a:pt x="350321" y="133983"/>
                  <a:pt x="350321" y="130661"/>
                </a:cubicBezTo>
                <a:lnTo>
                  <a:pt x="350321" y="72383"/>
                </a:lnTo>
                <a:cubicBezTo>
                  <a:pt x="350321" y="70544"/>
                  <a:pt x="350380" y="67802"/>
                  <a:pt x="350498" y="64155"/>
                </a:cubicBezTo>
                <a:cubicBezTo>
                  <a:pt x="350617" y="60507"/>
                  <a:pt x="350676" y="57763"/>
                  <a:pt x="350676" y="55924"/>
                </a:cubicBezTo>
                <a:cubicBezTo>
                  <a:pt x="350676" y="52602"/>
                  <a:pt x="351669" y="49829"/>
                  <a:pt x="353654" y="47605"/>
                </a:cubicBezTo>
                <a:cubicBezTo>
                  <a:pt x="355639" y="45381"/>
                  <a:pt x="358469" y="44268"/>
                  <a:pt x="362143" y="44268"/>
                </a:cubicBezTo>
                <a:cubicBezTo>
                  <a:pt x="368721" y="44268"/>
                  <a:pt x="372633" y="47646"/>
                  <a:pt x="373877" y="54402"/>
                </a:cubicBezTo>
                <a:cubicBezTo>
                  <a:pt x="384366" y="46580"/>
                  <a:pt x="396011" y="42668"/>
                  <a:pt x="408812" y="42668"/>
                </a:cubicBezTo>
                <a:cubicBezTo>
                  <a:pt x="420664" y="42668"/>
                  <a:pt x="426590" y="50583"/>
                  <a:pt x="426590" y="66411"/>
                </a:cubicBezTo>
                <a:cubicBezTo>
                  <a:pt x="426590" y="69446"/>
                  <a:pt x="426561" y="71440"/>
                  <a:pt x="426501" y="72392"/>
                </a:cubicBezTo>
                <a:close/>
                <a:moveTo>
                  <a:pt x="460140" y="29512"/>
                </a:moveTo>
                <a:cubicBezTo>
                  <a:pt x="456347" y="29512"/>
                  <a:pt x="453058" y="28238"/>
                  <a:pt x="450273" y="25690"/>
                </a:cubicBezTo>
                <a:cubicBezTo>
                  <a:pt x="447487" y="23142"/>
                  <a:pt x="446095" y="20030"/>
                  <a:pt x="446095" y="16356"/>
                </a:cubicBezTo>
                <a:cubicBezTo>
                  <a:pt x="446095" y="12682"/>
                  <a:pt x="447487" y="9571"/>
                  <a:pt x="450273" y="7023"/>
                </a:cubicBezTo>
                <a:cubicBezTo>
                  <a:pt x="453058" y="4474"/>
                  <a:pt x="456347" y="3200"/>
                  <a:pt x="460140" y="3200"/>
                </a:cubicBezTo>
                <a:cubicBezTo>
                  <a:pt x="463932" y="3200"/>
                  <a:pt x="467207" y="4474"/>
                  <a:pt x="469962" y="7023"/>
                </a:cubicBezTo>
                <a:cubicBezTo>
                  <a:pt x="472718" y="9571"/>
                  <a:pt x="474096" y="12682"/>
                  <a:pt x="474096" y="16356"/>
                </a:cubicBezTo>
                <a:cubicBezTo>
                  <a:pt x="474096" y="20030"/>
                  <a:pt x="472718" y="23142"/>
                  <a:pt x="469962" y="25690"/>
                </a:cubicBezTo>
                <a:cubicBezTo>
                  <a:pt x="467207" y="28238"/>
                  <a:pt x="463932" y="29512"/>
                  <a:pt x="460140" y="29512"/>
                </a:cubicBezTo>
                <a:moveTo>
                  <a:pt x="467696" y="94670"/>
                </a:moveTo>
                <a:cubicBezTo>
                  <a:pt x="467696" y="98048"/>
                  <a:pt x="467799" y="103471"/>
                  <a:pt x="468007" y="110938"/>
                </a:cubicBezTo>
                <a:cubicBezTo>
                  <a:pt x="468214" y="118405"/>
                  <a:pt x="468318" y="123827"/>
                  <a:pt x="468318" y="127205"/>
                </a:cubicBezTo>
                <a:cubicBezTo>
                  <a:pt x="468318" y="130642"/>
                  <a:pt x="467162" y="133472"/>
                  <a:pt x="464851" y="135694"/>
                </a:cubicBezTo>
                <a:cubicBezTo>
                  <a:pt x="462540" y="137917"/>
                  <a:pt x="459606" y="139028"/>
                  <a:pt x="456051" y="139028"/>
                </a:cubicBezTo>
                <a:cubicBezTo>
                  <a:pt x="452495" y="139028"/>
                  <a:pt x="449562" y="137917"/>
                  <a:pt x="447250" y="135694"/>
                </a:cubicBezTo>
                <a:cubicBezTo>
                  <a:pt x="444939" y="133472"/>
                  <a:pt x="443784" y="130642"/>
                  <a:pt x="443784" y="127205"/>
                </a:cubicBezTo>
                <a:cubicBezTo>
                  <a:pt x="443784" y="123827"/>
                  <a:pt x="443680" y="118405"/>
                  <a:pt x="443472" y="110938"/>
                </a:cubicBezTo>
                <a:cubicBezTo>
                  <a:pt x="443265" y="103471"/>
                  <a:pt x="443161" y="98048"/>
                  <a:pt x="443161" y="94670"/>
                </a:cubicBezTo>
                <a:cubicBezTo>
                  <a:pt x="443161" y="89396"/>
                  <a:pt x="443458" y="82788"/>
                  <a:pt x="444050" y="74847"/>
                </a:cubicBezTo>
                <a:cubicBezTo>
                  <a:pt x="444643" y="66906"/>
                  <a:pt x="444939" y="60299"/>
                  <a:pt x="444939" y="55024"/>
                </a:cubicBezTo>
                <a:cubicBezTo>
                  <a:pt x="444939" y="51587"/>
                  <a:pt x="446095" y="48757"/>
                  <a:pt x="448406" y="46535"/>
                </a:cubicBezTo>
                <a:cubicBezTo>
                  <a:pt x="450717" y="44313"/>
                  <a:pt x="453651" y="43202"/>
                  <a:pt x="457206" y="43202"/>
                </a:cubicBezTo>
                <a:cubicBezTo>
                  <a:pt x="460762" y="43202"/>
                  <a:pt x="463695" y="44313"/>
                  <a:pt x="466007" y="46535"/>
                </a:cubicBezTo>
                <a:cubicBezTo>
                  <a:pt x="468318" y="48757"/>
                  <a:pt x="469473" y="51587"/>
                  <a:pt x="469473" y="55024"/>
                </a:cubicBezTo>
                <a:cubicBezTo>
                  <a:pt x="469473" y="60299"/>
                  <a:pt x="469177" y="66906"/>
                  <a:pt x="468585" y="74847"/>
                </a:cubicBezTo>
                <a:cubicBezTo>
                  <a:pt x="467992" y="82788"/>
                  <a:pt x="467696" y="89396"/>
                  <a:pt x="467696" y="94670"/>
                </a:cubicBezTo>
                <a:close/>
                <a:moveTo>
                  <a:pt x="578743" y="64228"/>
                </a:moveTo>
                <a:cubicBezTo>
                  <a:pt x="575365" y="67135"/>
                  <a:pt x="571009" y="70964"/>
                  <a:pt x="565676" y="75714"/>
                </a:cubicBezTo>
                <a:lnTo>
                  <a:pt x="552075" y="88359"/>
                </a:lnTo>
                <a:lnTo>
                  <a:pt x="579188" y="121516"/>
                </a:lnTo>
                <a:cubicBezTo>
                  <a:pt x="581143" y="123946"/>
                  <a:pt x="582121" y="126346"/>
                  <a:pt x="582121" y="128716"/>
                </a:cubicBezTo>
                <a:cubicBezTo>
                  <a:pt x="582121" y="131798"/>
                  <a:pt x="580877" y="134494"/>
                  <a:pt x="578388" y="136805"/>
                </a:cubicBezTo>
                <a:cubicBezTo>
                  <a:pt x="575899" y="139117"/>
                  <a:pt x="573054" y="140272"/>
                  <a:pt x="569854" y="140272"/>
                </a:cubicBezTo>
                <a:cubicBezTo>
                  <a:pt x="566535" y="140272"/>
                  <a:pt x="563572" y="138850"/>
                  <a:pt x="560965" y="136005"/>
                </a:cubicBezTo>
                <a:cubicBezTo>
                  <a:pt x="555631" y="130198"/>
                  <a:pt x="546831" y="119738"/>
                  <a:pt x="534564" y="104626"/>
                </a:cubicBezTo>
                <a:cubicBezTo>
                  <a:pt x="529763" y="109427"/>
                  <a:pt x="522326" y="116419"/>
                  <a:pt x="512252" y="125605"/>
                </a:cubicBezTo>
                <a:cubicBezTo>
                  <a:pt x="509051" y="128272"/>
                  <a:pt x="506622" y="130494"/>
                  <a:pt x="504962" y="132272"/>
                </a:cubicBezTo>
                <a:cubicBezTo>
                  <a:pt x="502355" y="134998"/>
                  <a:pt x="499421" y="136361"/>
                  <a:pt x="496162" y="136361"/>
                </a:cubicBezTo>
                <a:cubicBezTo>
                  <a:pt x="492962" y="136361"/>
                  <a:pt x="490132" y="135205"/>
                  <a:pt x="487673" y="132894"/>
                </a:cubicBezTo>
                <a:cubicBezTo>
                  <a:pt x="485214" y="130583"/>
                  <a:pt x="483984" y="127887"/>
                  <a:pt x="483984" y="124805"/>
                </a:cubicBezTo>
                <a:cubicBezTo>
                  <a:pt x="483984" y="121368"/>
                  <a:pt x="486414" y="117427"/>
                  <a:pt x="491273" y="112982"/>
                </a:cubicBezTo>
                <a:cubicBezTo>
                  <a:pt x="495184" y="109604"/>
                  <a:pt x="499096" y="106256"/>
                  <a:pt x="503007" y="102937"/>
                </a:cubicBezTo>
                <a:cubicBezTo>
                  <a:pt x="506622" y="99322"/>
                  <a:pt x="512252" y="93781"/>
                  <a:pt x="519896" y="86315"/>
                </a:cubicBezTo>
                <a:cubicBezTo>
                  <a:pt x="516578" y="81692"/>
                  <a:pt x="513229" y="77070"/>
                  <a:pt x="509852" y="72447"/>
                </a:cubicBezTo>
                <a:cubicBezTo>
                  <a:pt x="505762" y="66995"/>
                  <a:pt x="501910" y="62758"/>
                  <a:pt x="498296" y="59736"/>
                </a:cubicBezTo>
                <a:cubicBezTo>
                  <a:pt x="495214" y="57187"/>
                  <a:pt x="493673" y="54313"/>
                  <a:pt x="493673" y="51113"/>
                </a:cubicBezTo>
                <a:cubicBezTo>
                  <a:pt x="493673" y="48032"/>
                  <a:pt x="494844" y="45291"/>
                  <a:pt x="497184" y="42891"/>
                </a:cubicBezTo>
                <a:cubicBezTo>
                  <a:pt x="499525" y="40491"/>
                  <a:pt x="502325" y="39290"/>
                  <a:pt x="505585" y="39290"/>
                </a:cubicBezTo>
                <a:cubicBezTo>
                  <a:pt x="509792" y="39290"/>
                  <a:pt x="515600" y="43528"/>
                  <a:pt x="523008" y="52002"/>
                </a:cubicBezTo>
                <a:lnTo>
                  <a:pt x="537230" y="70314"/>
                </a:lnTo>
                <a:cubicBezTo>
                  <a:pt x="542327" y="66036"/>
                  <a:pt x="547394" y="61757"/>
                  <a:pt x="552431" y="57477"/>
                </a:cubicBezTo>
                <a:cubicBezTo>
                  <a:pt x="558713" y="52010"/>
                  <a:pt x="563217" y="47345"/>
                  <a:pt x="565943" y="43482"/>
                </a:cubicBezTo>
                <a:cubicBezTo>
                  <a:pt x="568491" y="39858"/>
                  <a:pt x="571721" y="38046"/>
                  <a:pt x="575632" y="38046"/>
                </a:cubicBezTo>
                <a:cubicBezTo>
                  <a:pt x="578832" y="38046"/>
                  <a:pt x="581691" y="39174"/>
                  <a:pt x="584210" y="41429"/>
                </a:cubicBezTo>
                <a:cubicBezTo>
                  <a:pt x="586729" y="43685"/>
                  <a:pt x="587988" y="46356"/>
                  <a:pt x="587988" y="49444"/>
                </a:cubicBezTo>
                <a:cubicBezTo>
                  <a:pt x="587988" y="53303"/>
                  <a:pt x="584906" y="58231"/>
                  <a:pt x="578743" y="64228"/>
                </a:cubicBezTo>
                <a:close/>
              </a:path>
            </a:pathLst>
          </a:custGeom>
          <a:solidFill xmlns:a="http://schemas.openxmlformats.org/drawingml/2006/main">
            <a:srgbClr val="000000"/>
          </a:solidFill>
          <a:ln xmlns:a="http://schemas.openxmlformats.org/drawingml/2006/main" w="0" cap="flat">
            <a:noFill/>
            <a:miter/>
          </a:ln>
        </p:spPr>
      </p:sp>
      <p:sp>
        <p:nvSpPr>
          <p:cNvPr id="665" name="Vector element">
            <a:extLst xmlns:a="http://schemas.openxmlformats.org/drawingml/2006/main">
              <a:ext uri="{FF2B5EF4-FFF2-40B4-BE49-F238E27FC236}">
                <a16:creationId xmlns:a16="http://schemas.microsoft.com/office/drawing/2014/main" id="{9DF7EE74-6529-4513-91E6-1E957124CA8D}"/>
              </a:ext>
            </a:extLst>
          </p:cNvPr>
          <p:cNvSpPr>
            <a:spLocks xmlns:a="http://schemas.openxmlformats.org/drawingml/2006/main" noGrp="1"/>
          </p:cNvSpPr>
          <p:nvPr/>
        </p:nvSpPr>
        <p:spPr>
          <a:xfrm xmlns:a="http://schemas.openxmlformats.org/drawingml/2006/main">
            <a:off x="4674935" y="3769376"/>
            <a:ext cx="355387" cy="1952634"/>
          </a:xfrm>
          <a:custGeom xmlns:a="http://schemas.openxmlformats.org/drawingml/2006/main">
            <a:pathLst>
              <a:path w="355387" h="1952634">
                <a:moveTo>
                  <a:pt x="213415" y="1627162"/>
                </a:moveTo>
                <a:lnTo>
                  <a:pt x="215243" y="1647321"/>
                </a:lnTo>
                <a:lnTo>
                  <a:pt x="217394" y="1667073"/>
                </a:lnTo>
                <a:lnTo>
                  <a:pt x="219840" y="1686375"/>
                </a:lnTo>
                <a:lnTo>
                  <a:pt x="222581" y="1705212"/>
                </a:lnTo>
                <a:lnTo>
                  <a:pt x="225603" y="1723572"/>
                </a:lnTo>
                <a:lnTo>
                  <a:pt x="228893" y="1741412"/>
                </a:lnTo>
                <a:lnTo>
                  <a:pt x="232464" y="1758717"/>
                </a:lnTo>
                <a:lnTo>
                  <a:pt x="236288" y="1775446"/>
                </a:lnTo>
                <a:lnTo>
                  <a:pt x="240364" y="1791585"/>
                </a:lnTo>
                <a:lnTo>
                  <a:pt x="244680" y="1807119"/>
                </a:lnTo>
                <a:lnTo>
                  <a:pt x="249249" y="1822021"/>
                </a:lnTo>
                <a:lnTo>
                  <a:pt x="254043" y="1836247"/>
                </a:lnTo>
                <a:lnTo>
                  <a:pt x="259076" y="1849785"/>
                </a:lnTo>
                <a:lnTo>
                  <a:pt x="264319" y="1862620"/>
                </a:lnTo>
                <a:lnTo>
                  <a:pt x="269788" y="1874738"/>
                </a:lnTo>
                <a:lnTo>
                  <a:pt x="275481" y="1886083"/>
                </a:lnTo>
                <a:lnTo>
                  <a:pt x="281400" y="1896669"/>
                </a:lnTo>
                <a:lnTo>
                  <a:pt x="287529" y="1906453"/>
                </a:lnTo>
                <a:lnTo>
                  <a:pt x="293911" y="1915408"/>
                </a:lnTo>
                <a:lnTo>
                  <a:pt x="300519" y="1923534"/>
                </a:lnTo>
                <a:lnTo>
                  <a:pt x="307323" y="1930675"/>
                </a:lnTo>
                <a:lnTo>
                  <a:pt x="310936" y="1934035"/>
                </a:lnTo>
                <a:lnTo>
                  <a:pt x="314563" y="1937086"/>
                </a:lnTo>
                <a:lnTo>
                  <a:pt x="318260" y="1939897"/>
                </a:lnTo>
                <a:lnTo>
                  <a:pt x="322042" y="1942456"/>
                </a:lnTo>
                <a:lnTo>
                  <a:pt x="325894" y="1944747"/>
                </a:lnTo>
                <a:lnTo>
                  <a:pt x="329830" y="1946786"/>
                </a:lnTo>
                <a:lnTo>
                  <a:pt x="333850" y="1948529"/>
                </a:lnTo>
                <a:lnTo>
                  <a:pt x="337955" y="1949991"/>
                </a:lnTo>
                <a:lnTo>
                  <a:pt x="342131" y="1951144"/>
                </a:lnTo>
                <a:lnTo>
                  <a:pt x="346362" y="1951973"/>
                </a:lnTo>
                <a:lnTo>
                  <a:pt x="350650" y="1952479"/>
                </a:lnTo>
                <a:lnTo>
                  <a:pt x="354544" y="1952634"/>
                </a:lnTo>
                <a:lnTo>
                  <a:pt x="355387" y="1931575"/>
                </a:lnTo>
                <a:lnTo>
                  <a:pt x="352420" y="1931456"/>
                </a:lnTo>
                <a:lnTo>
                  <a:pt x="349632" y="1931129"/>
                </a:lnTo>
                <a:lnTo>
                  <a:pt x="346955" y="1930604"/>
                </a:lnTo>
                <a:lnTo>
                  <a:pt x="344153" y="1929820"/>
                </a:lnTo>
                <a:lnTo>
                  <a:pt x="341676" y="1928940"/>
                </a:lnTo>
                <a:lnTo>
                  <a:pt x="338865" y="1927710"/>
                </a:lnTo>
                <a:lnTo>
                  <a:pt x="336161" y="1926324"/>
                </a:lnTo>
                <a:lnTo>
                  <a:pt x="333287" y="1924607"/>
                </a:lnTo>
                <a:lnTo>
                  <a:pt x="330506" y="1922717"/>
                </a:lnTo>
                <a:lnTo>
                  <a:pt x="327904" y="1920743"/>
                </a:lnTo>
                <a:lnTo>
                  <a:pt x="325033" y="1918334"/>
                </a:lnTo>
                <a:lnTo>
                  <a:pt x="322189" y="1915714"/>
                </a:lnTo>
                <a:lnTo>
                  <a:pt x="316371" y="1909597"/>
                </a:lnTo>
                <a:lnTo>
                  <a:pt x="310720" y="1902667"/>
                </a:lnTo>
                <a:lnTo>
                  <a:pt x="305058" y="1894710"/>
                </a:lnTo>
                <a:lnTo>
                  <a:pt x="299665" y="1886121"/>
                </a:lnTo>
                <a:lnTo>
                  <a:pt x="294140" y="1876236"/>
                </a:lnTo>
                <a:lnTo>
                  <a:pt x="288851" y="1865700"/>
                </a:lnTo>
                <a:lnTo>
                  <a:pt x="283621" y="1854115"/>
                </a:lnTo>
                <a:lnTo>
                  <a:pt x="283762" y="1854467"/>
                </a:lnTo>
                <a:lnTo>
                  <a:pt x="278731" y="1842145"/>
                </a:lnTo>
                <a:lnTo>
                  <a:pt x="273879" y="1829064"/>
                </a:lnTo>
                <a:lnTo>
                  <a:pt x="273977" y="1829359"/>
                </a:lnTo>
                <a:lnTo>
                  <a:pt x="269282" y="1815413"/>
                </a:lnTo>
                <a:lnTo>
                  <a:pt x="269366" y="1815695"/>
                </a:lnTo>
                <a:lnTo>
                  <a:pt x="264882" y="1801074"/>
                </a:lnTo>
                <a:lnTo>
                  <a:pt x="264966" y="1801341"/>
                </a:lnTo>
                <a:lnTo>
                  <a:pt x="260706" y="1786060"/>
                </a:lnTo>
                <a:lnTo>
                  <a:pt x="260777" y="1786299"/>
                </a:lnTo>
                <a:lnTo>
                  <a:pt x="256806" y="1770598"/>
                </a:lnTo>
                <a:lnTo>
                  <a:pt x="253045" y="1754120"/>
                </a:lnTo>
                <a:lnTo>
                  <a:pt x="253087" y="1754345"/>
                </a:lnTo>
                <a:lnTo>
                  <a:pt x="249604" y="1737417"/>
                </a:lnTo>
                <a:lnTo>
                  <a:pt x="246353" y="1719847"/>
                </a:lnTo>
                <a:lnTo>
                  <a:pt x="246395" y="1720044"/>
                </a:lnTo>
                <a:lnTo>
                  <a:pt x="243401" y="1701895"/>
                </a:lnTo>
                <a:lnTo>
                  <a:pt x="243429" y="1702092"/>
                </a:lnTo>
                <a:lnTo>
                  <a:pt x="240730" y="1683437"/>
                </a:lnTo>
                <a:lnTo>
                  <a:pt x="240744" y="1683633"/>
                </a:lnTo>
                <a:lnTo>
                  <a:pt x="238326" y="1664514"/>
                </a:lnTo>
                <a:lnTo>
                  <a:pt x="238354" y="1664697"/>
                </a:lnTo>
                <a:lnTo>
                  <a:pt x="236217" y="1645128"/>
                </a:lnTo>
                <a:lnTo>
                  <a:pt x="236245" y="1645311"/>
                </a:lnTo>
                <a:lnTo>
                  <a:pt x="234420" y="1625360"/>
                </a:lnTo>
                <a:lnTo>
                  <a:pt x="232914" y="1605147"/>
                </a:lnTo>
                <a:lnTo>
                  <a:pt x="232928" y="1605316"/>
                </a:lnTo>
                <a:lnTo>
                  <a:pt x="231747" y="1584580"/>
                </a:lnTo>
                <a:lnTo>
                  <a:pt x="231747" y="1584763"/>
                </a:lnTo>
                <a:lnTo>
                  <a:pt x="230889" y="1563690"/>
                </a:lnTo>
                <a:lnTo>
                  <a:pt x="230889" y="1563859"/>
                </a:lnTo>
                <a:lnTo>
                  <a:pt x="230369" y="1542477"/>
                </a:lnTo>
                <a:lnTo>
                  <a:pt x="230383" y="1542645"/>
                </a:lnTo>
                <a:lnTo>
                  <a:pt x="230200" y="1520982"/>
                </a:lnTo>
                <a:lnTo>
                  <a:pt x="230200" y="1397313"/>
                </a:lnTo>
                <a:lnTo>
                  <a:pt x="230018" y="1375509"/>
                </a:lnTo>
                <a:lnTo>
                  <a:pt x="229498" y="1353958"/>
                </a:lnTo>
                <a:lnTo>
                  <a:pt x="228626" y="1332717"/>
                </a:lnTo>
                <a:lnTo>
                  <a:pt x="227431" y="1311812"/>
                </a:lnTo>
                <a:lnTo>
                  <a:pt x="225899" y="1291259"/>
                </a:lnTo>
                <a:lnTo>
                  <a:pt x="224071" y="1271100"/>
                </a:lnTo>
                <a:lnTo>
                  <a:pt x="221920" y="1251349"/>
                </a:lnTo>
                <a:lnTo>
                  <a:pt x="219474" y="1232047"/>
                </a:lnTo>
                <a:lnTo>
                  <a:pt x="216733" y="1213209"/>
                </a:lnTo>
                <a:lnTo>
                  <a:pt x="213710" y="1194849"/>
                </a:lnTo>
                <a:lnTo>
                  <a:pt x="210421" y="1177010"/>
                </a:lnTo>
                <a:lnTo>
                  <a:pt x="206850" y="1159704"/>
                </a:lnTo>
                <a:lnTo>
                  <a:pt x="203026" y="1142975"/>
                </a:lnTo>
                <a:lnTo>
                  <a:pt x="198949" y="1126836"/>
                </a:lnTo>
                <a:lnTo>
                  <a:pt x="194634" y="1111302"/>
                </a:lnTo>
                <a:lnTo>
                  <a:pt x="190065" y="1096401"/>
                </a:lnTo>
                <a:lnTo>
                  <a:pt x="185271" y="1082174"/>
                </a:lnTo>
                <a:lnTo>
                  <a:pt x="180238" y="1068636"/>
                </a:lnTo>
                <a:lnTo>
                  <a:pt x="174995" y="1055801"/>
                </a:lnTo>
                <a:lnTo>
                  <a:pt x="169526" y="1043683"/>
                </a:lnTo>
                <a:lnTo>
                  <a:pt x="163832" y="1032338"/>
                </a:lnTo>
                <a:lnTo>
                  <a:pt x="157914" y="1021753"/>
                </a:lnTo>
                <a:lnTo>
                  <a:pt x="151785" y="1011968"/>
                </a:lnTo>
                <a:lnTo>
                  <a:pt x="145402" y="1003013"/>
                </a:lnTo>
                <a:lnTo>
                  <a:pt x="138795" y="994888"/>
                </a:lnTo>
                <a:lnTo>
                  <a:pt x="131991" y="987732"/>
                </a:lnTo>
                <a:lnTo>
                  <a:pt x="128364" y="984386"/>
                </a:lnTo>
                <a:lnTo>
                  <a:pt x="124751" y="981336"/>
                </a:lnTo>
                <a:lnTo>
                  <a:pt x="121054" y="978524"/>
                </a:lnTo>
                <a:lnTo>
                  <a:pt x="117792" y="976317"/>
                </a:lnTo>
                <a:lnTo>
                  <a:pt x="121054" y="974110"/>
                </a:lnTo>
                <a:lnTo>
                  <a:pt x="124751" y="971298"/>
                </a:lnTo>
                <a:lnTo>
                  <a:pt x="128364" y="968248"/>
                </a:lnTo>
                <a:lnTo>
                  <a:pt x="131991" y="964902"/>
                </a:lnTo>
                <a:lnTo>
                  <a:pt x="138795" y="957746"/>
                </a:lnTo>
                <a:lnTo>
                  <a:pt x="145402" y="949621"/>
                </a:lnTo>
                <a:lnTo>
                  <a:pt x="151785" y="940666"/>
                </a:lnTo>
                <a:lnTo>
                  <a:pt x="157914" y="930881"/>
                </a:lnTo>
                <a:lnTo>
                  <a:pt x="163832" y="920296"/>
                </a:lnTo>
                <a:lnTo>
                  <a:pt x="169526" y="908951"/>
                </a:lnTo>
                <a:lnTo>
                  <a:pt x="174995" y="896833"/>
                </a:lnTo>
                <a:lnTo>
                  <a:pt x="180238" y="883998"/>
                </a:lnTo>
                <a:lnTo>
                  <a:pt x="185271" y="870460"/>
                </a:lnTo>
                <a:lnTo>
                  <a:pt x="190065" y="856233"/>
                </a:lnTo>
                <a:lnTo>
                  <a:pt x="194634" y="841332"/>
                </a:lnTo>
                <a:lnTo>
                  <a:pt x="198949" y="825798"/>
                </a:lnTo>
                <a:lnTo>
                  <a:pt x="203026" y="809659"/>
                </a:lnTo>
                <a:lnTo>
                  <a:pt x="206850" y="792930"/>
                </a:lnTo>
                <a:lnTo>
                  <a:pt x="210421" y="775624"/>
                </a:lnTo>
                <a:lnTo>
                  <a:pt x="213710" y="757785"/>
                </a:lnTo>
                <a:lnTo>
                  <a:pt x="216733" y="739425"/>
                </a:lnTo>
                <a:lnTo>
                  <a:pt x="219474" y="720587"/>
                </a:lnTo>
                <a:lnTo>
                  <a:pt x="221920" y="701285"/>
                </a:lnTo>
                <a:lnTo>
                  <a:pt x="224071" y="681534"/>
                </a:lnTo>
                <a:lnTo>
                  <a:pt x="225899" y="661375"/>
                </a:lnTo>
                <a:lnTo>
                  <a:pt x="227431" y="640822"/>
                </a:lnTo>
                <a:lnTo>
                  <a:pt x="228626" y="619918"/>
                </a:lnTo>
                <a:lnTo>
                  <a:pt x="229498" y="598676"/>
                </a:lnTo>
                <a:lnTo>
                  <a:pt x="230018" y="577111"/>
                </a:lnTo>
                <a:lnTo>
                  <a:pt x="230200" y="555321"/>
                </a:lnTo>
                <a:lnTo>
                  <a:pt x="230200" y="431652"/>
                </a:lnTo>
                <a:lnTo>
                  <a:pt x="230383" y="409989"/>
                </a:lnTo>
                <a:lnTo>
                  <a:pt x="230369" y="410157"/>
                </a:lnTo>
                <a:lnTo>
                  <a:pt x="230889" y="388775"/>
                </a:lnTo>
                <a:lnTo>
                  <a:pt x="230889" y="388944"/>
                </a:lnTo>
                <a:lnTo>
                  <a:pt x="231747" y="367871"/>
                </a:lnTo>
                <a:lnTo>
                  <a:pt x="231747" y="368054"/>
                </a:lnTo>
                <a:lnTo>
                  <a:pt x="232928" y="347318"/>
                </a:lnTo>
                <a:lnTo>
                  <a:pt x="232914" y="347487"/>
                </a:lnTo>
                <a:lnTo>
                  <a:pt x="234420" y="327274"/>
                </a:lnTo>
                <a:lnTo>
                  <a:pt x="236245" y="307323"/>
                </a:lnTo>
                <a:lnTo>
                  <a:pt x="236217" y="307506"/>
                </a:lnTo>
                <a:lnTo>
                  <a:pt x="238354" y="287937"/>
                </a:lnTo>
                <a:lnTo>
                  <a:pt x="238326" y="288120"/>
                </a:lnTo>
                <a:lnTo>
                  <a:pt x="240744" y="269001"/>
                </a:lnTo>
                <a:lnTo>
                  <a:pt x="240730" y="269197"/>
                </a:lnTo>
                <a:lnTo>
                  <a:pt x="243429" y="250542"/>
                </a:lnTo>
                <a:lnTo>
                  <a:pt x="243401" y="250739"/>
                </a:lnTo>
                <a:lnTo>
                  <a:pt x="246395" y="232590"/>
                </a:lnTo>
                <a:lnTo>
                  <a:pt x="246353" y="232787"/>
                </a:lnTo>
                <a:lnTo>
                  <a:pt x="249604" y="215217"/>
                </a:lnTo>
                <a:lnTo>
                  <a:pt x="253087" y="198289"/>
                </a:lnTo>
                <a:lnTo>
                  <a:pt x="253045" y="198514"/>
                </a:lnTo>
                <a:lnTo>
                  <a:pt x="256806" y="182036"/>
                </a:lnTo>
                <a:lnTo>
                  <a:pt x="260777" y="166335"/>
                </a:lnTo>
                <a:lnTo>
                  <a:pt x="260706" y="166574"/>
                </a:lnTo>
                <a:lnTo>
                  <a:pt x="264966" y="151293"/>
                </a:lnTo>
                <a:lnTo>
                  <a:pt x="264882" y="151560"/>
                </a:lnTo>
                <a:lnTo>
                  <a:pt x="269366" y="136939"/>
                </a:lnTo>
                <a:lnTo>
                  <a:pt x="269282" y="137221"/>
                </a:lnTo>
                <a:lnTo>
                  <a:pt x="273977" y="123275"/>
                </a:lnTo>
                <a:lnTo>
                  <a:pt x="273879" y="123570"/>
                </a:lnTo>
                <a:lnTo>
                  <a:pt x="278731" y="110489"/>
                </a:lnTo>
                <a:lnTo>
                  <a:pt x="283762" y="98167"/>
                </a:lnTo>
                <a:lnTo>
                  <a:pt x="283621" y="98519"/>
                </a:lnTo>
                <a:lnTo>
                  <a:pt x="288851" y="86934"/>
                </a:lnTo>
                <a:lnTo>
                  <a:pt x="294140" y="76398"/>
                </a:lnTo>
                <a:lnTo>
                  <a:pt x="299665" y="66513"/>
                </a:lnTo>
                <a:lnTo>
                  <a:pt x="305058" y="57924"/>
                </a:lnTo>
                <a:lnTo>
                  <a:pt x="310720" y="49967"/>
                </a:lnTo>
                <a:lnTo>
                  <a:pt x="316371" y="43037"/>
                </a:lnTo>
                <a:lnTo>
                  <a:pt x="322189" y="36920"/>
                </a:lnTo>
                <a:lnTo>
                  <a:pt x="325033" y="34300"/>
                </a:lnTo>
                <a:lnTo>
                  <a:pt x="327904" y="31891"/>
                </a:lnTo>
                <a:lnTo>
                  <a:pt x="330506" y="29917"/>
                </a:lnTo>
                <a:lnTo>
                  <a:pt x="333287" y="28027"/>
                </a:lnTo>
                <a:lnTo>
                  <a:pt x="336161" y="26310"/>
                </a:lnTo>
                <a:lnTo>
                  <a:pt x="338865" y="24924"/>
                </a:lnTo>
                <a:lnTo>
                  <a:pt x="341676" y="23694"/>
                </a:lnTo>
                <a:lnTo>
                  <a:pt x="344153" y="22814"/>
                </a:lnTo>
                <a:lnTo>
                  <a:pt x="346955" y="22030"/>
                </a:lnTo>
                <a:lnTo>
                  <a:pt x="349632" y="21505"/>
                </a:lnTo>
                <a:lnTo>
                  <a:pt x="352420" y="21178"/>
                </a:lnTo>
                <a:lnTo>
                  <a:pt x="355387" y="21059"/>
                </a:lnTo>
                <a:lnTo>
                  <a:pt x="354544" y="0"/>
                </a:lnTo>
                <a:lnTo>
                  <a:pt x="350650" y="155"/>
                </a:lnTo>
                <a:lnTo>
                  <a:pt x="346362" y="661"/>
                </a:lnTo>
                <a:lnTo>
                  <a:pt x="342131" y="1490"/>
                </a:lnTo>
                <a:lnTo>
                  <a:pt x="337955" y="2643"/>
                </a:lnTo>
                <a:lnTo>
                  <a:pt x="333850" y="4105"/>
                </a:lnTo>
                <a:lnTo>
                  <a:pt x="329830" y="5848"/>
                </a:lnTo>
                <a:lnTo>
                  <a:pt x="325894" y="7887"/>
                </a:lnTo>
                <a:lnTo>
                  <a:pt x="322042" y="10178"/>
                </a:lnTo>
                <a:lnTo>
                  <a:pt x="318260" y="12737"/>
                </a:lnTo>
                <a:lnTo>
                  <a:pt x="314563" y="15548"/>
                </a:lnTo>
                <a:lnTo>
                  <a:pt x="310936" y="18599"/>
                </a:lnTo>
                <a:lnTo>
                  <a:pt x="307323" y="21945"/>
                </a:lnTo>
                <a:lnTo>
                  <a:pt x="300519" y="29100"/>
                </a:lnTo>
                <a:lnTo>
                  <a:pt x="293911" y="37226"/>
                </a:lnTo>
                <a:lnTo>
                  <a:pt x="287529" y="46181"/>
                </a:lnTo>
                <a:lnTo>
                  <a:pt x="281400" y="55965"/>
                </a:lnTo>
                <a:lnTo>
                  <a:pt x="275481" y="66551"/>
                </a:lnTo>
                <a:lnTo>
                  <a:pt x="269788" y="77896"/>
                </a:lnTo>
                <a:lnTo>
                  <a:pt x="264319" y="90014"/>
                </a:lnTo>
                <a:lnTo>
                  <a:pt x="259076" y="102849"/>
                </a:lnTo>
                <a:lnTo>
                  <a:pt x="254043" y="116387"/>
                </a:lnTo>
                <a:lnTo>
                  <a:pt x="249249" y="130613"/>
                </a:lnTo>
                <a:lnTo>
                  <a:pt x="244680" y="145515"/>
                </a:lnTo>
                <a:lnTo>
                  <a:pt x="240364" y="161049"/>
                </a:lnTo>
                <a:lnTo>
                  <a:pt x="236288" y="177188"/>
                </a:lnTo>
                <a:lnTo>
                  <a:pt x="232464" y="193917"/>
                </a:lnTo>
                <a:lnTo>
                  <a:pt x="228893" y="211222"/>
                </a:lnTo>
                <a:lnTo>
                  <a:pt x="225603" y="229062"/>
                </a:lnTo>
                <a:lnTo>
                  <a:pt x="222581" y="247422"/>
                </a:lnTo>
                <a:lnTo>
                  <a:pt x="219840" y="266259"/>
                </a:lnTo>
                <a:lnTo>
                  <a:pt x="217394" y="285561"/>
                </a:lnTo>
                <a:lnTo>
                  <a:pt x="215243" y="305313"/>
                </a:lnTo>
                <a:lnTo>
                  <a:pt x="213415" y="325472"/>
                </a:lnTo>
                <a:lnTo>
                  <a:pt x="211883" y="346025"/>
                </a:lnTo>
                <a:lnTo>
                  <a:pt x="210688" y="366929"/>
                </a:lnTo>
                <a:lnTo>
                  <a:pt x="209816" y="388171"/>
                </a:lnTo>
                <a:lnTo>
                  <a:pt x="209296" y="409722"/>
                </a:lnTo>
                <a:lnTo>
                  <a:pt x="209113" y="431526"/>
                </a:lnTo>
                <a:lnTo>
                  <a:pt x="209113" y="555194"/>
                </a:lnTo>
                <a:lnTo>
                  <a:pt x="208931" y="576858"/>
                </a:lnTo>
                <a:lnTo>
                  <a:pt x="208945" y="576689"/>
                </a:lnTo>
                <a:lnTo>
                  <a:pt x="208425" y="598071"/>
                </a:lnTo>
                <a:lnTo>
                  <a:pt x="208425" y="597903"/>
                </a:lnTo>
                <a:lnTo>
                  <a:pt x="207567" y="618976"/>
                </a:lnTo>
                <a:lnTo>
                  <a:pt x="207567" y="618793"/>
                </a:lnTo>
                <a:lnTo>
                  <a:pt x="206386" y="639528"/>
                </a:lnTo>
                <a:lnTo>
                  <a:pt x="206400" y="639360"/>
                </a:lnTo>
                <a:lnTo>
                  <a:pt x="204894" y="659573"/>
                </a:lnTo>
                <a:lnTo>
                  <a:pt x="203068" y="679524"/>
                </a:lnTo>
                <a:lnTo>
                  <a:pt x="203097" y="679341"/>
                </a:lnTo>
                <a:lnTo>
                  <a:pt x="200960" y="698910"/>
                </a:lnTo>
                <a:lnTo>
                  <a:pt x="200988" y="698727"/>
                </a:lnTo>
                <a:lnTo>
                  <a:pt x="198570" y="717846"/>
                </a:lnTo>
                <a:lnTo>
                  <a:pt x="198584" y="717649"/>
                </a:lnTo>
                <a:lnTo>
                  <a:pt x="195885" y="736304"/>
                </a:lnTo>
                <a:lnTo>
                  <a:pt x="195913" y="736107"/>
                </a:lnTo>
                <a:lnTo>
                  <a:pt x="192919" y="754256"/>
                </a:lnTo>
                <a:lnTo>
                  <a:pt x="192961" y="754059"/>
                </a:lnTo>
                <a:lnTo>
                  <a:pt x="189710" y="771630"/>
                </a:lnTo>
                <a:lnTo>
                  <a:pt x="186227" y="788558"/>
                </a:lnTo>
                <a:lnTo>
                  <a:pt x="186269" y="788333"/>
                </a:lnTo>
                <a:lnTo>
                  <a:pt x="182540" y="804682"/>
                </a:lnTo>
                <a:lnTo>
                  <a:pt x="178537" y="820512"/>
                </a:lnTo>
                <a:lnTo>
                  <a:pt x="178607" y="820273"/>
                </a:lnTo>
                <a:lnTo>
                  <a:pt x="174348" y="835554"/>
                </a:lnTo>
                <a:lnTo>
                  <a:pt x="174418" y="835287"/>
                </a:lnTo>
                <a:lnTo>
                  <a:pt x="169948" y="849907"/>
                </a:lnTo>
                <a:lnTo>
                  <a:pt x="170032" y="849626"/>
                </a:lnTo>
                <a:lnTo>
                  <a:pt x="165337" y="863572"/>
                </a:lnTo>
                <a:lnTo>
                  <a:pt x="165435" y="863276"/>
                </a:lnTo>
                <a:lnTo>
                  <a:pt x="160583" y="876358"/>
                </a:lnTo>
                <a:lnTo>
                  <a:pt x="155552" y="888679"/>
                </a:lnTo>
                <a:lnTo>
                  <a:pt x="155693" y="888328"/>
                </a:lnTo>
                <a:lnTo>
                  <a:pt x="150462" y="899912"/>
                </a:lnTo>
                <a:lnTo>
                  <a:pt x="145174" y="910448"/>
                </a:lnTo>
                <a:lnTo>
                  <a:pt x="139649" y="920333"/>
                </a:lnTo>
                <a:lnTo>
                  <a:pt x="134256" y="928923"/>
                </a:lnTo>
                <a:lnTo>
                  <a:pt x="128594" y="936879"/>
                </a:lnTo>
                <a:lnTo>
                  <a:pt x="122943" y="943810"/>
                </a:lnTo>
                <a:lnTo>
                  <a:pt x="117125" y="949927"/>
                </a:lnTo>
                <a:lnTo>
                  <a:pt x="114281" y="952547"/>
                </a:lnTo>
                <a:lnTo>
                  <a:pt x="111410" y="954956"/>
                </a:lnTo>
                <a:lnTo>
                  <a:pt x="108808" y="956929"/>
                </a:lnTo>
                <a:lnTo>
                  <a:pt x="106027" y="958819"/>
                </a:lnTo>
                <a:lnTo>
                  <a:pt x="103153" y="960536"/>
                </a:lnTo>
                <a:lnTo>
                  <a:pt x="100449" y="961922"/>
                </a:lnTo>
                <a:lnTo>
                  <a:pt x="97638" y="963152"/>
                </a:lnTo>
                <a:lnTo>
                  <a:pt x="95161" y="964033"/>
                </a:lnTo>
                <a:lnTo>
                  <a:pt x="92359" y="964817"/>
                </a:lnTo>
                <a:lnTo>
                  <a:pt x="89682" y="965341"/>
                </a:lnTo>
                <a:lnTo>
                  <a:pt x="86899" y="965668"/>
                </a:lnTo>
                <a:lnTo>
                  <a:pt x="0" y="969091"/>
                </a:lnTo>
                <a:lnTo>
                  <a:pt x="0" y="983543"/>
                </a:lnTo>
                <a:lnTo>
                  <a:pt x="86899" y="986966"/>
                </a:lnTo>
                <a:lnTo>
                  <a:pt x="89682" y="987293"/>
                </a:lnTo>
                <a:lnTo>
                  <a:pt x="92359" y="987817"/>
                </a:lnTo>
                <a:lnTo>
                  <a:pt x="95161" y="988601"/>
                </a:lnTo>
                <a:lnTo>
                  <a:pt x="97638" y="989482"/>
                </a:lnTo>
                <a:lnTo>
                  <a:pt x="100449" y="990712"/>
                </a:lnTo>
                <a:lnTo>
                  <a:pt x="103153" y="992098"/>
                </a:lnTo>
                <a:lnTo>
                  <a:pt x="106027" y="993815"/>
                </a:lnTo>
                <a:lnTo>
                  <a:pt x="108808" y="995705"/>
                </a:lnTo>
                <a:lnTo>
                  <a:pt x="111410" y="997678"/>
                </a:lnTo>
                <a:lnTo>
                  <a:pt x="114281" y="1000087"/>
                </a:lnTo>
                <a:lnTo>
                  <a:pt x="117125" y="1002707"/>
                </a:lnTo>
                <a:lnTo>
                  <a:pt x="122943" y="1008824"/>
                </a:lnTo>
                <a:lnTo>
                  <a:pt x="128594" y="1015755"/>
                </a:lnTo>
                <a:lnTo>
                  <a:pt x="134256" y="1023711"/>
                </a:lnTo>
                <a:lnTo>
                  <a:pt x="139649" y="1032301"/>
                </a:lnTo>
                <a:lnTo>
                  <a:pt x="145174" y="1042186"/>
                </a:lnTo>
                <a:lnTo>
                  <a:pt x="150462" y="1052722"/>
                </a:lnTo>
                <a:lnTo>
                  <a:pt x="155693" y="1064306"/>
                </a:lnTo>
                <a:lnTo>
                  <a:pt x="155552" y="1063955"/>
                </a:lnTo>
                <a:lnTo>
                  <a:pt x="160583" y="1076276"/>
                </a:lnTo>
                <a:lnTo>
                  <a:pt x="165435" y="1089358"/>
                </a:lnTo>
                <a:lnTo>
                  <a:pt x="165337" y="1089063"/>
                </a:lnTo>
                <a:lnTo>
                  <a:pt x="170032" y="1103008"/>
                </a:lnTo>
                <a:lnTo>
                  <a:pt x="169948" y="1102727"/>
                </a:lnTo>
                <a:lnTo>
                  <a:pt x="174418" y="1117347"/>
                </a:lnTo>
                <a:lnTo>
                  <a:pt x="174348" y="1117080"/>
                </a:lnTo>
                <a:lnTo>
                  <a:pt x="178607" y="1132361"/>
                </a:lnTo>
                <a:lnTo>
                  <a:pt x="178537" y="1132122"/>
                </a:lnTo>
                <a:lnTo>
                  <a:pt x="182540" y="1147952"/>
                </a:lnTo>
                <a:lnTo>
                  <a:pt x="186269" y="1164301"/>
                </a:lnTo>
                <a:lnTo>
                  <a:pt x="186227" y="1164076"/>
                </a:lnTo>
                <a:lnTo>
                  <a:pt x="189710" y="1181004"/>
                </a:lnTo>
                <a:lnTo>
                  <a:pt x="192961" y="1198575"/>
                </a:lnTo>
                <a:lnTo>
                  <a:pt x="192919" y="1198378"/>
                </a:lnTo>
                <a:lnTo>
                  <a:pt x="195913" y="1216527"/>
                </a:lnTo>
                <a:lnTo>
                  <a:pt x="195885" y="1216330"/>
                </a:lnTo>
                <a:lnTo>
                  <a:pt x="198584" y="1234985"/>
                </a:lnTo>
                <a:lnTo>
                  <a:pt x="198570" y="1234788"/>
                </a:lnTo>
                <a:lnTo>
                  <a:pt x="200988" y="1253907"/>
                </a:lnTo>
                <a:lnTo>
                  <a:pt x="200960" y="1253724"/>
                </a:lnTo>
                <a:lnTo>
                  <a:pt x="203097" y="1273293"/>
                </a:lnTo>
                <a:lnTo>
                  <a:pt x="203068" y="1273110"/>
                </a:lnTo>
                <a:lnTo>
                  <a:pt x="204894" y="1293061"/>
                </a:lnTo>
                <a:lnTo>
                  <a:pt x="206400" y="1313274"/>
                </a:lnTo>
                <a:lnTo>
                  <a:pt x="206386" y="1313106"/>
                </a:lnTo>
                <a:lnTo>
                  <a:pt x="207567" y="1333841"/>
                </a:lnTo>
                <a:lnTo>
                  <a:pt x="207567" y="1333658"/>
                </a:lnTo>
                <a:lnTo>
                  <a:pt x="208425" y="1354731"/>
                </a:lnTo>
                <a:lnTo>
                  <a:pt x="208425" y="1354563"/>
                </a:lnTo>
                <a:lnTo>
                  <a:pt x="208945" y="1375945"/>
                </a:lnTo>
                <a:lnTo>
                  <a:pt x="208931" y="1375776"/>
                </a:lnTo>
                <a:lnTo>
                  <a:pt x="209113" y="1397440"/>
                </a:lnTo>
                <a:lnTo>
                  <a:pt x="209113" y="1521108"/>
                </a:lnTo>
                <a:lnTo>
                  <a:pt x="209296" y="1542912"/>
                </a:lnTo>
                <a:lnTo>
                  <a:pt x="209816" y="1564463"/>
                </a:lnTo>
                <a:lnTo>
                  <a:pt x="210688" y="1585705"/>
                </a:lnTo>
                <a:lnTo>
                  <a:pt x="211883" y="1606609"/>
                </a:lnTo>
                <a:lnTo>
                  <a:pt x="213415" y="1627162"/>
                </a:lnTo>
                <a:close/>
              </a:path>
            </a:pathLst>
          </a:custGeom>
          <a:solidFill xmlns:a="http://schemas.openxmlformats.org/drawingml/2006/main">
            <a:srgbClr val="000000"/>
          </a:solidFill>
          <a:ln xmlns:a="http://schemas.openxmlformats.org/drawingml/2006/main" w="0" cap="flat">
            <a:noFill/>
            <a:miter/>
          </a:ln>
        </p:spPr>
      </p:sp>
      <p:sp>
        <p:nvSpPr>
          <p:cNvPr id="666" name="R5|502">
            <a:extLst xmlns:a="http://schemas.openxmlformats.org/drawingml/2006/main">
              <a:ext uri="{FF2B5EF4-FFF2-40B4-BE49-F238E27FC236}">
                <a16:creationId xmlns:a16="http://schemas.microsoft.com/office/drawing/2014/main" id="{C2C0D62A-DB6F-49E2-AD89-6E1E545766FE}"/>
              </a:ext>
            </a:extLst>
          </p:cNvPr>
          <p:cNvSpPr>
            <a:spLocks xmlns:a="http://schemas.openxmlformats.org/drawingml/2006/main" noGrp="1"/>
          </p:cNvSpPr>
          <p:nvPr/>
        </p:nvSpPr>
        <p:spPr>
          <a:xfrm xmlns:a="http://schemas.openxmlformats.org/drawingml/2006/main">
            <a:off x="5256439" y="3576240"/>
            <a:ext cx="134050" cy="132078"/>
          </a:xfrm>
          <a:prstGeom xmlns:a="http://schemas.openxmlformats.org/drawingml/2006/main" prst="rect">
            <a:avLst/>
          </a:prstGeom>
          <a:solidFill xmlns:a="http://schemas.openxmlformats.org/drawingml/2006/main">
            <a:srgbClr val="6698BD"/>
          </a:solidFill>
          <a:ln xmlns:a="http://schemas.openxmlformats.org/drawingml/2006/main" w="6934">
            <a:solidFill>
              <a:srgbClr val="212121"/>
            </a:solidFill>
          </a:ln>
        </p:spPr>
      </p:sp>
      <p:sp>
        <p:nvSpPr>
          <p:cNvPr id="667" name="R5|503">
            <a:extLst xmlns:a="http://schemas.openxmlformats.org/drawingml/2006/main">
              <a:ext uri="{FF2B5EF4-FFF2-40B4-BE49-F238E27FC236}">
                <a16:creationId xmlns:a16="http://schemas.microsoft.com/office/drawing/2014/main" id="{746D6CD0-21C5-4E83-B0F1-9ADA2AEC558E}"/>
              </a:ext>
            </a:extLst>
          </p:cNvPr>
          <p:cNvSpPr>
            <a:spLocks xmlns:a="http://schemas.openxmlformats.org/drawingml/2006/main" noGrp="1"/>
          </p:cNvSpPr>
          <p:nvPr/>
        </p:nvSpPr>
        <p:spPr>
          <a:xfrm xmlns:a="http://schemas.openxmlformats.org/drawingml/2006/main">
            <a:off x="5390489" y="3576240"/>
            <a:ext cx="134050" cy="132078"/>
          </a:xfrm>
          <a:prstGeom xmlns:a="http://schemas.openxmlformats.org/drawingml/2006/main" prst="rect">
            <a:avLst/>
          </a:prstGeom>
          <a:solidFill xmlns:a="http://schemas.openxmlformats.org/drawingml/2006/main">
            <a:srgbClr val="F8CDAB"/>
          </a:solidFill>
          <a:ln xmlns:a="http://schemas.openxmlformats.org/drawingml/2006/main" w="6934">
            <a:solidFill>
              <a:srgbClr val="212121"/>
            </a:solidFill>
          </a:ln>
        </p:spPr>
      </p:sp>
      <p:sp>
        <p:nvSpPr>
          <p:cNvPr id="668" name="R5|504">
            <a:extLst xmlns:a="http://schemas.openxmlformats.org/drawingml/2006/main">
              <a:ext uri="{FF2B5EF4-FFF2-40B4-BE49-F238E27FC236}">
                <a16:creationId xmlns:a16="http://schemas.microsoft.com/office/drawing/2014/main" id="{22917C43-2EAA-44D7-A739-6FC953D8E81B}"/>
              </a:ext>
            </a:extLst>
          </p:cNvPr>
          <p:cNvSpPr>
            <a:spLocks xmlns:a="http://schemas.openxmlformats.org/drawingml/2006/main" noGrp="1"/>
          </p:cNvSpPr>
          <p:nvPr/>
        </p:nvSpPr>
        <p:spPr>
          <a:xfrm xmlns:a="http://schemas.openxmlformats.org/drawingml/2006/main">
            <a:off x="5524539" y="3576240"/>
            <a:ext cx="134050" cy="132078"/>
          </a:xfrm>
          <a:prstGeom xmlns:a="http://schemas.openxmlformats.org/drawingml/2006/main" prst="rect">
            <a:avLst/>
          </a:prstGeom>
          <a:solidFill xmlns:a="http://schemas.openxmlformats.org/drawingml/2006/main">
            <a:srgbClr val="FFE593"/>
          </a:solidFill>
          <a:ln xmlns:a="http://schemas.openxmlformats.org/drawingml/2006/main" w="6934">
            <a:solidFill>
              <a:srgbClr val="212121"/>
            </a:solidFill>
          </a:ln>
        </p:spPr>
      </p:sp>
      <p:sp>
        <p:nvSpPr>
          <p:cNvPr id="669" name="R5|505">
            <a:extLst xmlns:a="http://schemas.openxmlformats.org/drawingml/2006/main">
              <a:ext uri="{FF2B5EF4-FFF2-40B4-BE49-F238E27FC236}">
                <a16:creationId xmlns:a16="http://schemas.microsoft.com/office/drawing/2014/main" id="{7E2ECE5E-BB03-4D7E-82A0-FD5C38557C98}"/>
              </a:ext>
            </a:extLst>
          </p:cNvPr>
          <p:cNvSpPr>
            <a:spLocks xmlns:a="http://schemas.openxmlformats.org/drawingml/2006/main" noGrp="1"/>
          </p:cNvSpPr>
          <p:nvPr/>
        </p:nvSpPr>
        <p:spPr>
          <a:xfrm xmlns:a="http://schemas.openxmlformats.org/drawingml/2006/main">
            <a:off x="5658589" y="3576240"/>
            <a:ext cx="134050" cy="132078"/>
          </a:xfrm>
          <a:prstGeom xmlns:a="http://schemas.openxmlformats.org/drawingml/2006/main" prst="rect">
            <a:avLst/>
          </a:prstGeom>
          <a:solidFill xmlns:a="http://schemas.openxmlformats.org/drawingml/2006/main">
            <a:srgbClr val="D4F4F3"/>
          </a:solidFill>
          <a:ln xmlns:a="http://schemas.openxmlformats.org/drawingml/2006/main" w="6934">
            <a:solidFill>
              <a:srgbClr val="212121"/>
            </a:solidFill>
          </a:ln>
        </p:spPr>
      </p:sp>
      <p:sp>
        <p:nvSpPr>
          <p:cNvPr id="670" name="R5|506">
            <a:extLst xmlns:a="http://schemas.openxmlformats.org/drawingml/2006/main">
              <a:ext uri="{FF2B5EF4-FFF2-40B4-BE49-F238E27FC236}">
                <a16:creationId xmlns:a16="http://schemas.microsoft.com/office/drawing/2014/main" id="{B5ABD3F5-62BC-463B-9AE5-2ECE00AE7848}"/>
              </a:ext>
            </a:extLst>
          </p:cNvPr>
          <p:cNvSpPr>
            <a:spLocks xmlns:a="http://schemas.openxmlformats.org/drawingml/2006/main" noGrp="1"/>
          </p:cNvSpPr>
          <p:nvPr/>
        </p:nvSpPr>
        <p:spPr>
          <a:xfrm xmlns:a="http://schemas.openxmlformats.org/drawingml/2006/main">
            <a:off x="5792639" y="3576240"/>
            <a:ext cx="134050" cy="132078"/>
          </a:xfrm>
          <a:prstGeom xmlns:a="http://schemas.openxmlformats.org/drawingml/2006/main" prst="rect">
            <a:avLst/>
          </a:prstGeom>
          <a:solidFill xmlns:a="http://schemas.openxmlformats.org/drawingml/2006/main">
            <a:srgbClr val="AFABAA"/>
          </a:solidFill>
          <a:ln xmlns:a="http://schemas.openxmlformats.org/drawingml/2006/main" w="6934">
            <a:solidFill>
              <a:srgbClr val="212121"/>
            </a:solidFill>
          </a:ln>
        </p:spPr>
      </p:sp>
      <p:sp>
        <p:nvSpPr>
          <p:cNvPr id="671" name="R5|507">
            <a:extLst xmlns:a="http://schemas.openxmlformats.org/drawingml/2006/main">
              <a:ext uri="{FF2B5EF4-FFF2-40B4-BE49-F238E27FC236}">
                <a16:creationId xmlns:a16="http://schemas.microsoft.com/office/drawing/2014/main" id="{5FC33781-4DA6-4CB5-8911-492EC2440F13}"/>
              </a:ext>
            </a:extLst>
          </p:cNvPr>
          <p:cNvSpPr>
            <a:spLocks xmlns:a="http://schemas.openxmlformats.org/drawingml/2006/main" noGrp="1"/>
          </p:cNvSpPr>
          <p:nvPr/>
        </p:nvSpPr>
        <p:spPr>
          <a:xfrm xmlns:a="http://schemas.openxmlformats.org/drawingml/2006/main">
            <a:off x="5256439" y="3708318"/>
            <a:ext cx="134050" cy="132078"/>
          </a:xfrm>
          <a:prstGeom xmlns:a="http://schemas.openxmlformats.org/drawingml/2006/main" prst="rect">
            <a:avLst/>
          </a:prstGeom>
          <a:solidFill xmlns:a="http://schemas.openxmlformats.org/drawingml/2006/main">
            <a:srgbClr val="FEF2CA"/>
          </a:solidFill>
          <a:ln xmlns:a="http://schemas.openxmlformats.org/drawingml/2006/main" w="6934">
            <a:solidFill>
              <a:srgbClr val="212121"/>
            </a:solidFill>
          </a:ln>
        </p:spPr>
      </p:sp>
      <p:sp>
        <p:nvSpPr>
          <p:cNvPr id="672" name="R5|508">
            <a:extLst xmlns:a="http://schemas.openxmlformats.org/drawingml/2006/main">
              <a:ext uri="{FF2B5EF4-FFF2-40B4-BE49-F238E27FC236}">
                <a16:creationId xmlns:a16="http://schemas.microsoft.com/office/drawing/2014/main" id="{4688DEBE-6F28-476E-868E-0EE3C106C339}"/>
              </a:ext>
            </a:extLst>
          </p:cNvPr>
          <p:cNvSpPr>
            <a:spLocks xmlns:a="http://schemas.openxmlformats.org/drawingml/2006/main" noGrp="1"/>
          </p:cNvSpPr>
          <p:nvPr/>
        </p:nvSpPr>
        <p:spPr>
          <a:xfrm xmlns:a="http://schemas.openxmlformats.org/drawingml/2006/main">
            <a:off x="5390489" y="3708318"/>
            <a:ext cx="134050" cy="132078"/>
          </a:xfrm>
          <a:prstGeom xmlns:a="http://schemas.openxmlformats.org/drawingml/2006/main" prst="rect">
            <a:avLst/>
          </a:prstGeom>
          <a:solidFill xmlns:a="http://schemas.openxmlformats.org/drawingml/2006/main">
            <a:srgbClr val="6A97B8"/>
          </a:solidFill>
          <a:ln xmlns:a="http://schemas.openxmlformats.org/drawingml/2006/main" w="6934">
            <a:solidFill>
              <a:srgbClr val="212121"/>
            </a:solidFill>
          </a:ln>
        </p:spPr>
      </p:sp>
      <p:sp>
        <p:nvSpPr>
          <p:cNvPr id="673" name="R5|509">
            <a:extLst xmlns:a="http://schemas.openxmlformats.org/drawingml/2006/main">
              <a:ext uri="{FF2B5EF4-FFF2-40B4-BE49-F238E27FC236}">
                <a16:creationId xmlns:a16="http://schemas.microsoft.com/office/drawing/2014/main" id="{691708F6-AF55-4A37-92D5-F850F3F9A68B}"/>
              </a:ext>
            </a:extLst>
          </p:cNvPr>
          <p:cNvSpPr>
            <a:spLocks xmlns:a="http://schemas.openxmlformats.org/drawingml/2006/main" noGrp="1"/>
          </p:cNvSpPr>
          <p:nvPr/>
        </p:nvSpPr>
        <p:spPr>
          <a:xfrm xmlns:a="http://schemas.openxmlformats.org/drawingml/2006/main">
            <a:off x="5524539" y="3708318"/>
            <a:ext cx="134050" cy="132078"/>
          </a:xfrm>
          <a:prstGeom xmlns:a="http://schemas.openxmlformats.org/drawingml/2006/main" prst="rect">
            <a:avLst/>
          </a:prstGeom>
          <a:solidFill xmlns:a="http://schemas.openxmlformats.org/drawingml/2006/main">
            <a:srgbClr val="6298C2"/>
          </a:solidFill>
          <a:ln xmlns:a="http://schemas.openxmlformats.org/drawingml/2006/main" w="6934">
            <a:solidFill>
              <a:srgbClr val="212121"/>
            </a:solidFill>
          </a:ln>
        </p:spPr>
      </p:sp>
      <p:sp>
        <p:nvSpPr>
          <p:cNvPr id="674" name="R5|510">
            <a:extLst xmlns:a="http://schemas.openxmlformats.org/drawingml/2006/main">
              <a:ext uri="{FF2B5EF4-FFF2-40B4-BE49-F238E27FC236}">
                <a16:creationId xmlns:a16="http://schemas.microsoft.com/office/drawing/2014/main" id="{FFA5C3D1-DD6A-4BFB-A45F-731576B7BE89}"/>
              </a:ext>
            </a:extLst>
          </p:cNvPr>
          <p:cNvSpPr>
            <a:spLocks xmlns:a="http://schemas.openxmlformats.org/drawingml/2006/main" noGrp="1"/>
          </p:cNvSpPr>
          <p:nvPr/>
        </p:nvSpPr>
        <p:spPr>
          <a:xfrm xmlns:a="http://schemas.openxmlformats.org/drawingml/2006/main">
            <a:off x="5658589" y="3708318"/>
            <a:ext cx="134050" cy="132078"/>
          </a:xfrm>
          <a:prstGeom xmlns:a="http://schemas.openxmlformats.org/drawingml/2006/main" prst="rect">
            <a:avLst/>
          </a:prstGeom>
          <a:solidFill xmlns:a="http://schemas.openxmlformats.org/drawingml/2006/main">
            <a:srgbClr val="8AC8F3"/>
          </a:solidFill>
          <a:ln xmlns:a="http://schemas.openxmlformats.org/drawingml/2006/main" w="6934">
            <a:solidFill>
              <a:srgbClr val="212121"/>
            </a:solidFill>
          </a:ln>
        </p:spPr>
      </p:sp>
      <p:sp>
        <p:nvSpPr>
          <p:cNvPr id="675" name="R5|511">
            <a:extLst xmlns:a="http://schemas.openxmlformats.org/drawingml/2006/main">
              <a:ext uri="{FF2B5EF4-FFF2-40B4-BE49-F238E27FC236}">
                <a16:creationId xmlns:a16="http://schemas.microsoft.com/office/drawing/2014/main" id="{9795E8D8-7E97-469D-8890-DDB4C71A2D30}"/>
              </a:ext>
            </a:extLst>
          </p:cNvPr>
          <p:cNvSpPr>
            <a:spLocks xmlns:a="http://schemas.openxmlformats.org/drawingml/2006/main" noGrp="1"/>
          </p:cNvSpPr>
          <p:nvPr/>
        </p:nvSpPr>
        <p:spPr>
          <a:xfrm xmlns:a="http://schemas.openxmlformats.org/drawingml/2006/main">
            <a:off x="5792639" y="3708318"/>
            <a:ext cx="134050" cy="132078"/>
          </a:xfrm>
          <a:prstGeom xmlns:a="http://schemas.openxmlformats.org/drawingml/2006/main" prst="rect">
            <a:avLst/>
          </a:prstGeom>
          <a:solidFill xmlns:a="http://schemas.openxmlformats.org/drawingml/2006/main">
            <a:srgbClr val="D4F4F1"/>
          </a:solidFill>
          <a:ln xmlns:a="http://schemas.openxmlformats.org/drawingml/2006/main" w="6934">
            <a:solidFill>
              <a:srgbClr val="212121"/>
            </a:solidFill>
          </a:ln>
        </p:spPr>
      </p:sp>
      <p:sp>
        <p:nvSpPr>
          <p:cNvPr id="676" name="R5|512">
            <a:extLst xmlns:a="http://schemas.openxmlformats.org/drawingml/2006/main">
              <a:ext uri="{FF2B5EF4-FFF2-40B4-BE49-F238E27FC236}">
                <a16:creationId xmlns:a16="http://schemas.microsoft.com/office/drawing/2014/main" id="{50186E80-A06F-4A40-BF86-269147F2D806}"/>
              </a:ext>
            </a:extLst>
          </p:cNvPr>
          <p:cNvSpPr>
            <a:spLocks xmlns:a="http://schemas.openxmlformats.org/drawingml/2006/main" noGrp="1"/>
          </p:cNvSpPr>
          <p:nvPr/>
        </p:nvSpPr>
        <p:spPr>
          <a:xfrm xmlns:a="http://schemas.openxmlformats.org/drawingml/2006/main">
            <a:off x="5256439" y="3840396"/>
            <a:ext cx="134050" cy="132078"/>
          </a:xfrm>
          <a:prstGeom xmlns:a="http://schemas.openxmlformats.org/drawingml/2006/main" prst="rect">
            <a:avLst/>
          </a:prstGeom>
          <a:solidFill xmlns:a="http://schemas.openxmlformats.org/drawingml/2006/main">
            <a:srgbClr val="FFF1CA"/>
          </a:solidFill>
          <a:ln xmlns:a="http://schemas.openxmlformats.org/drawingml/2006/main" w="6934">
            <a:solidFill>
              <a:srgbClr val="212121"/>
            </a:solidFill>
          </a:ln>
        </p:spPr>
      </p:sp>
      <p:sp>
        <p:nvSpPr>
          <p:cNvPr id="677" name="R5|513">
            <a:extLst xmlns:a="http://schemas.openxmlformats.org/drawingml/2006/main">
              <a:ext uri="{FF2B5EF4-FFF2-40B4-BE49-F238E27FC236}">
                <a16:creationId xmlns:a16="http://schemas.microsoft.com/office/drawing/2014/main" id="{AB7B9983-1ED9-41BE-B018-98F9506C34AF}"/>
              </a:ext>
            </a:extLst>
          </p:cNvPr>
          <p:cNvSpPr>
            <a:spLocks xmlns:a="http://schemas.openxmlformats.org/drawingml/2006/main" noGrp="1"/>
          </p:cNvSpPr>
          <p:nvPr/>
        </p:nvSpPr>
        <p:spPr>
          <a:xfrm xmlns:a="http://schemas.openxmlformats.org/drawingml/2006/main">
            <a:off x="5390489" y="3840396"/>
            <a:ext cx="134050" cy="132078"/>
          </a:xfrm>
          <a:prstGeom xmlns:a="http://schemas.openxmlformats.org/drawingml/2006/main" prst="rect">
            <a:avLst/>
          </a:prstGeom>
          <a:solidFill xmlns:a="http://schemas.openxmlformats.org/drawingml/2006/main">
            <a:srgbClr val="57A86D"/>
          </a:solidFill>
          <a:ln xmlns:a="http://schemas.openxmlformats.org/drawingml/2006/main" w="6934">
            <a:solidFill>
              <a:srgbClr val="212121"/>
            </a:solidFill>
          </a:ln>
        </p:spPr>
      </p:sp>
      <p:sp>
        <p:nvSpPr>
          <p:cNvPr id="678" name="R5|514">
            <a:extLst xmlns:a="http://schemas.openxmlformats.org/drawingml/2006/main">
              <a:ext uri="{FF2B5EF4-FFF2-40B4-BE49-F238E27FC236}">
                <a16:creationId xmlns:a16="http://schemas.microsoft.com/office/drawing/2014/main" id="{7C5693DF-2841-4726-BDBD-C319B91BDB1A}"/>
              </a:ext>
            </a:extLst>
          </p:cNvPr>
          <p:cNvSpPr>
            <a:spLocks xmlns:a="http://schemas.openxmlformats.org/drawingml/2006/main" noGrp="1"/>
          </p:cNvSpPr>
          <p:nvPr/>
        </p:nvSpPr>
        <p:spPr>
          <a:xfrm xmlns:a="http://schemas.openxmlformats.org/drawingml/2006/main">
            <a:off x="5524539" y="3840396"/>
            <a:ext cx="134050" cy="132078"/>
          </a:xfrm>
          <a:prstGeom xmlns:a="http://schemas.openxmlformats.org/drawingml/2006/main" prst="rect">
            <a:avLst/>
          </a:prstGeom>
          <a:solidFill xmlns:a="http://schemas.openxmlformats.org/drawingml/2006/main">
            <a:srgbClr val="B83A33"/>
          </a:solidFill>
          <a:ln xmlns:a="http://schemas.openxmlformats.org/drawingml/2006/main" w="6934">
            <a:solidFill>
              <a:srgbClr val="212121"/>
            </a:solidFill>
          </a:ln>
        </p:spPr>
      </p:sp>
      <p:sp>
        <p:nvSpPr>
          <p:cNvPr id="679" name="R5|515">
            <a:extLst xmlns:a="http://schemas.openxmlformats.org/drawingml/2006/main">
              <a:ext uri="{FF2B5EF4-FFF2-40B4-BE49-F238E27FC236}">
                <a16:creationId xmlns:a16="http://schemas.microsoft.com/office/drawing/2014/main" id="{026AA263-7486-411D-A61F-17E5CFBE03BB}"/>
              </a:ext>
            </a:extLst>
          </p:cNvPr>
          <p:cNvSpPr>
            <a:spLocks xmlns:a="http://schemas.openxmlformats.org/drawingml/2006/main" noGrp="1"/>
          </p:cNvSpPr>
          <p:nvPr/>
        </p:nvSpPr>
        <p:spPr>
          <a:xfrm xmlns:a="http://schemas.openxmlformats.org/drawingml/2006/main">
            <a:off x="5658589" y="3840396"/>
            <a:ext cx="134050" cy="132078"/>
          </a:xfrm>
          <a:prstGeom xmlns:a="http://schemas.openxmlformats.org/drawingml/2006/main" prst="rect">
            <a:avLst/>
          </a:prstGeom>
          <a:solidFill xmlns:a="http://schemas.openxmlformats.org/drawingml/2006/main">
            <a:srgbClr val="FFE694"/>
          </a:solidFill>
          <a:ln xmlns:a="http://schemas.openxmlformats.org/drawingml/2006/main" w="6934">
            <a:solidFill>
              <a:srgbClr val="212121"/>
            </a:solidFill>
          </a:ln>
        </p:spPr>
      </p:sp>
      <p:sp>
        <p:nvSpPr>
          <p:cNvPr id="680" name="R5|516">
            <a:extLst xmlns:a="http://schemas.openxmlformats.org/drawingml/2006/main">
              <a:ext uri="{FF2B5EF4-FFF2-40B4-BE49-F238E27FC236}">
                <a16:creationId xmlns:a16="http://schemas.microsoft.com/office/drawing/2014/main" id="{41F877D1-7C6E-4050-94EB-7BF63CB1F1AD}"/>
              </a:ext>
            </a:extLst>
          </p:cNvPr>
          <p:cNvSpPr>
            <a:spLocks xmlns:a="http://schemas.openxmlformats.org/drawingml/2006/main" noGrp="1"/>
          </p:cNvSpPr>
          <p:nvPr/>
        </p:nvSpPr>
        <p:spPr>
          <a:xfrm xmlns:a="http://schemas.openxmlformats.org/drawingml/2006/main">
            <a:off x="5792639" y="3840396"/>
            <a:ext cx="134050" cy="132078"/>
          </a:xfrm>
          <a:prstGeom xmlns:a="http://schemas.openxmlformats.org/drawingml/2006/main" prst="rect">
            <a:avLst/>
          </a:prstGeom>
          <a:solidFill xmlns:a="http://schemas.openxmlformats.org/drawingml/2006/main">
            <a:srgbClr val="8AC9F4"/>
          </a:solidFill>
          <a:ln xmlns:a="http://schemas.openxmlformats.org/drawingml/2006/main" w="6934">
            <a:solidFill>
              <a:srgbClr val="212121"/>
            </a:solidFill>
          </a:ln>
        </p:spPr>
      </p:sp>
      <p:sp>
        <p:nvSpPr>
          <p:cNvPr id="681" name="R5|517">
            <a:extLst xmlns:a="http://schemas.openxmlformats.org/drawingml/2006/main">
              <a:ext uri="{FF2B5EF4-FFF2-40B4-BE49-F238E27FC236}">
                <a16:creationId xmlns:a16="http://schemas.microsoft.com/office/drawing/2014/main" id="{C53B4921-F68E-41E1-B742-DC4A0F6AD6BB}"/>
              </a:ext>
            </a:extLst>
          </p:cNvPr>
          <p:cNvSpPr>
            <a:spLocks xmlns:a="http://schemas.openxmlformats.org/drawingml/2006/main" noGrp="1"/>
          </p:cNvSpPr>
          <p:nvPr/>
        </p:nvSpPr>
        <p:spPr>
          <a:xfrm xmlns:a="http://schemas.openxmlformats.org/drawingml/2006/main">
            <a:off x="5256439" y="3972473"/>
            <a:ext cx="134050" cy="132078"/>
          </a:xfrm>
          <a:prstGeom xmlns:a="http://schemas.openxmlformats.org/drawingml/2006/main" prst="rect">
            <a:avLst/>
          </a:prstGeom>
          <a:solidFill xmlns:a="http://schemas.openxmlformats.org/drawingml/2006/main">
            <a:srgbClr val="F8CDAB"/>
          </a:solidFill>
          <a:ln xmlns:a="http://schemas.openxmlformats.org/drawingml/2006/main" w="6934">
            <a:solidFill>
              <a:srgbClr val="212121"/>
            </a:solidFill>
          </a:ln>
        </p:spPr>
      </p:sp>
      <p:sp>
        <p:nvSpPr>
          <p:cNvPr id="682" name="R5|518">
            <a:extLst xmlns:a="http://schemas.openxmlformats.org/drawingml/2006/main">
              <a:ext uri="{FF2B5EF4-FFF2-40B4-BE49-F238E27FC236}">
                <a16:creationId xmlns:a16="http://schemas.microsoft.com/office/drawing/2014/main" id="{460985BA-3421-4B4E-9355-F31ADD7A1112}"/>
              </a:ext>
            </a:extLst>
          </p:cNvPr>
          <p:cNvSpPr>
            <a:spLocks xmlns:a="http://schemas.openxmlformats.org/drawingml/2006/main" noGrp="1"/>
          </p:cNvSpPr>
          <p:nvPr/>
        </p:nvSpPr>
        <p:spPr>
          <a:xfrm xmlns:a="http://schemas.openxmlformats.org/drawingml/2006/main">
            <a:off x="5390489" y="3972473"/>
            <a:ext cx="134050" cy="132078"/>
          </a:xfrm>
          <a:prstGeom xmlns:a="http://schemas.openxmlformats.org/drawingml/2006/main" prst="rect">
            <a:avLst/>
          </a:prstGeom>
          <a:solidFill xmlns:a="http://schemas.openxmlformats.org/drawingml/2006/main">
            <a:srgbClr val="6698BD"/>
          </a:solidFill>
          <a:ln xmlns:a="http://schemas.openxmlformats.org/drawingml/2006/main" w="6934">
            <a:solidFill>
              <a:srgbClr val="212121"/>
            </a:solidFill>
          </a:ln>
        </p:spPr>
      </p:sp>
      <p:sp>
        <p:nvSpPr>
          <p:cNvPr id="683" name="R5|519">
            <a:extLst xmlns:a="http://schemas.openxmlformats.org/drawingml/2006/main">
              <a:ext uri="{FF2B5EF4-FFF2-40B4-BE49-F238E27FC236}">
                <a16:creationId xmlns:a16="http://schemas.microsoft.com/office/drawing/2014/main" id="{00CB744A-D874-4200-94F5-11A5405853CD}"/>
              </a:ext>
            </a:extLst>
          </p:cNvPr>
          <p:cNvSpPr>
            <a:spLocks xmlns:a="http://schemas.openxmlformats.org/drawingml/2006/main" noGrp="1"/>
          </p:cNvSpPr>
          <p:nvPr/>
        </p:nvSpPr>
        <p:spPr>
          <a:xfrm xmlns:a="http://schemas.openxmlformats.org/drawingml/2006/main">
            <a:off x="5524539" y="3972473"/>
            <a:ext cx="134050" cy="132078"/>
          </a:xfrm>
          <a:prstGeom xmlns:a="http://schemas.openxmlformats.org/drawingml/2006/main" prst="rect">
            <a:avLst/>
          </a:prstGeom>
          <a:solidFill xmlns:a="http://schemas.openxmlformats.org/drawingml/2006/main">
            <a:srgbClr val="FFE394"/>
          </a:solidFill>
          <a:ln xmlns:a="http://schemas.openxmlformats.org/drawingml/2006/main" w="6934">
            <a:solidFill>
              <a:srgbClr val="212121"/>
            </a:solidFill>
          </a:ln>
        </p:spPr>
      </p:sp>
      <p:sp>
        <p:nvSpPr>
          <p:cNvPr id="684" name="R5|520">
            <a:extLst xmlns:a="http://schemas.openxmlformats.org/drawingml/2006/main">
              <a:ext uri="{FF2B5EF4-FFF2-40B4-BE49-F238E27FC236}">
                <a16:creationId xmlns:a16="http://schemas.microsoft.com/office/drawing/2014/main" id="{B04E78C4-50C9-4C32-912E-A306B127B7E1}"/>
              </a:ext>
            </a:extLst>
          </p:cNvPr>
          <p:cNvSpPr>
            <a:spLocks xmlns:a="http://schemas.openxmlformats.org/drawingml/2006/main" noGrp="1"/>
          </p:cNvSpPr>
          <p:nvPr/>
        </p:nvSpPr>
        <p:spPr>
          <a:xfrm xmlns:a="http://schemas.openxmlformats.org/drawingml/2006/main">
            <a:off x="5658589" y="3972473"/>
            <a:ext cx="134050" cy="132078"/>
          </a:xfrm>
          <a:prstGeom xmlns:a="http://schemas.openxmlformats.org/drawingml/2006/main" prst="rect">
            <a:avLst/>
          </a:prstGeom>
          <a:solidFill xmlns:a="http://schemas.openxmlformats.org/drawingml/2006/main">
            <a:srgbClr val="BC3D33"/>
          </a:solidFill>
          <a:ln xmlns:a="http://schemas.openxmlformats.org/drawingml/2006/main" w="6934">
            <a:solidFill>
              <a:srgbClr val="212121"/>
            </a:solidFill>
          </a:ln>
        </p:spPr>
      </p:sp>
      <p:sp>
        <p:nvSpPr>
          <p:cNvPr id="685" name="R5|521">
            <a:extLst xmlns:a="http://schemas.openxmlformats.org/drawingml/2006/main">
              <a:ext uri="{FF2B5EF4-FFF2-40B4-BE49-F238E27FC236}">
                <a16:creationId xmlns:a16="http://schemas.microsoft.com/office/drawing/2014/main" id="{1428B0C5-5F8C-4871-921C-AA2E6CA487F4}"/>
              </a:ext>
            </a:extLst>
          </p:cNvPr>
          <p:cNvSpPr>
            <a:spLocks xmlns:a="http://schemas.openxmlformats.org/drawingml/2006/main" noGrp="1"/>
          </p:cNvSpPr>
          <p:nvPr/>
        </p:nvSpPr>
        <p:spPr>
          <a:xfrm xmlns:a="http://schemas.openxmlformats.org/drawingml/2006/main">
            <a:off x="5792639" y="3972473"/>
            <a:ext cx="134050" cy="132078"/>
          </a:xfrm>
          <a:prstGeom xmlns:a="http://schemas.openxmlformats.org/drawingml/2006/main" prst="rect">
            <a:avLst/>
          </a:prstGeom>
          <a:solidFill xmlns:a="http://schemas.openxmlformats.org/drawingml/2006/main">
            <a:srgbClr val="57A86D"/>
          </a:solidFill>
          <a:ln xmlns:a="http://schemas.openxmlformats.org/drawingml/2006/main" w="6934">
            <a:solidFill>
              <a:srgbClr val="212121"/>
            </a:solidFill>
          </a:ln>
        </p:spPr>
      </p:sp>
      <p:sp>
        <p:nvSpPr>
          <p:cNvPr id="686" name="R5|522">
            <a:extLst xmlns:a="http://schemas.openxmlformats.org/drawingml/2006/main">
              <a:ext uri="{FF2B5EF4-FFF2-40B4-BE49-F238E27FC236}">
                <a16:creationId xmlns:a16="http://schemas.microsoft.com/office/drawing/2014/main" id="{243A7B38-51E7-4875-991F-BBE29441EF48}"/>
              </a:ext>
            </a:extLst>
          </p:cNvPr>
          <p:cNvSpPr>
            <a:spLocks xmlns:a="http://schemas.openxmlformats.org/drawingml/2006/main" noGrp="1"/>
          </p:cNvSpPr>
          <p:nvPr/>
        </p:nvSpPr>
        <p:spPr>
          <a:xfrm xmlns:a="http://schemas.openxmlformats.org/drawingml/2006/main">
            <a:off x="5256439" y="4104551"/>
            <a:ext cx="134050" cy="132078"/>
          </a:xfrm>
          <a:prstGeom xmlns:a="http://schemas.openxmlformats.org/drawingml/2006/main" prst="rect">
            <a:avLst/>
          </a:prstGeom>
          <a:solidFill xmlns:a="http://schemas.openxmlformats.org/drawingml/2006/main">
            <a:srgbClr val="8AC9F4"/>
          </a:solidFill>
          <a:ln xmlns:a="http://schemas.openxmlformats.org/drawingml/2006/main" w="6934">
            <a:solidFill>
              <a:srgbClr val="212121"/>
            </a:solidFill>
          </a:ln>
        </p:spPr>
      </p:sp>
      <p:sp>
        <p:nvSpPr>
          <p:cNvPr id="687" name="R5|523">
            <a:extLst xmlns:a="http://schemas.openxmlformats.org/drawingml/2006/main">
              <a:ext uri="{FF2B5EF4-FFF2-40B4-BE49-F238E27FC236}">
                <a16:creationId xmlns:a16="http://schemas.microsoft.com/office/drawing/2014/main" id="{3967844F-39BA-4699-98C4-D648B986D336}"/>
              </a:ext>
            </a:extLst>
          </p:cNvPr>
          <p:cNvSpPr>
            <a:spLocks xmlns:a="http://schemas.openxmlformats.org/drawingml/2006/main" noGrp="1"/>
          </p:cNvSpPr>
          <p:nvPr/>
        </p:nvSpPr>
        <p:spPr>
          <a:xfrm xmlns:a="http://schemas.openxmlformats.org/drawingml/2006/main">
            <a:off x="5390489" y="4104551"/>
            <a:ext cx="134050" cy="132078"/>
          </a:xfrm>
          <a:prstGeom xmlns:a="http://schemas.openxmlformats.org/drawingml/2006/main" prst="rect">
            <a:avLst/>
          </a:prstGeom>
          <a:solidFill xmlns:a="http://schemas.openxmlformats.org/drawingml/2006/main">
            <a:srgbClr val="E5F1D9"/>
          </a:solidFill>
          <a:ln xmlns:a="http://schemas.openxmlformats.org/drawingml/2006/main" w="6934">
            <a:solidFill>
              <a:srgbClr val="212121"/>
            </a:solidFill>
          </a:ln>
        </p:spPr>
      </p:sp>
      <p:sp>
        <p:nvSpPr>
          <p:cNvPr id="688" name="R5|524">
            <a:extLst xmlns:a="http://schemas.openxmlformats.org/drawingml/2006/main">
              <a:ext uri="{FF2B5EF4-FFF2-40B4-BE49-F238E27FC236}">
                <a16:creationId xmlns:a16="http://schemas.microsoft.com/office/drawing/2014/main" id="{F77DC0C7-4A5F-4138-8AB6-6082BD620707}"/>
              </a:ext>
            </a:extLst>
          </p:cNvPr>
          <p:cNvSpPr>
            <a:spLocks xmlns:a="http://schemas.openxmlformats.org/drawingml/2006/main" noGrp="1"/>
          </p:cNvSpPr>
          <p:nvPr/>
        </p:nvSpPr>
        <p:spPr>
          <a:xfrm xmlns:a="http://schemas.openxmlformats.org/drawingml/2006/main">
            <a:off x="5524539" y="4104551"/>
            <a:ext cx="134050" cy="132078"/>
          </a:xfrm>
          <a:prstGeom xmlns:a="http://schemas.openxmlformats.org/drawingml/2006/main" prst="rect">
            <a:avLst/>
          </a:prstGeom>
          <a:solidFill xmlns:a="http://schemas.openxmlformats.org/drawingml/2006/main">
            <a:srgbClr val="89C9F2"/>
          </a:solidFill>
          <a:ln xmlns:a="http://schemas.openxmlformats.org/drawingml/2006/main" w="6934">
            <a:solidFill>
              <a:srgbClr val="212121"/>
            </a:solidFill>
          </a:ln>
        </p:spPr>
      </p:sp>
      <p:sp>
        <p:nvSpPr>
          <p:cNvPr id="689" name="R5|525">
            <a:extLst xmlns:a="http://schemas.openxmlformats.org/drawingml/2006/main">
              <a:ext uri="{FF2B5EF4-FFF2-40B4-BE49-F238E27FC236}">
                <a16:creationId xmlns:a16="http://schemas.microsoft.com/office/drawing/2014/main" id="{98E4786D-AAE9-4324-BD3D-7FF5540F5DD7}"/>
              </a:ext>
            </a:extLst>
          </p:cNvPr>
          <p:cNvSpPr>
            <a:spLocks xmlns:a="http://schemas.openxmlformats.org/drawingml/2006/main" noGrp="1"/>
          </p:cNvSpPr>
          <p:nvPr/>
        </p:nvSpPr>
        <p:spPr>
          <a:xfrm xmlns:a="http://schemas.openxmlformats.org/drawingml/2006/main">
            <a:off x="5658589" y="4104551"/>
            <a:ext cx="134050" cy="132078"/>
          </a:xfrm>
          <a:prstGeom xmlns:a="http://schemas.openxmlformats.org/drawingml/2006/main" prst="rect">
            <a:avLst/>
          </a:prstGeom>
          <a:solidFill xmlns:a="http://schemas.openxmlformats.org/drawingml/2006/main">
            <a:srgbClr val="AFABAA"/>
          </a:solidFill>
          <a:ln xmlns:a="http://schemas.openxmlformats.org/drawingml/2006/main" w="6934">
            <a:solidFill>
              <a:srgbClr val="212121"/>
            </a:solidFill>
          </a:ln>
        </p:spPr>
      </p:sp>
      <p:sp>
        <p:nvSpPr>
          <p:cNvPr id="690" name="R5|526">
            <a:extLst xmlns:a="http://schemas.openxmlformats.org/drawingml/2006/main">
              <a:ext uri="{FF2B5EF4-FFF2-40B4-BE49-F238E27FC236}">
                <a16:creationId xmlns:a16="http://schemas.microsoft.com/office/drawing/2014/main" id="{95D12696-B4F1-445C-AACA-8CB3AF55229F}"/>
              </a:ext>
            </a:extLst>
          </p:cNvPr>
          <p:cNvSpPr>
            <a:spLocks xmlns:a="http://schemas.openxmlformats.org/drawingml/2006/main" noGrp="1"/>
          </p:cNvSpPr>
          <p:nvPr/>
        </p:nvSpPr>
        <p:spPr>
          <a:xfrm xmlns:a="http://schemas.openxmlformats.org/drawingml/2006/main">
            <a:off x="5792639" y="4104551"/>
            <a:ext cx="134050" cy="132078"/>
          </a:xfrm>
          <a:prstGeom xmlns:a="http://schemas.openxmlformats.org/drawingml/2006/main" prst="rect">
            <a:avLst/>
          </a:prstGeom>
          <a:solidFill xmlns:a="http://schemas.openxmlformats.org/drawingml/2006/main">
            <a:srgbClr val="BF3D36"/>
          </a:solidFill>
          <a:ln xmlns:a="http://schemas.openxmlformats.org/drawingml/2006/main" w="6934">
            <a:solidFill>
              <a:srgbClr val="212121"/>
            </a:solidFill>
          </a:ln>
        </p:spPr>
      </p:sp>
      <p:sp>
        <p:nvSpPr>
          <p:cNvPr id="691" name="Vector element">
            <a:extLst xmlns:a="http://schemas.openxmlformats.org/drawingml/2006/main">
              <a:ext uri="{FF2B5EF4-FFF2-40B4-BE49-F238E27FC236}">
                <a16:creationId xmlns:a16="http://schemas.microsoft.com/office/drawing/2014/main" id="{F1725B22-FE16-47CA-983A-F59ECAA1FBEF}"/>
              </a:ext>
            </a:extLst>
          </p:cNvPr>
          <p:cNvSpPr>
            <a:spLocks xmlns:a="http://schemas.openxmlformats.org/drawingml/2006/main" noGrp="1"/>
          </p:cNvSpPr>
          <p:nvPr/>
        </p:nvSpPr>
        <p:spPr>
          <a:xfrm xmlns:a="http://schemas.openxmlformats.org/drawingml/2006/main">
            <a:off x="7009878" y="4713050"/>
            <a:ext cx="717396" cy="84348"/>
          </a:xfrm>
          <a:custGeom xmlns:a="http://schemas.openxmlformats.org/drawingml/2006/main">
            <a:pathLst>
              <a:path w="717396" h="84348">
                <a:moveTo>
                  <a:pt x="633413" y="84348"/>
                </a:moveTo>
                <a:lnTo>
                  <a:pt x="717396" y="41429"/>
                </a:lnTo>
                <a:lnTo>
                  <a:pt x="632668" y="0"/>
                </a:lnTo>
                <a:lnTo>
                  <a:pt x="632953" y="31634"/>
                </a:lnTo>
                <a:lnTo>
                  <a:pt x="0" y="37212"/>
                </a:lnTo>
                <a:lnTo>
                  <a:pt x="197" y="58299"/>
                </a:lnTo>
                <a:lnTo>
                  <a:pt x="633139" y="52721"/>
                </a:lnTo>
                <a:lnTo>
                  <a:pt x="633413" y="84348"/>
                </a:lnTo>
                <a:close/>
              </a:path>
            </a:pathLst>
          </a:custGeom>
          <a:solidFill xmlns:a="http://schemas.openxmlformats.org/drawingml/2006/main">
            <a:srgbClr val="000000"/>
          </a:solidFill>
          <a:ln xmlns:a="http://schemas.openxmlformats.org/drawingml/2006/main" w="0" cap="flat">
            <a:noFill/>
            <a:miter/>
          </a:ln>
        </p:spPr>
      </p:sp>
      <p:sp>
        <p:nvSpPr>
          <p:cNvPr id="692" name="Vector element">
            <a:extLst xmlns:a="http://schemas.openxmlformats.org/drawingml/2006/main">
              <a:ext uri="{FF2B5EF4-FFF2-40B4-BE49-F238E27FC236}">
                <a16:creationId xmlns:a16="http://schemas.microsoft.com/office/drawing/2014/main" id="{F1F0FBD2-8B60-40A3-9251-DADD5F157E64}"/>
              </a:ext>
            </a:extLst>
          </p:cNvPr>
          <p:cNvSpPr>
            <a:spLocks xmlns:a="http://schemas.openxmlformats.org/drawingml/2006/main" noGrp="1"/>
          </p:cNvSpPr>
          <p:nvPr/>
        </p:nvSpPr>
        <p:spPr>
          <a:xfrm xmlns:a="http://schemas.openxmlformats.org/drawingml/2006/main">
            <a:off x="6926682" y="4429035"/>
            <a:ext cx="886360" cy="156747"/>
          </a:xfrm>
          <a:custGeom xmlns:a="http://schemas.openxmlformats.org/drawingml/2006/main">
            <a:pathLst>
              <a:path w="886360" h="156747">
                <a:moveTo>
                  <a:pt x="3641" y="253"/>
                </a:moveTo>
                <a:lnTo>
                  <a:pt x="2179" y="1012"/>
                </a:lnTo>
                <a:lnTo>
                  <a:pt x="1012" y="2179"/>
                </a:lnTo>
                <a:lnTo>
                  <a:pt x="253" y="3641"/>
                </a:lnTo>
                <a:lnTo>
                  <a:pt x="0" y="5272"/>
                </a:lnTo>
                <a:lnTo>
                  <a:pt x="0" y="151475"/>
                </a:lnTo>
                <a:lnTo>
                  <a:pt x="253" y="153106"/>
                </a:lnTo>
                <a:lnTo>
                  <a:pt x="1012" y="154568"/>
                </a:lnTo>
                <a:lnTo>
                  <a:pt x="2179" y="155735"/>
                </a:lnTo>
                <a:lnTo>
                  <a:pt x="3641" y="156494"/>
                </a:lnTo>
                <a:lnTo>
                  <a:pt x="5272" y="156747"/>
                </a:lnTo>
                <a:lnTo>
                  <a:pt x="881088" y="156747"/>
                </a:lnTo>
                <a:lnTo>
                  <a:pt x="882719" y="156494"/>
                </a:lnTo>
                <a:lnTo>
                  <a:pt x="884181" y="155735"/>
                </a:lnTo>
                <a:lnTo>
                  <a:pt x="885347" y="154568"/>
                </a:lnTo>
                <a:lnTo>
                  <a:pt x="886107" y="153106"/>
                </a:lnTo>
                <a:lnTo>
                  <a:pt x="886360" y="151475"/>
                </a:lnTo>
                <a:lnTo>
                  <a:pt x="886360" y="5272"/>
                </a:lnTo>
                <a:lnTo>
                  <a:pt x="886107" y="3641"/>
                </a:lnTo>
                <a:lnTo>
                  <a:pt x="885347" y="2179"/>
                </a:lnTo>
                <a:lnTo>
                  <a:pt x="884181" y="1012"/>
                </a:lnTo>
                <a:lnTo>
                  <a:pt x="882719" y="253"/>
                </a:lnTo>
                <a:lnTo>
                  <a:pt x="881088" y="0"/>
                </a:lnTo>
                <a:lnTo>
                  <a:pt x="5272" y="0"/>
                </a:lnTo>
                <a:lnTo>
                  <a:pt x="3641" y="253"/>
                </a:lnTo>
                <a:close/>
                <a:moveTo>
                  <a:pt x="875816" y="146204"/>
                </a:moveTo>
                <a:lnTo>
                  <a:pt x="10544" y="146204"/>
                </a:lnTo>
                <a:lnTo>
                  <a:pt x="10544" y="10544"/>
                </a:lnTo>
                <a:lnTo>
                  <a:pt x="875816" y="10544"/>
                </a:lnTo>
                <a:lnTo>
                  <a:pt x="875816" y="146204"/>
                </a:lnTo>
                <a:close/>
              </a:path>
            </a:pathLst>
          </a:custGeom>
          <a:solidFill xmlns:a="http://schemas.openxmlformats.org/drawingml/2006/main">
            <a:srgbClr val="000000">
              <a:alpha val="0"/>
            </a:srgbClr>
          </a:solidFill>
          <a:ln xmlns:a="http://schemas.openxmlformats.org/drawingml/2006/main" w="0" cap="flat">
            <a:noFill/>
            <a:miter/>
          </a:ln>
        </p:spPr>
      </p:sp>
      <p:sp>
        <p:nvSpPr>
          <p:cNvPr id="693" name="Text diag()">
            <a:extLst xmlns:a="http://schemas.openxmlformats.org/drawingml/2006/main">
              <a:ext uri="{FF2B5EF4-FFF2-40B4-BE49-F238E27FC236}">
                <a16:creationId xmlns:a16="http://schemas.microsoft.com/office/drawing/2014/main" id="{0B236663-A4E3-40AD-B326-C93DA19EFE5B}"/>
              </a:ext>
            </a:extLst>
          </p:cNvPr>
          <p:cNvSpPr>
            <a:spLocks xmlns:a="http://schemas.openxmlformats.org/drawingml/2006/main" noGrp="1"/>
          </p:cNvSpPr>
          <p:nvPr/>
        </p:nvSpPr>
        <p:spPr>
          <a:xfrm xmlns:a="http://schemas.openxmlformats.org/drawingml/2006/main">
            <a:off x="7037528" y="4526315"/>
            <a:ext cx="643955" cy="192897"/>
          </a:xfrm>
          <a:custGeom xmlns:a="http://schemas.openxmlformats.org/drawingml/2006/main">
            <a:pathLst>
              <a:path w="643955" h="192897">
                <a:moveTo>
                  <a:pt x="69781" y="53335"/>
                </a:moveTo>
                <a:cubicBezTo>
                  <a:pt x="70551" y="33159"/>
                  <a:pt x="71469" y="19226"/>
                  <a:pt x="72536" y="11537"/>
                </a:cubicBezTo>
                <a:cubicBezTo>
                  <a:pt x="73544" y="4557"/>
                  <a:pt x="77396" y="1067"/>
                  <a:pt x="84092" y="1067"/>
                </a:cubicBezTo>
                <a:cubicBezTo>
                  <a:pt x="87589" y="1067"/>
                  <a:pt x="90404" y="2204"/>
                  <a:pt x="92537" y="4478"/>
                </a:cubicBezTo>
                <a:cubicBezTo>
                  <a:pt x="94670" y="6752"/>
                  <a:pt x="95737" y="9535"/>
                  <a:pt x="95737" y="12826"/>
                </a:cubicBezTo>
                <a:cubicBezTo>
                  <a:pt x="95737" y="21504"/>
                  <a:pt x="95070" y="34431"/>
                  <a:pt x="93737" y="51608"/>
                </a:cubicBezTo>
                <a:cubicBezTo>
                  <a:pt x="92404" y="68782"/>
                  <a:pt x="91737" y="81709"/>
                  <a:pt x="91737" y="90387"/>
                </a:cubicBezTo>
                <a:cubicBezTo>
                  <a:pt x="91737" y="111571"/>
                  <a:pt x="92418" y="125754"/>
                  <a:pt x="93781" y="132936"/>
                </a:cubicBezTo>
                <a:cubicBezTo>
                  <a:pt x="93959" y="133893"/>
                  <a:pt x="94048" y="134761"/>
                  <a:pt x="94048" y="135539"/>
                </a:cubicBezTo>
                <a:cubicBezTo>
                  <a:pt x="94048" y="138831"/>
                  <a:pt x="92863" y="141540"/>
                  <a:pt x="90492" y="143664"/>
                </a:cubicBezTo>
                <a:cubicBezTo>
                  <a:pt x="88122" y="145788"/>
                  <a:pt x="85366" y="146850"/>
                  <a:pt x="82225" y="146850"/>
                </a:cubicBezTo>
                <a:cubicBezTo>
                  <a:pt x="77840" y="146850"/>
                  <a:pt x="74581" y="144895"/>
                  <a:pt x="72447" y="140983"/>
                </a:cubicBezTo>
                <a:cubicBezTo>
                  <a:pt x="68418" y="143413"/>
                  <a:pt x="64240" y="144998"/>
                  <a:pt x="59913" y="145739"/>
                </a:cubicBezTo>
                <a:cubicBezTo>
                  <a:pt x="55587" y="146480"/>
                  <a:pt x="51113" y="146850"/>
                  <a:pt x="46491" y="146850"/>
                </a:cubicBezTo>
                <a:cubicBezTo>
                  <a:pt x="33216" y="146850"/>
                  <a:pt x="22193" y="142609"/>
                  <a:pt x="13423" y="134128"/>
                </a:cubicBezTo>
                <a:cubicBezTo>
                  <a:pt x="4474" y="125468"/>
                  <a:pt x="0" y="114435"/>
                  <a:pt x="0" y="101029"/>
                </a:cubicBezTo>
                <a:cubicBezTo>
                  <a:pt x="0" y="85073"/>
                  <a:pt x="4504" y="72187"/>
                  <a:pt x="13512" y="62372"/>
                </a:cubicBezTo>
                <a:cubicBezTo>
                  <a:pt x="22519" y="52555"/>
                  <a:pt x="34283" y="47646"/>
                  <a:pt x="48802" y="47646"/>
                </a:cubicBezTo>
                <a:cubicBezTo>
                  <a:pt x="53247" y="47646"/>
                  <a:pt x="57217" y="48120"/>
                  <a:pt x="60714" y="49069"/>
                </a:cubicBezTo>
                <a:cubicBezTo>
                  <a:pt x="64210" y="50017"/>
                  <a:pt x="67232" y="51439"/>
                  <a:pt x="69781" y="53335"/>
                </a:cubicBezTo>
                <a:moveTo>
                  <a:pt x="68003" y="81337"/>
                </a:moveTo>
                <a:cubicBezTo>
                  <a:pt x="66047" y="77603"/>
                  <a:pt x="63499" y="74818"/>
                  <a:pt x="60358" y="72981"/>
                </a:cubicBezTo>
                <a:cubicBezTo>
                  <a:pt x="57217" y="71144"/>
                  <a:pt x="53484" y="70225"/>
                  <a:pt x="49157" y="70225"/>
                </a:cubicBezTo>
                <a:cubicBezTo>
                  <a:pt x="40387" y="70225"/>
                  <a:pt x="33809" y="72758"/>
                  <a:pt x="29423" y="77825"/>
                </a:cubicBezTo>
                <a:cubicBezTo>
                  <a:pt x="25038" y="82892"/>
                  <a:pt x="22845" y="90492"/>
                  <a:pt x="22845" y="100626"/>
                </a:cubicBezTo>
                <a:cubicBezTo>
                  <a:pt x="22845" y="107026"/>
                  <a:pt x="25216" y="112508"/>
                  <a:pt x="29957" y="117071"/>
                </a:cubicBezTo>
                <a:cubicBezTo>
                  <a:pt x="34698" y="121634"/>
                  <a:pt x="40209" y="123916"/>
                  <a:pt x="46491" y="123916"/>
                </a:cubicBezTo>
                <a:cubicBezTo>
                  <a:pt x="51054" y="123916"/>
                  <a:pt x="54521" y="123383"/>
                  <a:pt x="56891" y="122316"/>
                </a:cubicBezTo>
                <a:cubicBezTo>
                  <a:pt x="58491" y="121605"/>
                  <a:pt x="61217" y="119708"/>
                  <a:pt x="65069" y="116627"/>
                </a:cubicBezTo>
                <a:cubicBezTo>
                  <a:pt x="66077" y="115797"/>
                  <a:pt x="67055" y="114879"/>
                  <a:pt x="68003" y="113871"/>
                </a:cubicBezTo>
                <a:cubicBezTo>
                  <a:pt x="67884" y="111027"/>
                  <a:pt x="67884" y="100182"/>
                  <a:pt x="68003" y="81337"/>
                </a:cubicBezTo>
                <a:close/>
                <a:moveTo>
                  <a:pt x="132523" y="35913"/>
                </a:moveTo>
                <a:cubicBezTo>
                  <a:pt x="128730" y="35913"/>
                  <a:pt x="125441" y="34638"/>
                  <a:pt x="122656" y="32090"/>
                </a:cubicBezTo>
                <a:cubicBezTo>
                  <a:pt x="119871" y="29542"/>
                  <a:pt x="118478" y="26431"/>
                  <a:pt x="118478" y="22756"/>
                </a:cubicBezTo>
                <a:cubicBezTo>
                  <a:pt x="118478" y="19082"/>
                  <a:pt x="119871" y="15971"/>
                  <a:pt x="122656" y="13423"/>
                </a:cubicBezTo>
                <a:cubicBezTo>
                  <a:pt x="125441" y="10875"/>
                  <a:pt x="128730" y="9600"/>
                  <a:pt x="132523" y="9600"/>
                </a:cubicBezTo>
                <a:cubicBezTo>
                  <a:pt x="136316" y="9600"/>
                  <a:pt x="139590" y="10875"/>
                  <a:pt x="142346" y="13423"/>
                </a:cubicBezTo>
                <a:cubicBezTo>
                  <a:pt x="145101" y="15971"/>
                  <a:pt x="146479" y="19082"/>
                  <a:pt x="146479" y="22756"/>
                </a:cubicBezTo>
                <a:cubicBezTo>
                  <a:pt x="146479" y="26431"/>
                  <a:pt x="145101" y="29542"/>
                  <a:pt x="142346" y="32090"/>
                </a:cubicBezTo>
                <a:cubicBezTo>
                  <a:pt x="139590" y="34638"/>
                  <a:pt x="136316" y="35913"/>
                  <a:pt x="132523" y="35913"/>
                </a:cubicBezTo>
                <a:moveTo>
                  <a:pt x="140079" y="101071"/>
                </a:moveTo>
                <a:cubicBezTo>
                  <a:pt x="140079" y="104449"/>
                  <a:pt x="140183" y="109871"/>
                  <a:pt x="140390" y="117338"/>
                </a:cubicBezTo>
                <a:cubicBezTo>
                  <a:pt x="140597" y="124805"/>
                  <a:pt x="140701" y="130227"/>
                  <a:pt x="140701" y="133605"/>
                </a:cubicBezTo>
                <a:cubicBezTo>
                  <a:pt x="140701" y="137042"/>
                  <a:pt x="139546" y="139872"/>
                  <a:pt x="137234" y="142095"/>
                </a:cubicBezTo>
                <a:cubicBezTo>
                  <a:pt x="134923" y="144317"/>
                  <a:pt x="131990" y="145428"/>
                  <a:pt x="128434" y="145428"/>
                </a:cubicBezTo>
                <a:cubicBezTo>
                  <a:pt x="124878" y="145428"/>
                  <a:pt x="121945" y="144317"/>
                  <a:pt x="119634" y="142095"/>
                </a:cubicBezTo>
                <a:cubicBezTo>
                  <a:pt x="117322" y="139872"/>
                  <a:pt x="116167" y="137042"/>
                  <a:pt x="116167" y="133605"/>
                </a:cubicBezTo>
                <a:cubicBezTo>
                  <a:pt x="116167" y="130227"/>
                  <a:pt x="116063" y="124805"/>
                  <a:pt x="115856" y="117338"/>
                </a:cubicBezTo>
                <a:cubicBezTo>
                  <a:pt x="115648" y="109871"/>
                  <a:pt x="115545" y="104449"/>
                  <a:pt x="115545" y="101071"/>
                </a:cubicBezTo>
                <a:cubicBezTo>
                  <a:pt x="115545" y="95796"/>
                  <a:pt x="115841" y="89189"/>
                  <a:pt x="116434" y="81248"/>
                </a:cubicBezTo>
                <a:cubicBezTo>
                  <a:pt x="117026" y="73307"/>
                  <a:pt x="117322" y="66699"/>
                  <a:pt x="117322" y="61425"/>
                </a:cubicBezTo>
                <a:cubicBezTo>
                  <a:pt x="117322" y="57987"/>
                  <a:pt x="118478" y="55158"/>
                  <a:pt x="120789" y="52935"/>
                </a:cubicBezTo>
                <a:cubicBezTo>
                  <a:pt x="123100" y="50713"/>
                  <a:pt x="126034" y="49602"/>
                  <a:pt x="129590" y="49602"/>
                </a:cubicBezTo>
                <a:cubicBezTo>
                  <a:pt x="133145" y="49602"/>
                  <a:pt x="136079" y="50713"/>
                  <a:pt x="138390" y="52935"/>
                </a:cubicBezTo>
                <a:cubicBezTo>
                  <a:pt x="140701" y="55158"/>
                  <a:pt x="141857" y="57987"/>
                  <a:pt x="141857" y="61425"/>
                </a:cubicBezTo>
                <a:cubicBezTo>
                  <a:pt x="141857" y="66699"/>
                  <a:pt x="141560" y="73307"/>
                  <a:pt x="140968" y="81248"/>
                </a:cubicBezTo>
                <a:cubicBezTo>
                  <a:pt x="140375" y="89189"/>
                  <a:pt x="140079" y="95796"/>
                  <a:pt x="140079" y="101071"/>
                </a:cubicBezTo>
                <a:close/>
                <a:moveTo>
                  <a:pt x="240282" y="147739"/>
                </a:moveTo>
                <a:cubicBezTo>
                  <a:pt x="237556" y="147739"/>
                  <a:pt x="233230" y="145102"/>
                  <a:pt x="227304" y="139828"/>
                </a:cubicBezTo>
                <a:cubicBezTo>
                  <a:pt x="221852" y="142435"/>
                  <a:pt x="217052" y="144406"/>
                  <a:pt x="212903" y="145739"/>
                </a:cubicBezTo>
                <a:cubicBezTo>
                  <a:pt x="208755" y="147072"/>
                  <a:pt x="205229" y="147739"/>
                  <a:pt x="202325" y="147739"/>
                </a:cubicBezTo>
                <a:cubicBezTo>
                  <a:pt x="188043" y="147739"/>
                  <a:pt x="177332" y="143913"/>
                  <a:pt x="170190" y="136261"/>
                </a:cubicBezTo>
                <a:cubicBezTo>
                  <a:pt x="163049" y="128609"/>
                  <a:pt x="159479" y="117161"/>
                  <a:pt x="159479" y="101918"/>
                </a:cubicBezTo>
                <a:cubicBezTo>
                  <a:pt x="159479" y="87623"/>
                  <a:pt x="164753" y="75389"/>
                  <a:pt x="175302" y="65216"/>
                </a:cubicBezTo>
                <a:cubicBezTo>
                  <a:pt x="185850" y="55044"/>
                  <a:pt x="198473" y="49958"/>
                  <a:pt x="213170" y="49958"/>
                </a:cubicBezTo>
                <a:cubicBezTo>
                  <a:pt x="218800" y="49958"/>
                  <a:pt x="225319" y="51543"/>
                  <a:pt x="232726" y="54713"/>
                </a:cubicBezTo>
                <a:cubicBezTo>
                  <a:pt x="241675" y="58532"/>
                  <a:pt x="246149" y="62966"/>
                  <a:pt x="246149" y="68017"/>
                </a:cubicBezTo>
                <a:cubicBezTo>
                  <a:pt x="246149" y="70131"/>
                  <a:pt x="245468" y="71982"/>
                  <a:pt x="244105" y="73567"/>
                </a:cubicBezTo>
                <a:cubicBezTo>
                  <a:pt x="243512" y="75915"/>
                  <a:pt x="243053" y="78866"/>
                  <a:pt x="242727" y="82420"/>
                </a:cubicBezTo>
                <a:cubicBezTo>
                  <a:pt x="242401" y="85972"/>
                  <a:pt x="242238" y="90127"/>
                  <a:pt x="242238" y="94884"/>
                </a:cubicBezTo>
                <a:cubicBezTo>
                  <a:pt x="242238" y="106101"/>
                  <a:pt x="243038" y="114177"/>
                  <a:pt x="244638" y="119110"/>
                </a:cubicBezTo>
                <a:cubicBezTo>
                  <a:pt x="244816" y="119638"/>
                  <a:pt x="246179" y="122692"/>
                  <a:pt x="248727" y="128272"/>
                </a:cubicBezTo>
                <a:cubicBezTo>
                  <a:pt x="251038" y="133322"/>
                  <a:pt x="252194" y="136199"/>
                  <a:pt x="252194" y="136903"/>
                </a:cubicBezTo>
                <a:cubicBezTo>
                  <a:pt x="252194" y="140016"/>
                  <a:pt x="250994" y="142600"/>
                  <a:pt x="248594" y="144656"/>
                </a:cubicBezTo>
                <a:cubicBezTo>
                  <a:pt x="246194" y="146711"/>
                  <a:pt x="243423" y="147739"/>
                  <a:pt x="240282" y="147739"/>
                </a:cubicBezTo>
                <a:moveTo>
                  <a:pt x="218237" y="87737"/>
                </a:moveTo>
                <a:cubicBezTo>
                  <a:pt x="218237" y="85840"/>
                  <a:pt x="218370" y="83663"/>
                  <a:pt x="218637" y="81203"/>
                </a:cubicBezTo>
                <a:cubicBezTo>
                  <a:pt x="218904" y="78744"/>
                  <a:pt x="219304" y="76003"/>
                  <a:pt x="219837" y="72981"/>
                </a:cubicBezTo>
                <a:cubicBezTo>
                  <a:pt x="218652" y="72388"/>
                  <a:pt x="217600" y="71958"/>
                  <a:pt x="216681" y="71692"/>
                </a:cubicBezTo>
                <a:cubicBezTo>
                  <a:pt x="215763" y="71425"/>
                  <a:pt x="214977" y="71292"/>
                  <a:pt x="214326" y="71292"/>
                </a:cubicBezTo>
                <a:cubicBezTo>
                  <a:pt x="206266" y="71292"/>
                  <a:pt x="199214" y="74447"/>
                  <a:pt x="193169" y="80759"/>
                </a:cubicBezTo>
                <a:cubicBezTo>
                  <a:pt x="187124" y="87070"/>
                  <a:pt x="184102" y="94374"/>
                  <a:pt x="184102" y="102671"/>
                </a:cubicBezTo>
                <a:cubicBezTo>
                  <a:pt x="184102" y="110612"/>
                  <a:pt x="185524" y="116582"/>
                  <a:pt x="188369" y="120583"/>
                </a:cubicBezTo>
                <a:cubicBezTo>
                  <a:pt x="191214" y="124583"/>
                  <a:pt x="195480" y="126583"/>
                  <a:pt x="201170" y="126583"/>
                </a:cubicBezTo>
                <a:cubicBezTo>
                  <a:pt x="204844" y="126583"/>
                  <a:pt x="208325" y="125975"/>
                  <a:pt x="211614" y="124760"/>
                </a:cubicBezTo>
                <a:cubicBezTo>
                  <a:pt x="214903" y="123546"/>
                  <a:pt x="218000" y="121753"/>
                  <a:pt x="220904" y="119383"/>
                </a:cubicBezTo>
                <a:cubicBezTo>
                  <a:pt x="219126" y="105278"/>
                  <a:pt x="218237" y="94730"/>
                  <a:pt x="218237" y="87737"/>
                </a:cubicBezTo>
                <a:close/>
                <a:moveTo>
                  <a:pt x="347189" y="89781"/>
                </a:moveTo>
                <a:cubicBezTo>
                  <a:pt x="344700" y="103708"/>
                  <a:pt x="343219" y="118405"/>
                  <a:pt x="342744" y="133872"/>
                </a:cubicBezTo>
                <a:cubicBezTo>
                  <a:pt x="342152" y="153013"/>
                  <a:pt x="338952" y="166910"/>
                  <a:pt x="333144" y="175563"/>
                </a:cubicBezTo>
                <a:cubicBezTo>
                  <a:pt x="325381" y="187119"/>
                  <a:pt x="311632" y="192897"/>
                  <a:pt x="291898" y="192897"/>
                </a:cubicBezTo>
                <a:cubicBezTo>
                  <a:pt x="268845" y="192897"/>
                  <a:pt x="257319" y="188317"/>
                  <a:pt x="257319" y="179157"/>
                </a:cubicBezTo>
                <a:cubicBezTo>
                  <a:pt x="257319" y="175887"/>
                  <a:pt x="258356" y="173240"/>
                  <a:pt x="260430" y="171218"/>
                </a:cubicBezTo>
                <a:cubicBezTo>
                  <a:pt x="262504" y="169196"/>
                  <a:pt x="265230" y="168184"/>
                  <a:pt x="268608" y="168184"/>
                </a:cubicBezTo>
                <a:cubicBezTo>
                  <a:pt x="271275" y="168184"/>
                  <a:pt x="275097" y="168688"/>
                  <a:pt x="280075" y="169696"/>
                </a:cubicBezTo>
                <a:cubicBezTo>
                  <a:pt x="285053" y="170703"/>
                  <a:pt x="289468" y="171207"/>
                  <a:pt x="293320" y="171207"/>
                </a:cubicBezTo>
                <a:cubicBezTo>
                  <a:pt x="302150" y="171207"/>
                  <a:pt x="308669" y="168531"/>
                  <a:pt x="312877" y="163179"/>
                </a:cubicBezTo>
                <a:cubicBezTo>
                  <a:pt x="316906" y="157943"/>
                  <a:pt x="319277" y="149597"/>
                  <a:pt x="319988" y="138139"/>
                </a:cubicBezTo>
                <a:cubicBezTo>
                  <a:pt x="316966" y="141220"/>
                  <a:pt x="313558" y="143532"/>
                  <a:pt x="309765" y="145072"/>
                </a:cubicBezTo>
                <a:cubicBezTo>
                  <a:pt x="305973" y="146613"/>
                  <a:pt x="301824" y="147384"/>
                  <a:pt x="297320" y="147384"/>
                </a:cubicBezTo>
                <a:cubicBezTo>
                  <a:pt x="285527" y="147384"/>
                  <a:pt x="275942" y="143543"/>
                  <a:pt x="268564" y="135861"/>
                </a:cubicBezTo>
                <a:cubicBezTo>
                  <a:pt x="261186" y="128179"/>
                  <a:pt x="257497" y="118347"/>
                  <a:pt x="257497" y="106365"/>
                </a:cubicBezTo>
                <a:cubicBezTo>
                  <a:pt x="257497" y="90231"/>
                  <a:pt x="262415" y="77182"/>
                  <a:pt x="272253" y="67217"/>
                </a:cubicBezTo>
                <a:cubicBezTo>
                  <a:pt x="282446" y="56896"/>
                  <a:pt x="296224" y="51735"/>
                  <a:pt x="313588" y="51735"/>
                </a:cubicBezTo>
                <a:cubicBezTo>
                  <a:pt x="319158" y="51735"/>
                  <a:pt x="323959" y="52417"/>
                  <a:pt x="327988" y="53780"/>
                </a:cubicBezTo>
                <a:cubicBezTo>
                  <a:pt x="332018" y="55143"/>
                  <a:pt x="335277" y="57217"/>
                  <a:pt x="337766" y="60002"/>
                </a:cubicBezTo>
                <a:cubicBezTo>
                  <a:pt x="345293" y="60891"/>
                  <a:pt x="349056" y="65336"/>
                  <a:pt x="349056" y="73336"/>
                </a:cubicBezTo>
                <a:cubicBezTo>
                  <a:pt x="349056" y="77307"/>
                  <a:pt x="348434" y="82788"/>
                  <a:pt x="347189" y="89781"/>
                </a:cubicBezTo>
                <a:moveTo>
                  <a:pt x="312699" y="72003"/>
                </a:moveTo>
                <a:cubicBezTo>
                  <a:pt x="302684" y="72003"/>
                  <a:pt x="294891" y="75292"/>
                  <a:pt x="289320" y="81870"/>
                </a:cubicBezTo>
                <a:cubicBezTo>
                  <a:pt x="284342" y="87855"/>
                  <a:pt x="281853" y="95619"/>
                  <a:pt x="281853" y="105160"/>
                </a:cubicBezTo>
                <a:cubicBezTo>
                  <a:pt x="281853" y="112212"/>
                  <a:pt x="283187" y="117516"/>
                  <a:pt x="285853" y="121071"/>
                </a:cubicBezTo>
                <a:cubicBezTo>
                  <a:pt x="288520" y="124627"/>
                  <a:pt x="292520" y="126405"/>
                  <a:pt x="297854" y="126405"/>
                </a:cubicBezTo>
                <a:cubicBezTo>
                  <a:pt x="302713" y="126405"/>
                  <a:pt x="307602" y="123590"/>
                  <a:pt x="312521" y="117960"/>
                </a:cubicBezTo>
                <a:cubicBezTo>
                  <a:pt x="317143" y="112627"/>
                  <a:pt x="319781" y="107352"/>
                  <a:pt x="320432" y="102137"/>
                </a:cubicBezTo>
                <a:cubicBezTo>
                  <a:pt x="321558" y="96448"/>
                  <a:pt x="322862" y="87589"/>
                  <a:pt x="324344" y="75559"/>
                </a:cubicBezTo>
                <a:cubicBezTo>
                  <a:pt x="322329" y="74373"/>
                  <a:pt x="320344" y="73484"/>
                  <a:pt x="318388" y="72892"/>
                </a:cubicBezTo>
                <a:cubicBezTo>
                  <a:pt x="316432" y="72299"/>
                  <a:pt x="314536" y="72003"/>
                  <a:pt x="312699" y="72003"/>
                </a:cubicBezTo>
                <a:close/>
                <a:moveTo>
                  <a:pt x="411834" y="22668"/>
                </a:moveTo>
                <a:cubicBezTo>
                  <a:pt x="409760" y="24682"/>
                  <a:pt x="407093" y="27290"/>
                  <a:pt x="403834" y="30490"/>
                </a:cubicBezTo>
                <a:cubicBezTo>
                  <a:pt x="397671" y="37246"/>
                  <a:pt x="392781" y="46994"/>
                  <a:pt x="389167" y="59736"/>
                </a:cubicBezTo>
                <a:cubicBezTo>
                  <a:pt x="385966" y="71055"/>
                  <a:pt x="384366" y="82166"/>
                  <a:pt x="384366" y="93070"/>
                </a:cubicBezTo>
                <a:cubicBezTo>
                  <a:pt x="384366" y="105456"/>
                  <a:pt x="385848" y="116864"/>
                  <a:pt x="388811" y="127294"/>
                </a:cubicBezTo>
                <a:cubicBezTo>
                  <a:pt x="392722" y="141161"/>
                  <a:pt x="398826" y="150939"/>
                  <a:pt x="407123" y="156628"/>
                </a:cubicBezTo>
                <a:cubicBezTo>
                  <a:pt x="414590" y="161843"/>
                  <a:pt x="418323" y="166466"/>
                  <a:pt x="418323" y="170496"/>
                </a:cubicBezTo>
                <a:cubicBezTo>
                  <a:pt x="418323" y="173459"/>
                  <a:pt x="417153" y="175977"/>
                  <a:pt x="414812" y="178051"/>
                </a:cubicBezTo>
                <a:cubicBezTo>
                  <a:pt x="412471" y="180126"/>
                  <a:pt x="409819" y="181163"/>
                  <a:pt x="406856" y="181163"/>
                </a:cubicBezTo>
                <a:cubicBezTo>
                  <a:pt x="404426" y="181163"/>
                  <a:pt x="401700" y="180363"/>
                  <a:pt x="398678" y="178763"/>
                </a:cubicBezTo>
                <a:cubicBezTo>
                  <a:pt x="372247" y="164599"/>
                  <a:pt x="359032" y="135383"/>
                  <a:pt x="359032" y="91115"/>
                </a:cubicBezTo>
                <a:cubicBezTo>
                  <a:pt x="359032" y="75233"/>
                  <a:pt x="362351" y="59173"/>
                  <a:pt x="368988" y="42935"/>
                </a:cubicBezTo>
                <a:cubicBezTo>
                  <a:pt x="376514" y="24623"/>
                  <a:pt x="386440" y="11319"/>
                  <a:pt x="398767" y="3022"/>
                </a:cubicBezTo>
                <a:cubicBezTo>
                  <a:pt x="401848" y="1007"/>
                  <a:pt x="404456" y="0"/>
                  <a:pt x="406589" y="0"/>
                </a:cubicBezTo>
                <a:cubicBezTo>
                  <a:pt x="409849" y="0"/>
                  <a:pt x="412619" y="1170"/>
                  <a:pt x="414901" y="3511"/>
                </a:cubicBezTo>
                <a:cubicBezTo>
                  <a:pt x="417182" y="5852"/>
                  <a:pt x="418323" y="8534"/>
                  <a:pt x="418323" y="11556"/>
                </a:cubicBezTo>
                <a:cubicBezTo>
                  <a:pt x="418323" y="14519"/>
                  <a:pt x="416160" y="18223"/>
                  <a:pt x="411834" y="22668"/>
                </a:cubicBezTo>
                <a:close/>
                <a:moveTo>
                  <a:pt x="604398" y="178763"/>
                </a:moveTo>
                <a:cubicBezTo>
                  <a:pt x="601375" y="180363"/>
                  <a:pt x="598649" y="181163"/>
                  <a:pt x="596220" y="181163"/>
                </a:cubicBezTo>
                <a:cubicBezTo>
                  <a:pt x="593197" y="181163"/>
                  <a:pt x="590531" y="180126"/>
                  <a:pt x="588219" y="178051"/>
                </a:cubicBezTo>
                <a:cubicBezTo>
                  <a:pt x="585908" y="175977"/>
                  <a:pt x="584752" y="173459"/>
                  <a:pt x="584752" y="170496"/>
                </a:cubicBezTo>
                <a:cubicBezTo>
                  <a:pt x="584752" y="166940"/>
                  <a:pt x="586530" y="163740"/>
                  <a:pt x="590086" y="160895"/>
                </a:cubicBezTo>
                <a:cubicBezTo>
                  <a:pt x="593168" y="158643"/>
                  <a:pt x="596220" y="156362"/>
                  <a:pt x="599242" y="154051"/>
                </a:cubicBezTo>
                <a:cubicBezTo>
                  <a:pt x="612220" y="141309"/>
                  <a:pt x="618709" y="120983"/>
                  <a:pt x="618709" y="93070"/>
                </a:cubicBezTo>
                <a:cubicBezTo>
                  <a:pt x="618709" y="82166"/>
                  <a:pt x="617109" y="71055"/>
                  <a:pt x="613909" y="59736"/>
                </a:cubicBezTo>
                <a:cubicBezTo>
                  <a:pt x="610294" y="46994"/>
                  <a:pt x="605405" y="37246"/>
                  <a:pt x="599242" y="30490"/>
                </a:cubicBezTo>
                <a:cubicBezTo>
                  <a:pt x="596279" y="27586"/>
                  <a:pt x="593316" y="24682"/>
                  <a:pt x="590353" y="21779"/>
                </a:cubicBezTo>
                <a:cubicBezTo>
                  <a:pt x="586560" y="17690"/>
                  <a:pt x="584664" y="14282"/>
                  <a:pt x="584664" y="11556"/>
                </a:cubicBezTo>
                <a:cubicBezTo>
                  <a:pt x="584664" y="8534"/>
                  <a:pt x="585819" y="5852"/>
                  <a:pt x="588130" y="3511"/>
                </a:cubicBezTo>
                <a:cubicBezTo>
                  <a:pt x="590442" y="1170"/>
                  <a:pt x="593197" y="0"/>
                  <a:pt x="596397" y="0"/>
                </a:cubicBezTo>
                <a:cubicBezTo>
                  <a:pt x="598590" y="0"/>
                  <a:pt x="601198" y="1007"/>
                  <a:pt x="604220" y="3022"/>
                </a:cubicBezTo>
                <a:cubicBezTo>
                  <a:pt x="616606" y="11319"/>
                  <a:pt x="626532" y="24623"/>
                  <a:pt x="633999" y="42935"/>
                </a:cubicBezTo>
                <a:cubicBezTo>
                  <a:pt x="640636" y="59173"/>
                  <a:pt x="643955" y="75233"/>
                  <a:pt x="643955" y="91115"/>
                </a:cubicBezTo>
                <a:cubicBezTo>
                  <a:pt x="643955" y="135383"/>
                  <a:pt x="630769" y="164599"/>
                  <a:pt x="604398" y="178763"/>
                </a:cubicBezTo>
                <a:close/>
              </a:path>
            </a:pathLst>
          </a:custGeom>
          <a:solidFill xmlns:a="http://schemas.openxmlformats.org/drawingml/2006/main">
            <a:srgbClr val="000000"/>
          </a:solidFill>
          <a:ln xmlns:a="http://schemas.openxmlformats.org/drawingml/2006/main" w="0" cap="flat">
            <a:noFill/>
            <a:miter/>
          </a:ln>
        </p:spPr>
      </p:sp>
      <p:sp>
        <p:nvSpPr>
          <p:cNvPr id="694" name="Vector element">
            <a:extLst xmlns:a="http://schemas.openxmlformats.org/drawingml/2006/main">
              <a:ext uri="{FF2B5EF4-FFF2-40B4-BE49-F238E27FC236}">
                <a16:creationId xmlns:a16="http://schemas.microsoft.com/office/drawing/2014/main" id="{2392FF19-A305-4EEE-A8BB-714D96B60989}"/>
              </a:ext>
            </a:extLst>
          </p:cNvPr>
          <p:cNvSpPr>
            <a:spLocks xmlns:a="http://schemas.openxmlformats.org/drawingml/2006/main" noGrp="1"/>
          </p:cNvSpPr>
          <p:nvPr/>
        </p:nvSpPr>
        <p:spPr>
          <a:xfrm xmlns:a="http://schemas.openxmlformats.org/drawingml/2006/main">
            <a:off x="6306259" y="4714301"/>
            <a:ext cx="376868" cy="84348"/>
          </a:xfrm>
          <a:custGeom xmlns:a="http://schemas.openxmlformats.org/drawingml/2006/main">
            <a:pathLst>
              <a:path w="376868" h="84348">
                <a:moveTo>
                  <a:pt x="292998" y="84348"/>
                </a:moveTo>
                <a:lnTo>
                  <a:pt x="376868" y="41232"/>
                </a:lnTo>
                <a:lnTo>
                  <a:pt x="292056" y="0"/>
                </a:lnTo>
                <a:lnTo>
                  <a:pt x="292404" y="31628"/>
                </a:lnTo>
                <a:lnTo>
                  <a:pt x="0" y="34906"/>
                </a:lnTo>
                <a:lnTo>
                  <a:pt x="225" y="55993"/>
                </a:lnTo>
                <a:lnTo>
                  <a:pt x="292639" y="52715"/>
                </a:lnTo>
                <a:lnTo>
                  <a:pt x="292998" y="84348"/>
                </a:lnTo>
                <a:close/>
              </a:path>
            </a:pathLst>
          </a:custGeom>
          <a:solidFill xmlns:a="http://schemas.openxmlformats.org/drawingml/2006/main">
            <a:srgbClr val="000000"/>
          </a:solidFill>
          <a:ln xmlns:a="http://schemas.openxmlformats.org/drawingml/2006/main" w="0" cap="flat">
            <a:noFill/>
            <a:miter/>
          </a:ln>
        </p:spPr>
      </p:sp>
      <p:sp>
        <p:nvSpPr>
          <p:cNvPr id="695" name="R6|527">
            <a:extLst xmlns:a="http://schemas.openxmlformats.org/drawingml/2006/main">
              <a:ext uri="{FF2B5EF4-FFF2-40B4-BE49-F238E27FC236}">
                <a16:creationId xmlns:a16="http://schemas.microsoft.com/office/drawing/2014/main" id="{DA3DB868-9177-4A7F-8DAA-08B88650DA55}"/>
              </a:ext>
            </a:extLst>
          </p:cNvPr>
          <p:cNvSpPr>
            <a:spLocks xmlns:a="http://schemas.openxmlformats.org/drawingml/2006/main" noGrp="1"/>
          </p:cNvSpPr>
          <p:nvPr/>
        </p:nvSpPr>
        <p:spPr>
          <a:xfrm xmlns:a="http://schemas.openxmlformats.org/drawingml/2006/main">
            <a:off x="6411831" y="4361158"/>
            <a:ext cx="74161" cy="65750"/>
          </a:xfrm>
          <a:prstGeom xmlns:a="http://schemas.openxmlformats.org/drawingml/2006/main" prst="rect">
            <a:avLst/>
          </a:prstGeom>
          <a:solidFill xmlns:a="http://schemas.openxmlformats.org/drawingml/2006/main">
            <a:srgbClr val="6397C2"/>
          </a:solidFill>
          <a:ln xmlns:a="http://schemas.openxmlformats.org/drawingml/2006/main" w="6953">
            <a:solidFill>
              <a:srgbClr val="212121"/>
            </a:solidFill>
          </a:ln>
        </p:spPr>
      </p:sp>
      <p:sp>
        <p:nvSpPr>
          <p:cNvPr id="696" name="R6|528">
            <a:extLst xmlns:a="http://schemas.openxmlformats.org/drawingml/2006/main">
              <a:ext uri="{FF2B5EF4-FFF2-40B4-BE49-F238E27FC236}">
                <a16:creationId xmlns:a16="http://schemas.microsoft.com/office/drawing/2014/main" id="{DFDAC57C-39BA-4E37-B923-4645D339C152}"/>
              </a:ext>
            </a:extLst>
          </p:cNvPr>
          <p:cNvSpPr>
            <a:spLocks xmlns:a="http://schemas.openxmlformats.org/drawingml/2006/main" noGrp="1"/>
          </p:cNvSpPr>
          <p:nvPr/>
        </p:nvSpPr>
        <p:spPr>
          <a:xfrm xmlns:a="http://schemas.openxmlformats.org/drawingml/2006/main">
            <a:off x="6485991" y="4361158"/>
            <a:ext cx="74161" cy="65750"/>
          </a:xfrm>
          <a:prstGeom xmlns:a="http://schemas.openxmlformats.org/drawingml/2006/main" prst="rect">
            <a:avLst/>
          </a:prstGeom>
          <a:solidFill xmlns:a="http://schemas.openxmlformats.org/drawingml/2006/main">
            <a:srgbClr val="6F639C"/>
          </a:solidFill>
          <a:ln xmlns:a="http://schemas.openxmlformats.org/drawingml/2006/main" w="6953">
            <a:solidFill>
              <a:srgbClr val="212121"/>
            </a:solidFill>
          </a:ln>
        </p:spPr>
      </p:sp>
      <p:sp>
        <p:nvSpPr>
          <p:cNvPr id="697" name="R6|529">
            <a:extLst xmlns:a="http://schemas.openxmlformats.org/drawingml/2006/main">
              <a:ext uri="{FF2B5EF4-FFF2-40B4-BE49-F238E27FC236}">
                <a16:creationId xmlns:a16="http://schemas.microsoft.com/office/drawing/2014/main" id="{9428B130-1882-43AC-A36E-BF163C422A9B}"/>
              </a:ext>
            </a:extLst>
          </p:cNvPr>
          <p:cNvSpPr>
            <a:spLocks xmlns:a="http://schemas.openxmlformats.org/drawingml/2006/main" noGrp="1"/>
          </p:cNvSpPr>
          <p:nvPr/>
        </p:nvSpPr>
        <p:spPr>
          <a:xfrm xmlns:a="http://schemas.openxmlformats.org/drawingml/2006/main">
            <a:off x="6411831" y="4426908"/>
            <a:ext cx="74161" cy="65750"/>
          </a:xfrm>
          <a:prstGeom xmlns:a="http://schemas.openxmlformats.org/drawingml/2006/main" prst="rect">
            <a:avLst/>
          </a:prstGeom>
          <a:solidFill xmlns:a="http://schemas.openxmlformats.org/drawingml/2006/main">
            <a:srgbClr val="4FAD68"/>
          </a:solidFill>
          <a:ln xmlns:a="http://schemas.openxmlformats.org/drawingml/2006/main" w="6953">
            <a:solidFill>
              <a:srgbClr val="212121"/>
            </a:solidFill>
          </a:ln>
        </p:spPr>
      </p:sp>
      <p:sp>
        <p:nvSpPr>
          <p:cNvPr id="698" name="R6|530">
            <a:extLst xmlns:a="http://schemas.openxmlformats.org/drawingml/2006/main">
              <a:ext uri="{FF2B5EF4-FFF2-40B4-BE49-F238E27FC236}">
                <a16:creationId xmlns:a16="http://schemas.microsoft.com/office/drawing/2014/main" id="{6B76BDC8-B593-4D00-A4E5-5C04A5B86631}"/>
              </a:ext>
            </a:extLst>
          </p:cNvPr>
          <p:cNvSpPr>
            <a:spLocks xmlns:a="http://schemas.openxmlformats.org/drawingml/2006/main" noGrp="1"/>
          </p:cNvSpPr>
          <p:nvPr/>
        </p:nvSpPr>
        <p:spPr>
          <a:xfrm xmlns:a="http://schemas.openxmlformats.org/drawingml/2006/main">
            <a:off x="6485991" y="4426908"/>
            <a:ext cx="74161" cy="65750"/>
          </a:xfrm>
          <a:prstGeom xmlns:a="http://schemas.openxmlformats.org/drawingml/2006/main" prst="rect">
            <a:avLst/>
          </a:prstGeom>
          <a:solidFill xmlns:a="http://schemas.openxmlformats.org/drawingml/2006/main">
            <a:srgbClr val="51AC65"/>
          </a:solidFill>
          <a:ln xmlns:a="http://schemas.openxmlformats.org/drawingml/2006/main" w="6953">
            <a:solidFill>
              <a:srgbClr val="212121"/>
            </a:solidFill>
          </a:ln>
        </p:spPr>
      </p:sp>
      <p:sp>
        <p:nvSpPr>
          <p:cNvPr id="699" name="R6|531">
            <a:extLst xmlns:a="http://schemas.openxmlformats.org/drawingml/2006/main">
              <a:ext uri="{FF2B5EF4-FFF2-40B4-BE49-F238E27FC236}">
                <a16:creationId xmlns:a16="http://schemas.microsoft.com/office/drawing/2014/main" id="{FC5FCDB4-0950-4400-8F54-22857116A35E}"/>
              </a:ext>
            </a:extLst>
          </p:cNvPr>
          <p:cNvSpPr>
            <a:spLocks xmlns:a="http://schemas.openxmlformats.org/drawingml/2006/main" noGrp="1"/>
          </p:cNvSpPr>
          <p:nvPr/>
        </p:nvSpPr>
        <p:spPr>
          <a:xfrm xmlns:a="http://schemas.openxmlformats.org/drawingml/2006/main">
            <a:off x="6411831" y="4492658"/>
            <a:ext cx="74161" cy="65750"/>
          </a:xfrm>
          <a:prstGeom xmlns:a="http://schemas.openxmlformats.org/drawingml/2006/main" prst="rect">
            <a:avLst/>
          </a:prstGeom>
          <a:solidFill xmlns:a="http://schemas.openxmlformats.org/drawingml/2006/main">
            <a:srgbClr val="6496B8"/>
          </a:solidFill>
          <a:ln xmlns:a="http://schemas.openxmlformats.org/drawingml/2006/main" w="6953">
            <a:solidFill>
              <a:srgbClr val="212121"/>
            </a:solidFill>
          </a:ln>
        </p:spPr>
      </p:sp>
      <p:sp>
        <p:nvSpPr>
          <p:cNvPr id="700" name="R6|532">
            <a:extLst xmlns:a="http://schemas.openxmlformats.org/drawingml/2006/main">
              <a:ext uri="{FF2B5EF4-FFF2-40B4-BE49-F238E27FC236}">
                <a16:creationId xmlns:a16="http://schemas.microsoft.com/office/drawing/2014/main" id="{251A9A5A-785D-4D3E-8E84-21727F74AD5F}"/>
              </a:ext>
            </a:extLst>
          </p:cNvPr>
          <p:cNvSpPr>
            <a:spLocks xmlns:a="http://schemas.openxmlformats.org/drawingml/2006/main" noGrp="1"/>
          </p:cNvSpPr>
          <p:nvPr/>
        </p:nvSpPr>
        <p:spPr>
          <a:xfrm xmlns:a="http://schemas.openxmlformats.org/drawingml/2006/main">
            <a:off x="6485991" y="4492658"/>
            <a:ext cx="74161" cy="65750"/>
          </a:xfrm>
          <a:prstGeom xmlns:a="http://schemas.openxmlformats.org/drawingml/2006/main" prst="rect">
            <a:avLst/>
          </a:prstGeom>
          <a:solidFill xmlns:a="http://schemas.openxmlformats.org/drawingml/2006/main">
            <a:srgbClr val="FEC7A4"/>
          </a:solidFill>
          <a:ln xmlns:a="http://schemas.openxmlformats.org/drawingml/2006/main" w="6953">
            <a:solidFill>
              <a:srgbClr val="212121"/>
            </a:solidFill>
          </a:ln>
        </p:spPr>
      </p:sp>
      <p:sp>
        <p:nvSpPr>
          <p:cNvPr id="701" name="R6|533">
            <a:extLst xmlns:a="http://schemas.openxmlformats.org/drawingml/2006/main">
              <a:ext uri="{FF2B5EF4-FFF2-40B4-BE49-F238E27FC236}">
                <a16:creationId xmlns:a16="http://schemas.microsoft.com/office/drawing/2014/main" id="{791E6B45-88C2-40D6-8B7E-74EE47CEF382}"/>
              </a:ext>
            </a:extLst>
          </p:cNvPr>
          <p:cNvSpPr>
            <a:spLocks xmlns:a="http://schemas.openxmlformats.org/drawingml/2006/main" noGrp="1"/>
          </p:cNvSpPr>
          <p:nvPr/>
        </p:nvSpPr>
        <p:spPr>
          <a:xfrm xmlns:a="http://schemas.openxmlformats.org/drawingml/2006/main">
            <a:off x="6411831" y="4558407"/>
            <a:ext cx="74161" cy="65750"/>
          </a:xfrm>
          <a:prstGeom xmlns:a="http://schemas.openxmlformats.org/drawingml/2006/main" prst="rect">
            <a:avLst/>
          </a:prstGeom>
          <a:solidFill xmlns:a="http://schemas.openxmlformats.org/drawingml/2006/main">
            <a:srgbClr val="6298C2"/>
          </a:solidFill>
          <a:ln xmlns:a="http://schemas.openxmlformats.org/drawingml/2006/main" w="6953">
            <a:solidFill>
              <a:srgbClr val="212121"/>
            </a:solidFill>
          </a:ln>
        </p:spPr>
      </p:sp>
      <p:sp>
        <p:nvSpPr>
          <p:cNvPr id="702" name="R6|534">
            <a:extLst xmlns:a="http://schemas.openxmlformats.org/drawingml/2006/main">
              <a:ext uri="{FF2B5EF4-FFF2-40B4-BE49-F238E27FC236}">
                <a16:creationId xmlns:a16="http://schemas.microsoft.com/office/drawing/2014/main" id="{31C04D2D-8B63-4CD2-9E56-FFE7B2A62ABA}"/>
              </a:ext>
            </a:extLst>
          </p:cNvPr>
          <p:cNvSpPr>
            <a:spLocks xmlns:a="http://schemas.openxmlformats.org/drawingml/2006/main" noGrp="1"/>
          </p:cNvSpPr>
          <p:nvPr/>
        </p:nvSpPr>
        <p:spPr>
          <a:xfrm xmlns:a="http://schemas.openxmlformats.org/drawingml/2006/main">
            <a:off x="6485991" y="4558407"/>
            <a:ext cx="74161" cy="65750"/>
          </a:xfrm>
          <a:prstGeom xmlns:a="http://schemas.openxmlformats.org/drawingml/2006/main" prst="rect">
            <a:avLst/>
          </a:prstGeom>
          <a:solidFill xmlns:a="http://schemas.openxmlformats.org/drawingml/2006/main">
            <a:srgbClr val="FEF0CB"/>
          </a:solidFill>
          <a:ln xmlns:a="http://schemas.openxmlformats.org/drawingml/2006/main" w="6953">
            <a:solidFill>
              <a:srgbClr val="212121"/>
            </a:solidFill>
          </a:ln>
        </p:spPr>
      </p:sp>
      <p:sp>
        <p:nvSpPr>
          <p:cNvPr id="703" name="R6|535">
            <a:extLst xmlns:a="http://schemas.openxmlformats.org/drawingml/2006/main">
              <a:ext uri="{FF2B5EF4-FFF2-40B4-BE49-F238E27FC236}">
                <a16:creationId xmlns:a16="http://schemas.microsoft.com/office/drawing/2014/main" id="{63A93E96-694E-4EF5-96EB-441807AC58AC}"/>
              </a:ext>
            </a:extLst>
          </p:cNvPr>
          <p:cNvSpPr>
            <a:spLocks xmlns:a="http://schemas.openxmlformats.org/drawingml/2006/main" noGrp="1"/>
          </p:cNvSpPr>
          <p:nvPr/>
        </p:nvSpPr>
        <p:spPr>
          <a:xfrm xmlns:a="http://schemas.openxmlformats.org/drawingml/2006/main">
            <a:off x="6411831" y="4624157"/>
            <a:ext cx="74161" cy="65750"/>
          </a:xfrm>
          <a:prstGeom xmlns:a="http://schemas.openxmlformats.org/drawingml/2006/main" prst="rect">
            <a:avLst/>
          </a:prstGeom>
          <a:solidFill xmlns:a="http://schemas.openxmlformats.org/drawingml/2006/main">
            <a:srgbClr val="FFE58F"/>
          </a:solidFill>
          <a:ln xmlns:a="http://schemas.openxmlformats.org/drawingml/2006/main" w="6953">
            <a:solidFill>
              <a:srgbClr val="212121"/>
            </a:solidFill>
          </a:ln>
        </p:spPr>
      </p:sp>
      <p:sp>
        <p:nvSpPr>
          <p:cNvPr id="704" name="R6|536">
            <a:extLst xmlns:a="http://schemas.openxmlformats.org/drawingml/2006/main">
              <a:ext uri="{FF2B5EF4-FFF2-40B4-BE49-F238E27FC236}">
                <a16:creationId xmlns:a16="http://schemas.microsoft.com/office/drawing/2014/main" id="{F3D0F881-A69D-4D6E-929B-8D273B3FCAF8}"/>
              </a:ext>
            </a:extLst>
          </p:cNvPr>
          <p:cNvSpPr>
            <a:spLocks xmlns:a="http://schemas.openxmlformats.org/drawingml/2006/main" noGrp="1"/>
          </p:cNvSpPr>
          <p:nvPr/>
        </p:nvSpPr>
        <p:spPr>
          <a:xfrm xmlns:a="http://schemas.openxmlformats.org/drawingml/2006/main">
            <a:off x="6485991" y="4624157"/>
            <a:ext cx="74161" cy="65750"/>
          </a:xfrm>
          <a:prstGeom xmlns:a="http://schemas.openxmlformats.org/drawingml/2006/main" prst="rect">
            <a:avLst/>
          </a:prstGeom>
          <a:solidFill xmlns:a="http://schemas.openxmlformats.org/drawingml/2006/main">
            <a:srgbClr val="FFE398"/>
          </a:solidFill>
          <a:ln xmlns:a="http://schemas.openxmlformats.org/drawingml/2006/main" w="6953">
            <a:solidFill>
              <a:srgbClr val="212121"/>
            </a:solidFill>
          </a:ln>
        </p:spPr>
      </p:sp>
      <p:sp>
        <p:nvSpPr>
          <p:cNvPr id="705" name="R7|537">
            <a:extLst xmlns:a="http://schemas.openxmlformats.org/drawingml/2006/main">
              <a:ext uri="{FF2B5EF4-FFF2-40B4-BE49-F238E27FC236}">
                <a16:creationId xmlns:a16="http://schemas.microsoft.com/office/drawing/2014/main" id="{22D88788-E51D-45F0-A844-1ACAC7461F01}"/>
              </a:ext>
            </a:extLst>
          </p:cNvPr>
          <p:cNvSpPr>
            <a:spLocks xmlns:a="http://schemas.openxmlformats.org/drawingml/2006/main" noGrp="1"/>
          </p:cNvSpPr>
          <p:nvPr/>
        </p:nvSpPr>
        <p:spPr>
          <a:xfrm xmlns:a="http://schemas.openxmlformats.org/drawingml/2006/main">
            <a:off x="6756970" y="3940164"/>
            <a:ext cx="184772" cy="160350"/>
          </a:xfrm>
          <a:prstGeom xmlns:a="http://schemas.openxmlformats.org/drawingml/2006/main" prst="rect">
            <a:avLst/>
          </a:prstGeom>
          <a:solidFill xmlns:a="http://schemas.openxmlformats.org/drawingml/2006/main">
            <a:srgbClr val="96B0C9"/>
          </a:solidFill>
          <a:ln xmlns:a="http://schemas.openxmlformats.org/drawingml/2006/main" w="6929">
            <a:solidFill>
              <a:srgbClr val="212121"/>
            </a:solidFill>
          </a:ln>
        </p:spPr>
      </p:sp>
      <p:sp>
        <p:nvSpPr>
          <p:cNvPr id="706" name="R7|538">
            <a:extLst xmlns:a="http://schemas.openxmlformats.org/drawingml/2006/main">
              <a:ext uri="{FF2B5EF4-FFF2-40B4-BE49-F238E27FC236}">
                <a16:creationId xmlns:a16="http://schemas.microsoft.com/office/drawing/2014/main" id="{5F116073-9FF3-4893-8725-C641BB08B69E}"/>
              </a:ext>
            </a:extLst>
          </p:cNvPr>
          <p:cNvSpPr>
            <a:spLocks xmlns:a="http://schemas.openxmlformats.org/drawingml/2006/main" noGrp="1"/>
          </p:cNvSpPr>
          <p:nvPr/>
        </p:nvSpPr>
        <p:spPr>
          <a:xfrm xmlns:a="http://schemas.openxmlformats.org/drawingml/2006/main">
            <a:off x="6756970" y="4100514"/>
            <a:ext cx="184772" cy="160350"/>
          </a:xfrm>
          <a:prstGeom xmlns:a="http://schemas.openxmlformats.org/drawingml/2006/main" prst="rect">
            <a:avLst/>
          </a:prstGeom>
          <a:solidFill xmlns:a="http://schemas.openxmlformats.org/drawingml/2006/main">
            <a:srgbClr val="57A86D"/>
          </a:solidFill>
          <a:ln xmlns:a="http://schemas.openxmlformats.org/drawingml/2006/main" w="6929">
            <a:solidFill>
              <a:srgbClr val="212121"/>
            </a:solidFill>
          </a:ln>
        </p:spPr>
      </p:sp>
      <p:sp>
        <p:nvSpPr>
          <p:cNvPr id="707" name="R7|539">
            <a:extLst xmlns:a="http://schemas.openxmlformats.org/drawingml/2006/main">
              <a:ext uri="{FF2B5EF4-FFF2-40B4-BE49-F238E27FC236}">
                <a16:creationId xmlns:a16="http://schemas.microsoft.com/office/drawing/2014/main" id="{738D3CF8-860B-4AE2-830A-6932264FA9EF}"/>
              </a:ext>
            </a:extLst>
          </p:cNvPr>
          <p:cNvSpPr>
            <a:spLocks xmlns:a="http://schemas.openxmlformats.org/drawingml/2006/main" noGrp="1"/>
          </p:cNvSpPr>
          <p:nvPr/>
        </p:nvSpPr>
        <p:spPr>
          <a:xfrm xmlns:a="http://schemas.openxmlformats.org/drawingml/2006/main">
            <a:off x="6756970" y="4260864"/>
            <a:ext cx="184772" cy="160350"/>
          </a:xfrm>
          <a:prstGeom xmlns:a="http://schemas.openxmlformats.org/drawingml/2006/main" prst="rect">
            <a:avLst/>
          </a:prstGeom>
          <a:solidFill xmlns:a="http://schemas.openxmlformats.org/drawingml/2006/main">
            <a:srgbClr val="726497"/>
          </a:solidFill>
          <a:ln xmlns:a="http://schemas.openxmlformats.org/drawingml/2006/main" w="6929">
            <a:solidFill>
              <a:srgbClr val="212121"/>
            </a:solidFill>
          </a:ln>
        </p:spPr>
      </p:sp>
      <p:sp>
        <p:nvSpPr>
          <p:cNvPr id="708" name="R7|540">
            <a:extLst xmlns:a="http://schemas.openxmlformats.org/drawingml/2006/main">
              <a:ext uri="{FF2B5EF4-FFF2-40B4-BE49-F238E27FC236}">
                <a16:creationId xmlns:a16="http://schemas.microsoft.com/office/drawing/2014/main" id="{1BC4E9CC-1D6C-41CD-9DAC-2481668C080C}"/>
              </a:ext>
            </a:extLst>
          </p:cNvPr>
          <p:cNvSpPr>
            <a:spLocks xmlns:a="http://schemas.openxmlformats.org/drawingml/2006/main" noGrp="1"/>
          </p:cNvSpPr>
          <p:nvPr/>
        </p:nvSpPr>
        <p:spPr>
          <a:xfrm xmlns:a="http://schemas.openxmlformats.org/drawingml/2006/main">
            <a:off x="6756970" y="4421214"/>
            <a:ext cx="184772" cy="160350"/>
          </a:xfrm>
          <a:prstGeom xmlns:a="http://schemas.openxmlformats.org/drawingml/2006/main" prst="rect">
            <a:avLst/>
          </a:prstGeom>
          <a:solidFill xmlns:a="http://schemas.openxmlformats.org/drawingml/2006/main">
            <a:srgbClr val="D77A73"/>
          </a:solidFill>
          <a:ln xmlns:a="http://schemas.openxmlformats.org/drawingml/2006/main" w="6929">
            <a:solidFill>
              <a:srgbClr val="212121"/>
            </a:solidFill>
          </a:ln>
        </p:spPr>
      </p:sp>
      <p:sp>
        <p:nvSpPr>
          <p:cNvPr id="709" name="R7|541">
            <a:extLst xmlns:a="http://schemas.openxmlformats.org/drawingml/2006/main">
              <a:ext uri="{FF2B5EF4-FFF2-40B4-BE49-F238E27FC236}">
                <a16:creationId xmlns:a16="http://schemas.microsoft.com/office/drawing/2014/main" id="{ABDC06FB-8176-4E1E-8A1F-2343F0935FFE}"/>
              </a:ext>
            </a:extLst>
          </p:cNvPr>
          <p:cNvSpPr>
            <a:spLocks xmlns:a="http://schemas.openxmlformats.org/drawingml/2006/main" noGrp="1"/>
          </p:cNvSpPr>
          <p:nvPr/>
        </p:nvSpPr>
        <p:spPr>
          <a:xfrm xmlns:a="http://schemas.openxmlformats.org/drawingml/2006/main">
            <a:off x="6756970" y="4581564"/>
            <a:ext cx="184772" cy="160350"/>
          </a:xfrm>
          <a:prstGeom xmlns:a="http://schemas.openxmlformats.org/drawingml/2006/main" prst="rect">
            <a:avLst/>
          </a:prstGeom>
          <a:solidFill xmlns:a="http://schemas.openxmlformats.org/drawingml/2006/main">
            <a:srgbClr val="FFE692"/>
          </a:solidFill>
          <a:ln xmlns:a="http://schemas.openxmlformats.org/drawingml/2006/main" w="6929">
            <a:solidFill>
              <a:srgbClr val="212121"/>
            </a:solidFill>
          </a:ln>
        </p:spPr>
      </p:sp>
      <p:sp>
        <p:nvSpPr>
          <p:cNvPr id="710" name="R7|542">
            <a:extLst xmlns:a="http://schemas.openxmlformats.org/drawingml/2006/main">
              <a:ext uri="{FF2B5EF4-FFF2-40B4-BE49-F238E27FC236}">
                <a16:creationId xmlns:a16="http://schemas.microsoft.com/office/drawing/2014/main" id="{7696DE98-2325-4DD1-973C-23065F5B3CF2}"/>
              </a:ext>
            </a:extLst>
          </p:cNvPr>
          <p:cNvSpPr>
            <a:spLocks xmlns:a="http://schemas.openxmlformats.org/drawingml/2006/main" noGrp="1"/>
          </p:cNvSpPr>
          <p:nvPr/>
        </p:nvSpPr>
        <p:spPr>
          <a:xfrm xmlns:a="http://schemas.openxmlformats.org/drawingml/2006/main">
            <a:off x="6756970" y="4741914"/>
            <a:ext cx="184772" cy="160350"/>
          </a:xfrm>
          <a:prstGeom xmlns:a="http://schemas.openxmlformats.org/drawingml/2006/main" prst="rect">
            <a:avLst/>
          </a:prstGeom>
          <a:solidFill xmlns:a="http://schemas.openxmlformats.org/drawingml/2006/main">
            <a:srgbClr val="96B0C9"/>
          </a:solidFill>
          <a:ln xmlns:a="http://schemas.openxmlformats.org/drawingml/2006/main" w="6929">
            <a:solidFill>
              <a:srgbClr val="212121"/>
            </a:solidFill>
          </a:ln>
        </p:spPr>
      </p:sp>
      <p:sp>
        <p:nvSpPr>
          <p:cNvPr id="711" name="R7|543">
            <a:extLst xmlns:a="http://schemas.openxmlformats.org/drawingml/2006/main">
              <a:ext uri="{FF2B5EF4-FFF2-40B4-BE49-F238E27FC236}">
                <a16:creationId xmlns:a16="http://schemas.microsoft.com/office/drawing/2014/main" id="{3180FBA1-6B0A-432E-8B44-9F833471C0AF}"/>
              </a:ext>
            </a:extLst>
          </p:cNvPr>
          <p:cNvSpPr>
            <a:spLocks xmlns:a="http://schemas.openxmlformats.org/drawingml/2006/main" noGrp="1"/>
          </p:cNvSpPr>
          <p:nvPr/>
        </p:nvSpPr>
        <p:spPr>
          <a:xfrm xmlns:a="http://schemas.openxmlformats.org/drawingml/2006/main">
            <a:off x="6756970" y="4902264"/>
            <a:ext cx="184772" cy="160350"/>
          </a:xfrm>
          <a:prstGeom xmlns:a="http://schemas.openxmlformats.org/drawingml/2006/main" prst="rect">
            <a:avLst/>
          </a:prstGeom>
          <a:solidFill xmlns:a="http://schemas.openxmlformats.org/drawingml/2006/main">
            <a:srgbClr val="57A86D"/>
          </a:solidFill>
          <a:ln xmlns:a="http://schemas.openxmlformats.org/drawingml/2006/main" w="6929">
            <a:solidFill>
              <a:srgbClr val="212121"/>
            </a:solidFill>
          </a:ln>
        </p:spPr>
      </p:sp>
      <p:sp>
        <p:nvSpPr>
          <p:cNvPr id="712" name="R7|544">
            <a:extLst xmlns:a="http://schemas.openxmlformats.org/drawingml/2006/main">
              <a:ext uri="{FF2B5EF4-FFF2-40B4-BE49-F238E27FC236}">
                <a16:creationId xmlns:a16="http://schemas.microsoft.com/office/drawing/2014/main" id="{62C76A72-C36D-4201-A34B-600C0F67F3CB}"/>
              </a:ext>
            </a:extLst>
          </p:cNvPr>
          <p:cNvSpPr>
            <a:spLocks xmlns:a="http://schemas.openxmlformats.org/drawingml/2006/main" noGrp="1"/>
          </p:cNvSpPr>
          <p:nvPr/>
        </p:nvSpPr>
        <p:spPr>
          <a:xfrm xmlns:a="http://schemas.openxmlformats.org/drawingml/2006/main">
            <a:off x="6756970" y="5062615"/>
            <a:ext cx="184772" cy="160350"/>
          </a:xfrm>
          <a:prstGeom xmlns:a="http://schemas.openxmlformats.org/drawingml/2006/main" prst="rect">
            <a:avLst/>
          </a:prstGeom>
          <a:solidFill xmlns:a="http://schemas.openxmlformats.org/drawingml/2006/main">
            <a:srgbClr val="F8CDAB"/>
          </a:solidFill>
          <a:ln xmlns:a="http://schemas.openxmlformats.org/drawingml/2006/main" w="6929">
            <a:solidFill>
              <a:srgbClr val="212121"/>
            </a:solidFill>
          </a:ln>
        </p:spPr>
      </p:sp>
      <p:sp>
        <p:nvSpPr>
          <p:cNvPr id="713" name="R7|545">
            <a:extLst xmlns:a="http://schemas.openxmlformats.org/drawingml/2006/main">
              <a:ext uri="{FF2B5EF4-FFF2-40B4-BE49-F238E27FC236}">
                <a16:creationId xmlns:a16="http://schemas.microsoft.com/office/drawing/2014/main" id="{BC0D094B-67A5-4958-BC7C-F1E810981EBD}"/>
              </a:ext>
            </a:extLst>
          </p:cNvPr>
          <p:cNvSpPr>
            <a:spLocks xmlns:a="http://schemas.openxmlformats.org/drawingml/2006/main" noGrp="1"/>
          </p:cNvSpPr>
          <p:nvPr/>
        </p:nvSpPr>
        <p:spPr>
          <a:xfrm xmlns:a="http://schemas.openxmlformats.org/drawingml/2006/main">
            <a:off x="6756970" y="5222965"/>
            <a:ext cx="184772" cy="160350"/>
          </a:xfrm>
          <a:prstGeom xmlns:a="http://schemas.openxmlformats.org/drawingml/2006/main" prst="rect">
            <a:avLst/>
          </a:prstGeom>
          <a:solidFill xmlns:a="http://schemas.openxmlformats.org/drawingml/2006/main">
            <a:srgbClr val="96B0C9"/>
          </a:solidFill>
          <a:ln xmlns:a="http://schemas.openxmlformats.org/drawingml/2006/main" w="6929">
            <a:solidFill>
              <a:srgbClr val="212121"/>
            </a:solidFill>
          </a:ln>
        </p:spPr>
      </p:sp>
      <p:sp>
        <p:nvSpPr>
          <p:cNvPr id="714" name="R7|546">
            <a:extLst xmlns:a="http://schemas.openxmlformats.org/drawingml/2006/main">
              <a:ext uri="{FF2B5EF4-FFF2-40B4-BE49-F238E27FC236}">
                <a16:creationId xmlns:a16="http://schemas.microsoft.com/office/drawing/2014/main" id="{E0EABFEA-755E-4CD9-9FB8-4F272BD7B115}"/>
              </a:ext>
            </a:extLst>
          </p:cNvPr>
          <p:cNvSpPr>
            <a:spLocks xmlns:a="http://schemas.openxmlformats.org/drawingml/2006/main" noGrp="1"/>
          </p:cNvSpPr>
          <p:nvPr/>
        </p:nvSpPr>
        <p:spPr>
          <a:xfrm xmlns:a="http://schemas.openxmlformats.org/drawingml/2006/main">
            <a:off x="6756970" y="5383315"/>
            <a:ext cx="184772" cy="160350"/>
          </a:xfrm>
          <a:prstGeom xmlns:a="http://schemas.openxmlformats.org/drawingml/2006/main" prst="rect">
            <a:avLst/>
          </a:prstGeom>
          <a:solidFill xmlns:a="http://schemas.openxmlformats.org/drawingml/2006/main">
            <a:srgbClr val="FFE694"/>
          </a:solidFill>
          <a:ln xmlns:a="http://schemas.openxmlformats.org/drawingml/2006/main" w="6929">
            <a:solidFill>
              <a:srgbClr val="212121"/>
            </a:solidFill>
          </a:ln>
        </p:spPr>
      </p:sp>
      <p:sp>
        <p:nvSpPr>
          <p:cNvPr id="715" name="R8|547">
            <a:extLst xmlns:a="http://schemas.openxmlformats.org/drawingml/2006/main">
              <a:ext uri="{FF2B5EF4-FFF2-40B4-BE49-F238E27FC236}">
                <a16:creationId xmlns:a16="http://schemas.microsoft.com/office/drawing/2014/main" id="{AB0BE1F5-B541-41B6-937A-08964CBBDCC0}"/>
              </a:ext>
            </a:extLst>
          </p:cNvPr>
          <p:cNvSpPr>
            <a:spLocks xmlns:a="http://schemas.openxmlformats.org/drawingml/2006/main" noGrp="1"/>
          </p:cNvSpPr>
          <p:nvPr/>
        </p:nvSpPr>
        <p:spPr>
          <a:xfrm xmlns:a="http://schemas.openxmlformats.org/drawingml/2006/main">
            <a:off x="7492364" y="3883587"/>
            <a:ext cx="105609" cy="85005"/>
          </a:xfrm>
          <a:prstGeom xmlns:a="http://schemas.openxmlformats.org/drawingml/2006/main" prst="rect">
            <a:avLst/>
          </a:prstGeom>
          <a:solidFill xmlns:a="http://schemas.openxmlformats.org/drawingml/2006/main">
            <a:srgbClr val="93ACD9"/>
          </a:solidFill>
          <a:ln xmlns:a="http://schemas.openxmlformats.org/drawingml/2006/main" w="6888">
            <a:solidFill>
              <a:srgbClr val="212121"/>
            </a:solidFill>
          </a:ln>
        </p:spPr>
      </p:sp>
      <p:sp>
        <p:nvSpPr>
          <p:cNvPr id="716" name="R8|548">
            <a:extLst xmlns:a="http://schemas.openxmlformats.org/drawingml/2006/main">
              <a:ext uri="{FF2B5EF4-FFF2-40B4-BE49-F238E27FC236}">
                <a16:creationId xmlns:a16="http://schemas.microsoft.com/office/drawing/2014/main" id="{AC312ED6-9F2D-42DE-9090-007EEA9BDFDA}"/>
              </a:ext>
            </a:extLst>
          </p:cNvPr>
          <p:cNvSpPr>
            <a:spLocks xmlns:a="http://schemas.openxmlformats.org/drawingml/2006/main" noGrp="1"/>
          </p:cNvSpPr>
          <p:nvPr/>
        </p:nvSpPr>
        <p:spPr>
          <a:xfrm xmlns:a="http://schemas.openxmlformats.org/drawingml/2006/main">
            <a:off x="7492364" y="3968592"/>
            <a:ext cx="105609" cy="85005"/>
          </a:xfrm>
          <a:prstGeom xmlns:a="http://schemas.openxmlformats.org/drawingml/2006/main" prst="rect">
            <a:avLst/>
          </a:prstGeom>
          <a:solidFill xmlns:a="http://schemas.openxmlformats.org/drawingml/2006/main">
            <a:srgbClr val="ACD692"/>
          </a:solidFill>
          <a:ln xmlns:a="http://schemas.openxmlformats.org/drawingml/2006/main" w="6888">
            <a:solidFill>
              <a:srgbClr val="212121"/>
            </a:solidFill>
          </a:ln>
        </p:spPr>
      </p:sp>
      <p:sp>
        <p:nvSpPr>
          <p:cNvPr id="717" name="R8|549">
            <a:extLst xmlns:a="http://schemas.openxmlformats.org/drawingml/2006/main">
              <a:ext uri="{FF2B5EF4-FFF2-40B4-BE49-F238E27FC236}">
                <a16:creationId xmlns:a16="http://schemas.microsoft.com/office/drawing/2014/main" id="{1ABE05FF-56E6-47FC-90FC-E63B4A85C108}"/>
              </a:ext>
            </a:extLst>
          </p:cNvPr>
          <p:cNvSpPr>
            <a:spLocks xmlns:a="http://schemas.openxmlformats.org/drawingml/2006/main" noGrp="1"/>
          </p:cNvSpPr>
          <p:nvPr/>
        </p:nvSpPr>
        <p:spPr>
          <a:xfrm xmlns:a="http://schemas.openxmlformats.org/drawingml/2006/main">
            <a:off x="7492364" y="4053598"/>
            <a:ext cx="105609" cy="85005"/>
          </a:xfrm>
          <a:prstGeom xmlns:a="http://schemas.openxmlformats.org/drawingml/2006/main" prst="rect">
            <a:avLst/>
          </a:prstGeom>
          <a:solidFill xmlns:a="http://schemas.openxmlformats.org/drawingml/2006/main">
            <a:srgbClr val="91ABE1"/>
          </a:solidFill>
          <a:ln xmlns:a="http://schemas.openxmlformats.org/drawingml/2006/main" w="6888">
            <a:solidFill>
              <a:srgbClr val="212121"/>
            </a:solidFill>
          </a:ln>
        </p:spPr>
      </p:sp>
      <p:sp>
        <p:nvSpPr>
          <p:cNvPr id="718" name="R8|550">
            <a:extLst xmlns:a="http://schemas.openxmlformats.org/drawingml/2006/main">
              <a:ext uri="{FF2B5EF4-FFF2-40B4-BE49-F238E27FC236}">
                <a16:creationId xmlns:a16="http://schemas.microsoft.com/office/drawing/2014/main" id="{B9E97FB5-815A-4A65-87C7-3A214FA85B70}"/>
              </a:ext>
            </a:extLst>
          </p:cNvPr>
          <p:cNvSpPr>
            <a:spLocks xmlns:a="http://schemas.openxmlformats.org/drawingml/2006/main" noGrp="1"/>
          </p:cNvSpPr>
          <p:nvPr/>
        </p:nvSpPr>
        <p:spPr>
          <a:xfrm xmlns:a="http://schemas.openxmlformats.org/drawingml/2006/main">
            <a:off x="7492364" y="4138603"/>
            <a:ext cx="105609" cy="85005"/>
          </a:xfrm>
          <a:prstGeom xmlns:a="http://schemas.openxmlformats.org/drawingml/2006/main" prst="rect">
            <a:avLst/>
          </a:prstGeom>
          <a:solidFill xmlns:a="http://schemas.openxmlformats.org/drawingml/2006/main">
            <a:srgbClr val="EA959E"/>
          </a:solidFill>
          <a:ln xmlns:a="http://schemas.openxmlformats.org/drawingml/2006/main" w="6888">
            <a:solidFill>
              <a:srgbClr val="212121"/>
            </a:solidFill>
          </a:ln>
        </p:spPr>
      </p:sp>
      <p:sp>
        <p:nvSpPr>
          <p:cNvPr id="719" name="R8|551">
            <a:extLst xmlns:a="http://schemas.openxmlformats.org/drawingml/2006/main">
              <a:ext uri="{FF2B5EF4-FFF2-40B4-BE49-F238E27FC236}">
                <a16:creationId xmlns:a16="http://schemas.microsoft.com/office/drawing/2014/main" id="{F20CFC36-B4C7-4708-A4CA-84DB7D4B5122}"/>
              </a:ext>
            </a:extLst>
          </p:cNvPr>
          <p:cNvSpPr>
            <a:spLocks xmlns:a="http://schemas.openxmlformats.org/drawingml/2006/main" noGrp="1"/>
          </p:cNvSpPr>
          <p:nvPr/>
        </p:nvSpPr>
        <p:spPr>
          <a:xfrm xmlns:a="http://schemas.openxmlformats.org/drawingml/2006/main">
            <a:off x="7492364" y="4223608"/>
            <a:ext cx="105609" cy="85005"/>
          </a:xfrm>
          <a:prstGeom xmlns:a="http://schemas.openxmlformats.org/drawingml/2006/main" prst="rect">
            <a:avLst/>
          </a:prstGeom>
          <a:solidFill xmlns:a="http://schemas.openxmlformats.org/drawingml/2006/main">
            <a:srgbClr val="FDE790"/>
          </a:solidFill>
          <a:ln xmlns:a="http://schemas.openxmlformats.org/drawingml/2006/main" w="6888">
            <a:solidFill>
              <a:srgbClr val="212121"/>
            </a:solidFill>
          </a:ln>
        </p:spPr>
      </p:sp>
      <p:sp>
        <p:nvSpPr>
          <p:cNvPr id="720" name="R8|552">
            <a:extLst xmlns:a="http://schemas.openxmlformats.org/drawingml/2006/main">
              <a:ext uri="{FF2B5EF4-FFF2-40B4-BE49-F238E27FC236}">
                <a16:creationId xmlns:a16="http://schemas.microsoft.com/office/drawing/2014/main" id="{C1B6DFFE-3191-4A1A-88FD-009023AAD6DE}"/>
              </a:ext>
            </a:extLst>
          </p:cNvPr>
          <p:cNvSpPr>
            <a:spLocks xmlns:a="http://schemas.openxmlformats.org/drawingml/2006/main" noGrp="1"/>
          </p:cNvSpPr>
          <p:nvPr/>
        </p:nvSpPr>
        <p:spPr>
          <a:xfrm xmlns:a="http://schemas.openxmlformats.org/drawingml/2006/main">
            <a:off x="7492364" y="4308614"/>
            <a:ext cx="105609" cy="85005"/>
          </a:xfrm>
          <a:prstGeom xmlns:a="http://schemas.openxmlformats.org/drawingml/2006/main" prst="rect">
            <a:avLst/>
          </a:prstGeom>
          <a:solidFill xmlns:a="http://schemas.openxmlformats.org/drawingml/2006/main">
            <a:srgbClr val="8FADDA"/>
          </a:solidFill>
          <a:ln xmlns:a="http://schemas.openxmlformats.org/drawingml/2006/main" w="6888">
            <a:solidFill>
              <a:srgbClr val="212121"/>
            </a:solidFill>
          </a:ln>
        </p:spPr>
      </p:sp>
      <p:sp>
        <p:nvSpPr>
          <p:cNvPr id="721" name="R8|553">
            <a:extLst xmlns:a="http://schemas.openxmlformats.org/drawingml/2006/main">
              <a:ext uri="{FF2B5EF4-FFF2-40B4-BE49-F238E27FC236}">
                <a16:creationId xmlns:a16="http://schemas.microsoft.com/office/drawing/2014/main" id="{7F3B5CA7-46F0-4323-916D-BA4B8130C407}"/>
              </a:ext>
            </a:extLst>
          </p:cNvPr>
          <p:cNvSpPr>
            <a:spLocks xmlns:a="http://schemas.openxmlformats.org/drawingml/2006/main" noGrp="1"/>
          </p:cNvSpPr>
          <p:nvPr/>
        </p:nvSpPr>
        <p:spPr>
          <a:xfrm xmlns:a="http://schemas.openxmlformats.org/drawingml/2006/main">
            <a:off x="7492364" y="4393619"/>
            <a:ext cx="105609" cy="85005"/>
          </a:xfrm>
          <a:prstGeom xmlns:a="http://schemas.openxmlformats.org/drawingml/2006/main" prst="rect">
            <a:avLst/>
          </a:prstGeom>
          <a:solidFill xmlns:a="http://schemas.openxmlformats.org/drawingml/2006/main">
            <a:srgbClr val="AAD986"/>
          </a:solidFill>
          <a:ln xmlns:a="http://schemas.openxmlformats.org/drawingml/2006/main" w="6888">
            <a:solidFill>
              <a:srgbClr val="212121"/>
            </a:solidFill>
          </a:ln>
        </p:spPr>
      </p:sp>
      <p:sp>
        <p:nvSpPr>
          <p:cNvPr id="722" name="R8|554">
            <a:extLst xmlns:a="http://schemas.openxmlformats.org/drawingml/2006/main">
              <a:ext uri="{FF2B5EF4-FFF2-40B4-BE49-F238E27FC236}">
                <a16:creationId xmlns:a16="http://schemas.microsoft.com/office/drawing/2014/main" id="{0B61ABAF-7880-485C-8C87-79065AF33A23}"/>
              </a:ext>
            </a:extLst>
          </p:cNvPr>
          <p:cNvSpPr>
            <a:spLocks xmlns:a="http://schemas.openxmlformats.org/drawingml/2006/main" noGrp="1"/>
          </p:cNvSpPr>
          <p:nvPr/>
        </p:nvSpPr>
        <p:spPr>
          <a:xfrm xmlns:a="http://schemas.openxmlformats.org/drawingml/2006/main">
            <a:off x="7492364" y="4478624"/>
            <a:ext cx="105609" cy="85005"/>
          </a:xfrm>
          <a:prstGeom xmlns:a="http://schemas.openxmlformats.org/drawingml/2006/main" prst="rect">
            <a:avLst/>
          </a:prstGeom>
          <a:solidFill xmlns:a="http://schemas.openxmlformats.org/drawingml/2006/main">
            <a:srgbClr val="F7CAB5"/>
          </a:solidFill>
          <a:ln xmlns:a="http://schemas.openxmlformats.org/drawingml/2006/main" w="6888">
            <a:solidFill>
              <a:srgbClr val="212121"/>
            </a:solidFill>
          </a:ln>
        </p:spPr>
      </p:sp>
      <p:sp>
        <p:nvSpPr>
          <p:cNvPr id="723" name="R8|555">
            <a:extLst xmlns:a="http://schemas.openxmlformats.org/drawingml/2006/main">
              <a:ext uri="{FF2B5EF4-FFF2-40B4-BE49-F238E27FC236}">
                <a16:creationId xmlns:a16="http://schemas.microsoft.com/office/drawing/2014/main" id="{425B0488-A331-4E11-AECE-E721A12782ED}"/>
              </a:ext>
            </a:extLst>
          </p:cNvPr>
          <p:cNvSpPr>
            <a:spLocks xmlns:a="http://schemas.openxmlformats.org/drawingml/2006/main" noGrp="1"/>
          </p:cNvSpPr>
          <p:nvPr/>
        </p:nvSpPr>
        <p:spPr>
          <a:xfrm xmlns:a="http://schemas.openxmlformats.org/drawingml/2006/main">
            <a:off x="7492364" y="4563630"/>
            <a:ext cx="105609" cy="85005"/>
          </a:xfrm>
          <a:prstGeom xmlns:a="http://schemas.openxmlformats.org/drawingml/2006/main" prst="rect">
            <a:avLst/>
          </a:prstGeom>
          <a:solidFill xmlns:a="http://schemas.openxmlformats.org/drawingml/2006/main">
            <a:srgbClr val="91AAE3"/>
          </a:solidFill>
          <a:ln xmlns:a="http://schemas.openxmlformats.org/drawingml/2006/main" w="6888">
            <a:solidFill>
              <a:srgbClr val="212121"/>
            </a:solidFill>
          </a:ln>
        </p:spPr>
      </p:sp>
      <p:sp>
        <p:nvSpPr>
          <p:cNvPr id="724" name="R8|556">
            <a:extLst xmlns:a="http://schemas.openxmlformats.org/drawingml/2006/main">
              <a:ext uri="{FF2B5EF4-FFF2-40B4-BE49-F238E27FC236}">
                <a16:creationId xmlns:a16="http://schemas.microsoft.com/office/drawing/2014/main" id="{A02E08A8-8CFA-4F25-9B20-AF3DA6815FB6}"/>
              </a:ext>
            </a:extLst>
          </p:cNvPr>
          <p:cNvSpPr>
            <a:spLocks xmlns:a="http://schemas.openxmlformats.org/drawingml/2006/main" noGrp="1"/>
          </p:cNvSpPr>
          <p:nvPr/>
        </p:nvSpPr>
        <p:spPr>
          <a:xfrm xmlns:a="http://schemas.openxmlformats.org/drawingml/2006/main">
            <a:off x="7492364" y="4648635"/>
            <a:ext cx="105609" cy="85005"/>
          </a:xfrm>
          <a:prstGeom xmlns:a="http://schemas.openxmlformats.org/drawingml/2006/main" prst="rect">
            <a:avLst/>
          </a:prstGeom>
          <a:solidFill xmlns:a="http://schemas.openxmlformats.org/drawingml/2006/main">
            <a:srgbClr val="FCE78F"/>
          </a:solidFill>
          <a:ln xmlns:a="http://schemas.openxmlformats.org/drawingml/2006/main" w="6888">
            <a:solidFill>
              <a:srgbClr val="212121"/>
            </a:solidFill>
          </a:ln>
        </p:spPr>
      </p:sp>
      <p:sp>
        <p:nvSpPr>
          <p:cNvPr id="725" name="R9|557">
            <a:extLst xmlns:a="http://schemas.openxmlformats.org/drawingml/2006/main">
              <a:ext uri="{FF2B5EF4-FFF2-40B4-BE49-F238E27FC236}">
                <a16:creationId xmlns:a16="http://schemas.microsoft.com/office/drawing/2014/main" id="{2F4F0F36-B982-451E-9FA4-DF1AE39810E0}"/>
              </a:ext>
            </a:extLst>
          </p:cNvPr>
          <p:cNvSpPr>
            <a:spLocks xmlns:a="http://schemas.openxmlformats.org/drawingml/2006/main" noGrp="1"/>
          </p:cNvSpPr>
          <p:nvPr/>
        </p:nvSpPr>
        <p:spPr>
          <a:xfrm xmlns:a="http://schemas.openxmlformats.org/drawingml/2006/main">
            <a:off x="7797968" y="3940164"/>
            <a:ext cx="184772" cy="160350"/>
          </a:xfrm>
          <a:prstGeom xmlns:a="http://schemas.openxmlformats.org/drawingml/2006/main" prst="rect">
            <a:avLst/>
          </a:prstGeom>
          <a:solidFill xmlns:a="http://schemas.openxmlformats.org/drawingml/2006/main">
            <a:srgbClr val="4289BF"/>
          </a:solidFill>
          <a:ln xmlns:a="http://schemas.openxmlformats.org/drawingml/2006/main" w="6929">
            <a:solidFill>
              <a:srgbClr val="212121"/>
            </a:solidFill>
          </a:ln>
        </p:spPr>
      </p:sp>
      <p:sp>
        <p:nvSpPr>
          <p:cNvPr id="726" name="R9|558">
            <a:extLst xmlns:a="http://schemas.openxmlformats.org/drawingml/2006/main">
              <a:ext uri="{FF2B5EF4-FFF2-40B4-BE49-F238E27FC236}">
                <a16:creationId xmlns:a16="http://schemas.microsoft.com/office/drawing/2014/main" id="{3663A0EA-712B-414B-A743-87DF3C8AA3B4}"/>
              </a:ext>
            </a:extLst>
          </p:cNvPr>
          <p:cNvSpPr>
            <a:spLocks xmlns:a="http://schemas.openxmlformats.org/drawingml/2006/main" noGrp="1"/>
          </p:cNvSpPr>
          <p:nvPr/>
        </p:nvSpPr>
        <p:spPr>
          <a:xfrm xmlns:a="http://schemas.openxmlformats.org/drawingml/2006/main">
            <a:off x="7797968" y="4100514"/>
            <a:ext cx="184772" cy="160350"/>
          </a:xfrm>
          <a:prstGeom xmlns:a="http://schemas.openxmlformats.org/drawingml/2006/main" prst="rect">
            <a:avLst/>
          </a:prstGeom>
          <a:solidFill xmlns:a="http://schemas.openxmlformats.org/drawingml/2006/main">
            <a:srgbClr val="ACD78F"/>
          </a:solidFill>
          <a:ln xmlns:a="http://schemas.openxmlformats.org/drawingml/2006/main" w="6929">
            <a:solidFill>
              <a:srgbClr val="212121"/>
            </a:solidFill>
          </a:ln>
        </p:spPr>
      </p:sp>
      <p:sp>
        <p:nvSpPr>
          <p:cNvPr id="727" name="R9|559">
            <a:extLst xmlns:a="http://schemas.openxmlformats.org/drawingml/2006/main">
              <a:ext uri="{FF2B5EF4-FFF2-40B4-BE49-F238E27FC236}">
                <a16:creationId xmlns:a16="http://schemas.microsoft.com/office/drawing/2014/main" id="{068F1AF1-0193-4270-BC17-4B70FAA5A141}"/>
              </a:ext>
            </a:extLst>
          </p:cNvPr>
          <p:cNvSpPr>
            <a:spLocks xmlns:a="http://schemas.openxmlformats.org/drawingml/2006/main" noGrp="1"/>
          </p:cNvSpPr>
          <p:nvPr/>
        </p:nvSpPr>
        <p:spPr>
          <a:xfrm xmlns:a="http://schemas.openxmlformats.org/drawingml/2006/main">
            <a:off x="7797968" y="4260864"/>
            <a:ext cx="184772" cy="160350"/>
          </a:xfrm>
          <a:prstGeom xmlns:a="http://schemas.openxmlformats.org/drawingml/2006/main" prst="rect">
            <a:avLst/>
          </a:prstGeom>
          <a:solidFill xmlns:a="http://schemas.openxmlformats.org/drawingml/2006/main">
            <a:srgbClr val="91ACE3"/>
          </a:solidFill>
          <a:ln xmlns:a="http://schemas.openxmlformats.org/drawingml/2006/main" w="6929">
            <a:solidFill>
              <a:srgbClr val="212121"/>
            </a:solidFill>
          </a:ln>
        </p:spPr>
      </p:sp>
      <p:sp>
        <p:nvSpPr>
          <p:cNvPr id="728" name="R9|560">
            <a:extLst xmlns:a="http://schemas.openxmlformats.org/drawingml/2006/main">
              <a:ext uri="{FF2B5EF4-FFF2-40B4-BE49-F238E27FC236}">
                <a16:creationId xmlns:a16="http://schemas.microsoft.com/office/drawing/2014/main" id="{26BA803D-DDE5-425C-911F-00736FB8EF56}"/>
              </a:ext>
            </a:extLst>
          </p:cNvPr>
          <p:cNvSpPr>
            <a:spLocks xmlns:a="http://schemas.openxmlformats.org/drawingml/2006/main" noGrp="1"/>
          </p:cNvSpPr>
          <p:nvPr/>
        </p:nvSpPr>
        <p:spPr>
          <a:xfrm xmlns:a="http://schemas.openxmlformats.org/drawingml/2006/main">
            <a:off x="7797968" y="4421214"/>
            <a:ext cx="184772" cy="160350"/>
          </a:xfrm>
          <a:prstGeom xmlns:a="http://schemas.openxmlformats.org/drawingml/2006/main" prst="rect">
            <a:avLst/>
          </a:prstGeom>
          <a:solidFill xmlns:a="http://schemas.openxmlformats.org/drawingml/2006/main">
            <a:srgbClr val="CB605A"/>
          </a:solidFill>
          <a:ln xmlns:a="http://schemas.openxmlformats.org/drawingml/2006/main" w="6929">
            <a:solidFill>
              <a:srgbClr val="212121"/>
            </a:solidFill>
          </a:ln>
        </p:spPr>
      </p:sp>
      <p:sp>
        <p:nvSpPr>
          <p:cNvPr id="729" name="R9|561">
            <a:extLst xmlns:a="http://schemas.openxmlformats.org/drawingml/2006/main">
              <a:ext uri="{FF2B5EF4-FFF2-40B4-BE49-F238E27FC236}">
                <a16:creationId xmlns:a16="http://schemas.microsoft.com/office/drawing/2014/main" id="{1C663BF5-E608-4FE8-B167-D51A9478F229}"/>
              </a:ext>
            </a:extLst>
          </p:cNvPr>
          <p:cNvSpPr>
            <a:spLocks xmlns:a="http://schemas.openxmlformats.org/drawingml/2006/main" noGrp="1"/>
          </p:cNvSpPr>
          <p:nvPr/>
        </p:nvSpPr>
        <p:spPr>
          <a:xfrm xmlns:a="http://schemas.openxmlformats.org/drawingml/2006/main">
            <a:off x="7797968" y="4581564"/>
            <a:ext cx="184772" cy="160350"/>
          </a:xfrm>
          <a:prstGeom xmlns:a="http://schemas.openxmlformats.org/drawingml/2006/main" prst="rect">
            <a:avLst/>
          </a:prstGeom>
          <a:solidFill xmlns:a="http://schemas.openxmlformats.org/drawingml/2006/main">
            <a:srgbClr val="FFE692"/>
          </a:solidFill>
          <a:ln xmlns:a="http://schemas.openxmlformats.org/drawingml/2006/main" w="6929">
            <a:solidFill>
              <a:srgbClr val="212121"/>
            </a:solidFill>
          </a:ln>
        </p:spPr>
      </p:sp>
      <p:sp>
        <p:nvSpPr>
          <p:cNvPr id="730" name="R9|562">
            <a:extLst xmlns:a="http://schemas.openxmlformats.org/drawingml/2006/main">
              <a:ext uri="{FF2B5EF4-FFF2-40B4-BE49-F238E27FC236}">
                <a16:creationId xmlns:a16="http://schemas.microsoft.com/office/drawing/2014/main" id="{8E210305-5AE9-4CEE-83BC-CEC9A53AC232}"/>
              </a:ext>
            </a:extLst>
          </p:cNvPr>
          <p:cNvSpPr>
            <a:spLocks xmlns:a="http://schemas.openxmlformats.org/drawingml/2006/main" noGrp="1"/>
          </p:cNvSpPr>
          <p:nvPr/>
        </p:nvSpPr>
        <p:spPr>
          <a:xfrm xmlns:a="http://schemas.openxmlformats.org/drawingml/2006/main">
            <a:off x="7797968" y="4741914"/>
            <a:ext cx="184772" cy="160350"/>
          </a:xfrm>
          <a:prstGeom xmlns:a="http://schemas.openxmlformats.org/drawingml/2006/main" prst="rect">
            <a:avLst/>
          </a:prstGeom>
          <a:solidFill xmlns:a="http://schemas.openxmlformats.org/drawingml/2006/main">
            <a:srgbClr val="91ACE3"/>
          </a:solidFill>
          <a:ln xmlns:a="http://schemas.openxmlformats.org/drawingml/2006/main" w="6929">
            <a:solidFill>
              <a:srgbClr val="212121"/>
            </a:solidFill>
          </a:ln>
        </p:spPr>
      </p:sp>
      <p:sp>
        <p:nvSpPr>
          <p:cNvPr id="731" name="R9|563">
            <a:extLst xmlns:a="http://schemas.openxmlformats.org/drawingml/2006/main">
              <a:ext uri="{FF2B5EF4-FFF2-40B4-BE49-F238E27FC236}">
                <a16:creationId xmlns:a16="http://schemas.microsoft.com/office/drawing/2014/main" id="{BB0B104D-C104-449E-BB5A-EFD0424E95FD}"/>
              </a:ext>
            </a:extLst>
          </p:cNvPr>
          <p:cNvSpPr>
            <a:spLocks xmlns:a="http://schemas.openxmlformats.org/drawingml/2006/main" noGrp="1"/>
          </p:cNvSpPr>
          <p:nvPr/>
        </p:nvSpPr>
        <p:spPr>
          <a:xfrm xmlns:a="http://schemas.openxmlformats.org/drawingml/2006/main">
            <a:off x="7797968" y="4902264"/>
            <a:ext cx="184772" cy="160350"/>
          </a:xfrm>
          <a:prstGeom xmlns:a="http://schemas.openxmlformats.org/drawingml/2006/main" prst="rect">
            <a:avLst/>
          </a:prstGeom>
          <a:solidFill xmlns:a="http://schemas.openxmlformats.org/drawingml/2006/main">
            <a:srgbClr val="4289BF"/>
          </a:solidFill>
          <a:ln xmlns:a="http://schemas.openxmlformats.org/drawingml/2006/main" w="6929">
            <a:solidFill>
              <a:srgbClr val="212121"/>
            </a:solidFill>
          </a:ln>
        </p:spPr>
      </p:sp>
      <p:sp>
        <p:nvSpPr>
          <p:cNvPr id="732" name="R9|564">
            <a:extLst xmlns:a="http://schemas.openxmlformats.org/drawingml/2006/main">
              <a:ext uri="{FF2B5EF4-FFF2-40B4-BE49-F238E27FC236}">
                <a16:creationId xmlns:a16="http://schemas.microsoft.com/office/drawing/2014/main" id="{50EBFB85-0662-4462-812A-ABA27CAB432C}"/>
              </a:ext>
            </a:extLst>
          </p:cNvPr>
          <p:cNvSpPr>
            <a:spLocks xmlns:a="http://schemas.openxmlformats.org/drawingml/2006/main" noGrp="1"/>
          </p:cNvSpPr>
          <p:nvPr/>
        </p:nvSpPr>
        <p:spPr>
          <a:xfrm xmlns:a="http://schemas.openxmlformats.org/drawingml/2006/main">
            <a:off x="7797968" y="5062615"/>
            <a:ext cx="184772" cy="160350"/>
          </a:xfrm>
          <a:prstGeom xmlns:a="http://schemas.openxmlformats.org/drawingml/2006/main" prst="rect">
            <a:avLst/>
          </a:prstGeom>
          <a:solidFill xmlns:a="http://schemas.openxmlformats.org/drawingml/2006/main">
            <a:srgbClr val="F8CDAB"/>
          </a:solidFill>
          <a:ln xmlns:a="http://schemas.openxmlformats.org/drawingml/2006/main" w="6929">
            <a:solidFill>
              <a:srgbClr val="212121"/>
            </a:solidFill>
          </a:ln>
        </p:spPr>
      </p:sp>
      <p:sp>
        <p:nvSpPr>
          <p:cNvPr id="733" name="R9|565">
            <a:extLst xmlns:a="http://schemas.openxmlformats.org/drawingml/2006/main">
              <a:ext uri="{FF2B5EF4-FFF2-40B4-BE49-F238E27FC236}">
                <a16:creationId xmlns:a16="http://schemas.microsoft.com/office/drawing/2014/main" id="{078DBAD6-1A19-4606-BB41-F14507F24796}"/>
              </a:ext>
            </a:extLst>
          </p:cNvPr>
          <p:cNvSpPr>
            <a:spLocks xmlns:a="http://schemas.openxmlformats.org/drawingml/2006/main" noGrp="1"/>
          </p:cNvSpPr>
          <p:nvPr/>
        </p:nvSpPr>
        <p:spPr>
          <a:xfrm xmlns:a="http://schemas.openxmlformats.org/drawingml/2006/main">
            <a:off x="7797968" y="5222965"/>
            <a:ext cx="184772" cy="160350"/>
          </a:xfrm>
          <a:prstGeom xmlns:a="http://schemas.openxmlformats.org/drawingml/2006/main" prst="rect">
            <a:avLst/>
          </a:prstGeom>
          <a:solidFill xmlns:a="http://schemas.openxmlformats.org/drawingml/2006/main">
            <a:srgbClr val="ACD78F"/>
          </a:solidFill>
          <a:ln xmlns:a="http://schemas.openxmlformats.org/drawingml/2006/main" w="6929">
            <a:solidFill>
              <a:srgbClr val="212121"/>
            </a:solidFill>
          </a:ln>
        </p:spPr>
      </p:sp>
      <p:sp>
        <p:nvSpPr>
          <p:cNvPr id="734" name="R9|566">
            <a:extLst xmlns:a="http://schemas.openxmlformats.org/drawingml/2006/main">
              <a:ext uri="{FF2B5EF4-FFF2-40B4-BE49-F238E27FC236}">
                <a16:creationId xmlns:a16="http://schemas.microsoft.com/office/drawing/2014/main" id="{04950491-A44A-4B06-A12D-D735DB158E4F}"/>
              </a:ext>
            </a:extLst>
          </p:cNvPr>
          <p:cNvSpPr>
            <a:spLocks xmlns:a="http://schemas.openxmlformats.org/drawingml/2006/main" noGrp="1"/>
          </p:cNvSpPr>
          <p:nvPr/>
        </p:nvSpPr>
        <p:spPr>
          <a:xfrm xmlns:a="http://schemas.openxmlformats.org/drawingml/2006/main">
            <a:off x="7797968" y="5383315"/>
            <a:ext cx="184772" cy="160350"/>
          </a:xfrm>
          <a:prstGeom xmlns:a="http://schemas.openxmlformats.org/drawingml/2006/main" prst="rect">
            <a:avLst/>
          </a:prstGeom>
          <a:solidFill xmlns:a="http://schemas.openxmlformats.org/drawingml/2006/main">
            <a:srgbClr val="FFE694"/>
          </a:solidFill>
          <a:ln xmlns:a="http://schemas.openxmlformats.org/drawingml/2006/main" w="6929">
            <a:solidFill>
              <a:srgbClr val="212121"/>
            </a:solidFill>
          </a:ln>
        </p:spPr>
      </p:sp>
      <p:sp>
        <p:nvSpPr>
          <p:cNvPr id="735" name="Vector element">
            <a:extLst xmlns:a="http://schemas.openxmlformats.org/drawingml/2006/main">
              <a:ext uri="{FF2B5EF4-FFF2-40B4-BE49-F238E27FC236}">
                <a16:creationId xmlns:a16="http://schemas.microsoft.com/office/drawing/2014/main" id="{0E34DD67-23EE-4545-9C9F-E9CBC22FC80D}"/>
              </a:ext>
            </a:extLst>
          </p:cNvPr>
          <p:cNvSpPr>
            <a:spLocks xmlns:a="http://schemas.openxmlformats.org/drawingml/2006/main" noGrp="1"/>
          </p:cNvSpPr>
          <p:nvPr/>
        </p:nvSpPr>
        <p:spPr>
          <a:xfrm xmlns:a="http://schemas.openxmlformats.org/drawingml/2006/main">
            <a:off x="8097970" y="4727642"/>
            <a:ext cx="788755" cy="84348"/>
          </a:xfrm>
          <a:custGeom xmlns:a="http://schemas.openxmlformats.org/drawingml/2006/main">
            <a:pathLst>
              <a:path w="788755" h="84348">
                <a:moveTo>
                  <a:pt x="197" y="24728"/>
                </a:moveTo>
                <a:lnTo>
                  <a:pt x="0" y="45815"/>
                </a:lnTo>
                <a:lnTo>
                  <a:pt x="704304" y="52722"/>
                </a:lnTo>
                <a:lnTo>
                  <a:pt x="703999" y="84348"/>
                </a:lnTo>
                <a:lnTo>
                  <a:pt x="788755" y="43004"/>
                </a:lnTo>
                <a:lnTo>
                  <a:pt x="704828" y="0"/>
                </a:lnTo>
                <a:lnTo>
                  <a:pt x="704512" y="31635"/>
                </a:lnTo>
                <a:lnTo>
                  <a:pt x="197" y="24728"/>
                </a:lnTo>
                <a:close/>
              </a:path>
            </a:pathLst>
          </a:custGeom>
          <a:solidFill xmlns:a="http://schemas.openxmlformats.org/drawingml/2006/main">
            <a:srgbClr val="000000"/>
          </a:solidFill>
          <a:ln xmlns:a="http://schemas.openxmlformats.org/drawingml/2006/main" w="0" cap="flat">
            <a:noFill/>
            <a:miter/>
          </a:ln>
        </p:spPr>
      </p:sp>
      <p:sp>
        <p:nvSpPr>
          <p:cNvPr id="736" name="R10|567">
            <a:extLst xmlns:a="http://schemas.openxmlformats.org/drawingml/2006/main">
              <a:ext uri="{FF2B5EF4-FFF2-40B4-BE49-F238E27FC236}">
                <a16:creationId xmlns:a16="http://schemas.microsoft.com/office/drawing/2014/main" id="{0C67A3F0-B6FE-4F21-9EC6-BCD9C757844E}"/>
              </a:ext>
            </a:extLst>
          </p:cNvPr>
          <p:cNvSpPr>
            <a:spLocks xmlns:a="http://schemas.openxmlformats.org/drawingml/2006/main" noGrp="1"/>
          </p:cNvSpPr>
          <p:nvPr/>
        </p:nvSpPr>
        <p:spPr>
          <a:xfrm xmlns:a="http://schemas.openxmlformats.org/drawingml/2006/main">
            <a:off x="8082397" y="4481388"/>
            <a:ext cx="42213" cy="40549"/>
          </a:xfrm>
          <a:prstGeom xmlns:a="http://schemas.openxmlformats.org/drawingml/2006/main" prst="rect">
            <a:avLst/>
          </a:prstGeom>
          <a:solidFill xmlns:a="http://schemas.openxmlformats.org/drawingml/2006/main">
            <a:srgbClr val="438BB8"/>
          </a:solidFill>
          <a:ln xmlns:a="http://schemas.openxmlformats.org/drawingml/2006/main" w="4588">
            <a:solidFill>
              <a:srgbClr val="212121"/>
            </a:solidFill>
          </a:ln>
        </p:spPr>
      </p:sp>
      <p:sp>
        <p:nvSpPr>
          <p:cNvPr id="737" name="R10|568">
            <a:extLst xmlns:a="http://schemas.openxmlformats.org/drawingml/2006/main">
              <a:ext uri="{FF2B5EF4-FFF2-40B4-BE49-F238E27FC236}">
                <a16:creationId xmlns:a16="http://schemas.microsoft.com/office/drawing/2014/main" id="{92BB05FB-27E7-4279-B84C-B1C87AE2086E}"/>
              </a:ext>
            </a:extLst>
          </p:cNvPr>
          <p:cNvSpPr>
            <a:spLocks xmlns:a="http://schemas.openxmlformats.org/drawingml/2006/main" noGrp="1"/>
          </p:cNvSpPr>
          <p:nvPr/>
        </p:nvSpPr>
        <p:spPr>
          <a:xfrm xmlns:a="http://schemas.openxmlformats.org/drawingml/2006/main">
            <a:off x="8124610" y="4481388"/>
            <a:ext cx="42213" cy="40549"/>
          </a:xfrm>
          <a:prstGeom xmlns:a="http://schemas.openxmlformats.org/drawingml/2006/main" prst="rect">
            <a:avLst/>
          </a:prstGeom>
          <a:solidFill xmlns:a="http://schemas.openxmlformats.org/drawingml/2006/main">
            <a:srgbClr val="FCCCAE"/>
          </a:solidFill>
          <a:ln xmlns:a="http://schemas.openxmlformats.org/drawingml/2006/main" w="4588">
            <a:solidFill>
              <a:srgbClr val="212121"/>
            </a:solidFill>
          </a:ln>
        </p:spPr>
      </p:sp>
      <p:sp>
        <p:nvSpPr>
          <p:cNvPr id="738" name="R10|569">
            <a:extLst xmlns:a="http://schemas.openxmlformats.org/drawingml/2006/main">
              <a:ext uri="{FF2B5EF4-FFF2-40B4-BE49-F238E27FC236}">
                <a16:creationId xmlns:a16="http://schemas.microsoft.com/office/drawing/2014/main" id="{CBB4F23F-0D95-4005-861F-250A0D40D596}"/>
              </a:ext>
            </a:extLst>
          </p:cNvPr>
          <p:cNvSpPr>
            <a:spLocks xmlns:a="http://schemas.openxmlformats.org/drawingml/2006/main" noGrp="1"/>
          </p:cNvSpPr>
          <p:nvPr/>
        </p:nvSpPr>
        <p:spPr>
          <a:xfrm xmlns:a="http://schemas.openxmlformats.org/drawingml/2006/main">
            <a:off x="8166824" y="4481388"/>
            <a:ext cx="42213" cy="40549"/>
          </a:xfrm>
          <a:prstGeom xmlns:a="http://schemas.openxmlformats.org/drawingml/2006/main" prst="rect">
            <a:avLst/>
          </a:prstGeom>
          <a:solidFill xmlns:a="http://schemas.openxmlformats.org/drawingml/2006/main">
            <a:srgbClr val="FDE18D"/>
          </a:solidFill>
          <a:ln xmlns:a="http://schemas.openxmlformats.org/drawingml/2006/main" w="4588">
            <a:solidFill>
              <a:srgbClr val="212121"/>
            </a:solidFill>
          </a:ln>
        </p:spPr>
      </p:sp>
      <p:sp>
        <p:nvSpPr>
          <p:cNvPr id="739" name="R10|570">
            <a:extLst xmlns:a="http://schemas.openxmlformats.org/drawingml/2006/main">
              <a:ext uri="{FF2B5EF4-FFF2-40B4-BE49-F238E27FC236}">
                <a16:creationId xmlns:a16="http://schemas.microsoft.com/office/drawing/2014/main" id="{0DA82956-893F-423C-B540-BAAD41744A11}"/>
              </a:ext>
            </a:extLst>
          </p:cNvPr>
          <p:cNvSpPr>
            <a:spLocks xmlns:a="http://schemas.openxmlformats.org/drawingml/2006/main" noGrp="1"/>
          </p:cNvSpPr>
          <p:nvPr/>
        </p:nvSpPr>
        <p:spPr>
          <a:xfrm xmlns:a="http://schemas.openxmlformats.org/drawingml/2006/main">
            <a:off x="8209037" y="4481388"/>
            <a:ext cx="42213" cy="40549"/>
          </a:xfrm>
          <a:prstGeom xmlns:a="http://schemas.openxmlformats.org/drawingml/2006/main" prst="rect">
            <a:avLst/>
          </a:prstGeom>
          <a:solidFill xmlns:a="http://schemas.openxmlformats.org/drawingml/2006/main">
            <a:srgbClr val="DEF5E4"/>
          </a:solidFill>
          <a:ln xmlns:a="http://schemas.openxmlformats.org/drawingml/2006/main" w="4588">
            <a:solidFill>
              <a:srgbClr val="212121"/>
            </a:solidFill>
          </a:ln>
        </p:spPr>
      </p:sp>
      <p:sp>
        <p:nvSpPr>
          <p:cNvPr id="740" name="R10|571">
            <a:extLst xmlns:a="http://schemas.openxmlformats.org/drawingml/2006/main">
              <a:ext uri="{FF2B5EF4-FFF2-40B4-BE49-F238E27FC236}">
                <a16:creationId xmlns:a16="http://schemas.microsoft.com/office/drawing/2014/main" id="{721CA977-D776-4212-ACC2-D7C622C6B2BE}"/>
              </a:ext>
            </a:extLst>
          </p:cNvPr>
          <p:cNvSpPr>
            <a:spLocks xmlns:a="http://schemas.openxmlformats.org/drawingml/2006/main" noGrp="1"/>
          </p:cNvSpPr>
          <p:nvPr/>
        </p:nvSpPr>
        <p:spPr>
          <a:xfrm xmlns:a="http://schemas.openxmlformats.org/drawingml/2006/main">
            <a:off x="8251250" y="4481388"/>
            <a:ext cx="42213" cy="40549"/>
          </a:xfrm>
          <a:prstGeom xmlns:a="http://schemas.openxmlformats.org/drawingml/2006/main" prst="rect">
            <a:avLst/>
          </a:prstGeom>
          <a:solidFill xmlns:a="http://schemas.openxmlformats.org/drawingml/2006/main">
            <a:srgbClr val="BAB7B9"/>
          </a:solidFill>
          <a:ln xmlns:a="http://schemas.openxmlformats.org/drawingml/2006/main" w="4588">
            <a:solidFill>
              <a:srgbClr val="212121"/>
            </a:solidFill>
          </a:ln>
        </p:spPr>
      </p:sp>
      <p:sp>
        <p:nvSpPr>
          <p:cNvPr id="741" name="R10|572">
            <a:extLst xmlns:a="http://schemas.openxmlformats.org/drawingml/2006/main">
              <a:ext uri="{FF2B5EF4-FFF2-40B4-BE49-F238E27FC236}">
                <a16:creationId xmlns:a16="http://schemas.microsoft.com/office/drawing/2014/main" id="{FEE10323-AF3C-49F3-8815-7EDE58E29D39}"/>
              </a:ext>
            </a:extLst>
          </p:cNvPr>
          <p:cNvSpPr>
            <a:spLocks xmlns:a="http://schemas.openxmlformats.org/drawingml/2006/main" noGrp="1"/>
          </p:cNvSpPr>
          <p:nvPr/>
        </p:nvSpPr>
        <p:spPr>
          <a:xfrm xmlns:a="http://schemas.openxmlformats.org/drawingml/2006/main">
            <a:off x="8082397" y="4521937"/>
            <a:ext cx="42213" cy="40549"/>
          </a:xfrm>
          <a:prstGeom xmlns:a="http://schemas.openxmlformats.org/drawingml/2006/main" prst="rect">
            <a:avLst/>
          </a:prstGeom>
          <a:solidFill xmlns:a="http://schemas.openxmlformats.org/drawingml/2006/main">
            <a:srgbClr val="FEF0CB"/>
          </a:solidFill>
          <a:ln xmlns:a="http://schemas.openxmlformats.org/drawingml/2006/main" w="4588">
            <a:solidFill>
              <a:srgbClr val="212121"/>
            </a:solidFill>
          </a:ln>
        </p:spPr>
      </p:sp>
      <p:sp>
        <p:nvSpPr>
          <p:cNvPr id="742" name="R10|573">
            <a:extLst xmlns:a="http://schemas.openxmlformats.org/drawingml/2006/main">
              <a:ext uri="{FF2B5EF4-FFF2-40B4-BE49-F238E27FC236}">
                <a16:creationId xmlns:a16="http://schemas.microsoft.com/office/drawing/2014/main" id="{40DAFBA0-CC55-4EE9-8932-88904D78BD3F}"/>
              </a:ext>
            </a:extLst>
          </p:cNvPr>
          <p:cNvSpPr>
            <a:spLocks xmlns:a="http://schemas.openxmlformats.org/drawingml/2006/main" noGrp="1"/>
          </p:cNvSpPr>
          <p:nvPr/>
        </p:nvSpPr>
        <p:spPr>
          <a:xfrm xmlns:a="http://schemas.openxmlformats.org/drawingml/2006/main">
            <a:off x="8124610" y="4521937"/>
            <a:ext cx="42213" cy="40549"/>
          </a:xfrm>
          <a:prstGeom xmlns:a="http://schemas.openxmlformats.org/drawingml/2006/main" prst="rect">
            <a:avLst/>
          </a:prstGeom>
          <a:solidFill xmlns:a="http://schemas.openxmlformats.org/drawingml/2006/main">
            <a:srgbClr val="4784AA"/>
          </a:solidFill>
          <a:ln xmlns:a="http://schemas.openxmlformats.org/drawingml/2006/main" w="4588">
            <a:solidFill>
              <a:srgbClr val="212121"/>
            </a:solidFill>
          </a:ln>
        </p:spPr>
      </p:sp>
      <p:sp>
        <p:nvSpPr>
          <p:cNvPr id="743" name="R10|574">
            <a:extLst xmlns:a="http://schemas.openxmlformats.org/drawingml/2006/main">
              <a:ext uri="{FF2B5EF4-FFF2-40B4-BE49-F238E27FC236}">
                <a16:creationId xmlns:a16="http://schemas.microsoft.com/office/drawing/2014/main" id="{07BA91FC-7C00-40B8-B3F7-7EA2E533B6F4}"/>
              </a:ext>
            </a:extLst>
          </p:cNvPr>
          <p:cNvSpPr>
            <a:spLocks xmlns:a="http://schemas.openxmlformats.org/drawingml/2006/main" noGrp="1"/>
          </p:cNvSpPr>
          <p:nvPr/>
        </p:nvSpPr>
        <p:spPr>
          <a:xfrm xmlns:a="http://schemas.openxmlformats.org/drawingml/2006/main">
            <a:off x="8166824" y="4521937"/>
            <a:ext cx="42213" cy="40549"/>
          </a:xfrm>
          <a:prstGeom xmlns:a="http://schemas.openxmlformats.org/drawingml/2006/main" prst="rect">
            <a:avLst/>
          </a:prstGeom>
          <a:solidFill xmlns:a="http://schemas.openxmlformats.org/drawingml/2006/main">
            <a:srgbClr val="4789B8"/>
          </a:solidFill>
          <a:ln xmlns:a="http://schemas.openxmlformats.org/drawingml/2006/main" w="4588">
            <a:solidFill>
              <a:srgbClr val="212121"/>
            </a:solidFill>
          </a:ln>
        </p:spPr>
      </p:sp>
      <p:sp>
        <p:nvSpPr>
          <p:cNvPr id="744" name="R10|575">
            <a:extLst xmlns:a="http://schemas.openxmlformats.org/drawingml/2006/main">
              <a:ext uri="{FF2B5EF4-FFF2-40B4-BE49-F238E27FC236}">
                <a16:creationId xmlns:a16="http://schemas.microsoft.com/office/drawing/2014/main" id="{B487D6B6-3731-44DB-BE1F-4D366440003E}"/>
              </a:ext>
            </a:extLst>
          </p:cNvPr>
          <p:cNvSpPr>
            <a:spLocks xmlns:a="http://schemas.openxmlformats.org/drawingml/2006/main" noGrp="1"/>
          </p:cNvSpPr>
          <p:nvPr/>
        </p:nvSpPr>
        <p:spPr>
          <a:xfrm xmlns:a="http://schemas.openxmlformats.org/drawingml/2006/main">
            <a:off x="8209037" y="4521937"/>
            <a:ext cx="42213" cy="40549"/>
          </a:xfrm>
          <a:prstGeom xmlns:a="http://schemas.openxmlformats.org/drawingml/2006/main" prst="rect">
            <a:avLst/>
          </a:prstGeom>
          <a:solidFill xmlns:a="http://schemas.openxmlformats.org/drawingml/2006/main">
            <a:srgbClr val="96B0E6"/>
          </a:solidFill>
          <a:ln xmlns:a="http://schemas.openxmlformats.org/drawingml/2006/main" w="4588">
            <a:solidFill>
              <a:srgbClr val="212121"/>
            </a:solidFill>
          </a:ln>
        </p:spPr>
      </p:sp>
      <p:sp>
        <p:nvSpPr>
          <p:cNvPr id="745" name="R10|576">
            <a:extLst xmlns:a="http://schemas.openxmlformats.org/drawingml/2006/main">
              <a:ext uri="{FF2B5EF4-FFF2-40B4-BE49-F238E27FC236}">
                <a16:creationId xmlns:a16="http://schemas.microsoft.com/office/drawing/2014/main" id="{F1B61717-F5E2-4FF1-A0AD-726CF48672C2}"/>
              </a:ext>
            </a:extLst>
          </p:cNvPr>
          <p:cNvSpPr>
            <a:spLocks xmlns:a="http://schemas.openxmlformats.org/drawingml/2006/main" noGrp="1"/>
          </p:cNvSpPr>
          <p:nvPr/>
        </p:nvSpPr>
        <p:spPr>
          <a:xfrm xmlns:a="http://schemas.openxmlformats.org/drawingml/2006/main">
            <a:off x="8251250" y="4521937"/>
            <a:ext cx="42213" cy="40549"/>
          </a:xfrm>
          <a:prstGeom xmlns:a="http://schemas.openxmlformats.org/drawingml/2006/main" prst="rect">
            <a:avLst/>
          </a:prstGeom>
          <a:solidFill xmlns:a="http://schemas.openxmlformats.org/drawingml/2006/main">
            <a:srgbClr val="DFF8ED"/>
          </a:solidFill>
          <a:ln xmlns:a="http://schemas.openxmlformats.org/drawingml/2006/main" w="4588">
            <a:solidFill>
              <a:srgbClr val="212121"/>
            </a:solidFill>
          </a:ln>
        </p:spPr>
      </p:sp>
      <p:sp>
        <p:nvSpPr>
          <p:cNvPr id="746" name="R10|577">
            <a:extLst xmlns:a="http://schemas.openxmlformats.org/drawingml/2006/main">
              <a:ext uri="{FF2B5EF4-FFF2-40B4-BE49-F238E27FC236}">
                <a16:creationId xmlns:a16="http://schemas.microsoft.com/office/drawing/2014/main" id="{9BB5A03B-D35C-4840-9A92-F17C1CC51DFF}"/>
              </a:ext>
            </a:extLst>
          </p:cNvPr>
          <p:cNvSpPr>
            <a:spLocks xmlns:a="http://schemas.openxmlformats.org/drawingml/2006/main" noGrp="1"/>
          </p:cNvSpPr>
          <p:nvPr/>
        </p:nvSpPr>
        <p:spPr>
          <a:xfrm xmlns:a="http://schemas.openxmlformats.org/drawingml/2006/main">
            <a:off x="8082397" y="4562487"/>
            <a:ext cx="42213" cy="40549"/>
          </a:xfrm>
          <a:prstGeom xmlns:a="http://schemas.openxmlformats.org/drawingml/2006/main" prst="rect">
            <a:avLst/>
          </a:prstGeom>
          <a:solidFill xmlns:a="http://schemas.openxmlformats.org/drawingml/2006/main">
            <a:srgbClr val="F8F7CA"/>
          </a:solidFill>
          <a:ln xmlns:a="http://schemas.openxmlformats.org/drawingml/2006/main" w="4588">
            <a:solidFill>
              <a:srgbClr val="212121"/>
            </a:solidFill>
          </a:ln>
        </p:spPr>
      </p:sp>
      <p:sp>
        <p:nvSpPr>
          <p:cNvPr id="747" name="R10|578">
            <a:extLst xmlns:a="http://schemas.openxmlformats.org/drawingml/2006/main">
              <a:ext uri="{FF2B5EF4-FFF2-40B4-BE49-F238E27FC236}">
                <a16:creationId xmlns:a16="http://schemas.microsoft.com/office/drawing/2014/main" id="{F1562319-0559-415C-A3A8-CE97520CC174}"/>
              </a:ext>
            </a:extLst>
          </p:cNvPr>
          <p:cNvSpPr>
            <a:spLocks xmlns:a="http://schemas.openxmlformats.org/drawingml/2006/main" noGrp="1"/>
          </p:cNvSpPr>
          <p:nvPr/>
        </p:nvSpPr>
        <p:spPr>
          <a:xfrm xmlns:a="http://schemas.openxmlformats.org/drawingml/2006/main">
            <a:off x="8124610" y="4562487"/>
            <a:ext cx="42213" cy="40549"/>
          </a:xfrm>
          <a:prstGeom xmlns:a="http://schemas.openxmlformats.org/drawingml/2006/main" prst="rect">
            <a:avLst/>
          </a:prstGeom>
          <a:solidFill xmlns:a="http://schemas.openxmlformats.org/drawingml/2006/main">
            <a:srgbClr val="A6D58C"/>
          </a:solidFill>
          <a:ln xmlns:a="http://schemas.openxmlformats.org/drawingml/2006/main" w="4588">
            <a:solidFill>
              <a:srgbClr val="212121"/>
            </a:solidFill>
          </a:ln>
        </p:spPr>
      </p:sp>
      <p:sp>
        <p:nvSpPr>
          <p:cNvPr id="748" name="R10|579">
            <a:extLst xmlns:a="http://schemas.openxmlformats.org/drawingml/2006/main">
              <a:ext uri="{FF2B5EF4-FFF2-40B4-BE49-F238E27FC236}">
                <a16:creationId xmlns:a16="http://schemas.microsoft.com/office/drawing/2014/main" id="{1A39F872-6CBD-40E6-A3BA-41FE48BC8161}"/>
              </a:ext>
            </a:extLst>
          </p:cNvPr>
          <p:cNvSpPr>
            <a:spLocks xmlns:a="http://schemas.openxmlformats.org/drawingml/2006/main" noGrp="1"/>
          </p:cNvSpPr>
          <p:nvPr/>
        </p:nvSpPr>
        <p:spPr>
          <a:xfrm xmlns:a="http://schemas.openxmlformats.org/drawingml/2006/main">
            <a:off x="8166824" y="4562487"/>
            <a:ext cx="42213" cy="40549"/>
          </a:xfrm>
          <a:prstGeom xmlns:a="http://schemas.openxmlformats.org/drawingml/2006/main" prst="rect">
            <a:avLst/>
          </a:prstGeom>
          <a:solidFill xmlns:a="http://schemas.openxmlformats.org/drawingml/2006/main">
            <a:srgbClr val="F58CA1"/>
          </a:solidFill>
          <a:ln xmlns:a="http://schemas.openxmlformats.org/drawingml/2006/main" w="4588">
            <a:solidFill>
              <a:srgbClr val="212121"/>
            </a:solidFill>
          </a:ln>
        </p:spPr>
      </p:sp>
      <p:sp>
        <p:nvSpPr>
          <p:cNvPr id="749" name="R10|580">
            <a:extLst xmlns:a="http://schemas.openxmlformats.org/drawingml/2006/main">
              <a:ext uri="{FF2B5EF4-FFF2-40B4-BE49-F238E27FC236}">
                <a16:creationId xmlns:a16="http://schemas.microsoft.com/office/drawing/2014/main" id="{A3D601CC-D975-4BC7-AC6C-9A2298C4DB95}"/>
              </a:ext>
            </a:extLst>
          </p:cNvPr>
          <p:cNvSpPr>
            <a:spLocks xmlns:a="http://schemas.openxmlformats.org/drawingml/2006/main" noGrp="1"/>
          </p:cNvSpPr>
          <p:nvPr/>
        </p:nvSpPr>
        <p:spPr>
          <a:xfrm xmlns:a="http://schemas.openxmlformats.org/drawingml/2006/main">
            <a:off x="8209037" y="4562487"/>
            <a:ext cx="42213" cy="40549"/>
          </a:xfrm>
          <a:prstGeom xmlns:a="http://schemas.openxmlformats.org/drawingml/2006/main" prst="rect">
            <a:avLst/>
          </a:prstGeom>
          <a:solidFill xmlns:a="http://schemas.openxmlformats.org/drawingml/2006/main">
            <a:srgbClr val="FDEB8E"/>
          </a:solidFill>
          <a:ln xmlns:a="http://schemas.openxmlformats.org/drawingml/2006/main" w="4588">
            <a:solidFill>
              <a:srgbClr val="212121"/>
            </a:solidFill>
          </a:ln>
        </p:spPr>
      </p:sp>
      <p:sp>
        <p:nvSpPr>
          <p:cNvPr id="750" name="R10|581">
            <a:extLst xmlns:a="http://schemas.openxmlformats.org/drawingml/2006/main">
              <a:ext uri="{FF2B5EF4-FFF2-40B4-BE49-F238E27FC236}">
                <a16:creationId xmlns:a16="http://schemas.microsoft.com/office/drawing/2014/main" id="{13312256-34CA-4B8C-8144-90E4F9F7168D}"/>
              </a:ext>
            </a:extLst>
          </p:cNvPr>
          <p:cNvSpPr>
            <a:spLocks xmlns:a="http://schemas.openxmlformats.org/drawingml/2006/main" noGrp="1"/>
          </p:cNvSpPr>
          <p:nvPr/>
        </p:nvSpPr>
        <p:spPr>
          <a:xfrm xmlns:a="http://schemas.openxmlformats.org/drawingml/2006/main">
            <a:off x="8251250" y="4562487"/>
            <a:ext cx="42213" cy="40549"/>
          </a:xfrm>
          <a:prstGeom xmlns:a="http://schemas.openxmlformats.org/drawingml/2006/main" prst="rect">
            <a:avLst/>
          </a:prstGeom>
          <a:solidFill xmlns:a="http://schemas.openxmlformats.org/drawingml/2006/main">
            <a:srgbClr val="96B0E4"/>
          </a:solidFill>
          <a:ln xmlns:a="http://schemas.openxmlformats.org/drawingml/2006/main" w="4588">
            <a:solidFill>
              <a:srgbClr val="212121"/>
            </a:solidFill>
          </a:ln>
        </p:spPr>
      </p:sp>
      <p:sp>
        <p:nvSpPr>
          <p:cNvPr id="751" name="R10|582">
            <a:extLst xmlns:a="http://schemas.openxmlformats.org/drawingml/2006/main">
              <a:ext uri="{FF2B5EF4-FFF2-40B4-BE49-F238E27FC236}">
                <a16:creationId xmlns:a16="http://schemas.microsoft.com/office/drawing/2014/main" id="{37DC7A63-C303-4866-B15D-6A412828C043}"/>
              </a:ext>
            </a:extLst>
          </p:cNvPr>
          <p:cNvSpPr>
            <a:spLocks xmlns:a="http://schemas.openxmlformats.org/drawingml/2006/main" noGrp="1"/>
          </p:cNvSpPr>
          <p:nvPr/>
        </p:nvSpPr>
        <p:spPr>
          <a:xfrm xmlns:a="http://schemas.openxmlformats.org/drawingml/2006/main">
            <a:off x="8082397" y="4603036"/>
            <a:ext cx="42213" cy="40549"/>
          </a:xfrm>
          <a:prstGeom xmlns:a="http://schemas.openxmlformats.org/drawingml/2006/main" prst="rect">
            <a:avLst/>
          </a:prstGeom>
          <a:solidFill xmlns:a="http://schemas.openxmlformats.org/drawingml/2006/main">
            <a:srgbClr val="F6D0B3"/>
          </a:solidFill>
          <a:ln xmlns:a="http://schemas.openxmlformats.org/drawingml/2006/main" w="4588">
            <a:solidFill>
              <a:srgbClr val="212121"/>
            </a:solidFill>
          </a:ln>
        </p:spPr>
      </p:sp>
      <p:sp>
        <p:nvSpPr>
          <p:cNvPr id="752" name="R10|583">
            <a:extLst xmlns:a="http://schemas.openxmlformats.org/drawingml/2006/main">
              <a:ext uri="{FF2B5EF4-FFF2-40B4-BE49-F238E27FC236}">
                <a16:creationId xmlns:a16="http://schemas.microsoft.com/office/drawing/2014/main" id="{BBF08E1F-CF1E-45B9-A897-E5A49F203249}"/>
              </a:ext>
            </a:extLst>
          </p:cNvPr>
          <p:cNvSpPr>
            <a:spLocks xmlns:a="http://schemas.openxmlformats.org/drawingml/2006/main" noGrp="1"/>
          </p:cNvSpPr>
          <p:nvPr/>
        </p:nvSpPr>
        <p:spPr>
          <a:xfrm xmlns:a="http://schemas.openxmlformats.org/drawingml/2006/main">
            <a:off x="8124610" y="4603036"/>
            <a:ext cx="42213" cy="40549"/>
          </a:xfrm>
          <a:prstGeom xmlns:a="http://schemas.openxmlformats.org/drawingml/2006/main" prst="rect">
            <a:avLst/>
          </a:prstGeom>
          <a:solidFill xmlns:a="http://schemas.openxmlformats.org/drawingml/2006/main">
            <a:srgbClr val="438AC3"/>
          </a:solidFill>
          <a:ln xmlns:a="http://schemas.openxmlformats.org/drawingml/2006/main" w="4588">
            <a:solidFill>
              <a:srgbClr val="212121"/>
            </a:solidFill>
          </a:ln>
        </p:spPr>
      </p:sp>
      <p:sp>
        <p:nvSpPr>
          <p:cNvPr id="753" name="R10|584">
            <a:extLst xmlns:a="http://schemas.openxmlformats.org/drawingml/2006/main">
              <a:ext uri="{FF2B5EF4-FFF2-40B4-BE49-F238E27FC236}">
                <a16:creationId xmlns:a16="http://schemas.microsoft.com/office/drawing/2014/main" id="{BB15D754-3441-4B04-9809-3909D97C0D5C}"/>
              </a:ext>
            </a:extLst>
          </p:cNvPr>
          <p:cNvSpPr>
            <a:spLocks xmlns:a="http://schemas.openxmlformats.org/drawingml/2006/main" noGrp="1"/>
          </p:cNvSpPr>
          <p:nvPr/>
        </p:nvSpPr>
        <p:spPr>
          <a:xfrm xmlns:a="http://schemas.openxmlformats.org/drawingml/2006/main">
            <a:off x="8166824" y="4603036"/>
            <a:ext cx="42213" cy="40549"/>
          </a:xfrm>
          <a:prstGeom xmlns:a="http://schemas.openxmlformats.org/drawingml/2006/main" prst="rect">
            <a:avLst/>
          </a:prstGeom>
          <a:solidFill xmlns:a="http://schemas.openxmlformats.org/drawingml/2006/main">
            <a:srgbClr val="FFE395"/>
          </a:solidFill>
          <a:ln xmlns:a="http://schemas.openxmlformats.org/drawingml/2006/main" w="4588">
            <a:solidFill>
              <a:srgbClr val="212121"/>
            </a:solidFill>
          </a:ln>
        </p:spPr>
      </p:sp>
      <p:sp>
        <p:nvSpPr>
          <p:cNvPr id="754" name="R10|585">
            <a:extLst xmlns:a="http://schemas.openxmlformats.org/drawingml/2006/main">
              <a:ext uri="{FF2B5EF4-FFF2-40B4-BE49-F238E27FC236}">
                <a16:creationId xmlns:a16="http://schemas.microsoft.com/office/drawing/2014/main" id="{05134860-9515-4FCE-BA72-AB7F1800AC49}"/>
              </a:ext>
            </a:extLst>
          </p:cNvPr>
          <p:cNvSpPr>
            <a:spLocks xmlns:a="http://schemas.openxmlformats.org/drawingml/2006/main" noGrp="1"/>
          </p:cNvSpPr>
          <p:nvPr/>
        </p:nvSpPr>
        <p:spPr>
          <a:xfrm xmlns:a="http://schemas.openxmlformats.org/drawingml/2006/main">
            <a:off x="8209037" y="4603036"/>
            <a:ext cx="42213" cy="40549"/>
          </a:xfrm>
          <a:prstGeom xmlns:a="http://schemas.openxmlformats.org/drawingml/2006/main" prst="rect">
            <a:avLst/>
          </a:prstGeom>
          <a:solidFill xmlns:a="http://schemas.openxmlformats.org/drawingml/2006/main">
            <a:srgbClr val="F094A4"/>
          </a:solidFill>
          <a:ln xmlns:a="http://schemas.openxmlformats.org/drawingml/2006/main" w="4588">
            <a:solidFill>
              <a:srgbClr val="212121"/>
            </a:solidFill>
          </a:ln>
        </p:spPr>
      </p:sp>
      <p:sp>
        <p:nvSpPr>
          <p:cNvPr id="755" name="R10|586">
            <a:extLst xmlns:a="http://schemas.openxmlformats.org/drawingml/2006/main">
              <a:ext uri="{FF2B5EF4-FFF2-40B4-BE49-F238E27FC236}">
                <a16:creationId xmlns:a16="http://schemas.microsoft.com/office/drawing/2014/main" id="{97EC5717-5CAB-4175-921C-17335E798479}"/>
              </a:ext>
            </a:extLst>
          </p:cNvPr>
          <p:cNvSpPr>
            <a:spLocks xmlns:a="http://schemas.openxmlformats.org/drawingml/2006/main" noGrp="1"/>
          </p:cNvSpPr>
          <p:nvPr/>
        </p:nvSpPr>
        <p:spPr>
          <a:xfrm xmlns:a="http://schemas.openxmlformats.org/drawingml/2006/main">
            <a:off x="8251250" y="4603036"/>
            <a:ext cx="42213" cy="40549"/>
          </a:xfrm>
          <a:prstGeom xmlns:a="http://schemas.openxmlformats.org/drawingml/2006/main" prst="rect">
            <a:avLst/>
          </a:prstGeom>
          <a:solidFill xmlns:a="http://schemas.openxmlformats.org/drawingml/2006/main">
            <a:srgbClr val="B2DA97"/>
          </a:solidFill>
          <a:ln xmlns:a="http://schemas.openxmlformats.org/drawingml/2006/main" w="4588">
            <a:solidFill>
              <a:srgbClr val="212121"/>
            </a:solidFill>
          </a:ln>
        </p:spPr>
      </p:sp>
      <p:sp>
        <p:nvSpPr>
          <p:cNvPr id="756" name="R10|587">
            <a:extLst xmlns:a="http://schemas.openxmlformats.org/drawingml/2006/main">
              <a:ext uri="{FF2B5EF4-FFF2-40B4-BE49-F238E27FC236}">
                <a16:creationId xmlns:a16="http://schemas.microsoft.com/office/drawing/2014/main" id="{8F6225CE-D0EC-42DB-9323-F622588D9684}"/>
              </a:ext>
            </a:extLst>
          </p:cNvPr>
          <p:cNvSpPr>
            <a:spLocks xmlns:a="http://schemas.openxmlformats.org/drawingml/2006/main" noGrp="1"/>
          </p:cNvSpPr>
          <p:nvPr/>
        </p:nvSpPr>
        <p:spPr>
          <a:xfrm xmlns:a="http://schemas.openxmlformats.org/drawingml/2006/main">
            <a:off x="8082397" y="4643586"/>
            <a:ext cx="42213" cy="40549"/>
          </a:xfrm>
          <a:prstGeom xmlns:a="http://schemas.openxmlformats.org/drawingml/2006/main" prst="rect">
            <a:avLst/>
          </a:prstGeom>
          <a:solidFill xmlns:a="http://schemas.openxmlformats.org/drawingml/2006/main">
            <a:srgbClr val="92ACD8"/>
          </a:solidFill>
          <a:ln xmlns:a="http://schemas.openxmlformats.org/drawingml/2006/main" w="4588">
            <a:solidFill>
              <a:srgbClr val="212121"/>
            </a:solidFill>
          </a:ln>
        </p:spPr>
      </p:sp>
      <p:sp>
        <p:nvSpPr>
          <p:cNvPr id="757" name="R10|588">
            <a:extLst xmlns:a="http://schemas.openxmlformats.org/drawingml/2006/main">
              <a:ext uri="{FF2B5EF4-FFF2-40B4-BE49-F238E27FC236}">
                <a16:creationId xmlns:a16="http://schemas.microsoft.com/office/drawing/2014/main" id="{9F6DEAA3-E8C2-4942-A167-4B8215E50A4E}"/>
              </a:ext>
            </a:extLst>
          </p:cNvPr>
          <p:cNvSpPr>
            <a:spLocks xmlns:a="http://schemas.openxmlformats.org/drawingml/2006/main" noGrp="1"/>
          </p:cNvSpPr>
          <p:nvPr/>
        </p:nvSpPr>
        <p:spPr>
          <a:xfrm xmlns:a="http://schemas.openxmlformats.org/drawingml/2006/main">
            <a:off x="8124610" y="4643586"/>
            <a:ext cx="42213" cy="40549"/>
          </a:xfrm>
          <a:prstGeom xmlns:a="http://schemas.openxmlformats.org/drawingml/2006/main" prst="rect">
            <a:avLst/>
          </a:prstGeom>
          <a:solidFill xmlns:a="http://schemas.openxmlformats.org/drawingml/2006/main">
            <a:srgbClr val="E9EBE1"/>
          </a:solidFill>
          <a:ln xmlns:a="http://schemas.openxmlformats.org/drawingml/2006/main" w="4588">
            <a:solidFill>
              <a:srgbClr val="212121"/>
            </a:solidFill>
          </a:ln>
        </p:spPr>
      </p:sp>
      <p:sp>
        <p:nvSpPr>
          <p:cNvPr id="758" name="R10|589">
            <a:extLst xmlns:a="http://schemas.openxmlformats.org/drawingml/2006/main">
              <a:ext uri="{FF2B5EF4-FFF2-40B4-BE49-F238E27FC236}">
                <a16:creationId xmlns:a16="http://schemas.microsoft.com/office/drawing/2014/main" id="{DA612D9F-EC52-41D7-B2D0-C9758FDDC2DA}"/>
              </a:ext>
            </a:extLst>
          </p:cNvPr>
          <p:cNvSpPr>
            <a:spLocks xmlns:a="http://schemas.openxmlformats.org/drawingml/2006/main" noGrp="1"/>
          </p:cNvSpPr>
          <p:nvPr/>
        </p:nvSpPr>
        <p:spPr>
          <a:xfrm xmlns:a="http://schemas.openxmlformats.org/drawingml/2006/main">
            <a:off x="8166824" y="4643586"/>
            <a:ext cx="42213" cy="40549"/>
          </a:xfrm>
          <a:prstGeom xmlns:a="http://schemas.openxmlformats.org/drawingml/2006/main" prst="rect">
            <a:avLst/>
          </a:prstGeom>
          <a:solidFill xmlns:a="http://schemas.openxmlformats.org/drawingml/2006/main">
            <a:srgbClr val="93A9DE"/>
          </a:solidFill>
          <a:ln xmlns:a="http://schemas.openxmlformats.org/drawingml/2006/main" w="4588">
            <a:solidFill>
              <a:srgbClr val="212121"/>
            </a:solidFill>
          </a:ln>
        </p:spPr>
      </p:sp>
      <p:sp>
        <p:nvSpPr>
          <p:cNvPr id="759" name="R10|590">
            <a:extLst xmlns:a="http://schemas.openxmlformats.org/drawingml/2006/main">
              <a:ext uri="{FF2B5EF4-FFF2-40B4-BE49-F238E27FC236}">
                <a16:creationId xmlns:a16="http://schemas.microsoft.com/office/drawing/2014/main" id="{355B10B1-4851-465A-B864-EFFE51A62EA3}"/>
              </a:ext>
            </a:extLst>
          </p:cNvPr>
          <p:cNvSpPr>
            <a:spLocks xmlns:a="http://schemas.openxmlformats.org/drawingml/2006/main" noGrp="1"/>
          </p:cNvSpPr>
          <p:nvPr/>
        </p:nvSpPr>
        <p:spPr>
          <a:xfrm xmlns:a="http://schemas.openxmlformats.org/drawingml/2006/main">
            <a:off x="8209037" y="4643586"/>
            <a:ext cx="42213" cy="40549"/>
          </a:xfrm>
          <a:prstGeom xmlns:a="http://schemas.openxmlformats.org/drawingml/2006/main" prst="rect">
            <a:avLst/>
          </a:prstGeom>
          <a:solidFill xmlns:a="http://schemas.openxmlformats.org/drawingml/2006/main">
            <a:srgbClr val="ADAEAF"/>
          </a:solidFill>
          <a:ln xmlns:a="http://schemas.openxmlformats.org/drawingml/2006/main" w="4588">
            <a:solidFill>
              <a:srgbClr val="212121"/>
            </a:solidFill>
          </a:ln>
        </p:spPr>
      </p:sp>
      <p:sp>
        <p:nvSpPr>
          <p:cNvPr id="760" name="R10|591">
            <a:extLst xmlns:a="http://schemas.openxmlformats.org/drawingml/2006/main">
              <a:ext uri="{FF2B5EF4-FFF2-40B4-BE49-F238E27FC236}">
                <a16:creationId xmlns:a16="http://schemas.microsoft.com/office/drawing/2014/main" id="{CFB92A41-3F73-4A7B-A43A-CE696E768900}"/>
              </a:ext>
            </a:extLst>
          </p:cNvPr>
          <p:cNvSpPr>
            <a:spLocks xmlns:a="http://schemas.openxmlformats.org/drawingml/2006/main" noGrp="1"/>
          </p:cNvSpPr>
          <p:nvPr/>
        </p:nvSpPr>
        <p:spPr>
          <a:xfrm xmlns:a="http://schemas.openxmlformats.org/drawingml/2006/main">
            <a:off x="8251250" y="4643586"/>
            <a:ext cx="42213" cy="40549"/>
          </a:xfrm>
          <a:prstGeom xmlns:a="http://schemas.openxmlformats.org/drawingml/2006/main" prst="rect">
            <a:avLst/>
          </a:prstGeom>
          <a:solidFill xmlns:a="http://schemas.openxmlformats.org/drawingml/2006/main">
            <a:srgbClr val="E3A0AA"/>
          </a:solidFill>
          <a:ln xmlns:a="http://schemas.openxmlformats.org/drawingml/2006/main" w="4588">
            <a:solidFill>
              <a:srgbClr val="212121"/>
            </a:solidFill>
          </a:ln>
        </p:spPr>
      </p:sp>
      <p:sp>
        <p:nvSpPr>
          <p:cNvPr id="761" name="R11|592">
            <a:extLst xmlns:a="http://schemas.openxmlformats.org/drawingml/2006/main">
              <a:ext uri="{FF2B5EF4-FFF2-40B4-BE49-F238E27FC236}">
                <a16:creationId xmlns:a16="http://schemas.microsoft.com/office/drawing/2014/main" id="{E0EDD496-334E-4CE5-AB0C-8F25B78DE804}"/>
              </a:ext>
            </a:extLst>
          </p:cNvPr>
          <p:cNvSpPr>
            <a:spLocks xmlns:a="http://schemas.openxmlformats.org/drawingml/2006/main" noGrp="1"/>
          </p:cNvSpPr>
          <p:nvPr/>
        </p:nvSpPr>
        <p:spPr>
          <a:xfrm xmlns:a="http://schemas.openxmlformats.org/drawingml/2006/main">
            <a:off x="8386691" y="4481388"/>
            <a:ext cx="42142" cy="40549"/>
          </a:xfrm>
          <a:prstGeom xmlns:a="http://schemas.openxmlformats.org/drawingml/2006/main" prst="rect">
            <a:avLst/>
          </a:prstGeom>
          <a:solidFill xmlns:a="http://schemas.openxmlformats.org/drawingml/2006/main">
            <a:srgbClr val="ED959C"/>
          </a:solidFill>
          <a:ln xmlns:a="http://schemas.openxmlformats.org/drawingml/2006/main" w="4581">
            <a:solidFill>
              <a:srgbClr val="212121"/>
            </a:solidFill>
          </a:ln>
        </p:spPr>
      </p:sp>
      <p:sp>
        <p:nvSpPr>
          <p:cNvPr id="762" name="R11|593">
            <a:extLst xmlns:a="http://schemas.openxmlformats.org/drawingml/2006/main">
              <a:ext uri="{FF2B5EF4-FFF2-40B4-BE49-F238E27FC236}">
                <a16:creationId xmlns:a16="http://schemas.microsoft.com/office/drawing/2014/main" id="{2078B9F5-45BE-4A2D-AE39-539E1D7E459E}"/>
              </a:ext>
            </a:extLst>
          </p:cNvPr>
          <p:cNvSpPr>
            <a:spLocks xmlns:a="http://schemas.openxmlformats.org/drawingml/2006/main" noGrp="1"/>
          </p:cNvSpPr>
          <p:nvPr/>
        </p:nvSpPr>
        <p:spPr>
          <a:xfrm xmlns:a="http://schemas.openxmlformats.org/drawingml/2006/main">
            <a:off x="8428834" y="4481388"/>
            <a:ext cx="42142" cy="40549"/>
          </a:xfrm>
          <a:prstGeom xmlns:a="http://schemas.openxmlformats.org/drawingml/2006/main" prst="rect">
            <a:avLst/>
          </a:prstGeom>
          <a:solidFill xmlns:a="http://schemas.openxmlformats.org/drawingml/2006/main">
            <a:srgbClr val="F3CBB2"/>
          </a:solidFill>
          <a:ln xmlns:a="http://schemas.openxmlformats.org/drawingml/2006/main" w="4581">
            <a:solidFill>
              <a:srgbClr val="212121"/>
            </a:solidFill>
          </a:ln>
        </p:spPr>
      </p:sp>
      <p:sp>
        <p:nvSpPr>
          <p:cNvPr id="763" name="R11|594">
            <a:extLst xmlns:a="http://schemas.openxmlformats.org/drawingml/2006/main">
              <a:ext uri="{FF2B5EF4-FFF2-40B4-BE49-F238E27FC236}">
                <a16:creationId xmlns:a16="http://schemas.microsoft.com/office/drawing/2014/main" id="{787D55FC-746E-42E4-968D-F215C8665489}"/>
              </a:ext>
            </a:extLst>
          </p:cNvPr>
          <p:cNvSpPr>
            <a:spLocks xmlns:a="http://schemas.openxmlformats.org/drawingml/2006/main" noGrp="1"/>
          </p:cNvSpPr>
          <p:nvPr/>
        </p:nvSpPr>
        <p:spPr>
          <a:xfrm xmlns:a="http://schemas.openxmlformats.org/drawingml/2006/main">
            <a:off x="8470976" y="4481388"/>
            <a:ext cx="42142" cy="40549"/>
          </a:xfrm>
          <a:prstGeom xmlns:a="http://schemas.openxmlformats.org/drawingml/2006/main" prst="rect">
            <a:avLst/>
          </a:prstGeom>
          <a:solidFill xmlns:a="http://schemas.openxmlformats.org/drawingml/2006/main">
            <a:srgbClr val="F4B5C3"/>
          </a:solidFill>
          <a:ln xmlns:a="http://schemas.openxmlformats.org/drawingml/2006/main" w="4581">
            <a:solidFill>
              <a:srgbClr val="212121"/>
            </a:solidFill>
          </a:ln>
        </p:spPr>
      </p:sp>
      <p:sp>
        <p:nvSpPr>
          <p:cNvPr id="764" name="R11|595">
            <a:extLst xmlns:a="http://schemas.openxmlformats.org/drawingml/2006/main">
              <a:ext uri="{FF2B5EF4-FFF2-40B4-BE49-F238E27FC236}">
                <a16:creationId xmlns:a16="http://schemas.microsoft.com/office/drawing/2014/main" id="{892A0141-4473-4989-83AE-1145A1D87260}"/>
              </a:ext>
            </a:extLst>
          </p:cNvPr>
          <p:cNvSpPr>
            <a:spLocks xmlns:a="http://schemas.openxmlformats.org/drawingml/2006/main" noGrp="1"/>
          </p:cNvSpPr>
          <p:nvPr/>
        </p:nvSpPr>
        <p:spPr>
          <a:xfrm xmlns:a="http://schemas.openxmlformats.org/drawingml/2006/main">
            <a:off x="8513118" y="4481388"/>
            <a:ext cx="42142" cy="40549"/>
          </a:xfrm>
          <a:prstGeom xmlns:a="http://schemas.openxmlformats.org/drawingml/2006/main" prst="rect">
            <a:avLst/>
          </a:prstGeom>
          <a:solidFill xmlns:a="http://schemas.openxmlformats.org/drawingml/2006/main">
            <a:srgbClr val="DEF8F0"/>
          </a:solidFill>
          <a:ln xmlns:a="http://schemas.openxmlformats.org/drawingml/2006/main" w="4581">
            <a:solidFill>
              <a:srgbClr val="212121"/>
            </a:solidFill>
          </a:ln>
        </p:spPr>
      </p:sp>
      <p:sp>
        <p:nvSpPr>
          <p:cNvPr id="765" name="R11|596">
            <a:extLst xmlns:a="http://schemas.openxmlformats.org/drawingml/2006/main">
              <a:ext uri="{FF2B5EF4-FFF2-40B4-BE49-F238E27FC236}">
                <a16:creationId xmlns:a16="http://schemas.microsoft.com/office/drawing/2014/main" id="{8CD94598-F9C2-4520-966B-895A77B12EC1}"/>
              </a:ext>
            </a:extLst>
          </p:cNvPr>
          <p:cNvSpPr>
            <a:spLocks xmlns:a="http://schemas.openxmlformats.org/drawingml/2006/main" noGrp="1"/>
          </p:cNvSpPr>
          <p:nvPr/>
        </p:nvSpPr>
        <p:spPr>
          <a:xfrm xmlns:a="http://schemas.openxmlformats.org/drawingml/2006/main">
            <a:off x="8555261" y="4481388"/>
            <a:ext cx="42142" cy="40549"/>
          </a:xfrm>
          <a:prstGeom xmlns:a="http://schemas.openxmlformats.org/drawingml/2006/main" prst="rect">
            <a:avLst/>
          </a:prstGeom>
          <a:solidFill xmlns:a="http://schemas.openxmlformats.org/drawingml/2006/main">
            <a:srgbClr val="BBB9B8"/>
          </a:solidFill>
          <a:ln xmlns:a="http://schemas.openxmlformats.org/drawingml/2006/main" w="4581">
            <a:solidFill>
              <a:srgbClr val="212121"/>
            </a:solidFill>
          </a:ln>
        </p:spPr>
      </p:sp>
      <p:sp>
        <p:nvSpPr>
          <p:cNvPr id="766" name="R11|597">
            <a:extLst xmlns:a="http://schemas.openxmlformats.org/drawingml/2006/main">
              <a:ext uri="{FF2B5EF4-FFF2-40B4-BE49-F238E27FC236}">
                <a16:creationId xmlns:a16="http://schemas.microsoft.com/office/drawing/2014/main" id="{8B48E4FD-7DDB-43DA-8DE1-E14470BC12AD}"/>
              </a:ext>
            </a:extLst>
          </p:cNvPr>
          <p:cNvSpPr>
            <a:spLocks xmlns:a="http://schemas.openxmlformats.org/drawingml/2006/main" noGrp="1"/>
          </p:cNvSpPr>
          <p:nvPr/>
        </p:nvSpPr>
        <p:spPr>
          <a:xfrm xmlns:a="http://schemas.openxmlformats.org/drawingml/2006/main">
            <a:off x="8386691" y="4521937"/>
            <a:ext cx="42142" cy="40549"/>
          </a:xfrm>
          <a:prstGeom xmlns:a="http://schemas.openxmlformats.org/drawingml/2006/main" prst="rect">
            <a:avLst/>
          </a:prstGeom>
          <a:solidFill xmlns:a="http://schemas.openxmlformats.org/drawingml/2006/main">
            <a:srgbClr val="448FB8"/>
          </a:solidFill>
          <a:ln xmlns:a="http://schemas.openxmlformats.org/drawingml/2006/main" w="4581">
            <a:solidFill>
              <a:srgbClr val="212121"/>
            </a:solidFill>
          </a:ln>
        </p:spPr>
      </p:sp>
      <p:sp>
        <p:nvSpPr>
          <p:cNvPr id="767" name="R11|598">
            <a:extLst xmlns:a="http://schemas.openxmlformats.org/drawingml/2006/main">
              <a:ext uri="{FF2B5EF4-FFF2-40B4-BE49-F238E27FC236}">
                <a16:creationId xmlns:a16="http://schemas.microsoft.com/office/drawing/2014/main" id="{AF4B0831-7097-4F12-A92E-69E12EB1A482}"/>
              </a:ext>
            </a:extLst>
          </p:cNvPr>
          <p:cNvSpPr>
            <a:spLocks xmlns:a="http://schemas.openxmlformats.org/drawingml/2006/main" noGrp="1"/>
          </p:cNvSpPr>
          <p:nvPr/>
        </p:nvSpPr>
        <p:spPr>
          <a:xfrm xmlns:a="http://schemas.openxmlformats.org/drawingml/2006/main">
            <a:off x="8428834" y="4521937"/>
            <a:ext cx="42142" cy="40549"/>
          </a:xfrm>
          <a:prstGeom xmlns:a="http://schemas.openxmlformats.org/drawingml/2006/main" prst="rect">
            <a:avLst/>
          </a:prstGeom>
          <a:solidFill xmlns:a="http://schemas.openxmlformats.org/drawingml/2006/main">
            <a:srgbClr val="EC98A1"/>
          </a:solidFill>
          <a:ln xmlns:a="http://schemas.openxmlformats.org/drawingml/2006/main" w="4581">
            <a:solidFill>
              <a:srgbClr val="212121"/>
            </a:solidFill>
          </a:ln>
        </p:spPr>
      </p:sp>
      <p:sp>
        <p:nvSpPr>
          <p:cNvPr id="768" name="R11|599">
            <a:extLst xmlns:a="http://schemas.openxmlformats.org/drawingml/2006/main">
              <a:ext uri="{FF2B5EF4-FFF2-40B4-BE49-F238E27FC236}">
                <a16:creationId xmlns:a16="http://schemas.microsoft.com/office/drawing/2014/main" id="{B2FCA268-7ECC-461E-A156-73433688418C}"/>
              </a:ext>
            </a:extLst>
          </p:cNvPr>
          <p:cNvSpPr>
            <a:spLocks xmlns:a="http://schemas.openxmlformats.org/drawingml/2006/main" noGrp="1"/>
          </p:cNvSpPr>
          <p:nvPr/>
        </p:nvSpPr>
        <p:spPr>
          <a:xfrm xmlns:a="http://schemas.openxmlformats.org/drawingml/2006/main">
            <a:off x="8470976" y="4521937"/>
            <a:ext cx="42142" cy="40549"/>
          </a:xfrm>
          <a:prstGeom xmlns:a="http://schemas.openxmlformats.org/drawingml/2006/main" prst="rect">
            <a:avLst/>
          </a:prstGeom>
          <a:solidFill xmlns:a="http://schemas.openxmlformats.org/drawingml/2006/main">
            <a:srgbClr val="B9A7AC"/>
          </a:solidFill>
          <a:ln xmlns:a="http://schemas.openxmlformats.org/drawingml/2006/main" w="4581">
            <a:solidFill>
              <a:srgbClr val="212121"/>
            </a:solidFill>
          </a:ln>
        </p:spPr>
      </p:sp>
      <p:sp>
        <p:nvSpPr>
          <p:cNvPr id="769" name="R11|600">
            <a:extLst xmlns:a="http://schemas.openxmlformats.org/drawingml/2006/main">
              <a:ext uri="{FF2B5EF4-FFF2-40B4-BE49-F238E27FC236}">
                <a16:creationId xmlns:a16="http://schemas.microsoft.com/office/drawing/2014/main" id="{D5527B8E-CA60-4896-BABB-A6FC28C24ED0}"/>
              </a:ext>
            </a:extLst>
          </p:cNvPr>
          <p:cNvSpPr>
            <a:spLocks xmlns:a="http://schemas.openxmlformats.org/drawingml/2006/main" noGrp="1"/>
          </p:cNvSpPr>
          <p:nvPr/>
        </p:nvSpPr>
        <p:spPr>
          <a:xfrm xmlns:a="http://schemas.openxmlformats.org/drawingml/2006/main">
            <a:off x="8513118" y="4521937"/>
            <a:ext cx="42142" cy="40549"/>
          </a:xfrm>
          <a:prstGeom xmlns:a="http://schemas.openxmlformats.org/drawingml/2006/main" prst="rect">
            <a:avLst/>
          </a:prstGeom>
          <a:solidFill xmlns:a="http://schemas.openxmlformats.org/drawingml/2006/main">
            <a:srgbClr val="5188B4"/>
          </a:solidFill>
          <a:ln xmlns:a="http://schemas.openxmlformats.org/drawingml/2006/main" w="4581">
            <a:solidFill>
              <a:srgbClr val="212121"/>
            </a:solidFill>
          </a:ln>
        </p:spPr>
      </p:sp>
      <p:sp>
        <p:nvSpPr>
          <p:cNvPr id="770" name="R11|601">
            <a:extLst xmlns:a="http://schemas.openxmlformats.org/drawingml/2006/main">
              <a:ext uri="{FF2B5EF4-FFF2-40B4-BE49-F238E27FC236}">
                <a16:creationId xmlns:a16="http://schemas.microsoft.com/office/drawing/2014/main" id="{698EF0A3-0752-4350-B000-56AEA0FC6853}"/>
              </a:ext>
            </a:extLst>
          </p:cNvPr>
          <p:cNvSpPr>
            <a:spLocks xmlns:a="http://schemas.openxmlformats.org/drawingml/2006/main" noGrp="1"/>
          </p:cNvSpPr>
          <p:nvPr/>
        </p:nvSpPr>
        <p:spPr>
          <a:xfrm xmlns:a="http://schemas.openxmlformats.org/drawingml/2006/main">
            <a:off x="8555261" y="4521937"/>
            <a:ext cx="42142" cy="40549"/>
          </a:xfrm>
          <a:prstGeom xmlns:a="http://schemas.openxmlformats.org/drawingml/2006/main" prst="rect">
            <a:avLst/>
          </a:prstGeom>
          <a:solidFill xmlns:a="http://schemas.openxmlformats.org/drawingml/2006/main">
            <a:srgbClr val="E2F5F0"/>
          </a:solidFill>
          <a:ln xmlns:a="http://schemas.openxmlformats.org/drawingml/2006/main" w="4581">
            <a:solidFill>
              <a:srgbClr val="212121"/>
            </a:solidFill>
          </a:ln>
        </p:spPr>
      </p:sp>
      <p:sp>
        <p:nvSpPr>
          <p:cNvPr id="771" name="R11|602">
            <a:extLst xmlns:a="http://schemas.openxmlformats.org/drawingml/2006/main">
              <a:ext uri="{FF2B5EF4-FFF2-40B4-BE49-F238E27FC236}">
                <a16:creationId xmlns:a16="http://schemas.microsoft.com/office/drawing/2014/main" id="{3CF4A0C4-13A9-4E37-A941-4A85F1DC34A1}"/>
              </a:ext>
            </a:extLst>
          </p:cNvPr>
          <p:cNvSpPr>
            <a:spLocks xmlns:a="http://schemas.openxmlformats.org/drawingml/2006/main" noGrp="1"/>
          </p:cNvSpPr>
          <p:nvPr/>
        </p:nvSpPr>
        <p:spPr>
          <a:xfrm xmlns:a="http://schemas.openxmlformats.org/drawingml/2006/main">
            <a:off x="8386691" y="4562487"/>
            <a:ext cx="42142" cy="40549"/>
          </a:xfrm>
          <a:prstGeom xmlns:a="http://schemas.openxmlformats.org/drawingml/2006/main" prst="rect">
            <a:avLst/>
          </a:prstGeom>
          <a:solidFill xmlns:a="http://schemas.openxmlformats.org/drawingml/2006/main">
            <a:srgbClr val="F8F7CA"/>
          </a:solidFill>
          <a:ln xmlns:a="http://schemas.openxmlformats.org/drawingml/2006/main" w="4581">
            <a:solidFill>
              <a:srgbClr val="212121"/>
            </a:solidFill>
          </a:ln>
        </p:spPr>
      </p:sp>
      <p:sp>
        <p:nvSpPr>
          <p:cNvPr id="772" name="R11|603">
            <a:extLst xmlns:a="http://schemas.openxmlformats.org/drawingml/2006/main">
              <a:ext uri="{FF2B5EF4-FFF2-40B4-BE49-F238E27FC236}">
                <a16:creationId xmlns:a16="http://schemas.microsoft.com/office/drawing/2014/main" id="{AD53ADBC-D9B3-439D-9D80-49DE6000F917}"/>
              </a:ext>
            </a:extLst>
          </p:cNvPr>
          <p:cNvSpPr>
            <a:spLocks xmlns:a="http://schemas.openxmlformats.org/drawingml/2006/main" noGrp="1"/>
          </p:cNvSpPr>
          <p:nvPr/>
        </p:nvSpPr>
        <p:spPr>
          <a:xfrm xmlns:a="http://schemas.openxmlformats.org/drawingml/2006/main">
            <a:off x="8428834" y="4562487"/>
            <a:ext cx="42142" cy="40549"/>
          </a:xfrm>
          <a:prstGeom xmlns:a="http://schemas.openxmlformats.org/drawingml/2006/main" prst="rect">
            <a:avLst/>
          </a:prstGeom>
          <a:solidFill xmlns:a="http://schemas.openxmlformats.org/drawingml/2006/main">
            <a:srgbClr val="F1D0B2"/>
          </a:solidFill>
          <a:ln xmlns:a="http://schemas.openxmlformats.org/drawingml/2006/main" w="4581">
            <a:solidFill>
              <a:srgbClr val="212121"/>
            </a:solidFill>
          </a:ln>
        </p:spPr>
      </p:sp>
      <p:sp>
        <p:nvSpPr>
          <p:cNvPr id="773" name="R11|604">
            <a:extLst xmlns:a="http://schemas.openxmlformats.org/drawingml/2006/main">
              <a:ext uri="{FF2B5EF4-FFF2-40B4-BE49-F238E27FC236}">
                <a16:creationId xmlns:a16="http://schemas.microsoft.com/office/drawing/2014/main" id="{862C1AA5-03F5-4A23-8B93-1483DBEF45DE}"/>
              </a:ext>
            </a:extLst>
          </p:cNvPr>
          <p:cNvSpPr>
            <a:spLocks xmlns:a="http://schemas.openxmlformats.org/drawingml/2006/main" noGrp="1"/>
          </p:cNvSpPr>
          <p:nvPr/>
        </p:nvSpPr>
        <p:spPr>
          <a:xfrm xmlns:a="http://schemas.openxmlformats.org/drawingml/2006/main">
            <a:off x="8470976" y="4562487"/>
            <a:ext cx="42142" cy="40549"/>
          </a:xfrm>
          <a:prstGeom xmlns:a="http://schemas.openxmlformats.org/drawingml/2006/main" prst="rect">
            <a:avLst/>
          </a:prstGeom>
          <a:solidFill xmlns:a="http://schemas.openxmlformats.org/drawingml/2006/main">
            <a:srgbClr val="ACD78D"/>
          </a:solidFill>
          <a:ln xmlns:a="http://schemas.openxmlformats.org/drawingml/2006/main" w="4581">
            <a:solidFill>
              <a:srgbClr val="212121"/>
            </a:solidFill>
          </a:ln>
        </p:spPr>
      </p:sp>
      <p:sp>
        <p:nvSpPr>
          <p:cNvPr id="774" name="R11|605">
            <a:extLst xmlns:a="http://schemas.openxmlformats.org/drawingml/2006/main">
              <a:ext uri="{FF2B5EF4-FFF2-40B4-BE49-F238E27FC236}">
                <a16:creationId xmlns:a16="http://schemas.microsoft.com/office/drawing/2014/main" id="{ACD5D09F-2BB9-4998-8946-4EE364332D70}"/>
              </a:ext>
            </a:extLst>
          </p:cNvPr>
          <p:cNvSpPr>
            <a:spLocks xmlns:a="http://schemas.openxmlformats.org/drawingml/2006/main" noGrp="1"/>
          </p:cNvSpPr>
          <p:nvPr/>
        </p:nvSpPr>
        <p:spPr>
          <a:xfrm xmlns:a="http://schemas.openxmlformats.org/drawingml/2006/main">
            <a:off x="8513118" y="4562487"/>
            <a:ext cx="42142" cy="40549"/>
          </a:xfrm>
          <a:prstGeom xmlns:a="http://schemas.openxmlformats.org/drawingml/2006/main" prst="rect">
            <a:avLst/>
          </a:prstGeom>
          <a:solidFill xmlns:a="http://schemas.openxmlformats.org/drawingml/2006/main">
            <a:srgbClr val="FFED8D"/>
          </a:solidFill>
          <a:ln xmlns:a="http://schemas.openxmlformats.org/drawingml/2006/main" w="4581">
            <a:solidFill>
              <a:srgbClr val="212121"/>
            </a:solidFill>
          </a:ln>
        </p:spPr>
      </p:sp>
      <p:sp>
        <p:nvSpPr>
          <p:cNvPr id="775" name="R11|606">
            <a:extLst xmlns:a="http://schemas.openxmlformats.org/drawingml/2006/main">
              <a:ext uri="{FF2B5EF4-FFF2-40B4-BE49-F238E27FC236}">
                <a16:creationId xmlns:a16="http://schemas.microsoft.com/office/drawing/2014/main" id="{155D748A-165D-47AA-B2BA-216D97378F94}"/>
              </a:ext>
            </a:extLst>
          </p:cNvPr>
          <p:cNvSpPr>
            <a:spLocks xmlns:a="http://schemas.openxmlformats.org/drawingml/2006/main" noGrp="1"/>
          </p:cNvSpPr>
          <p:nvPr/>
        </p:nvSpPr>
        <p:spPr>
          <a:xfrm xmlns:a="http://schemas.openxmlformats.org/drawingml/2006/main">
            <a:off x="8555261" y="4562487"/>
            <a:ext cx="42142" cy="40549"/>
          </a:xfrm>
          <a:prstGeom xmlns:a="http://schemas.openxmlformats.org/drawingml/2006/main" prst="rect">
            <a:avLst/>
          </a:prstGeom>
          <a:solidFill xmlns:a="http://schemas.openxmlformats.org/drawingml/2006/main">
            <a:srgbClr val="97AEDF"/>
          </a:solidFill>
          <a:ln xmlns:a="http://schemas.openxmlformats.org/drawingml/2006/main" w="4581">
            <a:solidFill>
              <a:srgbClr val="212121"/>
            </a:solidFill>
          </a:ln>
        </p:spPr>
      </p:sp>
      <p:sp>
        <p:nvSpPr>
          <p:cNvPr id="776" name="R11|607">
            <a:extLst xmlns:a="http://schemas.openxmlformats.org/drawingml/2006/main">
              <a:ext uri="{FF2B5EF4-FFF2-40B4-BE49-F238E27FC236}">
                <a16:creationId xmlns:a16="http://schemas.microsoft.com/office/drawing/2014/main" id="{6A518B3F-954D-41F7-AEA0-42D4E88C2369}"/>
              </a:ext>
            </a:extLst>
          </p:cNvPr>
          <p:cNvSpPr>
            <a:spLocks xmlns:a="http://schemas.openxmlformats.org/drawingml/2006/main" noGrp="1"/>
          </p:cNvSpPr>
          <p:nvPr/>
        </p:nvSpPr>
        <p:spPr>
          <a:xfrm xmlns:a="http://schemas.openxmlformats.org/drawingml/2006/main">
            <a:off x="8386691" y="4603036"/>
            <a:ext cx="42142" cy="40549"/>
          </a:xfrm>
          <a:prstGeom xmlns:a="http://schemas.openxmlformats.org/drawingml/2006/main" prst="rect">
            <a:avLst/>
          </a:prstGeom>
          <a:solidFill xmlns:a="http://schemas.openxmlformats.org/drawingml/2006/main">
            <a:srgbClr val="F6D0B3"/>
          </a:solidFill>
          <a:ln xmlns:a="http://schemas.openxmlformats.org/drawingml/2006/main" w="4581">
            <a:solidFill>
              <a:srgbClr val="212121"/>
            </a:solidFill>
          </a:ln>
        </p:spPr>
      </p:sp>
      <p:sp>
        <p:nvSpPr>
          <p:cNvPr id="777" name="R11|608">
            <a:extLst xmlns:a="http://schemas.openxmlformats.org/drawingml/2006/main">
              <a:ext uri="{FF2B5EF4-FFF2-40B4-BE49-F238E27FC236}">
                <a16:creationId xmlns:a16="http://schemas.microsoft.com/office/drawing/2014/main" id="{3BCF6DE9-51FF-47A3-83AF-949859011CC3}"/>
              </a:ext>
            </a:extLst>
          </p:cNvPr>
          <p:cNvSpPr>
            <a:spLocks xmlns:a="http://schemas.openxmlformats.org/drawingml/2006/main" noGrp="1"/>
          </p:cNvSpPr>
          <p:nvPr/>
        </p:nvSpPr>
        <p:spPr>
          <a:xfrm xmlns:a="http://schemas.openxmlformats.org/drawingml/2006/main">
            <a:off x="8428834" y="4603036"/>
            <a:ext cx="42142" cy="40549"/>
          </a:xfrm>
          <a:prstGeom xmlns:a="http://schemas.openxmlformats.org/drawingml/2006/main" prst="rect">
            <a:avLst/>
          </a:prstGeom>
          <a:solidFill xmlns:a="http://schemas.openxmlformats.org/drawingml/2006/main">
            <a:srgbClr val="FFF0CB"/>
          </a:solidFill>
          <a:ln xmlns:a="http://schemas.openxmlformats.org/drawingml/2006/main" w="4581">
            <a:solidFill>
              <a:srgbClr val="212121"/>
            </a:solidFill>
          </a:ln>
        </p:spPr>
      </p:sp>
      <p:sp>
        <p:nvSpPr>
          <p:cNvPr id="778" name="R11|609">
            <a:extLst xmlns:a="http://schemas.openxmlformats.org/drawingml/2006/main">
              <a:ext uri="{FF2B5EF4-FFF2-40B4-BE49-F238E27FC236}">
                <a16:creationId xmlns:a16="http://schemas.microsoft.com/office/drawing/2014/main" id="{CF3E9344-65F1-4B80-BB3C-87279CDBBC10}"/>
              </a:ext>
            </a:extLst>
          </p:cNvPr>
          <p:cNvSpPr>
            <a:spLocks xmlns:a="http://schemas.openxmlformats.org/drawingml/2006/main" noGrp="1"/>
          </p:cNvSpPr>
          <p:nvPr/>
        </p:nvSpPr>
        <p:spPr>
          <a:xfrm xmlns:a="http://schemas.openxmlformats.org/drawingml/2006/main">
            <a:off x="8470976" y="4603036"/>
            <a:ext cx="42142" cy="40549"/>
          </a:xfrm>
          <a:prstGeom xmlns:a="http://schemas.openxmlformats.org/drawingml/2006/main" prst="rect">
            <a:avLst/>
          </a:prstGeom>
          <a:solidFill xmlns:a="http://schemas.openxmlformats.org/drawingml/2006/main">
            <a:srgbClr val="418DC4"/>
          </a:solidFill>
          <a:ln xmlns:a="http://schemas.openxmlformats.org/drawingml/2006/main" w="4581">
            <a:solidFill>
              <a:srgbClr val="212121"/>
            </a:solidFill>
          </a:ln>
        </p:spPr>
      </p:sp>
      <p:sp>
        <p:nvSpPr>
          <p:cNvPr id="779" name="R11|610">
            <a:extLst xmlns:a="http://schemas.openxmlformats.org/drawingml/2006/main">
              <a:ext uri="{FF2B5EF4-FFF2-40B4-BE49-F238E27FC236}">
                <a16:creationId xmlns:a16="http://schemas.microsoft.com/office/drawing/2014/main" id="{A89C2241-96CE-4BDD-89A3-A3FB97E720BA}"/>
              </a:ext>
            </a:extLst>
          </p:cNvPr>
          <p:cNvSpPr>
            <a:spLocks xmlns:a="http://schemas.openxmlformats.org/drawingml/2006/main" noGrp="1"/>
          </p:cNvSpPr>
          <p:nvPr/>
        </p:nvSpPr>
        <p:spPr>
          <a:xfrm xmlns:a="http://schemas.openxmlformats.org/drawingml/2006/main">
            <a:off x="8513118" y="4603036"/>
            <a:ext cx="42142" cy="40549"/>
          </a:xfrm>
          <a:prstGeom xmlns:a="http://schemas.openxmlformats.org/drawingml/2006/main" prst="rect">
            <a:avLst/>
          </a:prstGeom>
          <a:solidFill xmlns:a="http://schemas.openxmlformats.org/drawingml/2006/main">
            <a:srgbClr val="F893B3"/>
          </a:solidFill>
          <a:ln xmlns:a="http://schemas.openxmlformats.org/drawingml/2006/main" w="4581">
            <a:solidFill>
              <a:srgbClr val="212121"/>
            </a:solidFill>
          </a:ln>
        </p:spPr>
      </p:sp>
      <p:sp>
        <p:nvSpPr>
          <p:cNvPr id="780" name="R11|611">
            <a:extLst xmlns:a="http://schemas.openxmlformats.org/drawingml/2006/main">
              <a:ext uri="{FF2B5EF4-FFF2-40B4-BE49-F238E27FC236}">
                <a16:creationId xmlns:a16="http://schemas.microsoft.com/office/drawing/2014/main" id="{40C4078A-8F06-4610-8A03-E30D7F4AFFE1}"/>
              </a:ext>
            </a:extLst>
          </p:cNvPr>
          <p:cNvSpPr>
            <a:spLocks xmlns:a="http://schemas.openxmlformats.org/drawingml/2006/main" noGrp="1"/>
          </p:cNvSpPr>
          <p:nvPr/>
        </p:nvSpPr>
        <p:spPr>
          <a:xfrm xmlns:a="http://schemas.openxmlformats.org/drawingml/2006/main">
            <a:off x="8555261" y="4603036"/>
            <a:ext cx="42142" cy="40549"/>
          </a:xfrm>
          <a:prstGeom xmlns:a="http://schemas.openxmlformats.org/drawingml/2006/main" prst="rect">
            <a:avLst/>
          </a:prstGeom>
          <a:solidFill xmlns:a="http://schemas.openxmlformats.org/drawingml/2006/main">
            <a:srgbClr val="DCF7F8"/>
          </a:solidFill>
          <a:ln xmlns:a="http://schemas.openxmlformats.org/drawingml/2006/main" w="4581">
            <a:solidFill>
              <a:srgbClr val="212121"/>
            </a:solidFill>
          </a:ln>
        </p:spPr>
      </p:sp>
      <p:sp>
        <p:nvSpPr>
          <p:cNvPr id="781" name="R11|612">
            <a:extLst xmlns:a="http://schemas.openxmlformats.org/drawingml/2006/main">
              <a:ext uri="{FF2B5EF4-FFF2-40B4-BE49-F238E27FC236}">
                <a16:creationId xmlns:a16="http://schemas.microsoft.com/office/drawing/2014/main" id="{DB8AC6C4-4AD2-48EE-986E-9E8E127C790F}"/>
              </a:ext>
            </a:extLst>
          </p:cNvPr>
          <p:cNvSpPr>
            <a:spLocks xmlns:a="http://schemas.openxmlformats.org/drawingml/2006/main" noGrp="1"/>
          </p:cNvSpPr>
          <p:nvPr/>
        </p:nvSpPr>
        <p:spPr>
          <a:xfrm xmlns:a="http://schemas.openxmlformats.org/drawingml/2006/main">
            <a:off x="8386691" y="4643586"/>
            <a:ext cx="42142" cy="40549"/>
          </a:xfrm>
          <a:prstGeom xmlns:a="http://schemas.openxmlformats.org/drawingml/2006/main" prst="rect">
            <a:avLst/>
          </a:prstGeom>
          <a:solidFill xmlns:a="http://schemas.openxmlformats.org/drawingml/2006/main">
            <a:srgbClr val="92ACD8"/>
          </a:solidFill>
          <a:ln xmlns:a="http://schemas.openxmlformats.org/drawingml/2006/main" w="4581">
            <a:solidFill>
              <a:srgbClr val="212121"/>
            </a:solidFill>
          </a:ln>
        </p:spPr>
      </p:sp>
      <p:sp>
        <p:nvSpPr>
          <p:cNvPr id="782" name="R11|613">
            <a:extLst xmlns:a="http://schemas.openxmlformats.org/drawingml/2006/main">
              <a:ext uri="{FF2B5EF4-FFF2-40B4-BE49-F238E27FC236}">
                <a16:creationId xmlns:a16="http://schemas.microsoft.com/office/drawing/2014/main" id="{CD4455ED-C211-4DFA-8274-D03A81DA9E25}"/>
              </a:ext>
            </a:extLst>
          </p:cNvPr>
          <p:cNvSpPr>
            <a:spLocks xmlns:a="http://schemas.openxmlformats.org/drawingml/2006/main" noGrp="1"/>
          </p:cNvSpPr>
          <p:nvPr/>
        </p:nvSpPr>
        <p:spPr>
          <a:xfrm xmlns:a="http://schemas.openxmlformats.org/drawingml/2006/main">
            <a:off x="8428834" y="4643586"/>
            <a:ext cx="42142" cy="40549"/>
          </a:xfrm>
          <a:prstGeom xmlns:a="http://schemas.openxmlformats.org/drawingml/2006/main" prst="rect">
            <a:avLst/>
          </a:prstGeom>
          <a:solidFill xmlns:a="http://schemas.openxmlformats.org/drawingml/2006/main">
            <a:srgbClr val="E8F4DE"/>
          </a:solidFill>
          <a:ln xmlns:a="http://schemas.openxmlformats.org/drawingml/2006/main" w="4581">
            <a:solidFill>
              <a:srgbClr val="212121"/>
            </a:solidFill>
          </a:ln>
        </p:spPr>
      </p:sp>
      <p:sp>
        <p:nvSpPr>
          <p:cNvPr id="783" name="R11|614">
            <a:extLst xmlns:a="http://schemas.openxmlformats.org/drawingml/2006/main">
              <a:ext uri="{FF2B5EF4-FFF2-40B4-BE49-F238E27FC236}">
                <a16:creationId xmlns:a16="http://schemas.microsoft.com/office/drawing/2014/main" id="{1C646A1D-47BE-419F-8A87-E63AE5DB2CAC}"/>
              </a:ext>
            </a:extLst>
          </p:cNvPr>
          <p:cNvSpPr>
            <a:spLocks xmlns:a="http://schemas.openxmlformats.org/drawingml/2006/main" noGrp="1"/>
          </p:cNvSpPr>
          <p:nvPr/>
        </p:nvSpPr>
        <p:spPr>
          <a:xfrm xmlns:a="http://schemas.openxmlformats.org/drawingml/2006/main">
            <a:off x="8470976" y="4643586"/>
            <a:ext cx="42142" cy="40549"/>
          </a:xfrm>
          <a:prstGeom xmlns:a="http://schemas.openxmlformats.org/drawingml/2006/main" prst="rect">
            <a:avLst/>
          </a:prstGeom>
          <a:solidFill xmlns:a="http://schemas.openxmlformats.org/drawingml/2006/main">
            <a:srgbClr val="9EACD0"/>
          </a:solidFill>
          <a:ln xmlns:a="http://schemas.openxmlformats.org/drawingml/2006/main" w="4581">
            <a:solidFill>
              <a:srgbClr val="212121"/>
            </a:solidFill>
          </a:ln>
        </p:spPr>
      </p:sp>
      <p:sp>
        <p:nvSpPr>
          <p:cNvPr id="784" name="R11|615">
            <a:extLst xmlns:a="http://schemas.openxmlformats.org/drawingml/2006/main">
              <a:ext uri="{FF2B5EF4-FFF2-40B4-BE49-F238E27FC236}">
                <a16:creationId xmlns:a16="http://schemas.microsoft.com/office/drawing/2014/main" id="{8DEDEE16-85E6-4A06-A53E-DB23410AC466}"/>
              </a:ext>
            </a:extLst>
          </p:cNvPr>
          <p:cNvSpPr>
            <a:spLocks xmlns:a="http://schemas.openxmlformats.org/drawingml/2006/main" noGrp="1"/>
          </p:cNvSpPr>
          <p:nvPr/>
        </p:nvSpPr>
        <p:spPr>
          <a:xfrm xmlns:a="http://schemas.openxmlformats.org/drawingml/2006/main">
            <a:off x="8513118" y="4643586"/>
            <a:ext cx="42142" cy="40549"/>
          </a:xfrm>
          <a:prstGeom xmlns:a="http://schemas.openxmlformats.org/drawingml/2006/main" prst="rect">
            <a:avLst/>
          </a:prstGeom>
          <a:solidFill xmlns:a="http://schemas.openxmlformats.org/drawingml/2006/main">
            <a:srgbClr val="A7B3AB"/>
          </a:solidFill>
          <a:ln xmlns:a="http://schemas.openxmlformats.org/drawingml/2006/main" w="4581">
            <a:solidFill>
              <a:srgbClr val="212121"/>
            </a:solidFill>
          </a:ln>
        </p:spPr>
      </p:sp>
      <p:sp>
        <p:nvSpPr>
          <p:cNvPr id="785" name="R11|616">
            <a:extLst xmlns:a="http://schemas.openxmlformats.org/drawingml/2006/main">
              <a:ext uri="{FF2B5EF4-FFF2-40B4-BE49-F238E27FC236}">
                <a16:creationId xmlns:a16="http://schemas.microsoft.com/office/drawing/2014/main" id="{4769CFE7-F861-41C3-9B6D-6FC29AB3FD76}"/>
              </a:ext>
            </a:extLst>
          </p:cNvPr>
          <p:cNvSpPr>
            <a:spLocks xmlns:a="http://schemas.openxmlformats.org/drawingml/2006/main" noGrp="1"/>
          </p:cNvSpPr>
          <p:nvPr/>
        </p:nvSpPr>
        <p:spPr>
          <a:xfrm xmlns:a="http://schemas.openxmlformats.org/drawingml/2006/main">
            <a:off x="8555261" y="4643586"/>
            <a:ext cx="42142" cy="40549"/>
          </a:xfrm>
          <a:prstGeom xmlns:a="http://schemas.openxmlformats.org/drawingml/2006/main" prst="rect">
            <a:avLst/>
          </a:prstGeom>
          <a:solidFill xmlns:a="http://schemas.openxmlformats.org/drawingml/2006/main">
            <a:srgbClr val="E5A1AF"/>
          </a:solidFill>
          <a:ln xmlns:a="http://schemas.openxmlformats.org/drawingml/2006/main" w="4581">
            <a:solidFill>
              <a:srgbClr val="212121"/>
            </a:solidFill>
          </a:ln>
        </p:spPr>
      </p:sp>
      <p:sp>
        <p:nvSpPr>
          <p:cNvPr id="786" name="R12|617">
            <a:extLst xmlns:a="http://schemas.openxmlformats.org/drawingml/2006/main">
              <a:ext uri="{FF2B5EF4-FFF2-40B4-BE49-F238E27FC236}">
                <a16:creationId xmlns:a16="http://schemas.microsoft.com/office/drawing/2014/main" id="{68A87F75-9F46-4945-AD44-D63D20EE95F6}"/>
              </a:ext>
            </a:extLst>
          </p:cNvPr>
          <p:cNvSpPr>
            <a:spLocks xmlns:a="http://schemas.openxmlformats.org/drawingml/2006/main" noGrp="1"/>
          </p:cNvSpPr>
          <p:nvPr/>
        </p:nvSpPr>
        <p:spPr>
          <a:xfrm xmlns:a="http://schemas.openxmlformats.org/drawingml/2006/main">
            <a:off x="8690501" y="4494801"/>
            <a:ext cx="40483" cy="38859"/>
          </a:xfrm>
          <a:prstGeom xmlns:a="http://schemas.openxmlformats.org/drawingml/2006/main" prst="rect">
            <a:avLst/>
          </a:prstGeom>
          <a:solidFill xmlns:a="http://schemas.openxmlformats.org/drawingml/2006/main">
            <a:srgbClr val="EE9499"/>
          </a:solidFill>
          <a:ln xmlns:a="http://schemas.openxmlformats.org/drawingml/2006/main" w="4600">
            <a:solidFill>
              <a:srgbClr val="212121"/>
            </a:solidFill>
          </a:ln>
        </p:spPr>
      </p:sp>
      <p:sp>
        <p:nvSpPr>
          <p:cNvPr id="787" name="R12|618">
            <a:extLst xmlns:a="http://schemas.openxmlformats.org/drawingml/2006/main">
              <a:ext uri="{FF2B5EF4-FFF2-40B4-BE49-F238E27FC236}">
                <a16:creationId xmlns:a16="http://schemas.microsoft.com/office/drawing/2014/main" id="{EFEAE204-7BDB-411D-A659-4BC93A337070}"/>
              </a:ext>
            </a:extLst>
          </p:cNvPr>
          <p:cNvSpPr>
            <a:spLocks xmlns:a="http://schemas.openxmlformats.org/drawingml/2006/main" noGrp="1"/>
          </p:cNvSpPr>
          <p:nvPr/>
        </p:nvSpPr>
        <p:spPr>
          <a:xfrm xmlns:a="http://schemas.openxmlformats.org/drawingml/2006/main">
            <a:off x="8730984" y="4494801"/>
            <a:ext cx="40483" cy="38859"/>
          </a:xfrm>
          <a:prstGeom xmlns:a="http://schemas.openxmlformats.org/drawingml/2006/main" prst="rect">
            <a:avLst/>
          </a:prstGeom>
          <a:solidFill xmlns:a="http://schemas.openxmlformats.org/drawingml/2006/main">
            <a:srgbClr val="ECCDB3"/>
          </a:solidFill>
          <a:ln xmlns:a="http://schemas.openxmlformats.org/drawingml/2006/main" w="4600">
            <a:solidFill>
              <a:srgbClr val="212121"/>
            </a:solidFill>
          </a:ln>
        </p:spPr>
      </p:sp>
      <p:sp>
        <p:nvSpPr>
          <p:cNvPr id="788" name="R12|619">
            <a:extLst xmlns:a="http://schemas.openxmlformats.org/drawingml/2006/main">
              <a:ext uri="{FF2B5EF4-FFF2-40B4-BE49-F238E27FC236}">
                <a16:creationId xmlns:a16="http://schemas.microsoft.com/office/drawing/2014/main" id="{9FB4D334-8FF6-4999-A35C-A0E288E508FD}"/>
              </a:ext>
            </a:extLst>
          </p:cNvPr>
          <p:cNvSpPr>
            <a:spLocks xmlns:a="http://schemas.openxmlformats.org/drawingml/2006/main" noGrp="1"/>
          </p:cNvSpPr>
          <p:nvPr/>
        </p:nvSpPr>
        <p:spPr>
          <a:xfrm xmlns:a="http://schemas.openxmlformats.org/drawingml/2006/main">
            <a:off x="8771467" y="4494801"/>
            <a:ext cx="40483" cy="38859"/>
          </a:xfrm>
          <a:prstGeom xmlns:a="http://schemas.openxmlformats.org/drawingml/2006/main" prst="rect">
            <a:avLst/>
          </a:prstGeom>
          <a:solidFill xmlns:a="http://schemas.openxmlformats.org/drawingml/2006/main">
            <a:srgbClr val="F4B5C0"/>
          </a:solidFill>
          <a:ln xmlns:a="http://schemas.openxmlformats.org/drawingml/2006/main" w="4600">
            <a:solidFill>
              <a:srgbClr val="212121"/>
            </a:solidFill>
          </a:ln>
        </p:spPr>
      </p:sp>
      <p:sp>
        <p:nvSpPr>
          <p:cNvPr id="789" name="R12|620">
            <a:extLst xmlns:a="http://schemas.openxmlformats.org/drawingml/2006/main">
              <a:ext uri="{FF2B5EF4-FFF2-40B4-BE49-F238E27FC236}">
                <a16:creationId xmlns:a16="http://schemas.microsoft.com/office/drawing/2014/main" id="{CFC5A6E0-9FE5-42A2-BDFD-C0EB9E9284FF}"/>
              </a:ext>
            </a:extLst>
          </p:cNvPr>
          <p:cNvSpPr>
            <a:spLocks xmlns:a="http://schemas.openxmlformats.org/drawingml/2006/main" noGrp="1"/>
          </p:cNvSpPr>
          <p:nvPr/>
        </p:nvSpPr>
        <p:spPr>
          <a:xfrm xmlns:a="http://schemas.openxmlformats.org/drawingml/2006/main">
            <a:off x="8811950" y="4494801"/>
            <a:ext cx="40483" cy="38859"/>
          </a:xfrm>
          <a:prstGeom xmlns:a="http://schemas.openxmlformats.org/drawingml/2006/main" prst="rect">
            <a:avLst/>
          </a:prstGeom>
          <a:solidFill xmlns:a="http://schemas.openxmlformats.org/drawingml/2006/main">
            <a:srgbClr val="DCF5ED"/>
          </a:solidFill>
          <a:ln xmlns:a="http://schemas.openxmlformats.org/drawingml/2006/main" w="4600">
            <a:solidFill>
              <a:srgbClr val="212121"/>
            </a:solidFill>
          </a:ln>
        </p:spPr>
      </p:sp>
      <p:sp>
        <p:nvSpPr>
          <p:cNvPr id="790" name="R12|621">
            <a:extLst xmlns:a="http://schemas.openxmlformats.org/drawingml/2006/main">
              <a:ext uri="{FF2B5EF4-FFF2-40B4-BE49-F238E27FC236}">
                <a16:creationId xmlns:a16="http://schemas.microsoft.com/office/drawing/2014/main" id="{007AC48F-D477-4CD9-88EE-7E7CC767B809}"/>
              </a:ext>
            </a:extLst>
          </p:cNvPr>
          <p:cNvSpPr>
            <a:spLocks xmlns:a="http://schemas.openxmlformats.org/drawingml/2006/main" noGrp="1"/>
          </p:cNvSpPr>
          <p:nvPr/>
        </p:nvSpPr>
        <p:spPr>
          <a:xfrm xmlns:a="http://schemas.openxmlformats.org/drawingml/2006/main">
            <a:off x="8852432" y="4494801"/>
            <a:ext cx="40483" cy="38859"/>
          </a:xfrm>
          <a:prstGeom xmlns:a="http://schemas.openxmlformats.org/drawingml/2006/main" prst="rect">
            <a:avLst/>
          </a:prstGeom>
          <a:solidFill xmlns:a="http://schemas.openxmlformats.org/drawingml/2006/main">
            <a:srgbClr val="AFD78F"/>
          </a:solidFill>
          <a:ln xmlns:a="http://schemas.openxmlformats.org/drawingml/2006/main" w="4600">
            <a:solidFill>
              <a:srgbClr val="212121"/>
            </a:solidFill>
          </a:ln>
        </p:spPr>
      </p:sp>
      <p:sp>
        <p:nvSpPr>
          <p:cNvPr id="791" name="R12|622">
            <a:extLst xmlns:a="http://schemas.openxmlformats.org/drawingml/2006/main">
              <a:ext uri="{FF2B5EF4-FFF2-40B4-BE49-F238E27FC236}">
                <a16:creationId xmlns:a16="http://schemas.microsoft.com/office/drawing/2014/main" id="{B6577441-D85C-4499-9DB2-C087933EC851}"/>
              </a:ext>
            </a:extLst>
          </p:cNvPr>
          <p:cNvSpPr>
            <a:spLocks xmlns:a="http://schemas.openxmlformats.org/drawingml/2006/main" noGrp="1"/>
          </p:cNvSpPr>
          <p:nvPr/>
        </p:nvSpPr>
        <p:spPr>
          <a:xfrm xmlns:a="http://schemas.openxmlformats.org/drawingml/2006/main">
            <a:off x="8690501" y="4533659"/>
            <a:ext cx="40483" cy="38859"/>
          </a:xfrm>
          <a:prstGeom xmlns:a="http://schemas.openxmlformats.org/drawingml/2006/main" prst="rect">
            <a:avLst/>
          </a:prstGeom>
          <a:solidFill xmlns:a="http://schemas.openxmlformats.org/drawingml/2006/main">
            <a:srgbClr val="3C87AF"/>
          </a:solidFill>
          <a:ln xmlns:a="http://schemas.openxmlformats.org/drawingml/2006/main" w="4600">
            <a:solidFill>
              <a:srgbClr val="212121"/>
            </a:solidFill>
          </a:ln>
        </p:spPr>
      </p:sp>
      <p:sp>
        <p:nvSpPr>
          <p:cNvPr id="792" name="R12|623">
            <a:extLst xmlns:a="http://schemas.openxmlformats.org/drawingml/2006/main">
              <a:ext uri="{FF2B5EF4-FFF2-40B4-BE49-F238E27FC236}">
                <a16:creationId xmlns:a16="http://schemas.microsoft.com/office/drawing/2014/main" id="{DA90FFE5-1FC5-4701-9E8C-1EC4F6E23777}"/>
              </a:ext>
            </a:extLst>
          </p:cNvPr>
          <p:cNvSpPr>
            <a:spLocks xmlns:a="http://schemas.openxmlformats.org/drawingml/2006/main" noGrp="1"/>
          </p:cNvSpPr>
          <p:nvPr/>
        </p:nvSpPr>
        <p:spPr>
          <a:xfrm xmlns:a="http://schemas.openxmlformats.org/drawingml/2006/main">
            <a:off x="8730984" y="4533659"/>
            <a:ext cx="40483" cy="38859"/>
          </a:xfrm>
          <a:prstGeom xmlns:a="http://schemas.openxmlformats.org/drawingml/2006/main" prst="rect">
            <a:avLst/>
          </a:prstGeom>
          <a:solidFill xmlns:a="http://schemas.openxmlformats.org/drawingml/2006/main">
            <a:srgbClr val="EF929A"/>
          </a:solidFill>
          <a:ln xmlns:a="http://schemas.openxmlformats.org/drawingml/2006/main" w="4600">
            <a:solidFill>
              <a:srgbClr val="212121"/>
            </a:solidFill>
          </a:ln>
        </p:spPr>
      </p:sp>
      <p:sp>
        <p:nvSpPr>
          <p:cNvPr id="793" name="R12|624">
            <a:extLst xmlns:a="http://schemas.openxmlformats.org/drawingml/2006/main">
              <a:ext uri="{FF2B5EF4-FFF2-40B4-BE49-F238E27FC236}">
                <a16:creationId xmlns:a16="http://schemas.microsoft.com/office/drawing/2014/main" id="{E6C282A5-DA7A-422C-B291-9B76189193D6}"/>
              </a:ext>
            </a:extLst>
          </p:cNvPr>
          <p:cNvSpPr>
            <a:spLocks xmlns:a="http://schemas.openxmlformats.org/drawingml/2006/main" noGrp="1"/>
          </p:cNvSpPr>
          <p:nvPr/>
        </p:nvSpPr>
        <p:spPr>
          <a:xfrm xmlns:a="http://schemas.openxmlformats.org/drawingml/2006/main">
            <a:off x="8771467" y="4533659"/>
            <a:ext cx="40483" cy="38859"/>
          </a:xfrm>
          <a:prstGeom xmlns:a="http://schemas.openxmlformats.org/drawingml/2006/main" prst="rect">
            <a:avLst/>
          </a:prstGeom>
          <a:solidFill xmlns:a="http://schemas.openxmlformats.org/drawingml/2006/main">
            <a:srgbClr val="AEA8A9"/>
          </a:solidFill>
          <a:ln xmlns:a="http://schemas.openxmlformats.org/drawingml/2006/main" w="4600">
            <a:solidFill>
              <a:srgbClr val="212121"/>
            </a:solidFill>
          </a:ln>
        </p:spPr>
      </p:sp>
      <p:sp>
        <p:nvSpPr>
          <p:cNvPr id="794" name="R12|625">
            <a:extLst xmlns:a="http://schemas.openxmlformats.org/drawingml/2006/main">
              <a:ext uri="{FF2B5EF4-FFF2-40B4-BE49-F238E27FC236}">
                <a16:creationId xmlns:a16="http://schemas.microsoft.com/office/drawing/2014/main" id="{F2F5F256-4318-421F-AB2B-F2A881041696}"/>
              </a:ext>
            </a:extLst>
          </p:cNvPr>
          <p:cNvSpPr>
            <a:spLocks xmlns:a="http://schemas.openxmlformats.org/drawingml/2006/main" noGrp="1"/>
          </p:cNvSpPr>
          <p:nvPr/>
        </p:nvSpPr>
        <p:spPr>
          <a:xfrm xmlns:a="http://schemas.openxmlformats.org/drawingml/2006/main">
            <a:off x="8811950" y="4533659"/>
            <a:ext cx="40483" cy="38859"/>
          </a:xfrm>
          <a:prstGeom xmlns:a="http://schemas.openxmlformats.org/drawingml/2006/main" prst="rect">
            <a:avLst/>
          </a:prstGeom>
          <a:solidFill xmlns:a="http://schemas.openxmlformats.org/drawingml/2006/main">
            <a:srgbClr val="9CACE2"/>
          </a:solidFill>
          <a:ln xmlns:a="http://schemas.openxmlformats.org/drawingml/2006/main" w="4600">
            <a:solidFill>
              <a:srgbClr val="212121"/>
            </a:solidFill>
          </a:ln>
        </p:spPr>
      </p:sp>
      <p:sp>
        <p:nvSpPr>
          <p:cNvPr id="795" name="R12|626">
            <a:extLst xmlns:a="http://schemas.openxmlformats.org/drawingml/2006/main">
              <a:ext uri="{FF2B5EF4-FFF2-40B4-BE49-F238E27FC236}">
                <a16:creationId xmlns:a16="http://schemas.microsoft.com/office/drawing/2014/main" id="{F43F8EEA-1E14-4B98-B45A-8788A5304BFD}"/>
              </a:ext>
            </a:extLst>
          </p:cNvPr>
          <p:cNvSpPr>
            <a:spLocks xmlns:a="http://schemas.openxmlformats.org/drawingml/2006/main" noGrp="1"/>
          </p:cNvSpPr>
          <p:nvPr/>
        </p:nvSpPr>
        <p:spPr>
          <a:xfrm xmlns:a="http://schemas.openxmlformats.org/drawingml/2006/main">
            <a:off x="8852432" y="4533659"/>
            <a:ext cx="40483" cy="38859"/>
          </a:xfrm>
          <a:prstGeom xmlns:a="http://schemas.openxmlformats.org/drawingml/2006/main" prst="rect">
            <a:avLst/>
          </a:prstGeom>
          <a:solidFill xmlns:a="http://schemas.openxmlformats.org/drawingml/2006/main">
            <a:srgbClr val="CFF2F3"/>
          </a:solidFill>
          <a:ln xmlns:a="http://schemas.openxmlformats.org/drawingml/2006/main" w="4600">
            <a:solidFill>
              <a:srgbClr val="212121"/>
            </a:solidFill>
          </a:ln>
        </p:spPr>
      </p:sp>
      <p:sp>
        <p:nvSpPr>
          <p:cNvPr id="796" name="R12|627">
            <a:extLst xmlns:a="http://schemas.openxmlformats.org/drawingml/2006/main">
              <a:ext uri="{FF2B5EF4-FFF2-40B4-BE49-F238E27FC236}">
                <a16:creationId xmlns:a16="http://schemas.microsoft.com/office/drawing/2014/main" id="{5A94E9A2-3782-48CE-8035-A2D93B3A8740}"/>
              </a:ext>
            </a:extLst>
          </p:cNvPr>
          <p:cNvSpPr>
            <a:spLocks xmlns:a="http://schemas.openxmlformats.org/drawingml/2006/main" noGrp="1"/>
          </p:cNvSpPr>
          <p:nvPr/>
        </p:nvSpPr>
        <p:spPr>
          <a:xfrm xmlns:a="http://schemas.openxmlformats.org/drawingml/2006/main">
            <a:off x="8690501" y="4572518"/>
            <a:ext cx="40483" cy="38859"/>
          </a:xfrm>
          <a:prstGeom xmlns:a="http://schemas.openxmlformats.org/drawingml/2006/main" prst="rect">
            <a:avLst/>
          </a:prstGeom>
          <a:solidFill xmlns:a="http://schemas.openxmlformats.org/drawingml/2006/main">
            <a:srgbClr val="F7F4CB"/>
          </a:solidFill>
          <a:ln xmlns:a="http://schemas.openxmlformats.org/drawingml/2006/main" w="4600">
            <a:solidFill>
              <a:srgbClr val="212121"/>
            </a:solidFill>
          </a:ln>
        </p:spPr>
      </p:sp>
      <p:sp>
        <p:nvSpPr>
          <p:cNvPr id="797" name="R12|628">
            <a:extLst xmlns:a="http://schemas.openxmlformats.org/drawingml/2006/main">
              <a:ext uri="{FF2B5EF4-FFF2-40B4-BE49-F238E27FC236}">
                <a16:creationId xmlns:a16="http://schemas.microsoft.com/office/drawing/2014/main" id="{F022C14F-55F9-49A8-9B0E-7A9D2E009CED}"/>
              </a:ext>
            </a:extLst>
          </p:cNvPr>
          <p:cNvSpPr>
            <a:spLocks xmlns:a="http://schemas.openxmlformats.org/drawingml/2006/main" noGrp="1"/>
          </p:cNvSpPr>
          <p:nvPr/>
        </p:nvSpPr>
        <p:spPr>
          <a:xfrm xmlns:a="http://schemas.openxmlformats.org/drawingml/2006/main">
            <a:off x="8730984" y="4572518"/>
            <a:ext cx="40483" cy="38859"/>
          </a:xfrm>
          <a:prstGeom xmlns:a="http://schemas.openxmlformats.org/drawingml/2006/main" prst="rect">
            <a:avLst/>
          </a:prstGeom>
          <a:solidFill xmlns:a="http://schemas.openxmlformats.org/drawingml/2006/main">
            <a:srgbClr val="EECEB3"/>
          </a:solidFill>
          <a:ln xmlns:a="http://schemas.openxmlformats.org/drawingml/2006/main" w="4600">
            <a:solidFill>
              <a:srgbClr val="212121"/>
            </a:solidFill>
          </a:ln>
        </p:spPr>
      </p:sp>
      <p:sp>
        <p:nvSpPr>
          <p:cNvPr id="798" name="R12|629">
            <a:extLst xmlns:a="http://schemas.openxmlformats.org/drawingml/2006/main">
              <a:ext uri="{FF2B5EF4-FFF2-40B4-BE49-F238E27FC236}">
                <a16:creationId xmlns:a16="http://schemas.microsoft.com/office/drawing/2014/main" id="{5DE77B26-5803-4A05-9DF1-5A27083D04C6}"/>
              </a:ext>
            </a:extLst>
          </p:cNvPr>
          <p:cNvSpPr>
            <a:spLocks xmlns:a="http://schemas.openxmlformats.org/drawingml/2006/main" noGrp="1"/>
          </p:cNvSpPr>
          <p:nvPr/>
        </p:nvSpPr>
        <p:spPr>
          <a:xfrm xmlns:a="http://schemas.openxmlformats.org/drawingml/2006/main">
            <a:off x="8771467" y="4572518"/>
            <a:ext cx="40483" cy="38859"/>
          </a:xfrm>
          <a:prstGeom xmlns:a="http://schemas.openxmlformats.org/drawingml/2006/main" prst="rect">
            <a:avLst/>
          </a:prstGeom>
          <a:solidFill xmlns:a="http://schemas.openxmlformats.org/drawingml/2006/main">
            <a:srgbClr val="EE919B"/>
          </a:solidFill>
          <a:ln xmlns:a="http://schemas.openxmlformats.org/drawingml/2006/main" w="4600">
            <a:solidFill>
              <a:srgbClr val="212121"/>
            </a:solidFill>
          </a:ln>
        </p:spPr>
      </p:sp>
      <p:sp>
        <p:nvSpPr>
          <p:cNvPr id="799" name="R12|630">
            <a:extLst xmlns:a="http://schemas.openxmlformats.org/drawingml/2006/main">
              <a:ext uri="{FF2B5EF4-FFF2-40B4-BE49-F238E27FC236}">
                <a16:creationId xmlns:a16="http://schemas.microsoft.com/office/drawing/2014/main" id="{99B2BD2F-4D79-4E5C-A05A-3463B051F11F}"/>
              </a:ext>
            </a:extLst>
          </p:cNvPr>
          <p:cNvSpPr>
            <a:spLocks xmlns:a="http://schemas.openxmlformats.org/drawingml/2006/main" noGrp="1"/>
          </p:cNvSpPr>
          <p:nvPr/>
        </p:nvSpPr>
        <p:spPr>
          <a:xfrm xmlns:a="http://schemas.openxmlformats.org/drawingml/2006/main">
            <a:off x="8811950" y="4572518"/>
            <a:ext cx="40483" cy="38859"/>
          </a:xfrm>
          <a:prstGeom xmlns:a="http://schemas.openxmlformats.org/drawingml/2006/main" prst="rect">
            <a:avLst/>
          </a:prstGeom>
          <a:solidFill xmlns:a="http://schemas.openxmlformats.org/drawingml/2006/main">
            <a:srgbClr val="F6EA98"/>
          </a:solidFill>
          <a:ln xmlns:a="http://schemas.openxmlformats.org/drawingml/2006/main" w="4600">
            <a:solidFill>
              <a:srgbClr val="212121"/>
            </a:solidFill>
          </a:ln>
        </p:spPr>
      </p:sp>
      <p:sp>
        <p:nvSpPr>
          <p:cNvPr id="800" name="R12|631">
            <a:extLst xmlns:a="http://schemas.openxmlformats.org/drawingml/2006/main">
              <a:ext uri="{FF2B5EF4-FFF2-40B4-BE49-F238E27FC236}">
                <a16:creationId xmlns:a16="http://schemas.microsoft.com/office/drawing/2014/main" id="{29FEB729-54F5-4110-AAD5-30F95C6F0C1C}"/>
              </a:ext>
            </a:extLst>
          </p:cNvPr>
          <p:cNvSpPr>
            <a:spLocks xmlns:a="http://schemas.openxmlformats.org/drawingml/2006/main" noGrp="1"/>
          </p:cNvSpPr>
          <p:nvPr/>
        </p:nvSpPr>
        <p:spPr>
          <a:xfrm xmlns:a="http://schemas.openxmlformats.org/drawingml/2006/main">
            <a:off x="8852432" y="4572518"/>
            <a:ext cx="40483" cy="38859"/>
          </a:xfrm>
          <a:prstGeom xmlns:a="http://schemas.openxmlformats.org/drawingml/2006/main" prst="rect">
            <a:avLst/>
          </a:prstGeom>
          <a:solidFill xmlns:a="http://schemas.openxmlformats.org/drawingml/2006/main">
            <a:srgbClr val="92ABDF"/>
          </a:solidFill>
          <a:ln xmlns:a="http://schemas.openxmlformats.org/drawingml/2006/main" w="4600">
            <a:solidFill>
              <a:srgbClr val="212121"/>
            </a:solidFill>
          </a:ln>
        </p:spPr>
      </p:sp>
      <p:sp>
        <p:nvSpPr>
          <p:cNvPr id="801" name="R12|632">
            <a:extLst xmlns:a="http://schemas.openxmlformats.org/drawingml/2006/main">
              <a:ext uri="{FF2B5EF4-FFF2-40B4-BE49-F238E27FC236}">
                <a16:creationId xmlns:a16="http://schemas.microsoft.com/office/drawing/2014/main" id="{91ED0A39-8753-4FD2-9441-7B1E8425A550}"/>
              </a:ext>
            </a:extLst>
          </p:cNvPr>
          <p:cNvSpPr>
            <a:spLocks xmlns:a="http://schemas.openxmlformats.org/drawingml/2006/main" noGrp="1"/>
          </p:cNvSpPr>
          <p:nvPr/>
        </p:nvSpPr>
        <p:spPr>
          <a:xfrm xmlns:a="http://schemas.openxmlformats.org/drawingml/2006/main">
            <a:off x="8690501" y="4611377"/>
            <a:ext cx="40483" cy="38859"/>
          </a:xfrm>
          <a:prstGeom xmlns:a="http://schemas.openxmlformats.org/drawingml/2006/main" prst="rect">
            <a:avLst/>
          </a:prstGeom>
          <a:solidFill xmlns:a="http://schemas.openxmlformats.org/drawingml/2006/main">
            <a:srgbClr val="EFCFB3"/>
          </a:solidFill>
          <a:ln xmlns:a="http://schemas.openxmlformats.org/drawingml/2006/main" w="4600">
            <a:solidFill>
              <a:srgbClr val="212121"/>
            </a:solidFill>
          </a:ln>
        </p:spPr>
      </p:sp>
      <p:sp>
        <p:nvSpPr>
          <p:cNvPr id="802" name="R12|633">
            <a:extLst xmlns:a="http://schemas.openxmlformats.org/drawingml/2006/main">
              <a:ext uri="{FF2B5EF4-FFF2-40B4-BE49-F238E27FC236}">
                <a16:creationId xmlns:a16="http://schemas.microsoft.com/office/drawing/2014/main" id="{38C7838C-6C82-465D-9FAC-A5D9050CA4E0}"/>
              </a:ext>
            </a:extLst>
          </p:cNvPr>
          <p:cNvSpPr>
            <a:spLocks xmlns:a="http://schemas.openxmlformats.org/drawingml/2006/main" noGrp="1"/>
          </p:cNvSpPr>
          <p:nvPr/>
        </p:nvSpPr>
        <p:spPr>
          <a:xfrm xmlns:a="http://schemas.openxmlformats.org/drawingml/2006/main">
            <a:off x="8730984" y="4611377"/>
            <a:ext cx="40483" cy="38859"/>
          </a:xfrm>
          <a:prstGeom xmlns:a="http://schemas.openxmlformats.org/drawingml/2006/main" prst="rect">
            <a:avLst/>
          </a:prstGeom>
          <a:solidFill xmlns:a="http://schemas.openxmlformats.org/drawingml/2006/main">
            <a:srgbClr val="FFEECA"/>
          </a:solidFill>
          <a:ln xmlns:a="http://schemas.openxmlformats.org/drawingml/2006/main" w="4600">
            <a:solidFill>
              <a:srgbClr val="212121"/>
            </a:solidFill>
          </a:ln>
        </p:spPr>
      </p:sp>
      <p:sp>
        <p:nvSpPr>
          <p:cNvPr id="803" name="R12|634">
            <a:extLst xmlns:a="http://schemas.openxmlformats.org/drawingml/2006/main">
              <a:ext uri="{FF2B5EF4-FFF2-40B4-BE49-F238E27FC236}">
                <a16:creationId xmlns:a16="http://schemas.microsoft.com/office/drawing/2014/main" id="{1FEAED0D-56AE-415B-973B-5BFC1385B98A}"/>
              </a:ext>
            </a:extLst>
          </p:cNvPr>
          <p:cNvSpPr>
            <a:spLocks xmlns:a="http://schemas.openxmlformats.org/drawingml/2006/main" noGrp="1"/>
          </p:cNvSpPr>
          <p:nvPr/>
        </p:nvSpPr>
        <p:spPr>
          <a:xfrm xmlns:a="http://schemas.openxmlformats.org/drawingml/2006/main">
            <a:off x="8771467" y="4611377"/>
            <a:ext cx="40483" cy="38859"/>
          </a:xfrm>
          <a:prstGeom xmlns:a="http://schemas.openxmlformats.org/drawingml/2006/main" prst="rect">
            <a:avLst/>
          </a:prstGeom>
          <a:solidFill xmlns:a="http://schemas.openxmlformats.org/drawingml/2006/main">
            <a:srgbClr val="408CBD"/>
          </a:solidFill>
          <a:ln xmlns:a="http://schemas.openxmlformats.org/drawingml/2006/main" w="4600">
            <a:solidFill>
              <a:srgbClr val="212121"/>
            </a:solidFill>
          </a:ln>
        </p:spPr>
      </p:sp>
      <p:sp>
        <p:nvSpPr>
          <p:cNvPr id="804" name="R12|635">
            <a:extLst xmlns:a="http://schemas.openxmlformats.org/drawingml/2006/main">
              <a:ext uri="{FF2B5EF4-FFF2-40B4-BE49-F238E27FC236}">
                <a16:creationId xmlns:a16="http://schemas.microsoft.com/office/drawing/2014/main" id="{A50A6850-5F1D-4ECF-B4C7-6030E55AC511}"/>
              </a:ext>
            </a:extLst>
          </p:cNvPr>
          <p:cNvSpPr>
            <a:spLocks xmlns:a="http://schemas.openxmlformats.org/drawingml/2006/main" noGrp="1"/>
          </p:cNvSpPr>
          <p:nvPr/>
        </p:nvSpPr>
        <p:spPr>
          <a:xfrm xmlns:a="http://schemas.openxmlformats.org/drawingml/2006/main">
            <a:off x="8811950" y="4611377"/>
            <a:ext cx="40483" cy="38859"/>
          </a:xfrm>
          <a:prstGeom xmlns:a="http://schemas.openxmlformats.org/drawingml/2006/main" prst="rect">
            <a:avLst/>
          </a:prstGeom>
          <a:solidFill xmlns:a="http://schemas.openxmlformats.org/drawingml/2006/main">
            <a:srgbClr val="F4A0AB"/>
          </a:solidFill>
          <a:ln xmlns:a="http://schemas.openxmlformats.org/drawingml/2006/main" w="4600">
            <a:solidFill>
              <a:srgbClr val="212121"/>
            </a:solidFill>
          </a:ln>
        </p:spPr>
      </p:sp>
      <p:sp>
        <p:nvSpPr>
          <p:cNvPr id="805" name="R12|636">
            <a:extLst xmlns:a="http://schemas.openxmlformats.org/drawingml/2006/main">
              <a:ext uri="{FF2B5EF4-FFF2-40B4-BE49-F238E27FC236}">
                <a16:creationId xmlns:a16="http://schemas.microsoft.com/office/drawing/2014/main" id="{25F263F2-E2F1-4398-AE67-96B6C9A32440}"/>
              </a:ext>
            </a:extLst>
          </p:cNvPr>
          <p:cNvSpPr>
            <a:spLocks xmlns:a="http://schemas.openxmlformats.org/drawingml/2006/main" noGrp="1"/>
          </p:cNvSpPr>
          <p:nvPr/>
        </p:nvSpPr>
        <p:spPr>
          <a:xfrm xmlns:a="http://schemas.openxmlformats.org/drawingml/2006/main">
            <a:off x="8852432" y="4611377"/>
            <a:ext cx="40483" cy="38859"/>
          </a:xfrm>
          <a:prstGeom xmlns:a="http://schemas.openxmlformats.org/drawingml/2006/main" prst="rect">
            <a:avLst/>
          </a:prstGeom>
          <a:solidFill xmlns:a="http://schemas.openxmlformats.org/drawingml/2006/main">
            <a:srgbClr val="D2F4E5"/>
          </a:solidFill>
          <a:ln xmlns:a="http://schemas.openxmlformats.org/drawingml/2006/main" w="4600">
            <a:solidFill>
              <a:srgbClr val="212121"/>
            </a:solidFill>
          </a:ln>
        </p:spPr>
      </p:sp>
      <p:sp>
        <p:nvSpPr>
          <p:cNvPr id="806" name="R12|637">
            <a:extLst xmlns:a="http://schemas.openxmlformats.org/drawingml/2006/main">
              <a:ext uri="{FF2B5EF4-FFF2-40B4-BE49-F238E27FC236}">
                <a16:creationId xmlns:a16="http://schemas.microsoft.com/office/drawing/2014/main" id="{2205863A-928D-488D-B546-23A88CF89F00}"/>
              </a:ext>
            </a:extLst>
          </p:cNvPr>
          <p:cNvSpPr>
            <a:spLocks xmlns:a="http://schemas.openxmlformats.org/drawingml/2006/main" noGrp="1"/>
          </p:cNvSpPr>
          <p:nvPr/>
        </p:nvSpPr>
        <p:spPr>
          <a:xfrm xmlns:a="http://schemas.openxmlformats.org/drawingml/2006/main">
            <a:off x="8690501" y="4650235"/>
            <a:ext cx="40483" cy="38859"/>
          </a:xfrm>
          <a:prstGeom xmlns:a="http://schemas.openxmlformats.org/drawingml/2006/main" prst="rect">
            <a:avLst/>
          </a:prstGeom>
          <a:solidFill xmlns:a="http://schemas.openxmlformats.org/drawingml/2006/main">
            <a:srgbClr val="B4D39C"/>
          </a:solidFill>
          <a:ln xmlns:a="http://schemas.openxmlformats.org/drawingml/2006/main" w="4600">
            <a:solidFill>
              <a:srgbClr val="212121"/>
            </a:solidFill>
          </a:ln>
        </p:spPr>
      </p:sp>
      <p:sp>
        <p:nvSpPr>
          <p:cNvPr id="807" name="R12|638">
            <a:extLst xmlns:a="http://schemas.openxmlformats.org/drawingml/2006/main">
              <a:ext uri="{FF2B5EF4-FFF2-40B4-BE49-F238E27FC236}">
                <a16:creationId xmlns:a16="http://schemas.microsoft.com/office/drawing/2014/main" id="{0E9DDB28-BBAC-42E1-BAC4-8E9F00305D61}"/>
              </a:ext>
            </a:extLst>
          </p:cNvPr>
          <p:cNvSpPr>
            <a:spLocks xmlns:a="http://schemas.openxmlformats.org/drawingml/2006/main" noGrp="1"/>
          </p:cNvSpPr>
          <p:nvPr/>
        </p:nvSpPr>
        <p:spPr>
          <a:xfrm xmlns:a="http://schemas.openxmlformats.org/drawingml/2006/main">
            <a:off x="8730984" y="4650235"/>
            <a:ext cx="40483" cy="38859"/>
          </a:xfrm>
          <a:prstGeom xmlns:a="http://schemas.openxmlformats.org/drawingml/2006/main" prst="rect">
            <a:avLst/>
          </a:prstGeom>
          <a:solidFill xmlns:a="http://schemas.openxmlformats.org/drawingml/2006/main">
            <a:srgbClr val="E4F0E0"/>
          </a:solidFill>
          <a:ln xmlns:a="http://schemas.openxmlformats.org/drawingml/2006/main" w="4600">
            <a:solidFill>
              <a:srgbClr val="212121"/>
            </a:solidFill>
          </a:ln>
        </p:spPr>
      </p:sp>
      <p:sp>
        <p:nvSpPr>
          <p:cNvPr id="808" name="R12|639">
            <a:extLst xmlns:a="http://schemas.openxmlformats.org/drawingml/2006/main">
              <a:ext uri="{FF2B5EF4-FFF2-40B4-BE49-F238E27FC236}">
                <a16:creationId xmlns:a16="http://schemas.microsoft.com/office/drawing/2014/main" id="{51A175BD-BDB1-4F1B-B5B1-062F39235AAE}"/>
              </a:ext>
            </a:extLst>
          </p:cNvPr>
          <p:cNvSpPr>
            <a:spLocks xmlns:a="http://schemas.openxmlformats.org/drawingml/2006/main" noGrp="1"/>
          </p:cNvSpPr>
          <p:nvPr/>
        </p:nvSpPr>
        <p:spPr>
          <a:xfrm xmlns:a="http://schemas.openxmlformats.org/drawingml/2006/main">
            <a:off x="8771467" y="4650235"/>
            <a:ext cx="40483" cy="38859"/>
          </a:xfrm>
          <a:prstGeom xmlns:a="http://schemas.openxmlformats.org/drawingml/2006/main" prst="rect">
            <a:avLst/>
          </a:prstGeom>
          <a:solidFill xmlns:a="http://schemas.openxmlformats.org/drawingml/2006/main">
            <a:srgbClr val="94ACD9"/>
          </a:solidFill>
          <a:ln xmlns:a="http://schemas.openxmlformats.org/drawingml/2006/main" w="4600">
            <a:solidFill>
              <a:srgbClr val="212121"/>
            </a:solidFill>
          </a:ln>
        </p:spPr>
      </p:sp>
      <p:sp>
        <p:nvSpPr>
          <p:cNvPr id="809" name="R12|640">
            <a:extLst xmlns:a="http://schemas.openxmlformats.org/drawingml/2006/main">
              <a:ext uri="{FF2B5EF4-FFF2-40B4-BE49-F238E27FC236}">
                <a16:creationId xmlns:a16="http://schemas.microsoft.com/office/drawing/2014/main" id="{FDBCBFC8-9CE5-4296-83B6-923AE7DDE2B4}"/>
              </a:ext>
            </a:extLst>
          </p:cNvPr>
          <p:cNvSpPr>
            <a:spLocks xmlns:a="http://schemas.openxmlformats.org/drawingml/2006/main" noGrp="1"/>
          </p:cNvSpPr>
          <p:nvPr/>
        </p:nvSpPr>
        <p:spPr>
          <a:xfrm xmlns:a="http://schemas.openxmlformats.org/drawingml/2006/main">
            <a:off x="8811950" y="4650235"/>
            <a:ext cx="40483" cy="38859"/>
          </a:xfrm>
          <a:prstGeom xmlns:a="http://schemas.openxmlformats.org/drawingml/2006/main" prst="rect">
            <a:avLst/>
          </a:prstGeom>
          <a:solidFill xmlns:a="http://schemas.openxmlformats.org/drawingml/2006/main">
            <a:srgbClr val="B3ABB0"/>
          </a:solidFill>
          <a:ln xmlns:a="http://schemas.openxmlformats.org/drawingml/2006/main" w="4600">
            <a:solidFill>
              <a:srgbClr val="212121"/>
            </a:solidFill>
          </a:ln>
        </p:spPr>
      </p:sp>
      <p:sp>
        <p:nvSpPr>
          <p:cNvPr id="810" name="R12|641">
            <a:extLst xmlns:a="http://schemas.openxmlformats.org/drawingml/2006/main">
              <a:ext uri="{FF2B5EF4-FFF2-40B4-BE49-F238E27FC236}">
                <a16:creationId xmlns:a16="http://schemas.microsoft.com/office/drawing/2014/main" id="{B74CD0E9-292D-40B8-9DEE-B6F975CC9DCE}"/>
              </a:ext>
            </a:extLst>
          </p:cNvPr>
          <p:cNvSpPr>
            <a:spLocks xmlns:a="http://schemas.openxmlformats.org/drawingml/2006/main" noGrp="1"/>
          </p:cNvSpPr>
          <p:nvPr/>
        </p:nvSpPr>
        <p:spPr>
          <a:xfrm xmlns:a="http://schemas.openxmlformats.org/drawingml/2006/main">
            <a:off x="8852432" y="4650235"/>
            <a:ext cx="40483" cy="38859"/>
          </a:xfrm>
          <a:prstGeom xmlns:a="http://schemas.openxmlformats.org/drawingml/2006/main" prst="rect">
            <a:avLst/>
          </a:prstGeom>
          <a:solidFill xmlns:a="http://schemas.openxmlformats.org/drawingml/2006/main">
            <a:srgbClr val="E198A5"/>
          </a:solidFill>
          <a:ln xmlns:a="http://schemas.openxmlformats.org/drawingml/2006/main" w="4600">
            <a:solidFill>
              <a:srgbClr val="212121"/>
            </a:solidFill>
          </a:ln>
        </p:spPr>
      </p:sp>
      <p:sp>
        <p:nvSpPr>
          <p:cNvPr id="811" name="Vector element">
            <a:extLst xmlns:a="http://schemas.openxmlformats.org/drawingml/2006/main">
              <a:ext uri="{FF2B5EF4-FFF2-40B4-BE49-F238E27FC236}">
                <a16:creationId xmlns:a16="http://schemas.microsoft.com/office/drawing/2014/main" id="{A9FA9068-66EA-49FF-A9ED-93006690D58E}"/>
              </a:ext>
            </a:extLst>
          </p:cNvPr>
          <p:cNvSpPr>
            <a:spLocks xmlns:a="http://schemas.openxmlformats.org/drawingml/2006/main" noGrp="1"/>
          </p:cNvSpPr>
          <p:nvPr/>
        </p:nvSpPr>
        <p:spPr>
          <a:xfrm xmlns:a="http://schemas.openxmlformats.org/drawingml/2006/main">
            <a:off x="5031658" y="4194266"/>
            <a:ext cx="1127455" cy="333176"/>
          </a:xfrm>
          <a:custGeom xmlns:a="http://schemas.openxmlformats.org/drawingml/2006/main">
            <a:pathLst>
              <a:path w="1127455" h="333176">
                <a:moveTo>
                  <a:pt x="3641" y="253"/>
                </a:moveTo>
                <a:lnTo>
                  <a:pt x="2179" y="1012"/>
                </a:lnTo>
                <a:lnTo>
                  <a:pt x="1012" y="2179"/>
                </a:lnTo>
                <a:lnTo>
                  <a:pt x="253" y="3641"/>
                </a:lnTo>
                <a:lnTo>
                  <a:pt x="0" y="5272"/>
                </a:lnTo>
                <a:lnTo>
                  <a:pt x="0" y="327904"/>
                </a:lnTo>
                <a:lnTo>
                  <a:pt x="253" y="329535"/>
                </a:lnTo>
                <a:lnTo>
                  <a:pt x="1012" y="330997"/>
                </a:lnTo>
                <a:lnTo>
                  <a:pt x="2179" y="332163"/>
                </a:lnTo>
                <a:lnTo>
                  <a:pt x="3641" y="332923"/>
                </a:lnTo>
                <a:lnTo>
                  <a:pt x="5272" y="333176"/>
                </a:lnTo>
                <a:lnTo>
                  <a:pt x="1122183" y="333176"/>
                </a:lnTo>
                <a:lnTo>
                  <a:pt x="1123814" y="332923"/>
                </a:lnTo>
                <a:lnTo>
                  <a:pt x="1125276" y="332163"/>
                </a:lnTo>
                <a:lnTo>
                  <a:pt x="1126443" y="330997"/>
                </a:lnTo>
                <a:lnTo>
                  <a:pt x="1127202" y="329535"/>
                </a:lnTo>
                <a:lnTo>
                  <a:pt x="1127455" y="327904"/>
                </a:lnTo>
                <a:lnTo>
                  <a:pt x="1127455" y="5272"/>
                </a:lnTo>
                <a:lnTo>
                  <a:pt x="1127202" y="3641"/>
                </a:lnTo>
                <a:lnTo>
                  <a:pt x="1126443" y="2179"/>
                </a:lnTo>
                <a:lnTo>
                  <a:pt x="1125276" y="1012"/>
                </a:lnTo>
                <a:lnTo>
                  <a:pt x="1123814" y="253"/>
                </a:lnTo>
                <a:lnTo>
                  <a:pt x="1122183" y="0"/>
                </a:lnTo>
                <a:lnTo>
                  <a:pt x="5272" y="0"/>
                </a:lnTo>
                <a:lnTo>
                  <a:pt x="3641" y="253"/>
                </a:lnTo>
                <a:close/>
                <a:moveTo>
                  <a:pt x="1116911" y="322632"/>
                </a:moveTo>
                <a:lnTo>
                  <a:pt x="10544" y="322632"/>
                </a:lnTo>
                <a:lnTo>
                  <a:pt x="10544" y="10544"/>
                </a:lnTo>
                <a:lnTo>
                  <a:pt x="1116911" y="10544"/>
                </a:lnTo>
                <a:lnTo>
                  <a:pt x="1116911" y="322632"/>
                </a:lnTo>
                <a:close/>
              </a:path>
            </a:pathLst>
          </a:custGeom>
          <a:solidFill xmlns:a="http://schemas.openxmlformats.org/drawingml/2006/main">
            <a:srgbClr val="000000">
              <a:alpha val="0"/>
            </a:srgbClr>
          </a:solidFill>
          <a:ln xmlns:a="http://schemas.openxmlformats.org/drawingml/2006/main" w="0" cap="flat">
            <a:noFill/>
            <a:miter/>
          </a:ln>
        </p:spPr>
      </p:sp>
      <p:sp>
        <p:nvSpPr>
          <p:cNvPr id="812" name="Text Low-Pass">
            <a:extLst xmlns:a="http://schemas.openxmlformats.org/drawingml/2006/main">
              <a:ext uri="{FF2B5EF4-FFF2-40B4-BE49-F238E27FC236}">
                <a16:creationId xmlns:a16="http://schemas.microsoft.com/office/drawing/2014/main" id="{ABA21845-E977-4F3B-A232-74D9286B58A6}"/>
              </a:ext>
            </a:extLst>
          </p:cNvPr>
          <p:cNvSpPr>
            <a:spLocks xmlns:a="http://schemas.openxmlformats.org/drawingml/2006/main" noGrp="1"/>
          </p:cNvSpPr>
          <p:nvPr/>
        </p:nvSpPr>
        <p:spPr>
          <a:xfrm xmlns:a="http://schemas.openxmlformats.org/drawingml/2006/main">
            <a:off x="5194882" y="4294568"/>
            <a:ext cx="798417" cy="147917"/>
          </a:xfrm>
          <a:custGeom xmlns:a="http://schemas.openxmlformats.org/drawingml/2006/main">
            <a:pathLst>
              <a:path w="798417" h="147917">
                <a:moveTo>
                  <a:pt x="87203" y="136361"/>
                </a:moveTo>
                <a:cubicBezTo>
                  <a:pt x="80211" y="139418"/>
                  <a:pt x="69395" y="142153"/>
                  <a:pt x="54758" y="144564"/>
                </a:cubicBezTo>
                <a:cubicBezTo>
                  <a:pt x="41365" y="146799"/>
                  <a:pt x="30372" y="147917"/>
                  <a:pt x="21779" y="147917"/>
                </a:cubicBezTo>
                <a:cubicBezTo>
                  <a:pt x="7260" y="147917"/>
                  <a:pt x="0" y="141550"/>
                  <a:pt x="0" y="128816"/>
                </a:cubicBezTo>
                <a:cubicBezTo>
                  <a:pt x="0" y="129824"/>
                  <a:pt x="593" y="120436"/>
                  <a:pt x="1778" y="100654"/>
                </a:cubicBezTo>
                <a:cubicBezTo>
                  <a:pt x="3319" y="74951"/>
                  <a:pt x="4089" y="46345"/>
                  <a:pt x="4089" y="14837"/>
                </a:cubicBezTo>
                <a:cubicBezTo>
                  <a:pt x="4089" y="11461"/>
                  <a:pt x="5259" y="8588"/>
                  <a:pt x="7600" y="6220"/>
                </a:cubicBezTo>
                <a:cubicBezTo>
                  <a:pt x="9941" y="3851"/>
                  <a:pt x="12889" y="2667"/>
                  <a:pt x="16445" y="2667"/>
                </a:cubicBezTo>
                <a:cubicBezTo>
                  <a:pt x="20001" y="2667"/>
                  <a:pt x="22964" y="3850"/>
                  <a:pt x="25334" y="6217"/>
                </a:cubicBezTo>
                <a:cubicBezTo>
                  <a:pt x="27705" y="8584"/>
                  <a:pt x="28890" y="11454"/>
                  <a:pt x="28890" y="14828"/>
                </a:cubicBezTo>
                <a:cubicBezTo>
                  <a:pt x="28890" y="46369"/>
                  <a:pt x="28090" y="75422"/>
                  <a:pt x="26490" y="101990"/>
                </a:cubicBezTo>
                <a:cubicBezTo>
                  <a:pt x="25957" y="106726"/>
                  <a:pt x="25394" y="113975"/>
                  <a:pt x="24801" y="123738"/>
                </a:cubicBezTo>
                <a:cubicBezTo>
                  <a:pt x="38846" y="123503"/>
                  <a:pt x="56862" y="120094"/>
                  <a:pt x="78848" y="113510"/>
                </a:cubicBezTo>
                <a:cubicBezTo>
                  <a:pt x="80211" y="113099"/>
                  <a:pt x="81514" y="112893"/>
                  <a:pt x="82759" y="112893"/>
                </a:cubicBezTo>
                <a:cubicBezTo>
                  <a:pt x="86492" y="112893"/>
                  <a:pt x="89515" y="114262"/>
                  <a:pt x="91826" y="116999"/>
                </a:cubicBezTo>
                <a:cubicBezTo>
                  <a:pt x="93900" y="119438"/>
                  <a:pt x="94937" y="122174"/>
                  <a:pt x="94937" y="125208"/>
                </a:cubicBezTo>
                <a:cubicBezTo>
                  <a:pt x="94937" y="130323"/>
                  <a:pt x="92359" y="134040"/>
                  <a:pt x="87203" y="136361"/>
                </a:cubicBezTo>
                <a:close/>
                <a:moveTo>
                  <a:pt x="140783" y="145072"/>
                </a:moveTo>
                <a:cubicBezTo>
                  <a:pt x="129820" y="145072"/>
                  <a:pt x="120397" y="141303"/>
                  <a:pt x="112516" y="133764"/>
                </a:cubicBezTo>
                <a:cubicBezTo>
                  <a:pt x="103863" y="125510"/>
                  <a:pt x="99330" y="114496"/>
                  <a:pt x="98915" y="100723"/>
                </a:cubicBezTo>
                <a:cubicBezTo>
                  <a:pt x="98500" y="87603"/>
                  <a:pt x="102086" y="75907"/>
                  <a:pt x="109671" y="65636"/>
                </a:cubicBezTo>
                <a:cubicBezTo>
                  <a:pt x="118679" y="53524"/>
                  <a:pt x="131213" y="47469"/>
                  <a:pt x="147273" y="47469"/>
                </a:cubicBezTo>
                <a:cubicBezTo>
                  <a:pt x="159125" y="47469"/>
                  <a:pt x="168547" y="52218"/>
                  <a:pt x="175540" y="61716"/>
                </a:cubicBezTo>
                <a:cubicBezTo>
                  <a:pt x="181822" y="70267"/>
                  <a:pt x="184963" y="80864"/>
                  <a:pt x="184963" y="93509"/>
                </a:cubicBezTo>
                <a:cubicBezTo>
                  <a:pt x="184963" y="107284"/>
                  <a:pt x="181289" y="119039"/>
                  <a:pt x="173940" y="128775"/>
                </a:cubicBezTo>
                <a:cubicBezTo>
                  <a:pt x="165703" y="139640"/>
                  <a:pt x="154651" y="145072"/>
                  <a:pt x="140783" y="145072"/>
                </a:cubicBezTo>
                <a:moveTo>
                  <a:pt x="146117" y="70936"/>
                </a:moveTo>
                <a:cubicBezTo>
                  <a:pt x="138828" y="70877"/>
                  <a:pt x="133079" y="74201"/>
                  <a:pt x="128872" y="80909"/>
                </a:cubicBezTo>
                <a:cubicBezTo>
                  <a:pt x="125316" y="86550"/>
                  <a:pt x="123538" y="93140"/>
                  <a:pt x="123538" y="100679"/>
                </a:cubicBezTo>
                <a:cubicBezTo>
                  <a:pt x="123538" y="107803"/>
                  <a:pt x="125553" y="113265"/>
                  <a:pt x="129583" y="117063"/>
                </a:cubicBezTo>
                <a:cubicBezTo>
                  <a:pt x="132783" y="120091"/>
                  <a:pt x="136517" y="121605"/>
                  <a:pt x="140783" y="121605"/>
                </a:cubicBezTo>
                <a:cubicBezTo>
                  <a:pt x="145939" y="121605"/>
                  <a:pt x="150413" y="119854"/>
                  <a:pt x="154206" y="116352"/>
                </a:cubicBezTo>
                <a:cubicBezTo>
                  <a:pt x="158532" y="112255"/>
                  <a:pt x="160843" y="106704"/>
                  <a:pt x="161140" y="99698"/>
                </a:cubicBezTo>
                <a:cubicBezTo>
                  <a:pt x="161910" y="80583"/>
                  <a:pt x="156903" y="70995"/>
                  <a:pt x="146117" y="70936"/>
                </a:cubicBezTo>
                <a:close/>
                <a:moveTo>
                  <a:pt x="314151" y="61361"/>
                </a:moveTo>
                <a:cubicBezTo>
                  <a:pt x="307928" y="84632"/>
                  <a:pt x="301676" y="105767"/>
                  <a:pt x="295394" y="124766"/>
                </a:cubicBezTo>
                <a:cubicBezTo>
                  <a:pt x="293616" y="130109"/>
                  <a:pt x="290713" y="135600"/>
                  <a:pt x="286683" y="141239"/>
                </a:cubicBezTo>
                <a:cubicBezTo>
                  <a:pt x="283838" y="145158"/>
                  <a:pt x="280046" y="147087"/>
                  <a:pt x="275305" y="147028"/>
                </a:cubicBezTo>
                <a:cubicBezTo>
                  <a:pt x="267838" y="146910"/>
                  <a:pt x="261971" y="139691"/>
                  <a:pt x="257704" y="125372"/>
                </a:cubicBezTo>
                <a:cubicBezTo>
                  <a:pt x="256104" y="119905"/>
                  <a:pt x="254207" y="109715"/>
                  <a:pt x="252015" y="94801"/>
                </a:cubicBezTo>
                <a:cubicBezTo>
                  <a:pt x="250770" y="97410"/>
                  <a:pt x="250000" y="99160"/>
                  <a:pt x="249704" y="100051"/>
                </a:cubicBezTo>
                <a:cubicBezTo>
                  <a:pt x="246622" y="107405"/>
                  <a:pt x="242118" y="118823"/>
                  <a:pt x="236192" y="134305"/>
                </a:cubicBezTo>
                <a:cubicBezTo>
                  <a:pt x="235303" y="136796"/>
                  <a:pt x="233970" y="138783"/>
                  <a:pt x="232192" y="140267"/>
                </a:cubicBezTo>
                <a:cubicBezTo>
                  <a:pt x="229703" y="144241"/>
                  <a:pt x="225999" y="146317"/>
                  <a:pt x="221080" y="146495"/>
                </a:cubicBezTo>
                <a:cubicBezTo>
                  <a:pt x="218295" y="146613"/>
                  <a:pt x="215361" y="144122"/>
                  <a:pt x="212280" y="139022"/>
                </a:cubicBezTo>
                <a:cubicBezTo>
                  <a:pt x="209020" y="133861"/>
                  <a:pt x="206383" y="127217"/>
                  <a:pt x="204368" y="119091"/>
                </a:cubicBezTo>
                <a:cubicBezTo>
                  <a:pt x="202531" y="111737"/>
                  <a:pt x="199687" y="95722"/>
                  <a:pt x="195835" y="71047"/>
                </a:cubicBezTo>
                <a:cubicBezTo>
                  <a:pt x="195005" y="65708"/>
                  <a:pt x="194590" y="61527"/>
                  <a:pt x="194590" y="58502"/>
                </a:cubicBezTo>
                <a:cubicBezTo>
                  <a:pt x="194590" y="55239"/>
                  <a:pt x="195820" y="52525"/>
                  <a:pt x="198279" y="50360"/>
                </a:cubicBezTo>
                <a:cubicBezTo>
                  <a:pt x="200739" y="48195"/>
                  <a:pt x="203687" y="47113"/>
                  <a:pt x="207124" y="47113"/>
                </a:cubicBezTo>
                <a:cubicBezTo>
                  <a:pt x="213524" y="47113"/>
                  <a:pt x="217465" y="50286"/>
                  <a:pt x="218947" y="56633"/>
                </a:cubicBezTo>
                <a:cubicBezTo>
                  <a:pt x="219717" y="59955"/>
                  <a:pt x="220369" y="64048"/>
                  <a:pt x="220902" y="68911"/>
                </a:cubicBezTo>
                <a:cubicBezTo>
                  <a:pt x="221614" y="75909"/>
                  <a:pt x="222058" y="80032"/>
                  <a:pt x="222236" y="81278"/>
                </a:cubicBezTo>
                <a:cubicBezTo>
                  <a:pt x="223006" y="85904"/>
                  <a:pt x="224191" y="93467"/>
                  <a:pt x="225792" y="103965"/>
                </a:cubicBezTo>
                <a:cubicBezTo>
                  <a:pt x="230177" y="91924"/>
                  <a:pt x="235214" y="76947"/>
                  <a:pt x="240903" y="59036"/>
                </a:cubicBezTo>
                <a:cubicBezTo>
                  <a:pt x="243333" y="51324"/>
                  <a:pt x="247896" y="47469"/>
                  <a:pt x="254593" y="47469"/>
                </a:cubicBezTo>
                <a:cubicBezTo>
                  <a:pt x="261171" y="47469"/>
                  <a:pt x="265497" y="51769"/>
                  <a:pt x="267571" y="60369"/>
                </a:cubicBezTo>
                <a:cubicBezTo>
                  <a:pt x="269052" y="66419"/>
                  <a:pt x="270623" y="74279"/>
                  <a:pt x="272282" y="83948"/>
                </a:cubicBezTo>
                <a:cubicBezTo>
                  <a:pt x="274712" y="98006"/>
                  <a:pt x="276194" y="106369"/>
                  <a:pt x="276727" y="109038"/>
                </a:cubicBezTo>
                <a:cubicBezTo>
                  <a:pt x="277260" y="107199"/>
                  <a:pt x="281912" y="89166"/>
                  <a:pt x="290683" y="54941"/>
                </a:cubicBezTo>
                <a:cubicBezTo>
                  <a:pt x="291987" y="49841"/>
                  <a:pt x="295691" y="47291"/>
                  <a:pt x="301795" y="47291"/>
                </a:cubicBezTo>
                <a:cubicBezTo>
                  <a:pt x="305172" y="47291"/>
                  <a:pt x="308150" y="48389"/>
                  <a:pt x="310728" y="50585"/>
                </a:cubicBezTo>
                <a:cubicBezTo>
                  <a:pt x="313306" y="52782"/>
                  <a:pt x="314595" y="55512"/>
                  <a:pt x="314595" y="58777"/>
                </a:cubicBezTo>
                <a:cubicBezTo>
                  <a:pt x="314595" y="59372"/>
                  <a:pt x="314447" y="60233"/>
                  <a:pt x="314151" y="61361"/>
                </a:cubicBezTo>
                <a:close/>
                <a:moveTo>
                  <a:pt x="394199" y="101337"/>
                </a:moveTo>
                <a:cubicBezTo>
                  <a:pt x="386021" y="101930"/>
                  <a:pt x="371472" y="102226"/>
                  <a:pt x="350552" y="102226"/>
                </a:cubicBezTo>
                <a:cubicBezTo>
                  <a:pt x="346878" y="102226"/>
                  <a:pt x="343648" y="101400"/>
                  <a:pt x="340863" y="99748"/>
                </a:cubicBezTo>
                <a:cubicBezTo>
                  <a:pt x="337604" y="97741"/>
                  <a:pt x="335974" y="95026"/>
                  <a:pt x="335974" y="91604"/>
                </a:cubicBezTo>
                <a:cubicBezTo>
                  <a:pt x="335974" y="88181"/>
                  <a:pt x="337604" y="85466"/>
                  <a:pt x="340863" y="83459"/>
                </a:cubicBezTo>
                <a:cubicBezTo>
                  <a:pt x="343648" y="81748"/>
                  <a:pt x="346878" y="80892"/>
                  <a:pt x="350552" y="80892"/>
                </a:cubicBezTo>
                <a:cubicBezTo>
                  <a:pt x="355234" y="80892"/>
                  <a:pt x="362257" y="80744"/>
                  <a:pt x="371620" y="80448"/>
                </a:cubicBezTo>
                <a:cubicBezTo>
                  <a:pt x="380983" y="80151"/>
                  <a:pt x="388006" y="80003"/>
                  <a:pt x="392687" y="80003"/>
                </a:cubicBezTo>
                <a:cubicBezTo>
                  <a:pt x="396362" y="80003"/>
                  <a:pt x="399591" y="80744"/>
                  <a:pt x="402377" y="82225"/>
                </a:cubicBezTo>
                <a:cubicBezTo>
                  <a:pt x="405932" y="84122"/>
                  <a:pt x="407710" y="86937"/>
                  <a:pt x="407710" y="90670"/>
                </a:cubicBezTo>
                <a:cubicBezTo>
                  <a:pt x="407710" y="97130"/>
                  <a:pt x="403206" y="100685"/>
                  <a:pt x="394199" y="101337"/>
                </a:cubicBezTo>
                <a:close/>
                <a:moveTo>
                  <a:pt x="464980" y="90137"/>
                </a:moveTo>
                <a:cubicBezTo>
                  <a:pt x="463973" y="90137"/>
                  <a:pt x="461484" y="89929"/>
                  <a:pt x="457513" y="89515"/>
                </a:cubicBezTo>
                <a:cubicBezTo>
                  <a:pt x="457158" y="97811"/>
                  <a:pt x="456980" y="111441"/>
                  <a:pt x="456980" y="130405"/>
                </a:cubicBezTo>
                <a:cubicBezTo>
                  <a:pt x="456980" y="133546"/>
                  <a:pt x="455884" y="136242"/>
                  <a:pt x="453691" y="138494"/>
                </a:cubicBezTo>
                <a:cubicBezTo>
                  <a:pt x="451498" y="140746"/>
                  <a:pt x="448713" y="141872"/>
                  <a:pt x="445335" y="141872"/>
                </a:cubicBezTo>
                <a:cubicBezTo>
                  <a:pt x="441957" y="141872"/>
                  <a:pt x="439157" y="140745"/>
                  <a:pt x="436935" y="138492"/>
                </a:cubicBezTo>
                <a:cubicBezTo>
                  <a:pt x="434712" y="136238"/>
                  <a:pt x="433601" y="133540"/>
                  <a:pt x="433601" y="130397"/>
                </a:cubicBezTo>
                <a:lnTo>
                  <a:pt x="433601" y="105582"/>
                </a:lnTo>
                <a:cubicBezTo>
                  <a:pt x="433601" y="96391"/>
                  <a:pt x="434194" y="82782"/>
                  <a:pt x="435379" y="64755"/>
                </a:cubicBezTo>
                <a:cubicBezTo>
                  <a:pt x="436505" y="46431"/>
                  <a:pt x="437098" y="32761"/>
                  <a:pt x="437157" y="23748"/>
                </a:cubicBezTo>
                <a:cubicBezTo>
                  <a:pt x="437216" y="8331"/>
                  <a:pt x="441542" y="948"/>
                  <a:pt x="450135" y="1600"/>
                </a:cubicBezTo>
                <a:cubicBezTo>
                  <a:pt x="452150" y="1067"/>
                  <a:pt x="454935" y="667"/>
                  <a:pt x="458491" y="400"/>
                </a:cubicBezTo>
                <a:cubicBezTo>
                  <a:pt x="462047" y="133"/>
                  <a:pt x="466373" y="0"/>
                  <a:pt x="471469" y="0"/>
                </a:cubicBezTo>
                <a:cubicBezTo>
                  <a:pt x="483085" y="0"/>
                  <a:pt x="493989" y="3767"/>
                  <a:pt x="504182" y="11300"/>
                </a:cubicBezTo>
                <a:cubicBezTo>
                  <a:pt x="515501" y="19725"/>
                  <a:pt x="521160" y="29987"/>
                  <a:pt x="521160" y="42088"/>
                </a:cubicBezTo>
                <a:cubicBezTo>
                  <a:pt x="521160" y="57274"/>
                  <a:pt x="515145" y="69345"/>
                  <a:pt x="503115" y="78303"/>
                </a:cubicBezTo>
                <a:cubicBezTo>
                  <a:pt x="492448" y="86192"/>
                  <a:pt x="479736" y="90137"/>
                  <a:pt x="464980" y="90137"/>
                </a:cubicBezTo>
                <a:moveTo>
                  <a:pt x="469425" y="22934"/>
                </a:moveTo>
                <a:cubicBezTo>
                  <a:pt x="467529" y="22934"/>
                  <a:pt x="465854" y="22949"/>
                  <a:pt x="464403" y="22979"/>
                </a:cubicBezTo>
                <a:cubicBezTo>
                  <a:pt x="462951" y="23008"/>
                  <a:pt x="461721" y="23082"/>
                  <a:pt x="460713" y="23201"/>
                </a:cubicBezTo>
                <a:cubicBezTo>
                  <a:pt x="460713" y="25986"/>
                  <a:pt x="460684" y="30164"/>
                  <a:pt x="460625" y="35735"/>
                </a:cubicBezTo>
                <a:cubicBezTo>
                  <a:pt x="460506" y="42313"/>
                  <a:pt x="459943" y="52565"/>
                  <a:pt x="458936" y="66492"/>
                </a:cubicBezTo>
                <a:cubicBezTo>
                  <a:pt x="461958" y="66966"/>
                  <a:pt x="463973" y="67203"/>
                  <a:pt x="464980" y="67203"/>
                </a:cubicBezTo>
                <a:cubicBezTo>
                  <a:pt x="474225" y="67203"/>
                  <a:pt x="481900" y="65010"/>
                  <a:pt x="488003" y="60625"/>
                </a:cubicBezTo>
                <a:cubicBezTo>
                  <a:pt x="494522" y="55943"/>
                  <a:pt x="497782" y="49750"/>
                  <a:pt x="497782" y="42046"/>
                </a:cubicBezTo>
                <a:cubicBezTo>
                  <a:pt x="497782" y="37009"/>
                  <a:pt x="494730" y="32535"/>
                  <a:pt x="488626" y="28623"/>
                </a:cubicBezTo>
                <a:cubicBezTo>
                  <a:pt x="482759" y="24831"/>
                  <a:pt x="476359" y="22934"/>
                  <a:pt x="469425" y="22934"/>
                </a:cubicBezTo>
                <a:close/>
                <a:moveTo>
                  <a:pt x="611753" y="144717"/>
                </a:moveTo>
                <a:cubicBezTo>
                  <a:pt x="609027" y="144717"/>
                  <a:pt x="604700" y="142080"/>
                  <a:pt x="598774" y="136805"/>
                </a:cubicBezTo>
                <a:cubicBezTo>
                  <a:pt x="593322" y="139413"/>
                  <a:pt x="588522" y="141383"/>
                  <a:pt x="584374" y="142717"/>
                </a:cubicBezTo>
                <a:cubicBezTo>
                  <a:pt x="580225" y="144050"/>
                  <a:pt x="576699" y="144717"/>
                  <a:pt x="573796" y="144717"/>
                </a:cubicBezTo>
                <a:cubicBezTo>
                  <a:pt x="559513" y="144717"/>
                  <a:pt x="548802" y="140891"/>
                  <a:pt x="541661" y="133239"/>
                </a:cubicBezTo>
                <a:cubicBezTo>
                  <a:pt x="534520" y="125586"/>
                  <a:pt x="530949" y="114139"/>
                  <a:pt x="530949" y="98896"/>
                </a:cubicBezTo>
                <a:cubicBezTo>
                  <a:pt x="530949" y="84601"/>
                  <a:pt x="536224" y="72367"/>
                  <a:pt x="546772" y="62194"/>
                </a:cubicBezTo>
                <a:cubicBezTo>
                  <a:pt x="557321" y="52021"/>
                  <a:pt x="569944" y="46935"/>
                  <a:pt x="584640" y="46935"/>
                </a:cubicBezTo>
                <a:cubicBezTo>
                  <a:pt x="590270" y="46935"/>
                  <a:pt x="596789" y="48520"/>
                  <a:pt x="604197" y="51691"/>
                </a:cubicBezTo>
                <a:cubicBezTo>
                  <a:pt x="613145" y="55510"/>
                  <a:pt x="617619" y="59944"/>
                  <a:pt x="617619" y="64994"/>
                </a:cubicBezTo>
                <a:cubicBezTo>
                  <a:pt x="617619" y="67109"/>
                  <a:pt x="616938" y="68959"/>
                  <a:pt x="615575" y="70544"/>
                </a:cubicBezTo>
                <a:cubicBezTo>
                  <a:pt x="614982" y="72893"/>
                  <a:pt x="614523" y="75844"/>
                  <a:pt x="614197" y="79398"/>
                </a:cubicBezTo>
                <a:cubicBezTo>
                  <a:pt x="613871" y="82950"/>
                  <a:pt x="613708" y="87104"/>
                  <a:pt x="613708" y="91862"/>
                </a:cubicBezTo>
                <a:cubicBezTo>
                  <a:pt x="613708" y="103079"/>
                  <a:pt x="614508" y="111154"/>
                  <a:pt x="616108" y="116088"/>
                </a:cubicBezTo>
                <a:cubicBezTo>
                  <a:pt x="616286" y="116616"/>
                  <a:pt x="617649" y="119670"/>
                  <a:pt x="620197" y="125249"/>
                </a:cubicBezTo>
                <a:cubicBezTo>
                  <a:pt x="622509" y="130300"/>
                  <a:pt x="623664" y="133177"/>
                  <a:pt x="623664" y="133880"/>
                </a:cubicBezTo>
                <a:cubicBezTo>
                  <a:pt x="623664" y="136993"/>
                  <a:pt x="622464" y="139578"/>
                  <a:pt x="620064" y="141633"/>
                </a:cubicBezTo>
                <a:cubicBezTo>
                  <a:pt x="617664" y="143689"/>
                  <a:pt x="614893" y="144717"/>
                  <a:pt x="611753" y="144717"/>
                </a:cubicBezTo>
                <a:moveTo>
                  <a:pt x="589707" y="84714"/>
                </a:moveTo>
                <a:cubicBezTo>
                  <a:pt x="589707" y="82818"/>
                  <a:pt x="589841" y="80640"/>
                  <a:pt x="590107" y="78181"/>
                </a:cubicBezTo>
                <a:cubicBezTo>
                  <a:pt x="590374" y="75722"/>
                  <a:pt x="590774" y="72981"/>
                  <a:pt x="591307" y="69958"/>
                </a:cubicBezTo>
                <a:cubicBezTo>
                  <a:pt x="590122" y="69366"/>
                  <a:pt x="589070" y="68936"/>
                  <a:pt x="588152" y="68669"/>
                </a:cubicBezTo>
                <a:cubicBezTo>
                  <a:pt x="587233" y="68403"/>
                  <a:pt x="586448" y="68269"/>
                  <a:pt x="585796" y="68269"/>
                </a:cubicBezTo>
                <a:cubicBezTo>
                  <a:pt x="577736" y="68269"/>
                  <a:pt x="570684" y="71425"/>
                  <a:pt x="564640" y="77736"/>
                </a:cubicBezTo>
                <a:cubicBezTo>
                  <a:pt x="558595" y="84048"/>
                  <a:pt x="555573" y="91352"/>
                  <a:pt x="555573" y="99648"/>
                </a:cubicBezTo>
                <a:cubicBezTo>
                  <a:pt x="555573" y="107589"/>
                  <a:pt x="556995" y="113560"/>
                  <a:pt x="559839" y="117560"/>
                </a:cubicBezTo>
                <a:cubicBezTo>
                  <a:pt x="562684" y="121560"/>
                  <a:pt x="566951" y="123560"/>
                  <a:pt x="572640" y="123560"/>
                </a:cubicBezTo>
                <a:cubicBezTo>
                  <a:pt x="576314" y="123560"/>
                  <a:pt x="579796" y="122953"/>
                  <a:pt x="583085" y="121738"/>
                </a:cubicBezTo>
                <a:cubicBezTo>
                  <a:pt x="586374" y="120523"/>
                  <a:pt x="589470" y="118731"/>
                  <a:pt x="592374" y="116360"/>
                </a:cubicBezTo>
                <a:cubicBezTo>
                  <a:pt x="590596" y="102256"/>
                  <a:pt x="589707" y="91707"/>
                  <a:pt x="589707" y="84714"/>
                </a:cubicBezTo>
                <a:close/>
                <a:moveTo>
                  <a:pt x="698836" y="74670"/>
                </a:moveTo>
                <a:cubicBezTo>
                  <a:pt x="692970" y="74670"/>
                  <a:pt x="689444" y="72210"/>
                  <a:pt x="688258" y="67292"/>
                </a:cubicBezTo>
                <a:cubicBezTo>
                  <a:pt x="685888" y="66877"/>
                  <a:pt x="683458" y="66669"/>
                  <a:pt x="680969" y="66669"/>
                </a:cubicBezTo>
                <a:cubicBezTo>
                  <a:pt x="666687" y="66669"/>
                  <a:pt x="659546" y="68625"/>
                  <a:pt x="659546" y="72536"/>
                </a:cubicBezTo>
                <a:cubicBezTo>
                  <a:pt x="659546" y="74847"/>
                  <a:pt x="663843" y="77959"/>
                  <a:pt x="672435" y="81870"/>
                </a:cubicBezTo>
                <a:cubicBezTo>
                  <a:pt x="684169" y="87263"/>
                  <a:pt x="692110" y="91470"/>
                  <a:pt x="696259" y="94493"/>
                </a:cubicBezTo>
                <a:cubicBezTo>
                  <a:pt x="704852" y="100715"/>
                  <a:pt x="709148" y="107738"/>
                  <a:pt x="709148" y="115560"/>
                </a:cubicBezTo>
                <a:cubicBezTo>
                  <a:pt x="709148" y="125753"/>
                  <a:pt x="704407" y="133487"/>
                  <a:pt x="694925" y="138761"/>
                </a:cubicBezTo>
                <a:cubicBezTo>
                  <a:pt x="687280" y="142969"/>
                  <a:pt x="677888" y="145072"/>
                  <a:pt x="666746" y="145072"/>
                </a:cubicBezTo>
                <a:cubicBezTo>
                  <a:pt x="658865" y="145072"/>
                  <a:pt x="651664" y="143858"/>
                  <a:pt x="645145" y="141428"/>
                </a:cubicBezTo>
                <a:cubicBezTo>
                  <a:pt x="636256" y="138109"/>
                  <a:pt x="631812" y="133220"/>
                  <a:pt x="631812" y="126761"/>
                </a:cubicBezTo>
                <a:cubicBezTo>
                  <a:pt x="631812" y="120834"/>
                  <a:pt x="635338" y="117871"/>
                  <a:pt x="642390" y="117871"/>
                </a:cubicBezTo>
                <a:cubicBezTo>
                  <a:pt x="645116" y="117871"/>
                  <a:pt x="649057" y="118731"/>
                  <a:pt x="654212" y="120449"/>
                </a:cubicBezTo>
                <a:cubicBezTo>
                  <a:pt x="659368" y="122168"/>
                  <a:pt x="663339" y="123027"/>
                  <a:pt x="666124" y="123027"/>
                </a:cubicBezTo>
                <a:cubicBezTo>
                  <a:pt x="678154" y="123027"/>
                  <a:pt x="684199" y="120597"/>
                  <a:pt x="684258" y="115738"/>
                </a:cubicBezTo>
                <a:cubicBezTo>
                  <a:pt x="684258" y="112716"/>
                  <a:pt x="680080" y="109367"/>
                  <a:pt x="671724" y="105693"/>
                </a:cubicBezTo>
                <a:cubicBezTo>
                  <a:pt x="659516" y="100300"/>
                  <a:pt x="651694" y="96419"/>
                  <a:pt x="648257" y="94048"/>
                </a:cubicBezTo>
                <a:cubicBezTo>
                  <a:pt x="639901" y="88181"/>
                  <a:pt x="635723" y="81031"/>
                  <a:pt x="635723" y="72597"/>
                </a:cubicBezTo>
                <a:cubicBezTo>
                  <a:pt x="635723" y="60660"/>
                  <a:pt x="642034" y="52612"/>
                  <a:pt x="654657" y="48455"/>
                </a:cubicBezTo>
                <a:cubicBezTo>
                  <a:pt x="662065" y="46019"/>
                  <a:pt x="673324" y="44802"/>
                  <a:pt x="688436" y="44802"/>
                </a:cubicBezTo>
                <a:cubicBezTo>
                  <a:pt x="694362" y="44802"/>
                  <a:pt x="698748" y="45574"/>
                  <a:pt x="701592" y="47119"/>
                </a:cubicBezTo>
                <a:cubicBezTo>
                  <a:pt x="705503" y="49200"/>
                  <a:pt x="707459" y="53034"/>
                  <a:pt x="707459" y="58622"/>
                </a:cubicBezTo>
                <a:cubicBezTo>
                  <a:pt x="707459" y="69320"/>
                  <a:pt x="704585" y="74670"/>
                  <a:pt x="698836" y="74670"/>
                </a:cubicBezTo>
                <a:close/>
                <a:moveTo>
                  <a:pt x="788105" y="74670"/>
                </a:moveTo>
                <a:cubicBezTo>
                  <a:pt x="782238" y="74670"/>
                  <a:pt x="778712" y="72210"/>
                  <a:pt x="777527" y="67292"/>
                </a:cubicBezTo>
                <a:cubicBezTo>
                  <a:pt x="775157" y="66877"/>
                  <a:pt x="772727" y="66669"/>
                  <a:pt x="770238" y="66669"/>
                </a:cubicBezTo>
                <a:cubicBezTo>
                  <a:pt x="755956" y="66669"/>
                  <a:pt x="748815" y="68625"/>
                  <a:pt x="748815" y="72536"/>
                </a:cubicBezTo>
                <a:cubicBezTo>
                  <a:pt x="748815" y="74847"/>
                  <a:pt x="753111" y="77959"/>
                  <a:pt x="761704" y="81870"/>
                </a:cubicBezTo>
                <a:cubicBezTo>
                  <a:pt x="773438" y="87263"/>
                  <a:pt x="781379" y="91470"/>
                  <a:pt x="785527" y="94493"/>
                </a:cubicBezTo>
                <a:cubicBezTo>
                  <a:pt x="794120" y="100715"/>
                  <a:pt x="798417" y="107738"/>
                  <a:pt x="798417" y="115560"/>
                </a:cubicBezTo>
                <a:cubicBezTo>
                  <a:pt x="798417" y="125753"/>
                  <a:pt x="793676" y="133487"/>
                  <a:pt x="784194" y="138761"/>
                </a:cubicBezTo>
                <a:cubicBezTo>
                  <a:pt x="776549" y="142969"/>
                  <a:pt x="767156" y="145072"/>
                  <a:pt x="756015" y="145072"/>
                </a:cubicBezTo>
                <a:cubicBezTo>
                  <a:pt x="748133" y="145072"/>
                  <a:pt x="740933" y="143858"/>
                  <a:pt x="734414" y="141428"/>
                </a:cubicBezTo>
                <a:cubicBezTo>
                  <a:pt x="725525" y="138109"/>
                  <a:pt x="721080" y="133220"/>
                  <a:pt x="721080" y="126761"/>
                </a:cubicBezTo>
                <a:cubicBezTo>
                  <a:pt x="721080" y="120834"/>
                  <a:pt x="724607" y="117871"/>
                  <a:pt x="731659" y="117871"/>
                </a:cubicBezTo>
                <a:cubicBezTo>
                  <a:pt x="734385" y="117871"/>
                  <a:pt x="738326" y="118731"/>
                  <a:pt x="743481" y="120449"/>
                </a:cubicBezTo>
                <a:cubicBezTo>
                  <a:pt x="748637" y="122168"/>
                  <a:pt x="752608" y="123027"/>
                  <a:pt x="755393" y="123027"/>
                </a:cubicBezTo>
                <a:cubicBezTo>
                  <a:pt x="767423" y="123027"/>
                  <a:pt x="773468" y="120597"/>
                  <a:pt x="773527" y="115738"/>
                </a:cubicBezTo>
                <a:cubicBezTo>
                  <a:pt x="773527" y="112716"/>
                  <a:pt x="769349" y="109367"/>
                  <a:pt x="760993" y="105693"/>
                </a:cubicBezTo>
                <a:cubicBezTo>
                  <a:pt x="748785" y="100300"/>
                  <a:pt x="740963" y="96419"/>
                  <a:pt x="737526" y="94048"/>
                </a:cubicBezTo>
                <a:cubicBezTo>
                  <a:pt x="729170" y="88181"/>
                  <a:pt x="724992" y="81031"/>
                  <a:pt x="724992" y="72597"/>
                </a:cubicBezTo>
                <a:cubicBezTo>
                  <a:pt x="724992" y="60660"/>
                  <a:pt x="731303" y="52612"/>
                  <a:pt x="743926" y="48455"/>
                </a:cubicBezTo>
                <a:cubicBezTo>
                  <a:pt x="751334" y="46019"/>
                  <a:pt x="762593" y="44802"/>
                  <a:pt x="777705" y="44802"/>
                </a:cubicBezTo>
                <a:cubicBezTo>
                  <a:pt x="783631" y="44802"/>
                  <a:pt x="788016" y="45574"/>
                  <a:pt x="790861" y="47119"/>
                </a:cubicBezTo>
                <a:cubicBezTo>
                  <a:pt x="794772" y="49200"/>
                  <a:pt x="796728" y="53034"/>
                  <a:pt x="796728" y="58622"/>
                </a:cubicBezTo>
                <a:cubicBezTo>
                  <a:pt x="796728" y="69320"/>
                  <a:pt x="793854" y="74670"/>
                  <a:pt x="788105" y="74670"/>
                </a:cubicBezTo>
                <a:close/>
              </a:path>
            </a:pathLst>
          </a:custGeom>
          <a:solidFill xmlns:a="http://schemas.openxmlformats.org/drawingml/2006/main">
            <a:srgbClr val="000000"/>
          </a:solidFill>
          <a:ln xmlns:a="http://schemas.openxmlformats.org/drawingml/2006/main" w="0" cap="flat">
            <a:noFill/>
            <a:miter/>
          </a:ln>
        </p:spPr>
      </p:sp>
      <p:sp>
        <p:nvSpPr>
          <p:cNvPr id="813" name="Vector element">
            <a:extLst xmlns:a="http://schemas.openxmlformats.org/drawingml/2006/main">
              <a:ext uri="{FF2B5EF4-FFF2-40B4-BE49-F238E27FC236}">
                <a16:creationId xmlns:a16="http://schemas.microsoft.com/office/drawing/2014/main" id="{37A1088D-420D-4B6C-AA37-61F385057AB7}"/>
              </a:ext>
            </a:extLst>
          </p:cNvPr>
          <p:cNvSpPr>
            <a:spLocks xmlns:a="http://schemas.openxmlformats.org/drawingml/2006/main" noGrp="1"/>
          </p:cNvSpPr>
          <p:nvPr/>
        </p:nvSpPr>
        <p:spPr>
          <a:xfrm xmlns:a="http://schemas.openxmlformats.org/drawingml/2006/main">
            <a:off x="5104057" y="5893180"/>
            <a:ext cx="1173144" cy="333176"/>
          </a:xfrm>
          <a:custGeom xmlns:a="http://schemas.openxmlformats.org/drawingml/2006/main">
            <a:pathLst>
              <a:path w="1173144" h="333176">
                <a:moveTo>
                  <a:pt x="3641" y="253"/>
                </a:moveTo>
                <a:lnTo>
                  <a:pt x="2179" y="1012"/>
                </a:lnTo>
                <a:lnTo>
                  <a:pt x="1012" y="2179"/>
                </a:lnTo>
                <a:lnTo>
                  <a:pt x="253" y="3641"/>
                </a:lnTo>
                <a:lnTo>
                  <a:pt x="0" y="5272"/>
                </a:lnTo>
                <a:lnTo>
                  <a:pt x="0" y="327904"/>
                </a:lnTo>
                <a:lnTo>
                  <a:pt x="253" y="329535"/>
                </a:lnTo>
                <a:lnTo>
                  <a:pt x="1012" y="330997"/>
                </a:lnTo>
                <a:lnTo>
                  <a:pt x="2179" y="332163"/>
                </a:lnTo>
                <a:lnTo>
                  <a:pt x="3641" y="332923"/>
                </a:lnTo>
                <a:lnTo>
                  <a:pt x="5272" y="333176"/>
                </a:lnTo>
                <a:lnTo>
                  <a:pt x="1167872" y="333176"/>
                </a:lnTo>
                <a:lnTo>
                  <a:pt x="1169503" y="332923"/>
                </a:lnTo>
                <a:lnTo>
                  <a:pt x="1170965" y="332163"/>
                </a:lnTo>
                <a:lnTo>
                  <a:pt x="1172131" y="330997"/>
                </a:lnTo>
                <a:lnTo>
                  <a:pt x="1172891" y="329535"/>
                </a:lnTo>
                <a:lnTo>
                  <a:pt x="1173144" y="327904"/>
                </a:lnTo>
                <a:lnTo>
                  <a:pt x="1173144" y="5272"/>
                </a:lnTo>
                <a:lnTo>
                  <a:pt x="1172891" y="3641"/>
                </a:lnTo>
                <a:lnTo>
                  <a:pt x="1172131" y="2179"/>
                </a:lnTo>
                <a:lnTo>
                  <a:pt x="1170965" y="1012"/>
                </a:lnTo>
                <a:lnTo>
                  <a:pt x="1169503" y="253"/>
                </a:lnTo>
                <a:lnTo>
                  <a:pt x="1167872" y="0"/>
                </a:lnTo>
                <a:lnTo>
                  <a:pt x="5272" y="0"/>
                </a:lnTo>
                <a:lnTo>
                  <a:pt x="3641" y="253"/>
                </a:lnTo>
                <a:close/>
                <a:moveTo>
                  <a:pt x="1162600" y="322632"/>
                </a:moveTo>
                <a:lnTo>
                  <a:pt x="10544" y="322632"/>
                </a:lnTo>
                <a:lnTo>
                  <a:pt x="10544" y="10544"/>
                </a:lnTo>
                <a:lnTo>
                  <a:pt x="1162600" y="10544"/>
                </a:lnTo>
                <a:lnTo>
                  <a:pt x="1162600" y="322632"/>
                </a:lnTo>
                <a:close/>
              </a:path>
            </a:pathLst>
          </a:custGeom>
          <a:solidFill xmlns:a="http://schemas.openxmlformats.org/drawingml/2006/main">
            <a:srgbClr val="000000">
              <a:alpha val="0"/>
            </a:srgbClr>
          </a:solidFill>
          <a:ln xmlns:a="http://schemas.openxmlformats.org/drawingml/2006/main" w="0" cap="flat">
            <a:noFill/>
            <a:miter/>
          </a:ln>
        </p:spPr>
      </p:sp>
      <p:sp>
        <p:nvSpPr>
          <p:cNvPr id="814" name="Text High-Pass">
            <a:extLst xmlns:a="http://schemas.openxmlformats.org/drawingml/2006/main">
              <a:ext uri="{FF2B5EF4-FFF2-40B4-BE49-F238E27FC236}">
                <a16:creationId xmlns:a16="http://schemas.microsoft.com/office/drawing/2014/main" id="{6CF75EDA-266B-46EF-A066-DDE00FCBE871}"/>
              </a:ext>
            </a:extLst>
          </p:cNvPr>
          <p:cNvSpPr>
            <a:spLocks xmlns:a="http://schemas.openxmlformats.org/drawingml/2006/main" noGrp="1"/>
          </p:cNvSpPr>
          <p:nvPr/>
        </p:nvSpPr>
        <p:spPr>
          <a:xfrm xmlns:a="http://schemas.openxmlformats.org/drawingml/2006/main">
            <a:off x="5258460" y="5990815"/>
            <a:ext cx="866282" cy="192541"/>
          </a:xfrm>
          <a:custGeom xmlns:a="http://schemas.openxmlformats.org/drawingml/2006/main">
            <a:pathLst>
              <a:path w="866282" h="192541">
                <a:moveTo>
                  <a:pt x="123472" y="18554"/>
                </a:moveTo>
                <a:cubicBezTo>
                  <a:pt x="122286" y="22898"/>
                  <a:pt x="121694" y="26677"/>
                  <a:pt x="121694" y="29890"/>
                </a:cubicBezTo>
                <a:cubicBezTo>
                  <a:pt x="121694" y="31557"/>
                  <a:pt x="121531" y="34132"/>
                  <a:pt x="121205" y="37615"/>
                </a:cubicBezTo>
                <a:cubicBezTo>
                  <a:pt x="120879" y="41097"/>
                  <a:pt x="120716" y="43671"/>
                  <a:pt x="120716" y="45338"/>
                </a:cubicBezTo>
                <a:cubicBezTo>
                  <a:pt x="120716" y="50992"/>
                  <a:pt x="120420" y="59385"/>
                  <a:pt x="119827" y="70517"/>
                </a:cubicBezTo>
                <a:cubicBezTo>
                  <a:pt x="119234" y="81647"/>
                  <a:pt x="118938" y="90039"/>
                  <a:pt x="118938" y="95693"/>
                </a:cubicBezTo>
                <a:cubicBezTo>
                  <a:pt x="118938" y="100037"/>
                  <a:pt x="119264" y="106526"/>
                  <a:pt x="119916" y="115157"/>
                </a:cubicBezTo>
                <a:cubicBezTo>
                  <a:pt x="120568" y="123787"/>
                  <a:pt x="120894" y="130276"/>
                  <a:pt x="120894" y="134622"/>
                </a:cubicBezTo>
                <a:cubicBezTo>
                  <a:pt x="120894" y="137894"/>
                  <a:pt x="119738" y="140661"/>
                  <a:pt x="117427" y="142922"/>
                </a:cubicBezTo>
                <a:cubicBezTo>
                  <a:pt x="115116" y="145185"/>
                  <a:pt x="112241" y="146317"/>
                  <a:pt x="108804" y="146317"/>
                </a:cubicBezTo>
                <a:cubicBezTo>
                  <a:pt x="105308" y="146317"/>
                  <a:pt x="102286" y="145206"/>
                  <a:pt x="99737" y="142983"/>
                </a:cubicBezTo>
                <a:cubicBezTo>
                  <a:pt x="97189" y="140761"/>
                  <a:pt x="95915" y="138050"/>
                  <a:pt x="95915" y="134850"/>
                </a:cubicBezTo>
                <a:cubicBezTo>
                  <a:pt x="95915" y="130524"/>
                  <a:pt x="95722" y="124035"/>
                  <a:pt x="95337" y="115382"/>
                </a:cubicBezTo>
                <a:cubicBezTo>
                  <a:pt x="94952" y="106730"/>
                  <a:pt x="94759" y="100241"/>
                  <a:pt x="94759" y="95915"/>
                </a:cubicBezTo>
                <a:cubicBezTo>
                  <a:pt x="94759" y="92537"/>
                  <a:pt x="94819" y="89544"/>
                  <a:pt x="94937" y="86937"/>
                </a:cubicBezTo>
                <a:cubicBezTo>
                  <a:pt x="85633" y="87352"/>
                  <a:pt x="74136" y="88804"/>
                  <a:pt x="60447" y="91293"/>
                </a:cubicBezTo>
                <a:cubicBezTo>
                  <a:pt x="49069" y="93367"/>
                  <a:pt x="37690" y="95470"/>
                  <a:pt x="26312" y="97604"/>
                </a:cubicBezTo>
                <a:cubicBezTo>
                  <a:pt x="26194" y="101365"/>
                  <a:pt x="25779" y="107644"/>
                  <a:pt x="25068" y="116441"/>
                </a:cubicBezTo>
                <a:cubicBezTo>
                  <a:pt x="24475" y="124187"/>
                  <a:pt x="24179" y="130523"/>
                  <a:pt x="24179" y="135447"/>
                </a:cubicBezTo>
                <a:cubicBezTo>
                  <a:pt x="24179" y="138490"/>
                  <a:pt x="23023" y="141062"/>
                  <a:pt x="20712" y="143164"/>
                </a:cubicBezTo>
                <a:cubicBezTo>
                  <a:pt x="18401" y="145266"/>
                  <a:pt x="15527" y="146317"/>
                  <a:pt x="12089" y="146317"/>
                </a:cubicBezTo>
                <a:cubicBezTo>
                  <a:pt x="8652" y="146317"/>
                  <a:pt x="5778" y="145218"/>
                  <a:pt x="3467" y="143020"/>
                </a:cubicBezTo>
                <a:cubicBezTo>
                  <a:pt x="1156" y="140821"/>
                  <a:pt x="0" y="138131"/>
                  <a:pt x="0" y="134950"/>
                </a:cubicBezTo>
                <a:cubicBezTo>
                  <a:pt x="0" y="129107"/>
                  <a:pt x="519" y="120371"/>
                  <a:pt x="1556" y="108743"/>
                </a:cubicBezTo>
                <a:cubicBezTo>
                  <a:pt x="2593" y="97115"/>
                  <a:pt x="3111" y="88379"/>
                  <a:pt x="3111" y="82537"/>
                </a:cubicBezTo>
                <a:cubicBezTo>
                  <a:pt x="3111" y="75133"/>
                  <a:pt x="3289" y="63983"/>
                  <a:pt x="3645" y="49088"/>
                </a:cubicBezTo>
                <a:cubicBezTo>
                  <a:pt x="4000" y="34191"/>
                  <a:pt x="4178" y="23040"/>
                  <a:pt x="4178" y="15634"/>
                </a:cubicBezTo>
                <a:cubicBezTo>
                  <a:pt x="4178" y="12452"/>
                  <a:pt x="5334" y="9762"/>
                  <a:pt x="7645" y="7564"/>
                </a:cubicBezTo>
                <a:cubicBezTo>
                  <a:pt x="9956" y="5366"/>
                  <a:pt x="12830" y="4267"/>
                  <a:pt x="16267" y="4267"/>
                </a:cubicBezTo>
                <a:cubicBezTo>
                  <a:pt x="19704" y="4267"/>
                  <a:pt x="22579" y="5392"/>
                  <a:pt x="24890" y="7642"/>
                </a:cubicBezTo>
                <a:cubicBezTo>
                  <a:pt x="27201" y="9890"/>
                  <a:pt x="28357" y="12642"/>
                  <a:pt x="28357" y="15898"/>
                </a:cubicBezTo>
                <a:cubicBezTo>
                  <a:pt x="28357" y="20396"/>
                  <a:pt x="28194" y="27158"/>
                  <a:pt x="27868" y="36185"/>
                </a:cubicBezTo>
                <a:cubicBezTo>
                  <a:pt x="27542" y="45209"/>
                  <a:pt x="27379" y="51971"/>
                  <a:pt x="27379" y="56469"/>
                </a:cubicBezTo>
                <a:cubicBezTo>
                  <a:pt x="27379" y="57949"/>
                  <a:pt x="27171" y="60789"/>
                  <a:pt x="26757" y="64991"/>
                </a:cubicBezTo>
                <a:cubicBezTo>
                  <a:pt x="26401" y="68897"/>
                  <a:pt x="26253" y="71886"/>
                  <a:pt x="26312" y="73958"/>
                </a:cubicBezTo>
                <a:lnTo>
                  <a:pt x="60447" y="67558"/>
                </a:lnTo>
                <a:cubicBezTo>
                  <a:pt x="73781" y="65188"/>
                  <a:pt x="85277" y="63825"/>
                  <a:pt x="94937" y="63469"/>
                </a:cubicBezTo>
                <a:cubicBezTo>
                  <a:pt x="95174" y="59463"/>
                  <a:pt x="95559" y="48699"/>
                  <a:pt x="96093" y="31176"/>
                </a:cubicBezTo>
                <a:cubicBezTo>
                  <a:pt x="96211" y="26572"/>
                  <a:pt x="97604" y="21280"/>
                  <a:pt x="100271" y="15301"/>
                </a:cubicBezTo>
                <a:cubicBezTo>
                  <a:pt x="103589" y="7945"/>
                  <a:pt x="107352" y="4267"/>
                  <a:pt x="111560" y="4267"/>
                </a:cubicBezTo>
                <a:cubicBezTo>
                  <a:pt x="114701" y="4267"/>
                  <a:pt x="117486" y="5309"/>
                  <a:pt x="119916" y="7392"/>
                </a:cubicBezTo>
                <a:cubicBezTo>
                  <a:pt x="122523" y="9653"/>
                  <a:pt x="123827" y="12480"/>
                  <a:pt x="123827" y="15873"/>
                </a:cubicBezTo>
                <a:cubicBezTo>
                  <a:pt x="123827" y="16765"/>
                  <a:pt x="123709" y="17659"/>
                  <a:pt x="123472" y="18554"/>
                </a:cubicBezTo>
                <a:close/>
                <a:moveTo>
                  <a:pt x="159959" y="35557"/>
                </a:moveTo>
                <a:cubicBezTo>
                  <a:pt x="156166" y="35557"/>
                  <a:pt x="152877" y="34283"/>
                  <a:pt x="150092" y="31735"/>
                </a:cubicBezTo>
                <a:cubicBezTo>
                  <a:pt x="147306" y="29186"/>
                  <a:pt x="145914" y="26075"/>
                  <a:pt x="145914" y="22401"/>
                </a:cubicBezTo>
                <a:cubicBezTo>
                  <a:pt x="145914" y="18727"/>
                  <a:pt x="147306" y="15615"/>
                  <a:pt x="150092" y="13067"/>
                </a:cubicBezTo>
                <a:cubicBezTo>
                  <a:pt x="152877" y="10519"/>
                  <a:pt x="156166" y="9245"/>
                  <a:pt x="159959" y="9245"/>
                </a:cubicBezTo>
                <a:cubicBezTo>
                  <a:pt x="163751" y="9245"/>
                  <a:pt x="167026" y="10519"/>
                  <a:pt x="169781" y="13067"/>
                </a:cubicBezTo>
                <a:cubicBezTo>
                  <a:pt x="172537" y="15615"/>
                  <a:pt x="173915" y="18727"/>
                  <a:pt x="173915" y="22401"/>
                </a:cubicBezTo>
                <a:cubicBezTo>
                  <a:pt x="173915" y="26075"/>
                  <a:pt x="172537" y="29186"/>
                  <a:pt x="169781" y="31735"/>
                </a:cubicBezTo>
                <a:cubicBezTo>
                  <a:pt x="167026" y="34283"/>
                  <a:pt x="163751" y="35557"/>
                  <a:pt x="159959" y="35557"/>
                </a:cubicBezTo>
                <a:moveTo>
                  <a:pt x="167515" y="100715"/>
                </a:moveTo>
                <a:cubicBezTo>
                  <a:pt x="167515" y="104093"/>
                  <a:pt x="167618" y="109515"/>
                  <a:pt x="167826" y="116982"/>
                </a:cubicBezTo>
                <a:cubicBezTo>
                  <a:pt x="168033" y="124449"/>
                  <a:pt x="168137" y="129872"/>
                  <a:pt x="168137" y="133250"/>
                </a:cubicBezTo>
                <a:cubicBezTo>
                  <a:pt x="168137" y="136687"/>
                  <a:pt x="166981" y="139517"/>
                  <a:pt x="164670" y="141739"/>
                </a:cubicBezTo>
                <a:cubicBezTo>
                  <a:pt x="162359" y="143961"/>
                  <a:pt x="159425" y="145072"/>
                  <a:pt x="155870" y="145072"/>
                </a:cubicBezTo>
                <a:cubicBezTo>
                  <a:pt x="152314" y="145072"/>
                  <a:pt x="149380" y="143961"/>
                  <a:pt x="147069" y="141739"/>
                </a:cubicBezTo>
                <a:cubicBezTo>
                  <a:pt x="144758" y="139517"/>
                  <a:pt x="143602" y="136687"/>
                  <a:pt x="143602" y="133250"/>
                </a:cubicBezTo>
                <a:cubicBezTo>
                  <a:pt x="143602" y="129872"/>
                  <a:pt x="143499" y="124449"/>
                  <a:pt x="143291" y="116982"/>
                </a:cubicBezTo>
                <a:cubicBezTo>
                  <a:pt x="143084" y="109515"/>
                  <a:pt x="142980" y="104093"/>
                  <a:pt x="142980" y="100715"/>
                </a:cubicBezTo>
                <a:cubicBezTo>
                  <a:pt x="142980" y="95441"/>
                  <a:pt x="143277" y="88833"/>
                  <a:pt x="143869" y="80892"/>
                </a:cubicBezTo>
                <a:cubicBezTo>
                  <a:pt x="144462" y="72951"/>
                  <a:pt x="144758" y="66343"/>
                  <a:pt x="144758" y="61069"/>
                </a:cubicBezTo>
                <a:cubicBezTo>
                  <a:pt x="144758" y="57632"/>
                  <a:pt x="145914" y="54802"/>
                  <a:pt x="148225" y="52580"/>
                </a:cubicBezTo>
                <a:cubicBezTo>
                  <a:pt x="150536" y="50358"/>
                  <a:pt x="153470" y="49246"/>
                  <a:pt x="157025" y="49246"/>
                </a:cubicBezTo>
                <a:cubicBezTo>
                  <a:pt x="160581" y="49246"/>
                  <a:pt x="163514" y="50358"/>
                  <a:pt x="165826" y="52580"/>
                </a:cubicBezTo>
                <a:cubicBezTo>
                  <a:pt x="168137" y="54802"/>
                  <a:pt x="169292" y="57632"/>
                  <a:pt x="169292" y="61069"/>
                </a:cubicBezTo>
                <a:cubicBezTo>
                  <a:pt x="169292" y="66343"/>
                  <a:pt x="168996" y="72951"/>
                  <a:pt x="168403" y="80892"/>
                </a:cubicBezTo>
                <a:cubicBezTo>
                  <a:pt x="167811" y="88833"/>
                  <a:pt x="167515" y="95441"/>
                  <a:pt x="167515" y="100715"/>
                </a:cubicBezTo>
                <a:close/>
                <a:moveTo>
                  <a:pt x="273407" y="89426"/>
                </a:moveTo>
                <a:cubicBezTo>
                  <a:pt x="270918" y="103352"/>
                  <a:pt x="269436" y="118049"/>
                  <a:pt x="268962" y="133516"/>
                </a:cubicBezTo>
                <a:cubicBezTo>
                  <a:pt x="268369" y="152658"/>
                  <a:pt x="265169" y="166555"/>
                  <a:pt x="259362" y="175207"/>
                </a:cubicBezTo>
                <a:cubicBezTo>
                  <a:pt x="251598" y="186763"/>
                  <a:pt x="237850" y="192541"/>
                  <a:pt x="218116" y="192541"/>
                </a:cubicBezTo>
                <a:cubicBezTo>
                  <a:pt x="195063" y="192541"/>
                  <a:pt x="183536" y="187961"/>
                  <a:pt x="183536" y="178802"/>
                </a:cubicBezTo>
                <a:cubicBezTo>
                  <a:pt x="183536" y="175531"/>
                  <a:pt x="184573" y="172885"/>
                  <a:pt x="186648" y="170862"/>
                </a:cubicBezTo>
                <a:cubicBezTo>
                  <a:pt x="188722" y="168840"/>
                  <a:pt x="191448" y="167829"/>
                  <a:pt x="194826" y="167829"/>
                </a:cubicBezTo>
                <a:cubicBezTo>
                  <a:pt x="197492" y="167829"/>
                  <a:pt x="201315" y="168333"/>
                  <a:pt x="206293" y="169340"/>
                </a:cubicBezTo>
                <a:cubicBezTo>
                  <a:pt x="211271" y="170347"/>
                  <a:pt x="215686" y="170851"/>
                  <a:pt x="219538" y="170851"/>
                </a:cubicBezTo>
                <a:cubicBezTo>
                  <a:pt x="228368" y="170851"/>
                  <a:pt x="234887" y="168175"/>
                  <a:pt x="239094" y="162823"/>
                </a:cubicBezTo>
                <a:cubicBezTo>
                  <a:pt x="243124" y="157588"/>
                  <a:pt x="245494" y="149241"/>
                  <a:pt x="246206" y="137783"/>
                </a:cubicBezTo>
                <a:cubicBezTo>
                  <a:pt x="243183" y="140865"/>
                  <a:pt x="239776" y="143176"/>
                  <a:pt x="235983" y="144717"/>
                </a:cubicBezTo>
                <a:cubicBezTo>
                  <a:pt x="232190" y="146258"/>
                  <a:pt x="228042" y="147028"/>
                  <a:pt x="223538" y="147028"/>
                </a:cubicBezTo>
                <a:cubicBezTo>
                  <a:pt x="211745" y="147028"/>
                  <a:pt x="202159" y="143187"/>
                  <a:pt x="194781" y="135505"/>
                </a:cubicBezTo>
                <a:cubicBezTo>
                  <a:pt x="187403" y="127824"/>
                  <a:pt x="183714" y="117992"/>
                  <a:pt x="183714" y="106010"/>
                </a:cubicBezTo>
                <a:cubicBezTo>
                  <a:pt x="183714" y="89876"/>
                  <a:pt x="188633" y="76826"/>
                  <a:pt x="198470" y="66861"/>
                </a:cubicBezTo>
                <a:cubicBezTo>
                  <a:pt x="208663" y="56540"/>
                  <a:pt x="222442" y="51380"/>
                  <a:pt x="239805" y="51380"/>
                </a:cubicBezTo>
                <a:cubicBezTo>
                  <a:pt x="245376" y="51380"/>
                  <a:pt x="250176" y="52061"/>
                  <a:pt x="254206" y="53424"/>
                </a:cubicBezTo>
                <a:cubicBezTo>
                  <a:pt x="258236" y="54787"/>
                  <a:pt x="261495" y="56862"/>
                  <a:pt x="263984" y="59647"/>
                </a:cubicBezTo>
                <a:cubicBezTo>
                  <a:pt x="271510" y="60536"/>
                  <a:pt x="275273" y="64980"/>
                  <a:pt x="275273" y="72981"/>
                </a:cubicBezTo>
                <a:cubicBezTo>
                  <a:pt x="275273" y="76951"/>
                  <a:pt x="274651" y="82433"/>
                  <a:pt x="273407" y="89426"/>
                </a:cubicBezTo>
                <a:moveTo>
                  <a:pt x="238916" y="71647"/>
                </a:moveTo>
                <a:cubicBezTo>
                  <a:pt x="228901" y="71647"/>
                  <a:pt x="221108" y="74936"/>
                  <a:pt x="215538" y="81514"/>
                </a:cubicBezTo>
                <a:cubicBezTo>
                  <a:pt x="210560" y="87500"/>
                  <a:pt x="208071" y="95263"/>
                  <a:pt x="208071" y="104804"/>
                </a:cubicBezTo>
                <a:cubicBezTo>
                  <a:pt x="208071" y="111856"/>
                  <a:pt x="209404" y="117160"/>
                  <a:pt x="212071" y="120716"/>
                </a:cubicBezTo>
                <a:cubicBezTo>
                  <a:pt x="214738" y="124272"/>
                  <a:pt x="218738" y="126049"/>
                  <a:pt x="224071" y="126049"/>
                </a:cubicBezTo>
                <a:cubicBezTo>
                  <a:pt x="228931" y="126049"/>
                  <a:pt x="233820" y="123235"/>
                  <a:pt x="238739" y="117605"/>
                </a:cubicBezTo>
                <a:cubicBezTo>
                  <a:pt x="243361" y="112271"/>
                  <a:pt x="245998" y="106997"/>
                  <a:pt x="246650" y="101782"/>
                </a:cubicBezTo>
                <a:cubicBezTo>
                  <a:pt x="247776" y="96093"/>
                  <a:pt x="249080" y="87233"/>
                  <a:pt x="250561" y="75203"/>
                </a:cubicBezTo>
                <a:cubicBezTo>
                  <a:pt x="248546" y="74018"/>
                  <a:pt x="246561" y="73129"/>
                  <a:pt x="244605" y="72536"/>
                </a:cubicBezTo>
                <a:cubicBezTo>
                  <a:pt x="242650" y="71944"/>
                  <a:pt x="240753" y="71647"/>
                  <a:pt x="238916" y="71647"/>
                </a:cubicBezTo>
                <a:close/>
                <a:moveTo>
                  <a:pt x="314405" y="61069"/>
                </a:moveTo>
                <a:cubicBezTo>
                  <a:pt x="318731" y="56802"/>
                  <a:pt x="323368" y="53617"/>
                  <a:pt x="328317" y="51513"/>
                </a:cubicBezTo>
                <a:cubicBezTo>
                  <a:pt x="333265" y="49409"/>
                  <a:pt x="338554" y="48357"/>
                  <a:pt x="344184" y="48357"/>
                </a:cubicBezTo>
                <a:cubicBezTo>
                  <a:pt x="354318" y="48357"/>
                  <a:pt x="361607" y="51202"/>
                  <a:pt x="366052" y="56891"/>
                </a:cubicBezTo>
                <a:cubicBezTo>
                  <a:pt x="369370" y="61158"/>
                  <a:pt x="371385" y="67706"/>
                  <a:pt x="372096" y="76536"/>
                </a:cubicBezTo>
                <a:cubicBezTo>
                  <a:pt x="372393" y="83826"/>
                  <a:pt x="372719" y="91144"/>
                  <a:pt x="373074" y="98493"/>
                </a:cubicBezTo>
                <a:cubicBezTo>
                  <a:pt x="374022" y="108034"/>
                  <a:pt x="374615" y="113842"/>
                  <a:pt x="374852" y="115916"/>
                </a:cubicBezTo>
                <a:cubicBezTo>
                  <a:pt x="375682" y="122494"/>
                  <a:pt x="376689" y="128242"/>
                  <a:pt x="377874" y="133161"/>
                </a:cubicBezTo>
                <a:cubicBezTo>
                  <a:pt x="378171" y="134405"/>
                  <a:pt x="378319" y="135502"/>
                  <a:pt x="378319" y="136450"/>
                </a:cubicBezTo>
                <a:cubicBezTo>
                  <a:pt x="378319" y="139769"/>
                  <a:pt x="377059" y="142509"/>
                  <a:pt x="374541" y="144672"/>
                </a:cubicBezTo>
                <a:cubicBezTo>
                  <a:pt x="372022" y="146835"/>
                  <a:pt x="369074" y="147917"/>
                  <a:pt x="365696" y="147917"/>
                </a:cubicBezTo>
                <a:cubicBezTo>
                  <a:pt x="359711" y="147917"/>
                  <a:pt x="355829" y="144954"/>
                  <a:pt x="354051" y="139028"/>
                </a:cubicBezTo>
                <a:cubicBezTo>
                  <a:pt x="352629" y="134228"/>
                  <a:pt x="351325" y="127472"/>
                  <a:pt x="350140" y="118760"/>
                </a:cubicBezTo>
                <a:cubicBezTo>
                  <a:pt x="349073" y="110404"/>
                  <a:pt x="348540" y="103530"/>
                  <a:pt x="348540" y="98137"/>
                </a:cubicBezTo>
                <a:cubicBezTo>
                  <a:pt x="348540" y="96656"/>
                  <a:pt x="348614" y="94419"/>
                  <a:pt x="348762" y="91426"/>
                </a:cubicBezTo>
                <a:cubicBezTo>
                  <a:pt x="348910" y="88433"/>
                  <a:pt x="348984" y="86196"/>
                  <a:pt x="348984" y="84714"/>
                </a:cubicBezTo>
                <a:cubicBezTo>
                  <a:pt x="348984" y="80329"/>
                  <a:pt x="348925" y="77781"/>
                  <a:pt x="348806" y="77070"/>
                </a:cubicBezTo>
                <a:cubicBezTo>
                  <a:pt x="348273" y="73810"/>
                  <a:pt x="346732" y="72181"/>
                  <a:pt x="344184" y="72181"/>
                </a:cubicBezTo>
                <a:cubicBezTo>
                  <a:pt x="337606" y="72181"/>
                  <a:pt x="331650" y="75203"/>
                  <a:pt x="326317" y="81248"/>
                </a:cubicBezTo>
                <a:cubicBezTo>
                  <a:pt x="323591" y="84270"/>
                  <a:pt x="319857" y="90018"/>
                  <a:pt x="315116" y="98493"/>
                </a:cubicBezTo>
                <a:cubicBezTo>
                  <a:pt x="315116" y="119945"/>
                  <a:pt x="314079" y="132865"/>
                  <a:pt x="312005" y="137250"/>
                </a:cubicBezTo>
                <a:cubicBezTo>
                  <a:pt x="309694" y="142109"/>
                  <a:pt x="306020" y="144539"/>
                  <a:pt x="300982" y="144539"/>
                </a:cubicBezTo>
                <a:cubicBezTo>
                  <a:pt x="297664" y="144539"/>
                  <a:pt x="294715" y="143428"/>
                  <a:pt x="292138" y="141206"/>
                </a:cubicBezTo>
                <a:cubicBezTo>
                  <a:pt x="289560" y="138983"/>
                  <a:pt x="288271" y="136242"/>
                  <a:pt x="288271" y="132983"/>
                </a:cubicBezTo>
                <a:cubicBezTo>
                  <a:pt x="288271" y="131857"/>
                  <a:pt x="288597" y="130287"/>
                  <a:pt x="289249" y="128272"/>
                </a:cubicBezTo>
                <a:cubicBezTo>
                  <a:pt x="289663" y="126968"/>
                  <a:pt x="290019" y="118968"/>
                  <a:pt x="290315" y="104271"/>
                </a:cubicBezTo>
                <a:cubicBezTo>
                  <a:pt x="290019" y="92359"/>
                  <a:pt x="290078" y="72536"/>
                  <a:pt x="290493" y="44802"/>
                </a:cubicBezTo>
                <a:lnTo>
                  <a:pt x="290671" y="41868"/>
                </a:lnTo>
                <a:cubicBezTo>
                  <a:pt x="291026" y="34875"/>
                  <a:pt x="291204" y="30194"/>
                  <a:pt x="291204" y="27823"/>
                </a:cubicBezTo>
                <a:cubicBezTo>
                  <a:pt x="291204" y="25986"/>
                  <a:pt x="290923" y="23275"/>
                  <a:pt x="290360" y="19690"/>
                </a:cubicBezTo>
                <a:cubicBezTo>
                  <a:pt x="289797" y="16104"/>
                  <a:pt x="289515" y="13393"/>
                  <a:pt x="289515" y="11556"/>
                </a:cubicBezTo>
                <a:cubicBezTo>
                  <a:pt x="289515" y="8178"/>
                  <a:pt x="290730" y="5408"/>
                  <a:pt x="293160" y="3245"/>
                </a:cubicBezTo>
                <a:cubicBezTo>
                  <a:pt x="295590" y="1082"/>
                  <a:pt x="298523" y="0"/>
                  <a:pt x="301960" y="0"/>
                </a:cubicBezTo>
                <a:cubicBezTo>
                  <a:pt x="307827" y="0"/>
                  <a:pt x="311768" y="3141"/>
                  <a:pt x="313783" y="9423"/>
                </a:cubicBezTo>
                <a:cubicBezTo>
                  <a:pt x="314909" y="12978"/>
                  <a:pt x="315472" y="18430"/>
                  <a:pt x="315472" y="25779"/>
                </a:cubicBezTo>
                <a:cubicBezTo>
                  <a:pt x="315472" y="31705"/>
                  <a:pt x="315294" y="37720"/>
                  <a:pt x="314938" y="43824"/>
                </a:cubicBezTo>
                <a:cubicBezTo>
                  <a:pt x="314583" y="49632"/>
                  <a:pt x="314405" y="55380"/>
                  <a:pt x="314405" y="61069"/>
                </a:cubicBezTo>
                <a:close/>
                <a:moveTo>
                  <a:pt x="462064" y="104004"/>
                </a:moveTo>
                <a:cubicBezTo>
                  <a:pt x="453886" y="104597"/>
                  <a:pt x="439337" y="104893"/>
                  <a:pt x="418418" y="104893"/>
                </a:cubicBezTo>
                <a:cubicBezTo>
                  <a:pt x="414744" y="104893"/>
                  <a:pt x="411514" y="104067"/>
                  <a:pt x="408729" y="102415"/>
                </a:cubicBezTo>
                <a:cubicBezTo>
                  <a:pt x="405469" y="100408"/>
                  <a:pt x="403840" y="97693"/>
                  <a:pt x="403840" y="94270"/>
                </a:cubicBezTo>
                <a:cubicBezTo>
                  <a:pt x="403840" y="90848"/>
                  <a:pt x="405469" y="88133"/>
                  <a:pt x="408729" y="86126"/>
                </a:cubicBezTo>
                <a:cubicBezTo>
                  <a:pt x="411514" y="84414"/>
                  <a:pt x="414744" y="83559"/>
                  <a:pt x="418418" y="83559"/>
                </a:cubicBezTo>
                <a:cubicBezTo>
                  <a:pt x="423100" y="83559"/>
                  <a:pt x="430122" y="83411"/>
                  <a:pt x="439485" y="83114"/>
                </a:cubicBezTo>
                <a:cubicBezTo>
                  <a:pt x="448849" y="82818"/>
                  <a:pt x="455871" y="82670"/>
                  <a:pt x="460553" y="82670"/>
                </a:cubicBezTo>
                <a:cubicBezTo>
                  <a:pt x="464227" y="82670"/>
                  <a:pt x="467457" y="83411"/>
                  <a:pt x="470242" y="84892"/>
                </a:cubicBezTo>
                <a:cubicBezTo>
                  <a:pt x="473798" y="86789"/>
                  <a:pt x="475576" y="89604"/>
                  <a:pt x="475576" y="93337"/>
                </a:cubicBezTo>
                <a:cubicBezTo>
                  <a:pt x="475576" y="99797"/>
                  <a:pt x="471072" y="103352"/>
                  <a:pt x="462064" y="104004"/>
                </a:cubicBezTo>
                <a:close/>
                <a:moveTo>
                  <a:pt x="532846" y="92804"/>
                </a:moveTo>
                <a:cubicBezTo>
                  <a:pt x="531838" y="92804"/>
                  <a:pt x="529349" y="92596"/>
                  <a:pt x="525379" y="92181"/>
                </a:cubicBezTo>
                <a:cubicBezTo>
                  <a:pt x="525023" y="100478"/>
                  <a:pt x="524846" y="114108"/>
                  <a:pt x="524846" y="133072"/>
                </a:cubicBezTo>
                <a:cubicBezTo>
                  <a:pt x="524846" y="136213"/>
                  <a:pt x="523749" y="138909"/>
                  <a:pt x="521557" y="141161"/>
                </a:cubicBezTo>
                <a:cubicBezTo>
                  <a:pt x="519364" y="143413"/>
                  <a:pt x="516579" y="144539"/>
                  <a:pt x="513201" y="144539"/>
                </a:cubicBezTo>
                <a:cubicBezTo>
                  <a:pt x="509823" y="144539"/>
                  <a:pt x="507023" y="143412"/>
                  <a:pt x="504800" y="141158"/>
                </a:cubicBezTo>
                <a:cubicBezTo>
                  <a:pt x="502578" y="138905"/>
                  <a:pt x="501467" y="136206"/>
                  <a:pt x="501467" y="133064"/>
                </a:cubicBezTo>
                <a:lnTo>
                  <a:pt x="501467" y="108249"/>
                </a:lnTo>
                <a:cubicBezTo>
                  <a:pt x="501467" y="99058"/>
                  <a:pt x="502059" y="85449"/>
                  <a:pt x="503245" y="67422"/>
                </a:cubicBezTo>
                <a:cubicBezTo>
                  <a:pt x="504371" y="49097"/>
                  <a:pt x="504963" y="35428"/>
                  <a:pt x="505023" y="26415"/>
                </a:cubicBezTo>
                <a:cubicBezTo>
                  <a:pt x="505082" y="10998"/>
                  <a:pt x="509408" y="3615"/>
                  <a:pt x="518001" y="4267"/>
                </a:cubicBezTo>
                <a:cubicBezTo>
                  <a:pt x="520016" y="3733"/>
                  <a:pt x="522801" y="3333"/>
                  <a:pt x="526357" y="3067"/>
                </a:cubicBezTo>
                <a:cubicBezTo>
                  <a:pt x="529912" y="2800"/>
                  <a:pt x="534239" y="2667"/>
                  <a:pt x="539335" y="2667"/>
                </a:cubicBezTo>
                <a:cubicBezTo>
                  <a:pt x="550950" y="2667"/>
                  <a:pt x="561854" y="6434"/>
                  <a:pt x="572047" y="13967"/>
                </a:cubicBezTo>
                <a:cubicBezTo>
                  <a:pt x="583366" y="22392"/>
                  <a:pt x="589026" y="32654"/>
                  <a:pt x="589026" y="44755"/>
                </a:cubicBezTo>
                <a:cubicBezTo>
                  <a:pt x="589026" y="59940"/>
                  <a:pt x="583011" y="72012"/>
                  <a:pt x="570981" y="80970"/>
                </a:cubicBezTo>
                <a:cubicBezTo>
                  <a:pt x="560314" y="88859"/>
                  <a:pt x="547602" y="92804"/>
                  <a:pt x="532846" y="92804"/>
                </a:cubicBezTo>
                <a:moveTo>
                  <a:pt x="537290" y="25601"/>
                </a:moveTo>
                <a:cubicBezTo>
                  <a:pt x="535394" y="25601"/>
                  <a:pt x="533720" y="25616"/>
                  <a:pt x="532268" y="25645"/>
                </a:cubicBezTo>
                <a:cubicBezTo>
                  <a:pt x="530816" y="25675"/>
                  <a:pt x="529586" y="25749"/>
                  <a:pt x="528579" y="25868"/>
                </a:cubicBezTo>
                <a:cubicBezTo>
                  <a:pt x="528579" y="28653"/>
                  <a:pt x="528549" y="32831"/>
                  <a:pt x="528490" y="38402"/>
                </a:cubicBezTo>
                <a:cubicBezTo>
                  <a:pt x="528372" y="44980"/>
                  <a:pt x="527809" y="55232"/>
                  <a:pt x="526801" y="69158"/>
                </a:cubicBezTo>
                <a:cubicBezTo>
                  <a:pt x="529824" y="69632"/>
                  <a:pt x="531838" y="69869"/>
                  <a:pt x="532846" y="69869"/>
                </a:cubicBezTo>
                <a:cubicBezTo>
                  <a:pt x="542091" y="69869"/>
                  <a:pt x="549765" y="67677"/>
                  <a:pt x="555869" y="63291"/>
                </a:cubicBezTo>
                <a:cubicBezTo>
                  <a:pt x="562388" y="58610"/>
                  <a:pt x="565647" y="52417"/>
                  <a:pt x="565647" y="44713"/>
                </a:cubicBezTo>
                <a:cubicBezTo>
                  <a:pt x="565647" y="39676"/>
                  <a:pt x="562595" y="35201"/>
                  <a:pt x="556491" y="31290"/>
                </a:cubicBezTo>
                <a:cubicBezTo>
                  <a:pt x="550624" y="27497"/>
                  <a:pt x="544224" y="25601"/>
                  <a:pt x="537290" y="25601"/>
                </a:cubicBezTo>
                <a:close/>
                <a:moveTo>
                  <a:pt x="679619" y="147384"/>
                </a:moveTo>
                <a:cubicBezTo>
                  <a:pt x="676893" y="147384"/>
                  <a:pt x="672567" y="144746"/>
                  <a:pt x="666640" y="139472"/>
                </a:cubicBezTo>
                <a:cubicBezTo>
                  <a:pt x="661188" y="142080"/>
                  <a:pt x="656388" y="144050"/>
                  <a:pt x="652240" y="145384"/>
                </a:cubicBezTo>
                <a:cubicBezTo>
                  <a:pt x="648092" y="146717"/>
                  <a:pt x="644565" y="147384"/>
                  <a:pt x="641662" y="147384"/>
                </a:cubicBezTo>
                <a:cubicBezTo>
                  <a:pt x="627380" y="147384"/>
                  <a:pt x="616668" y="143558"/>
                  <a:pt x="609527" y="135905"/>
                </a:cubicBezTo>
                <a:cubicBezTo>
                  <a:pt x="602386" y="128253"/>
                  <a:pt x="598815" y="116806"/>
                  <a:pt x="598815" y="101562"/>
                </a:cubicBezTo>
                <a:cubicBezTo>
                  <a:pt x="598815" y="87267"/>
                  <a:pt x="604090" y="75034"/>
                  <a:pt x="614638" y="64861"/>
                </a:cubicBezTo>
                <a:cubicBezTo>
                  <a:pt x="625187" y="54688"/>
                  <a:pt x="637810" y="49602"/>
                  <a:pt x="652507" y="49602"/>
                </a:cubicBezTo>
                <a:cubicBezTo>
                  <a:pt x="658136" y="49602"/>
                  <a:pt x="664655" y="51187"/>
                  <a:pt x="672063" y="54358"/>
                </a:cubicBezTo>
                <a:cubicBezTo>
                  <a:pt x="681011" y="58176"/>
                  <a:pt x="685486" y="62611"/>
                  <a:pt x="685486" y="67661"/>
                </a:cubicBezTo>
                <a:cubicBezTo>
                  <a:pt x="685486" y="69776"/>
                  <a:pt x="684804" y="71626"/>
                  <a:pt x="683441" y="73211"/>
                </a:cubicBezTo>
                <a:cubicBezTo>
                  <a:pt x="682848" y="75559"/>
                  <a:pt x="682389" y="78511"/>
                  <a:pt x="682063" y="82064"/>
                </a:cubicBezTo>
                <a:cubicBezTo>
                  <a:pt x="681737" y="85616"/>
                  <a:pt x="681574" y="89771"/>
                  <a:pt x="681574" y="94529"/>
                </a:cubicBezTo>
                <a:cubicBezTo>
                  <a:pt x="681574" y="105746"/>
                  <a:pt x="682374" y="113821"/>
                  <a:pt x="683974" y="118755"/>
                </a:cubicBezTo>
                <a:cubicBezTo>
                  <a:pt x="684152" y="119283"/>
                  <a:pt x="685515" y="122336"/>
                  <a:pt x="688063" y="127916"/>
                </a:cubicBezTo>
                <a:cubicBezTo>
                  <a:pt x="690375" y="132966"/>
                  <a:pt x="691530" y="135843"/>
                  <a:pt x="691530" y="136547"/>
                </a:cubicBezTo>
                <a:cubicBezTo>
                  <a:pt x="691530" y="139660"/>
                  <a:pt x="690330" y="142245"/>
                  <a:pt x="687930" y="144300"/>
                </a:cubicBezTo>
                <a:cubicBezTo>
                  <a:pt x="685530" y="146356"/>
                  <a:pt x="682760" y="147384"/>
                  <a:pt x="679619" y="147384"/>
                </a:cubicBezTo>
                <a:moveTo>
                  <a:pt x="657573" y="87381"/>
                </a:moveTo>
                <a:cubicBezTo>
                  <a:pt x="657573" y="85485"/>
                  <a:pt x="657707" y="83307"/>
                  <a:pt x="657973" y="80848"/>
                </a:cubicBezTo>
                <a:cubicBezTo>
                  <a:pt x="658240" y="78388"/>
                  <a:pt x="658640" y="75647"/>
                  <a:pt x="659173" y="72625"/>
                </a:cubicBezTo>
                <a:cubicBezTo>
                  <a:pt x="657988" y="72032"/>
                  <a:pt x="656936" y="71603"/>
                  <a:pt x="656018" y="71336"/>
                </a:cubicBezTo>
                <a:cubicBezTo>
                  <a:pt x="655099" y="71069"/>
                  <a:pt x="654314" y="70936"/>
                  <a:pt x="653662" y="70936"/>
                </a:cubicBezTo>
                <a:cubicBezTo>
                  <a:pt x="645603" y="70936"/>
                  <a:pt x="638550" y="74092"/>
                  <a:pt x="632506" y="80403"/>
                </a:cubicBezTo>
                <a:cubicBezTo>
                  <a:pt x="626461" y="86715"/>
                  <a:pt x="623439" y="94019"/>
                  <a:pt x="623439" y="102315"/>
                </a:cubicBezTo>
                <a:cubicBezTo>
                  <a:pt x="623439" y="110256"/>
                  <a:pt x="624861" y="116227"/>
                  <a:pt x="627706" y="120227"/>
                </a:cubicBezTo>
                <a:cubicBezTo>
                  <a:pt x="630550" y="124227"/>
                  <a:pt x="634817" y="126227"/>
                  <a:pt x="640506" y="126227"/>
                </a:cubicBezTo>
                <a:cubicBezTo>
                  <a:pt x="644180" y="126227"/>
                  <a:pt x="647662" y="125620"/>
                  <a:pt x="650951" y="124405"/>
                </a:cubicBezTo>
                <a:cubicBezTo>
                  <a:pt x="654240" y="123190"/>
                  <a:pt x="657336" y="121397"/>
                  <a:pt x="660240" y="119027"/>
                </a:cubicBezTo>
                <a:cubicBezTo>
                  <a:pt x="658462" y="104923"/>
                  <a:pt x="657573" y="94374"/>
                  <a:pt x="657573" y="87381"/>
                </a:cubicBezTo>
                <a:close/>
                <a:moveTo>
                  <a:pt x="766702" y="77336"/>
                </a:moveTo>
                <a:cubicBezTo>
                  <a:pt x="760835" y="77336"/>
                  <a:pt x="757309" y="74877"/>
                  <a:pt x="756124" y="69958"/>
                </a:cubicBezTo>
                <a:cubicBezTo>
                  <a:pt x="753754" y="69543"/>
                  <a:pt x="751324" y="69336"/>
                  <a:pt x="748835" y="69336"/>
                </a:cubicBezTo>
                <a:cubicBezTo>
                  <a:pt x="734553" y="69336"/>
                  <a:pt x="727412" y="71292"/>
                  <a:pt x="727412" y="75203"/>
                </a:cubicBezTo>
                <a:cubicBezTo>
                  <a:pt x="727412" y="77514"/>
                  <a:pt x="731708" y="80625"/>
                  <a:pt x="740301" y="84537"/>
                </a:cubicBezTo>
                <a:cubicBezTo>
                  <a:pt x="752035" y="89929"/>
                  <a:pt x="759976" y="94137"/>
                  <a:pt x="764124" y="97159"/>
                </a:cubicBezTo>
                <a:cubicBezTo>
                  <a:pt x="772717" y="103382"/>
                  <a:pt x="777014" y="110404"/>
                  <a:pt x="777014" y="118227"/>
                </a:cubicBezTo>
                <a:cubicBezTo>
                  <a:pt x="777014" y="128420"/>
                  <a:pt x="772273" y="136154"/>
                  <a:pt x="762791" y="141428"/>
                </a:cubicBezTo>
                <a:cubicBezTo>
                  <a:pt x="755146" y="145635"/>
                  <a:pt x="745753" y="147739"/>
                  <a:pt x="734612" y="147739"/>
                </a:cubicBezTo>
                <a:cubicBezTo>
                  <a:pt x="726730" y="147739"/>
                  <a:pt x="719530" y="146524"/>
                  <a:pt x="713011" y="144095"/>
                </a:cubicBezTo>
                <a:cubicBezTo>
                  <a:pt x="704122" y="140776"/>
                  <a:pt x="699677" y="135887"/>
                  <a:pt x="699677" y="129427"/>
                </a:cubicBezTo>
                <a:cubicBezTo>
                  <a:pt x="699677" y="123501"/>
                  <a:pt x="703203" y="120538"/>
                  <a:pt x="710256" y="120538"/>
                </a:cubicBezTo>
                <a:cubicBezTo>
                  <a:pt x="712982" y="120538"/>
                  <a:pt x="716923" y="121397"/>
                  <a:pt x="722078" y="123116"/>
                </a:cubicBezTo>
                <a:cubicBezTo>
                  <a:pt x="727234" y="124835"/>
                  <a:pt x="731205" y="125694"/>
                  <a:pt x="733990" y="125694"/>
                </a:cubicBezTo>
                <a:cubicBezTo>
                  <a:pt x="746020" y="125694"/>
                  <a:pt x="752065" y="123264"/>
                  <a:pt x="752124" y="118405"/>
                </a:cubicBezTo>
                <a:cubicBezTo>
                  <a:pt x="752124" y="115382"/>
                  <a:pt x="747946" y="112034"/>
                  <a:pt x="739590" y="108360"/>
                </a:cubicBezTo>
                <a:cubicBezTo>
                  <a:pt x="727382" y="102967"/>
                  <a:pt x="719560" y="99085"/>
                  <a:pt x="716123" y="96715"/>
                </a:cubicBezTo>
                <a:cubicBezTo>
                  <a:pt x="707767" y="90848"/>
                  <a:pt x="703589" y="83698"/>
                  <a:pt x="703589" y="75264"/>
                </a:cubicBezTo>
                <a:cubicBezTo>
                  <a:pt x="703589" y="63327"/>
                  <a:pt x="709900" y="55279"/>
                  <a:pt x="722523" y="51121"/>
                </a:cubicBezTo>
                <a:cubicBezTo>
                  <a:pt x="729930" y="48686"/>
                  <a:pt x="741190" y="47469"/>
                  <a:pt x="756302" y="47469"/>
                </a:cubicBezTo>
                <a:cubicBezTo>
                  <a:pt x="762228" y="47469"/>
                  <a:pt x="766613" y="48241"/>
                  <a:pt x="769458" y="49785"/>
                </a:cubicBezTo>
                <a:cubicBezTo>
                  <a:pt x="773369" y="51867"/>
                  <a:pt x="775325" y="55701"/>
                  <a:pt x="775325" y="61289"/>
                </a:cubicBezTo>
                <a:cubicBezTo>
                  <a:pt x="775325" y="71987"/>
                  <a:pt x="772451" y="77336"/>
                  <a:pt x="766702" y="77336"/>
                </a:cubicBezTo>
                <a:close/>
                <a:moveTo>
                  <a:pt x="855971" y="77336"/>
                </a:moveTo>
                <a:cubicBezTo>
                  <a:pt x="850104" y="77336"/>
                  <a:pt x="846578" y="74877"/>
                  <a:pt x="845392" y="69958"/>
                </a:cubicBezTo>
                <a:cubicBezTo>
                  <a:pt x="843022" y="69543"/>
                  <a:pt x="840592" y="69336"/>
                  <a:pt x="838103" y="69336"/>
                </a:cubicBezTo>
                <a:cubicBezTo>
                  <a:pt x="823821" y="69336"/>
                  <a:pt x="816680" y="71292"/>
                  <a:pt x="816680" y="75203"/>
                </a:cubicBezTo>
                <a:cubicBezTo>
                  <a:pt x="816680" y="77514"/>
                  <a:pt x="820977" y="80625"/>
                  <a:pt x="829570" y="84537"/>
                </a:cubicBezTo>
                <a:cubicBezTo>
                  <a:pt x="841303" y="89929"/>
                  <a:pt x="849244" y="94137"/>
                  <a:pt x="853393" y="97159"/>
                </a:cubicBezTo>
                <a:cubicBezTo>
                  <a:pt x="861986" y="103382"/>
                  <a:pt x="866282" y="110404"/>
                  <a:pt x="866282" y="118227"/>
                </a:cubicBezTo>
                <a:cubicBezTo>
                  <a:pt x="866282" y="128420"/>
                  <a:pt x="861541" y="136154"/>
                  <a:pt x="852059" y="141428"/>
                </a:cubicBezTo>
                <a:cubicBezTo>
                  <a:pt x="844415" y="145635"/>
                  <a:pt x="835022" y="147739"/>
                  <a:pt x="823880" y="147739"/>
                </a:cubicBezTo>
                <a:cubicBezTo>
                  <a:pt x="815999" y="147739"/>
                  <a:pt x="808798" y="146524"/>
                  <a:pt x="802280" y="144095"/>
                </a:cubicBezTo>
                <a:cubicBezTo>
                  <a:pt x="793390" y="140776"/>
                  <a:pt x="788946" y="135887"/>
                  <a:pt x="788946" y="129427"/>
                </a:cubicBezTo>
                <a:cubicBezTo>
                  <a:pt x="788946" y="123501"/>
                  <a:pt x="792472" y="120538"/>
                  <a:pt x="799524" y="120538"/>
                </a:cubicBezTo>
                <a:cubicBezTo>
                  <a:pt x="802250" y="120538"/>
                  <a:pt x="806191" y="121397"/>
                  <a:pt x="811347" y="123116"/>
                </a:cubicBezTo>
                <a:cubicBezTo>
                  <a:pt x="816502" y="124835"/>
                  <a:pt x="820473" y="125694"/>
                  <a:pt x="823258" y="125694"/>
                </a:cubicBezTo>
                <a:cubicBezTo>
                  <a:pt x="835288" y="125694"/>
                  <a:pt x="841333" y="123264"/>
                  <a:pt x="841392" y="118405"/>
                </a:cubicBezTo>
                <a:cubicBezTo>
                  <a:pt x="841392" y="115382"/>
                  <a:pt x="837214" y="112034"/>
                  <a:pt x="828858" y="108360"/>
                </a:cubicBezTo>
                <a:cubicBezTo>
                  <a:pt x="816651" y="102967"/>
                  <a:pt x="808828" y="99085"/>
                  <a:pt x="805391" y="96715"/>
                </a:cubicBezTo>
                <a:cubicBezTo>
                  <a:pt x="797035" y="90848"/>
                  <a:pt x="792857" y="83698"/>
                  <a:pt x="792857" y="75264"/>
                </a:cubicBezTo>
                <a:cubicBezTo>
                  <a:pt x="792857" y="63327"/>
                  <a:pt x="799168" y="55279"/>
                  <a:pt x="811791" y="51121"/>
                </a:cubicBezTo>
                <a:cubicBezTo>
                  <a:pt x="819199" y="48686"/>
                  <a:pt x="830458" y="47469"/>
                  <a:pt x="845570" y="47469"/>
                </a:cubicBezTo>
                <a:cubicBezTo>
                  <a:pt x="851496" y="47469"/>
                  <a:pt x="855882" y="48241"/>
                  <a:pt x="858726" y="49785"/>
                </a:cubicBezTo>
                <a:cubicBezTo>
                  <a:pt x="862638" y="51867"/>
                  <a:pt x="864593" y="55701"/>
                  <a:pt x="864593" y="61289"/>
                </a:cubicBezTo>
                <a:cubicBezTo>
                  <a:pt x="864593" y="71987"/>
                  <a:pt x="861719" y="77336"/>
                  <a:pt x="855971" y="77336"/>
                </a:cubicBezTo>
                <a:close/>
              </a:path>
            </a:pathLst>
          </a:custGeom>
          <a:solidFill xmlns:a="http://schemas.openxmlformats.org/drawingml/2006/main">
            <a:srgbClr val="000000"/>
          </a:solidFill>
          <a:ln xmlns:a="http://schemas.openxmlformats.org/drawingml/2006/main" w="0" cap="flat">
            <a:noFill/>
            <a:miter/>
          </a:ln>
        </p:spPr>
      </p:sp>
      <p:sp>
        <p:nvSpPr>
          <p:cNvPr id="815" name="R13|642">
            <a:extLst xmlns:a="http://schemas.openxmlformats.org/drawingml/2006/main">
              <a:ext uri="{FF2B5EF4-FFF2-40B4-BE49-F238E27FC236}">
                <a16:creationId xmlns:a16="http://schemas.microsoft.com/office/drawing/2014/main" id="{7352F1A3-7A7B-48F8-8788-BFB0C5B1B19A}"/>
              </a:ext>
            </a:extLst>
          </p:cNvPr>
          <p:cNvSpPr>
            <a:spLocks xmlns:a="http://schemas.openxmlformats.org/drawingml/2006/main" noGrp="1"/>
          </p:cNvSpPr>
          <p:nvPr/>
        </p:nvSpPr>
        <p:spPr>
          <a:xfrm xmlns:a="http://schemas.openxmlformats.org/drawingml/2006/main">
            <a:off x="5544224" y="5284678"/>
            <a:ext cx="134974" cy="131154"/>
          </a:xfrm>
          <a:prstGeom xmlns:a="http://schemas.openxmlformats.org/drawingml/2006/main" prst="rect">
            <a:avLst/>
          </a:prstGeom>
          <a:solidFill xmlns:a="http://schemas.openxmlformats.org/drawingml/2006/main">
            <a:srgbClr val="CD7069"/>
          </a:solidFill>
          <a:ln xmlns:a="http://schemas.openxmlformats.org/drawingml/2006/main" w="6934">
            <a:solidFill>
              <a:srgbClr val="212121"/>
            </a:solidFill>
          </a:ln>
        </p:spPr>
      </p:sp>
      <p:sp>
        <p:nvSpPr>
          <p:cNvPr id="816" name="R13|643">
            <a:extLst xmlns:a="http://schemas.openxmlformats.org/drawingml/2006/main">
              <a:ext uri="{FF2B5EF4-FFF2-40B4-BE49-F238E27FC236}">
                <a16:creationId xmlns:a16="http://schemas.microsoft.com/office/drawing/2014/main" id="{4B7038BE-30BA-412C-BC71-6EAB6FE2AE34}"/>
              </a:ext>
            </a:extLst>
          </p:cNvPr>
          <p:cNvSpPr>
            <a:spLocks xmlns:a="http://schemas.openxmlformats.org/drawingml/2006/main" noGrp="1"/>
          </p:cNvSpPr>
          <p:nvPr/>
        </p:nvSpPr>
        <p:spPr>
          <a:xfrm xmlns:a="http://schemas.openxmlformats.org/drawingml/2006/main">
            <a:off x="5679198" y="5284678"/>
            <a:ext cx="134974" cy="131154"/>
          </a:xfrm>
          <a:prstGeom xmlns:a="http://schemas.openxmlformats.org/drawingml/2006/main" prst="rect">
            <a:avLst/>
          </a:prstGeom>
          <a:solidFill xmlns:a="http://schemas.openxmlformats.org/drawingml/2006/main">
            <a:srgbClr val="FFA851"/>
          </a:solidFill>
          <a:ln xmlns:a="http://schemas.openxmlformats.org/drawingml/2006/main" w="6934">
            <a:solidFill>
              <a:srgbClr val="212121"/>
            </a:solidFill>
          </a:ln>
        </p:spPr>
      </p:sp>
      <p:sp>
        <p:nvSpPr>
          <p:cNvPr id="817" name="R13|644">
            <a:extLst xmlns:a="http://schemas.openxmlformats.org/drawingml/2006/main">
              <a:ext uri="{FF2B5EF4-FFF2-40B4-BE49-F238E27FC236}">
                <a16:creationId xmlns:a16="http://schemas.microsoft.com/office/drawing/2014/main" id="{42FC30F5-1769-4A77-B7DC-617EBA7325F1}"/>
              </a:ext>
            </a:extLst>
          </p:cNvPr>
          <p:cNvSpPr>
            <a:spLocks xmlns:a="http://schemas.openxmlformats.org/drawingml/2006/main" noGrp="1"/>
          </p:cNvSpPr>
          <p:nvPr/>
        </p:nvSpPr>
        <p:spPr>
          <a:xfrm xmlns:a="http://schemas.openxmlformats.org/drawingml/2006/main">
            <a:off x="5814173" y="5284678"/>
            <a:ext cx="134974" cy="131154"/>
          </a:xfrm>
          <a:prstGeom xmlns:a="http://schemas.openxmlformats.org/drawingml/2006/main" prst="rect">
            <a:avLst/>
          </a:prstGeom>
          <a:solidFill xmlns:a="http://schemas.openxmlformats.org/drawingml/2006/main">
            <a:srgbClr val="FEA851"/>
          </a:solidFill>
          <a:ln xmlns:a="http://schemas.openxmlformats.org/drawingml/2006/main" w="6934">
            <a:solidFill>
              <a:srgbClr val="212121"/>
            </a:solidFill>
          </a:ln>
        </p:spPr>
      </p:sp>
      <p:sp>
        <p:nvSpPr>
          <p:cNvPr id="818" name="R13|645">
            <a:extLst xmlns:a="http://schemas.openxmlformats.org/drawingml/2006/main">
              <a:ext uri="{FF2B5EF4-FFF2-40B4-BE49-F238E27FC236}">
                <a16:creationId xmlns:a16="http://schemas.microsoft.com/office/drawing/2014/main" id="{81837F86-27E3-476C-AD97-F85C9A8E1757}"/>
              </a:ext>
            </a:extLst>
          </p:cNvPr>
          <p:cNvSpPr>
            <a:spLocks xmlns:a="http://schemas.openxmlformats.org/drawingml/2006/main" noGrp="1"/>
          </p:cNvSpPr>
          <p:nvPr/>
        </p:nvSpPr>
        <p:spPr>
          <a:xfrm xmlns:a="http://schemas.openxmlformats.org/drawingml/2006/main">
            <a:off x="5949147" y="5284678"/>
            <a:ext cx="134974" cy="131154"/>
          </a:xfrm>
          <a:prstGeom xmlns:a="http://schemas.openxmlformats.org/drawingml/2006/main" prst="rect">
            <a:avLst/>
          </a:prstGeom>
          <a:solidFill xmlns:a="http://schemas.openxmlformats.org/drawingml/2006/main">
            <a:srgbClr val="D4F4F3"/>
          </a:solidFill>
          <a:ln xmlns:a="http://schemas.openxmlformats.org/drawingml/2006/main" w="6934">
            <a:solidFill>
              <a:srgbClr val="212121"/>
            </a:solidFill>
          </a:ln>
        </p:spPr>
      </p:sp>
      <p:sp>
        <p:nvSpPr>
          <p:cNvPr id="819" name="R13|646">
            <a:extLst xmlns:a="http://schemas.openxmlformats.org/drawingml/2006/main">
              <a:ext uri="{FF2B5EF4-FFF2-40B4-BE49-F238E27FC236}">
                <a16:creationId xmlns:a16="http://schemas.microsoft.com/office/drawing/2014/main" id="{3321AC89-0285-407E-8902-D5BACE1C14FD}"/>
              </a:ext>
            </a:extLst>
          </p:cNvPr>
          <p:cNvSpPr>
            <a:spLocks xmlns:a="http://schemas.openxmlformats.org/drawingml/2006/main" noGrp="1"/>
          </p:cNvSpPr>
          <p:nvPr/>
        </p:nvSpPr>
        <p:spPr>
          <a:xfrm xmlns:a="http://schemas.openxmlformats.org/drawingml/2006/main">
            <a:off x="6084122" y="5284678"/>
            <a:ext cx="134974" cy="131154"/>
          </a:xfrm>
          <a:prstGeom xmlns:a="http://schemas.openxmlformats.org/drawingml/2006/main" prst="rect">
            <a:avLst/>
          </a:prstGeom>
          <a:solidFill xmlns:a="http://schemas.openxmlformats.org/drawingml/2006/main">
            <a:srgbClr val="96B0C9"/>
          </a:solidFill>
          <a:ln xmlns:a="http://schemas.openxmlformats.org/drawingml/2006/main" w="6934">
            <a:solidFill>
              <a:srgbClr val="212121"/>
            </a:solidFill>
          </a:ln>
        </p:spPr>
      </p:sp>
      <p:sp>
        <p:nvSpPr>
          <p:cNvPr id="820" name="R13|647">
            <a:extLst xmlns:a="http://schemas.openxmlformats.org/drawingml/2006/main">
              <a:ext uri="{FF2B5EF4-FFF2-40B4-BE49-F238E27FC236}">
                <a16:creationId xmlns:a16="http://schemas.microsoft.com/office/drawing/2014/main" id="{866AD8AD-7A4E-4686-91F7-ADA45522215E}"/>
              </a:ext>
            </a:extLst>
          </p:cNvPr>
          <p:cNvSpPr>
            <a:spLocks xmlns:a="http://schemas.openxmlformats.org/drawingml/2006/main" noGrp="1"/>
          </p:cNvSpPr>
          <p:nvPr/>
        </p:nvSpPr>
        <p:spPr>
          <a:xfrm xmlns:a="http://schemas.openxmlformats.org/drawingml/2006/main">
            <a:off x="5544224" y="5415833"/>
            <a:ext cx="134974" cy="131154"/>
          </a:xfrm>
          <a:prstGeom xmlns:a="http://schemas.openxmlformats.org/drawingml/2006/main" prst="rect">
            <a:avLst/>
          </a:prstGeom>
          <a:solidFill xmlns:a="http://schemas.openxmlformats.org/drawingml/2006/main">
            <a:srgbClr val="3F8ABF"/>
          </a:solidFill>
          <a:ln xmlns:a="http://schemas.openxmlformats.org/drawingml/2006/main" w="6934">
            <a:solidFill>
              <a:srgbClr val="212121"/>
            </a:solidFill>
          </a:ln>
        </p:spPr>
      </p:sp>
      <p:sp>
        <p:nvSpPr>
          <p:cNvPr id="821" name="R13|648">
            <a:extLst xmlns:a="http://schemas.openxmlformats.org/drawingml/2006/main">
              <a:ext uri="{FF2B5EF4-FFF2-40B4-BE49-F238E27FC236}">
                <a16:creationId xmlns:a16="http://schemas.microsoft.com/office/drawing/2014/main" id="{AA74D82A-46F8-40FA-AA83-09966324FFEC}"/>
              </a:ext>
            </a:extLst>
          </p:cNvPr>
          <p:cNvSpPr>
            <a:spLocks xmlns:a="http://schemas.openxmlformats.org/drawingml/2006/main" noGrp="1"/>
          </p:cNvSpPr>
          <p:nvPr/>
        </p:nvSpPr>
        <p:spPr>
          <a:xfrm xmlns:a="http://schemas.openxmlformats.org/drawingml/2006/main">
            <a:off x="5679198" y="5415833"/>
            <a:ext cx="134974" cy="131154"/>
          </a:xfrm>
          <a:prstGeom xmlns:a="http://schemas.openxmlformats.org/drawingml/2006/main" prst="rect">
            <a:avLst/>
          </a:prstGeom>
          <a:solidFill xmlns:a="http://schemas.openxmlformats.org/drawingml/2006/main">
            <a:srgbClr val="CC7068"/>
          </a:solidFill>
          <a:ln xmlns:a="http://schemas.openxmlformats.org/drawingml/2006/main" w="6934">
            <a:solidFill>
              <a:srgbClr val="212121"/>
            </a:solidFill>
          </a:ln>
        </p:spPr>
      </p:sp>
      <p:sp>
        <p:nvSpPr>
          <p:cNvPr id="822" name="R13|649">
            <a:extLst xmlns:a="http://schemas.openxmlformats.org/drawingml/2006/main">
              <a:ext uri="{FF2B5EF4-FFF2-40B4-BE49-F238E27FC236}">
                <a16:creationId xmlns:a16="http://schemas.microsoft.com/office/drawing/2014/main" id="{F3AF7831-E643-4428-A9F0-1BE804C952D9}"/>
              </a:ext>
            </a:extLst>
          </p:cNvPr>
          <p:cNvSpPr>
            <a:spLocks xmlns:a="http://schemas.openxmlformats.org/drawingml/2006/main" noGrp="1"/>
          </p:cNvSpPr>
          <p:nvPr/>
        </p:nvSpPr>
        <p:spPr>
          <a:xfrm xmlns:a="http://schemas.openxmlformats.org/drawingml/2006/main">
            <a:off x="5814173" y="5415833"/>
            <a:ext cx="134974" cy="131154"/>
          </a:xfrm>
          <a:prstGeom xmlns:a="http://schemas.openxmlformats.org/drawingml/2006/main" prst="rect">
            <a:avLst/>
          </a:prstGeom>
          <a:solidFill xmlns:a="http://schemas.openxmlformats.org/drawingml/2006/main">
            <a:srgbClr val="97AEC7"/>
          </a:solidFill>
          <a:ln xmlns:a="http://schemas.openxmlformats.org/drawingml/2006/main" w="6934">
            <a:solidFill>
              <a:srgbClr val="212121"/>
            </a:solidFill>
          </a:ln>
        </p:spPr>
      </p:sp>
      <p:sp>
        <p:nvSpPr>
          <p:cNvPr id="823" name="R13|650">
            <a:extLst xmlns:a="http://schemas.openxmlformats.org/drawingml/2006/main">
              <a:ext uri="{FF2B5EF4-FFF2-40B4-BE49-F238E27FC236}">
                <a16:creationId xmlns:a16="http://schemas.microsoft.com/office/drawing/2014/main" id="{336B6AB2-4F8E-4194-ACD5-9F34B318DFD1}"/>
              </a:ext>
            </a:extLst>
          </p:cNvPr>
          <p:cNvSpPr>
            <a:spLocks xmlns:a="http://schemas.openxmlformats.org/drawingml/2006/main" noGrp="1"/>
          </p:cNvSpPr>
          <p:nvPr/>
        </p:nvSpPr>
        <p:spPr>
          <a:xfrm xmlns:a="http://schemas.openxmlformats.org/drawingml/2006/main">
            <a:off x="5949147" y="5415833"/>
            <a:ext cx="134974" cy="131154"/>
          </a:xfrm>
          <a:prstGeom xmlns:a="http://schemas.openxmlformats.org/drawingml/2006/main" prst="rect">
            <a:avLst/>
          </a:prstGeom>
          <a:solidFill xmlns:a="http://schemas.openxmlformats.org/drawingml/2006/main">
            <a:srgbClr val="95B0CB"/>
          </a:solidFill>
          <a:ln xmlns:a="http://schemas.openxmlformats.org/drawingml/2006/main" w="6934">
            <a:solidFill>
              <a:srgbClr val="212121"/>
            </a:solidFill>
          </a:ln>
        </p:spPr>
      </p:sp>
      <p:sp>
        <p:nvSpPr>
          <p:cNvPr id="824" name="R13|651">
            <a:extLst xmlns:a="http://schemas.openxmlformats.org/drawingml/2006/main">
              <a:ext uri="{FF2B5EF4-FFF2-40B4-BE49-F238E27FC236}">
                <a16:creationId xmlns:a16="http://schemas.microsoft.com/office/drawing/2014/main" id="{98EDF046-6479-4FA0-A20C-09E5A6900779}"/>
              </a:ext>
            </a:extLst>
          </p:cNvPr>
          <p:cNvSpPr>
            <a:spLocks xmlns:a="http://schemas.openxmlformats.org/drawingml/2006/main" noGrp="1"/>
          </p:cNvSpPr>
          <p:nvPr/>
        </p:nvSpPr>
        <p:spPr>
          <a:xfrm xmlns:a="http://schemas.openxmlformats.org/drawingml/2006/main">
            <a:off x="6084122" y="5415833"/>
            <a:ext cx="134974" cy="131154"/>
          </a:xfrm>
          <a:prstGeom xmlns:a="http://schemas.openxmlformats.org/drawingml/2006/main" prst="rect">
            <a:avLst/>
          </a:prstGeom>
          <a:solidFill xmlns:a="http://schemas.openxmlformats.org/drawingml/2006/main">
            <a:srgbClr val="D4F3F3"/>
          </a:solidFill>
          <a:ln xmlns:a="http://schemas.openxmlformats.org/drawingml/2006/main" w="6934">
            <a:solidFill>
              <a:srgbClr val="212121"/>
            </a:solidFill>
          </a:ln>
        </p:spPr>
      </p:sp>
      <p:sp>
        <p:nvSpPr>
          <p:cNvPr id="825" name="R13|652">
            <a:extLst xmlns:a="http://schemas.openxmlformats.org/drawingml/2006/main">
              <a:ext uri="{FF2B5EF4-FFF2-40B4-BE49-F238E27FC236}">
                <a16:creationId xmlns:a16="http://schemas.microsoft.com/office/drawing/2014/main" id="{C0B62F7A-D480-410C-B3A3-07CB81B76956}"/>
              </a:ext>
            </a:extLst>
          </p:cNvPr>
          <p:cNvSpPr>
            <a:spLocks xmlns:a="http://schemas.openxmlformats.org/drawingml/2006/main" noGrp="1"/>
          </p:cNvSpPr>
          <p:nvPr/>
        </p:nvSpPr>
        <p:spPr>
          <a:xfrm xmlns:a="http://schemas.openxmlformats.org/drawingml/2006/main">
            <a:off x="5544224" y="5546987"/>
            <a:ext cx="134974" cy="131154"/>
          </a:xfrm>
          <a:prstGeom xmlns:a="http://schemas.openxmlformats.org/drawingml/2006/main" prst="rect">
            <a:avLst/>
          </a:prstGeom>
          <a:solidFill xmlns:a="http://schemas.openxmlformats.org/drawingml/2006/main">
            <a:srgbClr val="FFF1CA"/>
          </a:solidFill>
          <a:ln xmlns:a="http://schemas.openxmlformats.org/drawingml/2006/main" w="6934">
            <a:solidFill>
              <a:srgbClr val="212121"/>
            </a:solidFill>
          </a:ln>
        </p:spPr>
      </p:sp>
      <p:sp>
        <p:nvSpPr>
          <p:cNvPr id="826" name="R13|653">
            <a:extLst xmlns:a="http://schemas.openxmlformats.org/drawingml/2006/main">
              <a:ext uri="{FF2B5EF4-FFF2-40B4-BE49-F238E27FC236}">
                <a16:creationId xmlns:a16="http://schemas.microsoft.com/office/drawing/2014/main" id="{327C78B8-8525-42D5-BFCA-3F2EDA166464}"/>
              </a:ext>
            </a:extLst>
          </p:cNvPr>
          <p:cNvSpPr>
            <a:spLocks xmlns:a="http://schemas.openxmlformats.org/drawingml/2006/main" noGrp="1"/>
          </p:cNvSpPr>
          <p:nvPr/>
        </p:nvSpPr>
        <p:spPr>
          <a:xfrm xmlns:a="http://schemas.openxmlformats.org/drawingml/2006/main">
            <a:off x="5679198" y="5546987"/>
            <a:ext cx="134974" cy="131154"/>
          </a:xfrm>
          <a:prstGeom xmlns:a="http://schemas.openxmlformats.org/drawingml/2006/main" prst="rect">
            <a:avLst/>
          </a:prstGeom>
          <a:solidFill xmlns:a="http://schemas.openxmlformats.org/drawingml/2006/main">
            <a:srgbClr val="98C0A5"/>
          </a:solidFill>
          <a:ln xmlns:a="http://schemas.openxmlformats.org/drawingml/2006/main" w="6934">
            <a:solidFill>
              <a:srgbClr val="212121"/>
            </a:solidFill>
          </a:ln>
        </p:spPr>
      </p:sp>
      <p:sp>
        <p:nvSpPr>
          <p:cNvPr id="827" name="R13|654">
            <a:extLst xmlns:a="http://schemas.openxmlformats.org/drawingml/2006/main">
              <a:ext uri="{FF2B5EF4-FFF2-40B4-BE49-F238E27FC236}">
                <a16:creationId xmlns:a16="http://schemas.microsoft.com/office/drawing/2014/main" id="{DB1AA714-6125-4A80-B028-0E3EAE21C03B}"/>
              </a:ext>
            </a:extLst>
          </p:cNvPr>
          <p:cNvSpPr>
            <a:spLocks xmlns:a="http://schemas.openxmlformats.org/drawingml/2006/main" noGrp="1"/>
          </p:cNvSpPr>
          <p:nvPr/>
        </p:nvSpPr>
        <p:spPr>
          <a:xfrm xmlns:a="http://schemas.openxmlformats.org/drawingml/2006/main">
            <a:off x="5814173" y="5546987"/>
            <a:ext cx="134974" cy="131154"/>
          </a:xfrm>
          <a:prstGeom xmlns:a="http://schemas.openxmlformats.org/drawingml/2006/main" prst="rect">
            <a:avLst/>
          </a:prstGeom>
          <a:solidFill xmlns:a="http://schemas.openxmlformats.org/drawingml/2006/main">
            <a:srgbClr val="ACD78E"/>
          </a:solidFill>
          <a:ln xmlns:a="http://schemas.openxmlformats.org/drawingml/2006/main" w="6934">
            <a:solidFill>
              <a:srgbClr val="212121"/>
            </a:solidFill>
          </a:ln>
        </p:spPr>
      </p:sp>
      <p:sp>
        <p:nvSpPr>
          <p:cNvPr id="828" name="R13|655">
            <a:extLst xmlns:a="http://schemas.openxmlformats.org/drawingml/2006/main">
              <a:ext uri="{FF2B5EF4-FFF2-40B4-BE49-F238E27FC236}">
                <a16:creationId xmlns:a16="http://schemas.microsoft.com/office/drawing/2014/main" id="{D46861A1-DAB3-4BAC-9820-32FADB6C78C6}"/>
              </a:ext>
            </a:extLst>
          </p:cNvPr>
          <p:cNvSpPr>
            <a:spLocks xmlns:a="http://schemas.openxmlformats.org/drawingml/2006/main" noGrp="1"/>
          </p:cNvSpPr>
          <p:nvPr/>
        </p:nvSpPr>
        <p:spPr>
          <a:xfrm xmlns:a="http://schemas.openxmlformats.org/drawingml/2006/main">
            <a:off x="5949147" y="5546987"/>
            <a:ext cx="134974" cy="131154"/>
          </a:xfrm>
          <a:prstGeom xmlns:a="http://schemas.openxmlformats.org/drawingml/2006/main" prst="rect">
            <a:avLst/>
          </a:prstGeom>
          <a:solidFill xmlns:a="http://schemas.openxmlformats.org/drawingml/2006/main">
            <a:srgbClr val="FFE694"/>
          </a:solidFill>
          <a:ln xmlns:a="http://schemas.openxmlformats.org/drawingml/2006/main" w="6934">
            <a:solidFill>
              <a:srgbClr val="212121"/>
            </a:solidFill>
          </a:ln>
        </p:spPr>
      </p:sp>
      <p:sp>
        <p:nvSpPr>
          <p:cNvPr id="829" name="R13|656">
            <a:extLst xmlns:a="http://schemas.openxmlformats.org/drawingml/2006/main">
              <a:ext uri="{FF2B5EF4-FFF2-40B4-BE49-F238E27FC236}">
                <a16:creationId xmlns:a16="http://schemas.microsoft.com/office/drawing/2014/main" id="{398D37E8-A5DF-4929-8E23-F58FC565BA37}"/>
              </a:ext>
            </a:extLst>
          </p:cNvPr>
          <p:cNvSpPr>
            <a:spLocks xmlns:a="http://schemas.openxmlformats.org/drawingml/2006/main" noGrp="1"/>
          </p:cNvSpPr>
          <p:nvPr/>
        </p:nvSpPr>
        <p:spPr>
          <a:xfrm xmlns:a="http://schemas.openxmlformats.org/drawingml/2006/main">
            <a:off x="6084122" y="5546987"/>
            <a:ext cx="134974" cy="131154"/>
          </a:xfrm>
          <a:prstGeom xmlns:a="http://schemas.openxmlformats.org/drawingml/2006/main" prst="rect">
            <a:avLst/>
          </a:prstGeom>
          <a:solidFill xmlns:a="http://schemas.openxmlformats.org/drawingml/2006/main">
            <a:srgbClr val="91ACE3"/>
          </a:solidFill>
          <a:ln xmlns:a="http://schemas.openxmlformats.org/drawingml/2006/main" w="6934">
            <a:solidFill>
              <a:srgbClr val="212121"/>
            </a:solidFill>
          </a:ln>
        </p:spPr>
      </p:sp>
      <p:sp>
        <p:nvSpPr>
          <p:cNvPr id="830" name="R13|657">
            <a:extLst xmlns:a="http://schemas.openxmlformats.org/drawingml/2006/main">
              <a:ext uri="{FF2B5EF4-FFF2-40B4-BE49-F238E27FC236}">
                <a16:creationId xmlns:a16="http://schemas.microsoft.com/office/drawing/2014/main" id="{E6AAA61F-3FDA-47EC-BDAC-543BDA171657}"/>
              </a:ext>
            </a:extLst>
          </p:cNvPr>
          <p:cNvSpPr>
            <a:spLocks xmlns:a="http://schemas.openxmlformats.org/drawingml/2006/main" noGrp="1"/>
          </p:cNvSpPr>
          <p:nvPr/>
        </p:nvSpPr>
        <p:spPr>
          <a:xfrm xmlns:a="http://schemas.openxmlformats.org/drawingml/2006/main">
            <a:off x="5544224" y="5678141"/>
            <a:ext cx="134974" cy="131154"/>
          </a:xfrm>
          <a:prstGeom xmlns:a="http://schemas.openxmlformats.org/drawingml/2006/main" prst="rect">
            <a:avLst/>
          </a:prstGeom>
          <a:solidFill xmlns:a="http://schemas.openxmlformats.org/drawingml/2006/main">
            <a:srgbClr val="F8CDAB"/>
          </a:solidFill>
          <a:ln xmlns:a="http://schemas.openxmlformats.org/drawingml/2006/main" w="6934">
            <a:solidFill>
              <a:srgbClr val="212121"/>
            </a:solidFill>
          </a:ln>
        </p:spPr>
      </p:sp>
      <p:sp>
        <p:nvSpPr>
          <p:cNvPr id="831" name="R13|658">
            <a:extLst xmlns:a="http://schemas.openxmlformats.org/drawingml/2006/main">
              <a:ext uri="{FF2B5EF4-FFF2-40B4-BE49-F238E27FC236}">
                <a16:creationId xmlns:a16="http://schemas.microsoft.com/office/drawing/2014/main" id="{2B3A8F57-6B85-46F5-B3F8-CE2555227E5F}"/>
              </a:ext>
            </a:extLst>
          </p:cNvPr>
          <p:cNvSpPr>
            <a:spLocks xmlns:a="http://schemas.openxmlformats.org/drawingml/2006/main" noGrp="1"/>
          </p:cNvSpPr>
          <p:nvPr/>
        </p:nvSpPr>
        <p:spPr>
          <a:xfrm xmlns:a="http://schemas.openxmlformats.org/drawingml/2006/main">
            <a:off x="5679198" y="5678141"/>
            <a:ext cx="134974" cy="131154"/>
          </a:xfrm>
          <a:prstGeom xmlns:a="http://schemas.openxmlformats.org/drawingml/2006/main" prst="rect">
            <a:avLst/>
          </a:prstGeom>
          <a:solidFill xmlns:a="http://schemas.openxmlformats.org/drawingml/2006/main">
            <a:srgbClr val="FFF1CA"/>
          </a:solidFill>
          <a:ln xmlns:a="http://schemas.openxmlformats.org/drawingml/2006/main" w="6934">
            <a:solidFill>
              <a:srgbClr val="212121"/>
            </a:solidFill>
          </a:ln>
        </p:spPr>
      </p:sp>
      <p:sp>
        <p:nvSpPr>
          <p:cNvPr id="832" name="R13|659">
            <a:extLst xmlns:a="http://schemas.openxmlformats.org/drawingml/2006/main">
              <a:ext uri="{FF2B5EF4-FFF2-40B4-BE49-F238E27FC236}">
                <a16:creationId xmlns:a16="http://schemas.microsoft.com/office/drawing/2014/main" id="{6212A500-FBF1-466B-9C08-86B7761E386E}"/>
              </a:ext>
            </a:extLst>
          </p:cNvPr>
          <p:cNvSpPr>
            <a:spLocks xmlns:a="http://schemas.openxmlformats.org/drawingml/2006/main" noGrp="1"/>
          </p:cNvSpPr>
          <p:nvPr/>
        </p:nvSpPr>
        <p:spPr>
          <a:xfrm xmlns:a="http://schemas.openxmlformats.org/drawingml/2006/main">
            <a:off x="5814173" y="5678141"/>
            <a:ext cx="134974" cy="131154"/>
          </a:xfrm>
          <a:prstGeom xmlns:a="http://schemas.openxmlformats.org/drawingml/2006/main" prst="rect">
            <a:avLst/>
          </a:prstGeom>
          <a:solidFill xmlns:a="http://schemas.openxmlformats.org/drawingml/2006/main">
            <a:srgbClr val="4588C0"/>
          </a:solidFill>
          <a:ln xmlns:a="http://schemas.openxmlformats.org/drawingml/2006/main" w="6934">
            <a:solidFill>
              <a:srgbClr val="212121"/>
            </a:solidFill>
          </a:ln>
        </p:spPr>
      </p:sp>
      <p:sp>
        <p:nvSpPr>
          <p:cNvPr id="833" name="R13|660">
            <a:extLst xmlns:a="http://schemas.openxmlformats.org/drawingml/2006/main">
              <a:ext uri="{FF2B5EF4-FFF2-40B4-BE49-F238E27FC236}">
                <a16:creationId xmlns:a16="http://schemas.microsoft.com/office/drawing/2014/main" id="{37602212-2973-4B37-96C0-102FCAA8CB24}"/>
              </a:ext>
            </a:extLst>
          </p:cNvPr>
          <p:cNvSpPr>
            <a:spLocks xmlns:a="http://schemas.openxmlformats.org/drawingml/2006/main" noGrp="1"/>
          </p:cNvSpPr>
          <p:nvPr/>
        </p:nvSpPr>
        <p:spPr>
          <a:xfrm xmlns:a="http://schemas.openxmlformats.org/drawingml/2006/main">
            <a:off x="5949147" y="5678141"/>
            <a:ext cx="134974" cy="131154"/>
          </a:xfrm>
          <a:prstGeom xmlns:a="http://schemas.openxmlformats.org/drawingml/2006/main" prst="rect">
            <a:avLst/>
          </a:prstGeom>
          <a:solidFill xmlns:a="http://schemas.openxmlformats.org/drawingml/2006/main">
            <a:srgbClr val="EF939E"/>
          </a:solidFill>
          <a:ln xmlns:a="http://schemas.openxmlformats.org/drawingml/2006/main" w="6934">
            <a:solidFill>
              <a:srgbClr val="212121"/>
            </a:solidFill>
          </a:ln>
        </p:spPr>
      </p:sp>
      <p:sp>
        <p:nvSpPr>
          <p:cNvPr id="834" name="R13|661">
            <a:extLst xmlns:a="http://schemas.openxmlformats.org/drawingml/2006/main">
              <a:ext uri="{FF2B5EF4-FFF2-40B4-BE49-F238E27FC236}">
                <a16:creationId xmlns:a16="http://schemas.microsoft.com/office/drawing/2014/main" id="{B93A3A14-8846-4C67-A9E2-41DEF267F4ED}"/>
              </a:ext>
            </a:extLst>
          </p:cNvPr>
          <p:cNvSpPr>
            <a:spLocks xmlns:a="http://schemas.openxmlformats.org/drawingml/2006/main" noGrp="1"/>
          </p:cNvSpPr>
          <p:nvPr/>
        </p:nvSpPr>
        <p:spPr>
          <a:xfrm xmlns:a="http://schemas.openxmlformats.org/drawingml/2006/main">
            <a:off x="6084122" y="5678141"/>
            <a:ext cx="134974" cy="131154"/>
          </a:xfrm>
          <a:prstGeom xmlns:a="http://schemas.openxmlformats.org/drawingml/2006/main" prst="rect">
            <a:avLst/>
          </a:prstGeom>
          <a:solidFill xmlns:a="http://schemas.openxmlformats.org/drawingml/2006/main">
            <a:srgbClr val="D4F4F3"/>
          </a:solidFill>
          <a:ln xmlns:a="http://schemas.openxmlformats.org/drawingml/2006/main" w="6934">
            <a:solidFill>
              <a:srgbClr val="212121"/>
            </a:solidFill>
          </a:ln>
        </p:spPr>
      </p:sp>
      <p:sp>
        <p:nvSpPr>
          <p:cNvPr id="835" name="R13|662">
            <a:extLst xmlns:a="http://schemas.openxmlformats.org/drawingml/2006/main">
              <a:ext uri="{FF2B5EF4-FFF2-40B4-BE49-F238E27FC236}">
                <a16:creationId xmlns:a16="http://schemas.microsoft.com/office/drawing/2014/main" id="{697F35C1-3F58-400C-9A02-68F568249CC2}"/>
              </a:ext>
            </a:extLst>
          </p:cNvPr>
          <p:cNvSpPr>
            <a:spLocks xmlns:a="http://schemas.openxmlformats.org/drawingml/2006/main" noGrp="1"/>
          </p:cNvSpPr>
          <p:nvPr/>
        </p:nvSpPr>
        <p:spPr>
          <a:xfrm xmlns:a="http://schemas.openxmlformats.org/drawingml/2006/main">
            <a:off x="5544224" y="5809295"/>
            <a:ext cx="134974" cy="131154"/>
          </a:xfrm>
          <a:prstGeom xmlns:a="http://schemas.openxmlformats.org/drawingml/2006/main" prst="rect">
            <a:avLst/>
          </a:prstGeom>
          <a:solidFill xmlns:a="http://schemas.openxmlformats.org/drawingml/2006/main">
            <a:srgbClr val="6F6293"/>
          </a:solidFill>
          <a:ln xmlns:a="http://schemas.openxmlformats.org/drawingml/2006/main" w="6934">
            <a:solidFill>
              <a:srgbClr val="212121"/>
            </a:solidFill>
          </a:ln>
        </p:spPr>
      </p:sp>
      <p:sp>
        <p:nvSpPr>
          <p:cNvPr id="836" name="R13|663">
            <a:extLst xmlns:a="http://schemas.openxmlformats.org/drawingml/2006/main">
              <a:ext uri="{FF2B5EF4-FFF2-40B4-BE49-F238E27FC236}">
                <a16:creationId xmlns:a16="http://schemas.microsoft.com/office/drawing/2014/main" id="{5DA9F685-9930-4608-8B3B-50A2DD61218B}"/>
              </a:ext>
            </a:extLst>
          </p:cNvPr>
          <p:cNvSpPr>
            <a:spLocks xmlns:a="http://schemas.openxmlformats.org/drawingml/2006/main" noGrp="1"/>
          </p:cNvSpPr>
          <p:nvPr/>
        </p:nvSpPr>
        <p:spPr>
          <a:xfrm xmlns:a="http://schemas.openxmlformats.org/drawingml/2006/main">
            <a:off x="5679198" y="5809295"/>
            <a:ext cx="134974" cy="131154"/>
          </a:xfrm>
          <a:prstGeom xmlns:a="http://schemas.openxmlformats.org/drawingml/2006/main" prst="rect">
            <a:avLst/>
          </a:prstGeom>
          <a:solidFill xmlns:a="http://schemas.openxmlformats.org/drawingml/2006/main">
            <a:srgbClr val="E5F1D9"/>
          </a:solidFill>
          <a:ln xmlns:a="http://schemas.openxmlformats.org/drawingml/2006/main" w="6934">
            <a:solidFill>
              <a:srgbClr val="212121"/>
            </a:solidFill>
          </a:ln>
        </p:spPr>
      </p:sp>
      <p:sp>
        <p:nvSpPr>
          <p:cNvPr id="837" name="R13|664">
            <a:extLst xmlns:a="http://schemas.openxmlformats.org/drawingml/2006/main">
              <a:ext uri="{FF2B5EF4-FFF2-40B4-BE49-F238E27FC236}">
                <a16:creationId xmlns:a16="http://schemas.microsoft.com/office/drawing/2014/main" id="{BB185E9F-A290-4CF4-8922-B0BC2BB4F158}"/>
              </a:ext>
            </a:extLst>
          </p:cNvPr>
          <p:cNvSpPr>
            <a:spLocks xmlns:a="http://schemas.openxmlformats.org/drawingml/2006/main" noGrp="1"/>
          </p:cNvSpPr>
          <p:nvPr/>
        </p:nvSpPr>
        <p:spPr>
          <a:xfrm xmlns:a="http://schemas.openxmlformats.org/drawingml/2006/main">
            <a:off x="5814173" y="5809295"/>
            <a:ext cx="134974" cy="131154"/>
          </a:xfrm>
          <a:prstGeom xmlns:a="http://schemas.openxmlformats.org/drawingml/2006/main" prst="rect">
            <a:avLst/>
          </a:prstGeom>
          <a:solidFill xmlns:a="http://schemas.openxmlformats.org/drawingml/2006/main">
            <a:srgbClr val="FFE593"/>
          </a:solidFill>
          <a:ln xmlns:a="http://schemas.openxmlformats.org/drawingml/2006/main" w="6934">
            <a:solidFill>
              <a:srgbClr val="212121"/>
            </a:solidFill>
          </a:ln>
        </p:spPr>
      </p:sp>
      <p:sp>
        <p:nvSpPr>
          <p:cNvPr id="838" name="R13|665">
            <a:extLst xmlns:a="http://schemas.openxmlformats.org/drawingml/2006/main">
              <a:ext uri="{FF2B5EF4-FFF2-40B4-BE49-F238E27FC236}">
                <a16:creationId xmlns:a16="http://schemas.microsoft.com/office/drawing/2014/main" id="{6232B53E-551A-4178-A986-51E319A84FCD}"/>
              </a:ext>
            </a:extLst>
          </p:cNvPr>
          <p:cNvSpPr>
            <a:spLocks xmlns:a="http://schemas.openxmlformats.org/drawingml/2006/main" noGrp="1"/>
          </p:cNvSpPr>
          <p:nvPr/>
        </p:nvSpPr>
        <p:spPr>
          <a:xfrm xmlns:a="http://schemas.openxmlformats.org/drawingml/2006/main">
            <a:off x="5949147" y="5809295"/>
            <a:ext cx="134974" cy="131154"/>
          </a:xfrm>
          <a:prstGeom xmlns:a="http://schemas.openxmlformats.org/drawingml/2006/main" prst="rect">
            <a:avLst/>
          </a:prstGeom>
          <a:solidFill xmlns:a="http://schemas.openxmlformats.org/drawingml/2006/main">
            <a:srgbClr val="FFE694"/>
          </a:solidFill>
          <a:ln xmlns:a="http://schemas.openxmlformats.org/drawingml/2006/main" w="6934">
            <a:solidFill>
              <a:srgbClr val="212121"/>
            </a:solidFill>
          </a:ln>
        </p:spPr>
      </p:sp>
      <p:sp>
        <p:nvSpPr>
          <p:cNvPr id="839" name="R13|666">
            <a:extLst xmlns:a="http://schemas.openxmlformats.org/drawingml/2006/main">
              <a:ext uri="{FF2B5EF4-FFF2-40B4-BE49-F238E27FC236}">
                <a16:creationId xmlns:a16="http://schemas.microsoft.com/office/drawing/2014/main" id="{EFF9D5C4-2CC8-4496-B939-B107B1D893B6}"/>
              </a:ext>
            </a:extLst>
          </p:cNvPr>
          <p:cNvSpPr>
            <a:spLocks xmlns:a="http://schemas.openxmlformats.org/drawingml/2006/main" noGrp="1"/>
          </p:cNvSpPr>
          <p:nvPr/>
        </p:nvSpPr>
        <p:spPr>
          <a:xfrm xmlns:a="http://schemas.openxmlformats.org/drawingml/2006/main">
            <a:off x="6084122" y="5809295"/>
            <a:ext cx="134974" cy="131154"/>
          </a:xfrm>
          <a:prstGeom xmlns:a="http://schemas.openxmlformats.org/drawingml/2006/main" prst="rect">
            <a:avLst/>
          </a:prstGeom>
          <a:solidFill xmlns:a="http://schemas.openxmlformats.org/drawingml/2006/main">
            <a:srgbClr val="EF939E"/>
          </a:solidFill>
          <a:ln xmlns:a="http://schemas.openxmlformats.org/drawingml/2006/main" w="6934">
            <a:solidFill>
              <a:srgbClr val="212121"/>
            </a:solidFill>
          </a:ln>
        </p:spPr>
      </p:sp>
      <p:sp>
        <p:nvSpPr>
          <p:cNvPr id="840" name="Vector element">
            <a:extLst xmlns:a="http://schemas.openxmlformats.org/drawingml/2006/main">
              <a:ext uri="{FF2B5EF4-FFF2-40B4-BE49-F238E27FC236}">
                <a16:creationId xmlns:a16="http://schemas.microsoft.com/office/drawing/2014/main" id="{A1419B06-E4B6-481A-ADA9-30AB5A3474F2}"/>
              </a:ext>
            </a:extLst>
          </p:cNvPr>
          <p:cNvSpPr>
            <a:spLocks xmlns:a="http://schemas.openxmlformats.org/drawingml/2006/main" noGrp="1"/>
          </p:cNvSpPr>
          <p:nvPr/>
        </p:nvSpPr>
        <p:spPr>
          <a:xfrm xmlns:a="http://schemas.openxmlformats.org/drawingml/2006/main">
            <a:off x="4247430" y="4905251"/>
            <a:ext cx="173757" cy="158575"/>
          </a:xfrm>
          <a:custGeom xmlns:a="http://schemas.openxmlformats.org/drawingml/2006/main">
            <a:pathLst>
              <a:path w="173757" h="158575">
                <a:moveTo>
                  <a:pt x="0" y="0"/>
                </a:moveTo>
                <a:lnTo>
                  <a:pt x="173757" y="0"/>
                </a:lnTo>
                <a:lnTo>
                  <a:pt x="173757" y="158575"/>
                </a:lnTo>
                <a:lnTo>
                  <a:pt x="0" y="158575"/>
                </a:lnTo>
                <a:lnTo>
                  <a:pt x="0" y="0"/>
                </a:lnTo>
                <a:close/>
              </a:path>
            </a:pathLst>
          </a:custGeom>
          <a:solidFill xmlns:a="http://schemas.openxmlformats.org/drawingml/2006/main">
            <a:srgbClr val="FEE695"/>
          </a:solidFill>
          <a:ln xmlns:a="http://schemas.openxmlformats.org/drawingml/2006/main" w="0" cap="flat">
            <a:noFill/>
            <a:miter/>
          </a:ln>
        </p:spPr>
      </p:sp>
      <p:sp>
        <p:nvSpPr>
          <p:cNvPr id="841" name="Vector element">
            <a:extLst xmlns:a="http://schemas.openxmlformats.org/drawingml/2006/main">
              <a:ext uri="{FF2B5EF4-FFF2-40B4-BE49-F238E27FC236}">
                <a16:creationId xmlns:a16="http://schemas.microsoft.com/office/drawing/2014/main" id="{8105ACFA-2172-4383-8AA3-02270FF502BA}"/>
              </a:ext>
            </a:extLst>
          </p:cNvPr>
          <p:cNvSpPr>
            <a:spLocks xmlns:a="http://schemas.openxmlformats.org/drawingml/2006/main" noGrp="1"/>
          </p:cNvSpPr>
          <p:nvPr/>
        </p:nvSpPr>
        <p:spPr>
          <a:xfrm xmlns:a="http://schemas.openxmlformats.org/drawingml/2006/main">
            <a:off x="4241596" y="4899277"/>
            <a:ext cx="185566" cy="170102"/>
          </a:xfrm>
          <a:custGeom xmlns:a="http://schemas.openxmlformats.org/drawingml/2006/main">
            <a:pathLst>
              <a:path w="185566" h="170102">
                <a:moveTo>
                  <a:pt x="3641" y="253"/>
                </a:moveTo>
                <a:lnTo>
                  <a:pt x="2179" y="1012"/>
                </a:lnTo>
                <a:lnTo>
                  <a:pt x="1012" y="2179"/>
                </a:lnTo>
                <a:lnTo>
                  <a:pt x="253" y="3641"/>
                </a:lnTo>
                <a:lnTo>
                  <a:pt x="0" y="5272"/>
                </a:lnTo>
                <a:lnTo>
                  <a:pt x="0" y="164831"/>
                </a:lnTo>
                <a:lnTo>
                  <a:pt x="253" y="166461"/>
                </a:lnTo>
                <a:lnTo>
                  <a:pt x="1012" y="167923"/>
                </a:lnTo>
                <a:lnTo>
                  <a:pt x="2179" y="169090"/>
                </a:lnTo>
                <a:lnTo>
                  <a:pt x="3641" y="169849"/>
                </a:lnTo>
                <a:lnTo>
                  <a:pt x="5272" y="170102"/>
                </a:lnTo>
                <a:lnTo>
                  <a:pt x="180294" y="170102"/>
                </a:lnTo>
                <a:lnTo>
                  <a:pt x="181925" y="169849"/>
                </a:lnTo>
                <a:lnTo>
                  <a:pt x="183387" y="169090"/>
                </a:lnTo>
                <a:lnTo>
                  <a:pt x="184554" y="167923"/>
                </a:lnTo>
                <a:lnTo>
                  <a:pt x="185313" y="166461"/>
                </a:lnTo>
                <a:lnTo>
                  <a:pt x="185566" y="164831"/>
                </a:lnTo>
                <a:lnTo>
                  <a:pt x="185566" y="5272"/>
                </a:lnTo>
                <a:lnTo>
                  <a:pt x="185313" y="3641"/>
                </a:lnTo>
                <a:lnTo>
                  <a:pt x="184554" y="2179"/>
                </a:lnTo>
                <a:lnTo>
                  <a:pt x="183387" y="1012"/>
                </a:lnTo>
                <a:lnTo>
                  <a:pt x="181925" y="253"/>
                </a:lnTo>
                <a:lnTo>
                  <a:pt x="180294" y="0"/>
                </a:lnTo>
                <a:lnTo>
                  <a:pt x="5272" y="0"/>
                </a:lnTo>
                <a:lnTo>
                  <a:pt x="3641" y="253"/>
                </a:lnTo>
                <a:close/>
                <a:moveTo>
                  <a:pt x="175023" y="159559"/>
                </a:moveTo>
                <a:lnTo>
                  <a:pt x="10544" y="159559"/>
                </a:lnTo>
                <a:lnTo>
                  <a:pt x="10544" y="10544"/>
                </a:lnTo>
                <a:lnTo>
                  <a:pt x="175023" y="10544"/>
                </a:lnTo>
                <a:lnTo>
                  <a:pt x="175023" y="159559"/>
                </a:lnTo>
                <a:close/>
              </a:path>
            </a:pathLst>
          </a:custGeom>
          <a:solidFill xmlns:a="http://schemas.openxmlformats.org/drawingml/2006/main">
            <a:srgbClr val="000000"/>
          </a:solidFill>
          <a:ln xmlns:a="http://schemas.openxmlformats.org/drawingml/2006/main" w="0" cap="flat">
            <a:noFill/>
            <a:miter/>
          </a:ln>
        </p:spPr>
      </p:sp>
      <p:sp>
        <p:nvSpPr>
          <p:cNvPr id="842" name="Vector element">
            <a:extLst xmlns:a="http://schemas.openxmlformats.org/drawingml/2006/main">
              <a:ext uri="{FF2B5EF4-FFF2-40B4-BE49-F238E27FC236}">
                <a16:creationId xmlns:a16="http://schemas.microsoft.com/office/drawing/2014/main" id="{ECD86AF1-2D5A-4601-ADE4-0502489D8119}"/>
              </a:ext>
            </a:extLst>
          </p:cNvPr>
          <p:cNvSpPr>
            <a:spLocks xmlns:a="http://schemas.openxmlformats.org/drawingml/2006/main" noGrp="1"/>
          </p:cNvSpPr>
          <p:nvPr/>
        </p:nvSpPr>
        <p:spPr>
          <a:xfrm xmlns:a="http://schemas.openxmlformats.org/drawingml/2006/main">
            <a:off x="4421188" y="4267578"/>
            <a:ext cx="175445" cy="160262"/>
          </a:xfrm>
          <a:custGeom xmlns:a="http://schemas.openxmlformats.org/drawingml/2006/main">
            <a:pathLst>
              <a:path w="175445" h="160262">
                <a:moveTo>
                  <a:pt x="0" y="0"/>
                </a:moveTo>
                <a:lnTo>
                  <a:pt x="175445" y="0"/>
                </a:lnTo>
                <a:lnTo>
                  <a:pt x="175445" y="160262"/>
                </a:lnTo>
                <a:lnTo>
                  <a:pt x="0" y="160262"/>
                </a:lnTo>
                <a:lnTo>
                  <a:pt x="0" y="0"/>
                </a:lnTo>
                <a:close/>
              </a:path>
            </a:pathLst>
          </a:custGeom>
          <a:solidFill xmlns:a="http://schemas.openxmlformats.org/drawingml/2006/main">
            <a:srgbClr val="2B6192">
              <a:alpha val="50200"/>
            </a:srgbClr>
          </a:solidFill>
          <a:ln xmlns:a="http://schemas.openxmlformats.org/drawingml/2006/main" w="0" cap="flat">
            <a:noFill/>
            <a:miter/>
          </a:ln>
        </p:spPr>
      </p:sp>
      <p:sp>
        <p:nvSpPr>
          <p:cNvPr id="843" name="Vector element">
            <a:extLst xmlns:a="http://schemas.openxmlformats.org/drawingml/2006/main">
              <a:ext uri="{FF2B5EF4-FFF2-40B4-BE49-F238E27FC236}">
                <a16:creationId xmlns:a16="http://schemas.microsoft.com/office/drawing/2014/main" id="{F96865F8-C38C-47BD-AC0C-F5B031B138E3}"/>
              </a:ext>
            </a:extLst>
          </p:cNvPr>
          <p:cNvSpPr>
            <a:spLocks xmlns:a="http://schemas.openxmlformats.org/drawingml/2006/main" noGrp="1"/>
          </p:cNvSpPr>
          <p:nvPr/>
        </p:nvSpPr>
        <p:spPr>
          <a:xfrm xmlns:a="http://schemas.openxmlformats.org/drawingml/2006/main">
            <a:off x="4415916" y="4262447"/>
            <a:ext cx="185566" cy="170102"/>
          </a:xfrm>
          <a:custGeom xmlns:a="http://schemas.openxmlformats.org/drawingml/2006/main">
            <a:pathLst>
              <a:path w="185566" h="170102">
                <a:moveTo>
                  <a:pt x="3641" y="253"/>
                </a:moveTo>
                <a:lnTo>
                  <a:pt x="2179" y="1012"/>
                </a:lnTo>
                <a:lnTo>
                  <a:pt x="1012" y="2179"/>
                </a:lnTo>
                <a:lnTo>
                  <a:pt x="253" y="3641"/>
                </a:lnTo>
                <a:lnTo>
                  <a:pt x="0" y="5272"/>
                </a:lnTo>
                <a:lnTo>
                  <a:pt x="0" y="164831"/>
                </a:lnTo>
                <a:lnTo>
                  <a:pt x="253" y="166461"/>
                </a:lnTo>
                <a:lnTo>
                  <a:pt x="1012" y="167923"/>
                </a:lnTo>
                <a:lnTo>
                  <a:pt x="2179" y="169090"/>
                </a:lnTo>
                <a:lnTo>
                  <a:pt x="3641" y="169849"/>
                </a:lnTo>
                <a:lnTo>
                  <a:pt x="5272" y="170102"/>
                </a:lnTo>
                <a:lnTo>
                  <a:pt x="180294" y="170102"/>
                </a:lnTo>
                <a:lnTo>
                  <a:pt x="181925" y="169849"/>
                </a:lnTo>
                <a:lnTo>
                  <a:pt x="183387" y="169090"/>
                </a:lnTo>
                <a:lnTo>
                  <a:pt x="184554" y="167923"/>
                </a:lnTo>
                <a:lnTo>
                  <a:pt x="185313" y="166461"/>
                </a:lnTo>
                <a:lnTo>
                  <a:pt x="185566" y="164831"/>
                </a:lnTo>
                <a:lnTo>
                  <a:pt x="185566" y="5272"/>
                </a:lnTo>
                <a:lnTo>
                  <a:pt x="185313" y="3641"/>
                </a:lnTo>
                <a:lnTo>
                  <a:pt x="184554" y="2179"/>
                </a:lnTo>
                <a:lnTo>
                  <a:pt x="183387" y="1012"/>
                </a:lnTo>
                <a:lnTo>
                  <a:pt x="181925" y="253"/>
                </a:lnTo>
                <a:lnTo>
                  <a:pt x="180294" y="0"/>
                </a:lnTo>
                <a:lnTo>
                  <a:pt x="5272" y="0"/>
                </a:lnTo>
                <a:lnTo>
                  <a:pt x="3641" y="253"/>
                </a:lnTo>
                <a:close/>
                <a:moveTo>
                  <a:pt x="175023" y="159559"/>
                </a:moveTo>
                <a:lnTo>
                  <a:pt x="10544" y="159559"/>
                </a:lnTo>
                <a:lnTo>
                  <a:pt x="10544" y="10544"/>
                </a:lnTo>
                <a:lnTo>
                  <a:pt x="175023" y="10544"/>
                </a:lnTo>
                <a:lnTo>
                  <a:pt x="175023" y="159559"/>
                </a:lnTo>
                <a:close/>
              </a:path>
            </a:pathLst>
          </a:custGeom>
          <a:solidFill xmlns:a="http://schemas.openxmlformats.org/drawingml/2006/main">
            <a:srgbClr val="000000"/>
          </a:solidFill>
          <a:ln xmlns:a="http://schemas.openxmlformats.org/drawingml/2006/main" w="0" cap="flat">
            <a:noFill/>
            <a:miter/>
          </a:ln>
        </p:spPr>
      </p:sp>
      <p:sp>
        <p:nvSpPr>
          <p:cNvPr id="844" name="Vector element">
            <a:extLst xmlns:a="http://schemas.openxmlformats.org/drawingml/2006/main">
              <a:ext uri="{FF2B5EF4-FFF2-40B4-BE49-F238E27FC236}">
                <a16:creationId xmlns:a16="http://schemas.microsoft.com/office/drawing/2014/main" id="{54F9574D-6938-49EA-89DF-D855ADBF0EA6}"/>
              </a:ext>
            </a:extLst>
          </p:cNvPr>
          <p:cNvSpPr>
            <a:spLocks xmlns:a="http://schemas.openxmlformats.org/drawingml/2006/main" noGrp="1"/>
          </p:cNvSpPr>
          <p:nvPr/>
        </p:nvSpPr>
        <p:spPr>
          <a:xfrm xmlns:a="http://schemas.openxmlformats.org/drawingml/2006/main">
            <a:off x="4421188" y="4427840"/>
            <a:ext cx="175445" cy="158575"/>
          </a:xfrm>
          <a:custGeom xmlns:a="http://schemas.openxmlformats.org/drawingml/2006/main">
            <a:pathLst>
              <a:path w="175445" h="158575">
                <a:moveTo>
                  <a:pt x="0" y="0"/>
                </a:moveTo>
                <a:lnTo>
                  <a:pt x="175445" y="0"/>
                </a:lnTo>
                <a:lnTo>
                  <a:pt x="175445" y="158575"/>
                </a:lnTo>
                <a:lnTo>
                  <a:pt x="0" y="158575"/>
                </a:lnTo>
                <a:lnTo>
                  <a:pt x="0" y="0"/>
                </a:lnTo>
                <a:close/>
              </a:path>
            </a:pathLst>
          </a:custGeom>
          <a:solidFill xmlns:a="http://schemas.openxmlformats.org/drawingml/2006/main">
            <a:srgbClr val="57A86D"/>
          </a:solidFill>
          <a:ln xmlns:a="http://schemas.openxmlformats.org/drawingml/2006/main" w="0" cap="flat">
            <a:noFill/>
            <a:miter/>
          </a:ln>
        </p:spPr>
      </p:sp>
      <p:sp>
        <p:nvSpPr>
          <p:cNvPr id="845" name="Vector element">
            <a:extLst xmlns:a="http://schemas.openxmlformats.org/drawingml/2006/main">
              <a:ext uri="{FF2B5EF4-FFF2-40B4-BE49-F238E27FC236}">
                <a16:creationId xmlns:a16="http://schemas.microsoft.com/office/drawing/2014/main" id="{7EF13437-67B9-4C7C-987C-BDFAD422B079}"/>
              </a:ext>
            </a:extLst>
          </p:cNvPr>
          <p:cNvSpPr>
            <a:spLocks xmlns:a="http://schemas.openxmlformats.org/drawingml/2006/main" noGrp="1"/>
          </p:cNvSpPr>
          <p:nvPr/>
        </p:nvSpPr>
        <p:spPr>
          <a:xfrm xmlns:a="http://schemas.openxmlformats.org/drawingml/2006/main">
            <a:off x="4415916" y="4422006"/>
            <a:ext cx="185566" cy="170102"/>
          </a:xfrm>
          <a:custGeom xmlns:a="http://schemas.openxmlformats.org/drawingml/2006/main">
            <a:pathLst>
              <a:path w="185566" h="170102">
                <a:moveTo>
                  <a:pt x="3641" y="253"/>
                </a:moveTo>
                <a:lnTo>
                  <a:pt x="2179" y="1012"/>
                </a:lnTo>
                <a:lnTo>
                  <a:pt x="1012" y="2179"/>
                </a:lnTo>
                <a:lnTo>
                  <a:pt x="253" y="3641"/>
                </a:lnTo>
                <a:lnTo>
                  <a:pt x="0" y="5272"/>
                </a:lnTo>
                <a:lnTo>
                  <a:pt x="0" y="164831"/>
                </a:lnTo>
                <a:lnTo>
                  <a:pt x="253" y="166461"/>
                </a:lnTo>
                <a:lnTo>
                  <a:pt x="1012" y="167923"/>
                </a:lnTo>
                <a:lnTo>
                  <a:pt x="2179" y="169090"/>
                </a:lnTo>
                <a:lnTo>
                  <a:pt x="3641" y="169849"/>
                </a:lnTo>
                <a:lnTo>
                  <a:pt x="5272" y="170102"/>
                </a:lnTo>
                <a:lnTo>
                  <a:pt x="180294" y="170102"/>
                </a:lnTo>
                <a:lnTo>
                  <a:pt x="181925" y="169849"/>
                </a:lnTo>
                <a:lnTo>
                  <a:pt x="183387" y="169090"/>
                </a:lnTo>
                <a:lnTo>
                  <a:pt x="184554" y="167923"/>
                </a:lnTo>
                <a:lnTo>
                  <a:pt x="185313" y="166461"/>
                </a:lnTo>
                <a:lnTo>
                  <a:pt x="185566" y="164831"/>
                </a:lnTo>
                <a:lnTo>
                  <a:pt x="185566" y="5272"/>
                </a:lnTo>
                <a:lnTo>
                  <a:pt x="185313" y="3641"/>
                </a:lnTo>
                <a:lnTo>
                  <a:pt x="184554" y="2179"/>
                </a:lnTo>
                <a:lnTo>
                  <a:pt x="183387" y="1012"/>
                </a:lnTo>
                <a:lnTo>
                  <a:pt x="181925" y="253"/>
                </a:lnTo>
                <a:lnTo>
                  <a:pt x="180294" y="0"/>
                </a:lnTo>
                <a:lnTo>
                  <a:pt x="5272" y="0"/>
                </a:lnTo>
                <a:lnTo>
                  <a:pt x="3641" y="253"/>
                </a:lnTo>
                <a:close/>
                <a:moveTo>
                  <a:pt x="175023" y="159559"/>
                </a:moveTo>
                <a:lnTo>
                  <a:pt x="10544" y="159559"/>
                </a:lnTo>
                <a:lnTo>
                  <a:pt x="10544" y="10544"/>
                </a:lnTo>
                <a:lnTo>
                  <a:pt x="175023" y="10544"/>
                </a:lnTo>
                <a:lnTo>
                  <a:pt x="175023" y="159559"/>
                </a:lnTo>
                <a:close/>
              </a:path>
            </a:pathLst>
          </a:custGeom>
          <a:solidFill xmlns:a="http://schemas.openxmlformats.org/drawingml/2006/main">
            <a:srgbClr val="000000"/>
          </a:solidFill>
          <a:ln xmlns:a="http://schemas.openxmlformats.org/drawingml/2006/main" w="0" cap="flat">
            <a:noFill/>
            <a:miter/>
          </a:ln>
        </p:spPr>
      </p:sp>
      <p:sp>
        <p:nvSpPr>
          <p:cNvPr id="846" name="Vector element">
            <a:extLst xmlns:a="http://schemas.openxmlformats.org/drawingml/2006/main">
              <a:ext uri="{FF2B5EF4-FFF2-40B4-BE49-F238E27FC236}">
                <a16:creationId xmlns:a16="http://schemas.microsoft.com/office/drawing/2014/main" id="{AA4A9370-99FD-48D5-83DC-88A50C43F55E}"/>
              </a:ext>
            </a:extLst>
          </p:cNvPr>
          <p:cNvSpPr>
            <a:spLocks xmlns:a="http://schemas.openxmlformats.org/drawingml/2006/main" noGrp="1"/>
          </p:cNvSpPr>
          <p:nvPr/>
        </p:nvSpPr>
        <p:spPr>
          <a:xfrm xmlns:a="http://schemas.openxmlformats.org/drawingml/2006/main">
            <a:off x="4421188" y="4586415"/>
            <a:ext cx="175445" cy="158575"/>
          </a:xfrm>
          <a:custGeom xmlns:a="http://schemas.openxmlformats.org/drawingml/2006/main">
            <a:pathLst>
              <a:path w="175445" h="158575">
                <a:moveTo>
                  <a:pt x="0" y="0"/>
                </a:moveTo>
                <a:lnTo>
                  <a:pt x="175445" y="0"/>
                </a:lnTo>
                <a:lnTo>
                  <a:pt x="175445" y="158575"/>
                </a:lnTo>
                <a:lnTo>
                  <a:pt x="0" y="158575"/>
                </a:lnTo>
                <a:lnTo>
                  <a:pt x="0" y="0"/>
                </a:lnTo>
                <a:close/>
              </a:path>
            </a:pathLst>
          </a:custGeom>
          <a:solidFill xmlns:a="http://schemas.openxmlformats.org/drawingml/2006/main">
            <a:srgbClr val="F8CDAC"/>
          </a:solidFill>
          <a:ln xmlns:a="http://schemas.openxmlformats.org/drawingml/2006/main" w="0" cap="flat">
            <a:noFill/>
            <a:miter/>
          </a:ln>
        </p:spPr>
      </p:sp>
      <p:sp>
        <p:nvSpPr>
          <p:cNvPr id="847" name="Vector element">
            <a:extLst xmlns:a="http://schemas.openxmlformats.org/drawingml/2006/main">
              <a:ext uri="{FF2B5EF4-FFF2-40B4-BE49-F238E27FC236}">
                <a16:creationId xmlns:a16="http://schemas.microsoft.com/office/drawing/2014/main" id="{57225F18-082F-4C72-95E8-D0EE333DABCA}"/>
              </a:ext>
            </a:extLst>
          </p:cNvPr>
          <p:cNvSpPr>
            <a:spLocks xmlns:a="http://schemas.openxmlformats.org/drawingml/2006/main" noGrp="1"/>
          </p:cNvSpPr>
          <p:nvPr/>
        </p:nvSpPr>
        <p:spPr>
          <a:xfrm xmlns:a="http://schemas.openxmlformats.org/drawingml/2006/main">
            <a:off x="4415916" y="4580862"/>
            <a:ext cx="185566" cy="170102"/>
          </a:xfrm>
          <a:custGeom xmlns:a="http://schemas.openxmlformats.org/drawingml/2006/main">
            <a:pathLst>
              <a:path w="185566" h="170102">
                <a:moveTo>
                  <a:pt x="3641" y="253"/>
                </a:moveTo>
                <a:lnTo>
                  <a:pt x="2179" y="1012"/>
                </a:lnTo>
                <a:lnTo>
                  <a:pt x="1012" y="2179"/>
                </a:lnTo>
                <a:lnTo>
                  <a:pt x="253" y="3641"/>
                </a:lnTo>
                <a:lnTo>
                  <a:pt x="0" y="5272"/>
                </a:lnTo>
                <a:lnTo>
                  <a:pt x="0" y="164831"/>
                </a:lnTo>
                <a:lnTo>
                  <a:pt x="253" y="166461"/>
                </a:lnTo>
                <a:lnTo>
                  <a:pt x="1012" y="167923"/>
                </a:lnTo>
                <a:lnTo>
                  <a:pt x="2179" y="169090"/>
                </a:lnTo>
                <a:lnTo>
                  <a:pt x="3641" y="169849"/>
                </a:lnTo>
                <a:lnTo>
                  <a:pt x="5272" y="170102"/>
                </a:lnTo>
                <a:lnTo>
                  <a:pt x="180294" y="170102"/>
                </a:lnTo>
                <a:lnTo>
                  <a:pt x="181925" y="169849"/>
                </a:lnTo>
                <a:lnTo>
                  <a:pt x="183387" y="169090"/>
                </a:lnTo>
                <a:lnTo>
                  <a:pt x="184554" y="167923"/>
                </a:lnTo>
                <a:lnTo>
                  <a:pt x="185313" y="166461"/>
                </a:lnTo>
                <a:lnTo>
                  <a:pt x="185566" y="164831"/>
                </a:lnTo>
                <a:lnTo>
                  <a:pt x="185566" y="5272"/>
                </a:lnTo>
                <a:lnTo>
                  <a:pt x="185313" y="3641"/>
                </a:lnTo>
                <a:lnTo>
                  <a:pt x="184554" y="2179"/>
                </a:lnTo>
                <a:lnTo>
                  <a:pt x="183387" y="1012"/>
                </a:lnTo>
                <a:lnTo>
                  <a:pt x="181925" y="253"/>
                </a:lnTo>
                <a:lnTo>
                  <a:pt x="180294" y="0"/>
                </a:lnTo>
                <a:lnTo>
                  <a:pt x="5272" y="0"/>
                </a:lnTo>
                <a:lnTo>
                  <a:pt x="3641" y="253"/>
                </a:lnTo>
                <a:close/>
                <a:moveTo>
                  <a:pt x="175023" y="159559"/>
                </a:moveTo>
                <a:lnTo>
                  <a:pt x="10544" y="159559"/>
                </a:lnTo>
                <a:lnTo>
                  <a:pt x="10544" y="10544"/>
                </a:lnTo>
                <a:lnTo>
                  <a:pt x="175023" y="10544"/>
                </a:lnTo>
                <a:lnTo>
                  <a:pt x="175023" y="159559"/>
                </a:lnTo>
                <a:close/>
              </a:path>
            </a:pathLst>
          </a:custGeom>
          <a:solidFill xmlns:a="http://schemas.openxmlformats.org/drawingml/2006/main">
            <a:srgbClr val="000000"/>
          </a:solidFill>
          <a:ln xmlns:a="http://schemas.openxmlformats.org/drawingml/2006/main" w="0" cap="flat">
            <a:noFill/>
            <a:miter/>
          </a:ln>
        </p:spPr>
      </p:sp>
      <p:sp>
        <p:nvSpPr>
          <p:cNvPr id="848" name="Vector element">
            <a:extLst xmlns:a="http://schemas.openxmlformats.org/drawingml/2006/main">
              <a:ext uri="{FF2B5EF4-FFF2-40B4-BE49-F238E27FC236}">
                <a16:creationId xmlns:a16="http://schemas.microsoft.com/office/drawing/2014/main" id="{D08F0CBB-9325-4B48-9F20-6D806D7771A5}"/>
              </a:ext>
            </a:extLst>
          </p:cNvPr>
          <p:cNvSpPr>
            <a:spLocks xmlns:a="http://schemas.openxmlformats.org/drawingml/2006/main" noGrp="1"/>
          </p:cNvSpPr>
          <p:nvPr/>
        </p:nvSpPr>
        <p:spPr>
          <a:xfrm xmlns:a="http://schemas.openxmlformats.org/drawingml/2006/main">
            <a:off x="4421188" y="4905251"/>
            <a:ext cx="175445" cy="158575"/>
          </a:xfrm>
          <a:custGeom xmlns:a="http://schemas.openxmlformats.org/drawingml/2006/main">
            <a:pathLst>
              <a:path w="175445" h="158575">
                <a:moveTo>
                  <a:pt x="0" y="0"/>
                </a:moveTo>
                <a:lnTo>
                  <a:pt x="175445" y="0"/>
                </a:lnTo>
                <a:lnTo>
                  <a:pt x="175445" y="158575"/>
                </a:lnTo>
                <a:lnTo>
                  <a:pt x="0" y="158575"/>
                </a:lnTo>
                <a:lnTo>
                  <a:pt x="0" y="0"/>
                </a:lnTo>
                <a:close/>
              </a:path>
            </a:pathLst>
          </a:custGeom>
          <a:solidFill xmlns:a="http://schemas.openxmlformats.org/drawingml/2006/main">
            <a:srgbClr val="FEE695"/>
          </a:solidFill>
          <a:ln xmlns:a="http://schemas.openxmlformats.org/drawingml/2006/main" w="0" cap="flat">
            <a:noFill/>
            <a:miter/>
          </a:ln>
        </p:spPr>
      </p:sp>
      <p:sp>
        <p:nvSpPr>
          <p:cNvPr id="849" name="Vector element">
            <a:extLst xmlns:a="http://schemas.openxmlformats.org/drawingml/2006/main">
              <a:ext uri="{FF2B5EF4-FFF2-40B4-BE49-F238E27FC236}">
                <a16:creationId xmlns:a16="http://schemas.microsoft.com/office/drawing/2014/main" id="{BA5144BD-7BD3-4440-BA4F-FF7EB355B427}"/>
              </a:ext>
            </a:extLst>
          </p:cNvPr>
          <p:cNvSpPr>
            <a:spLocks xmlns:a="http://schemas.openxmlformats.org/drawingml/2006/main" noGrp="1"/>
          </p:cNvSpPr>
          <p:nvPr/>
        </p:nvSpPr>
        <p:spPr>
          <a:xfrm xmlns:a="http://schemas.openxmlformats.org/drawingml/2006/main">
            <a:off x="4415916" y="4899277"/>
            <a:ext cx="185566" cy="170102"/>
          </a:xfrm>
          <a:custGeom xmlns:a="http://schemas.openxmlformats.org/drawingml/2006/main">
            <a:pathLst>
              <a:path w="185566" h="170102">
                <a:moveTo>
                  <a:pt x="3641" y="253"/>
                </a:moveTo>
                <a:lnTo>
                  <a:pt x="2179" y="1012"/>
                </a:lnTo>
                <a:lnTo>
                  <a:pt x="1012" y="2179"/>
                </a:lnTo>
                <a:lnTo>
                  <a:pt x="253" y="3641"/>
                </a:lnTo>
                <a:lnTo>
                  <a:pt x="0" y="5272"/>
                </a:lnTo>
                <a:lnTo>
                  <a:pt x="0" y="164831"/>
                </a:lnTo>
                <a:lnTo>
                  <a:pt x="253" y="166461"/>
                </a:lnTo>
                <a:lnTo>
                  <a:pt x="1012" y="167923"/>
                </a:lnTo>
                <a:lnTo>
                  <a:pt x="2179" y="169090"/>
                </a:lnTo>
                <a:lnTo>
                  <a:pt x="3641" y="169849"/>
                </a:lnTo>
                <a:lnTo>
                  <a:pt x="5272" y="170102"/>
                </a:lnTo>
                <a:lnTo>
                  <a:pt x="180294" y="170102"/>
                </a:lnTo>
                <a:lnTo>
                  <a:pt x="181925" y="169849"/>
                </a:lnTo>
                <a:lnTo>
                  <a:pt x="183387" y="169090"/>
                </a:lnTo>
                <a:lnTo>
                  <a:pt x="184554" y="167923"/>
                </a:lnTo>
                <a:lnTo>
                  <a:pt x="185313" y="166461"/>
                </a:lnTo>
                <a:lnTo>
                  <a:pt x="185566" y="164831"/>
                </a:lnTo>
                <a:lnTo>
                  <a:pt x="185566" y="5272"/>
                </a:lnTo>
                <a:lnTo>
                  <a:pt x="185313" y="3641"/>
                </a:lnTo>
                <a:lnTo>
                  <a:pt x="184554" y="2179"/>
                </a:lnTo>
                <a:lnTo>
                  <a:pt x="183387" y="1012"/>
                </a:lnTo>
                <a:lnTo>
                  <a:pt x="181925" y="253"/>
                </a:lnTo>
                <a:lnTo>
                  <a:pt x="180294" y="0"/>
                </a:lnTo>
                <a:lnTo>
                  <a:pt x="5272" y="0"/>
                </a:lnTo>
                <a:lnTo>
                  <a:pt x="3641" y="253"/>
                </a:lnTo>
                <a:close/>
                <a:moveTo>
                  <a:pt x="175023" y="159559"/>
                </a:moveTo>
                <a:lnTo>
                  <a:pt x="10544" y="159559"/>
                </a:lnTo>
                <a:lnTo>
                  <a:pt x="10544" y="10544"/>
                </a:lnTo>
                <a:lnTo>
                  <a:pt x="175023" y="10544"/>
                </a:lnTo>
                <a:lnTo>
                  <a:pt x="175023" y="159559"/>
                </a:lnTo>
                <a:close/>
              </a:path>
            </a:pathLst>
          </a:custGeom>
          <a:solidFill xmlns:a="http://schemas.openxmlformats.org/drawingml/2006/main">
            <a:srgbClr val="000000"/>
          </a:solidFill>
          <a:ln xmlns:a="http://schemas.openxmlformats.org/drawingml/2006/main" w="0" cap="flat">
            <a:noFill/>
            <a:miter/>
          </a:ln>
        </p:spPr>
      </p:sp>
      <p:sp>
        <p:nvSpPr>
          <p:cNvPr id="850" name="Vector element">
            <a:extLst xmlns:a="http://schemas.openxmlformats.org/drawingml/2006/main">
              <a:ext uri="{FF2B5EF4-FFF2-40B4-BE49-F238E27FC236}">
                <a16:creationId xmlns:a16="http://schemas.microsoft.com/office/drawing/2014/main" id="{D678419E-490C-422C-8B44-CD752CE2BF6A}"/>
              </a:ext>
            </a:extLst>
          </p:cNvPr>
          <p:cNvSpPr>
            <a:spLocks xmlns:a="http://schemas.openxmlformats.org/drawingml/2006/main" noGrp="1"/>
          </p:cNvSpPr>
          <p:nvPr/>
        </p:nvSpPr>
        <p:spPr>
          <a:xfrm xmlns:a="http://schemas.openxmlformats.org/drawingml/2006/main">
            <a:off x="4247430" y="4267578"/>
            <a:ext cx="173757" cy="158575"/>
          </a:xfrm>
          <a:custGeom xmlns:a="http://schemas.openxmlformats.org/drawingml/2006/main">
            <a:pathLst>
              <a:path w="173757" h="158575">
                <a:moveTo>
                  <a:pt x="0" y="0"/>
                </a:moveTo>
                <a:lnTo>
                  <a:pt x="173757" y="0"/>
                </a:lnTo>
                <a:lnTo>
                  <a:pt x="173757" y="158575"/>
                </a:lnTo>
                <a:lnTo>
                  <a:pt x="0" y="158575"/>
                </a:lnTo>
                <a:lnTo>
                  <a:pt x="0" y="0"/>
                </a:lnTo>
                <a:close/>
              </a:path>
            </a:pathLst>
          </a:custGeom>
          <a:solidFill xmlns:a="http://schemas.openxmlformats.org/drawingml/2006/main">
            <a:srgbClr val="FFA84F"/>
          </a:solidFill>
          <a:ln xmlns:a="http://schemas.openxmlformats.org/drawingml/2006/main" w="0" cap="flat">
            <a:noFill/>
            <a:miter/>
          </a:ln>
        </p:spPr>
      </p:sp>
      <p:sp>
        <p:nvSpPr>
          <p:cNvPr id="851" name="Vector element">
            <a:extLst xmlns:a="http://schemas.openxmlformats.org/drawingml/2006/main">
              <a:ext uri="{FF2B5EF4-FFF2-40B4-BE49-F238E27FC236}">
                <a16:creationId xmlns:a16="http://schemas.microsoft.com/office/drawing/2014/main" id="{3A446F44-D9E3-4A3E-BA93-E622EFB7E705}"/>
              </a:ext>
            </a:extLst>
          </p:cNvPr>
          <p:cNvSpPr>
            <a:spLocks xmlns:a="http://schemas.openxmlformats.org/drawingml/2006/main" noGrp="1"/>
          </p:cNvSpPr>
          <p:nvPr/>
        </p:nvSpPr>
        <p:spPr>
          <a:xfrm xmlns:a="http://schemas.openxmlformats.org/drawingml/2006/main">
            <a:off x="4241596" y="4262447"/>
            <a:ext cx="185566" cy="169399"/>
          </a:xfrm>
          <a:custGeom xmlns:a="http://schemas.openxmlformats.org/drawingml/2006/main">
            <a:pathLst>
              <a:path w="185566" h="169399">
                <a:moveTo>
                  <a:pt x="3641" y="253"/>
                </a:moveTo>
                <a:lnTo>
                  <a:pt x="2179" y="1012"/>
                </a:lnTo>
                <a:lnTo>
                  <a:pt x="1012" y="2179"/>
                </a:lnTo>
                <a:lnTo>
                  <a:pt x="253" y="3641"/>
                </a:lnTo>
                <a:lnTo>
                  <a:pt x="0" y="5272"/>
                </a:lnTo>
                <a:lnTo>
                  <a:pt x="0" y="164128"/>
                </a:lnTo>
                <a:lnTo>
                  <a:pt x="253" y="165758"/>
                </a:lnTo>
                <a:lnTo>
                  <a:pt x="1012" y="167220"/>
                </a:lnTo>
                <a:lnTo>
                  <a:pt x="2179" y="168387"/>
                </a:lnTo>
                <a:lnTo>
                  <a:pt x="3641" y="169146"/>
                </a:lnTo>
                <a:lnTo>
                  <a:pt x="5272" y="169399"/>
                </a:lnTo>
                <a:lnTo>
                  <a:pt x="180294" y="169399"/>
                </a:lnTo>
                <a:lnTo>
                  <a:pt x="181925" y="169146"/>
                </a:lnTo>
                <a:lnTo>
                  <a:pt x="183387" y="168387"/>
                </a:lnTo>
                <a:lnTo>
                  <a:pt x="184554" y="167220"/>
                </a:lnTo>
                <a:lnTo>
                  <a:pt x="185313" y="165758"/>
                </a:lnTo>
                <a:lnTo>
                  <a:pt x="185566" y="164128"/>
                </a:lnTo>
                <a:lnTo>
                  <a:pt x="185566" y="5272"/>
                </a:lnTo>
                <a:lnTo>
                  <a:pt x="185313" y="3641"/>
                </a:lnTo>
                <a:lnTo>
                  <a:pt x="184554" y="2179"/>
                </a:lnTo>
                <a:lnTo>
                  <a:pt x="183387" y="1012"/>
                </a:lnTo>
                <a:lnTo>
                  <a:pt x="181925" y="253"/>
                </a:lnTo>
                <a:lnTo>
                  <a:pt x="180294" y="0"/>
                </a:lnTo>
                <a:lnTo>
                  <a:pt x="5272" y="0"/>
                </a:lnTo>
                <a:lnTo>
                  <a:pt x="3641" y="253"/>
                </a:lnTo>
                <a:close/>
                <a:moveTo>
                  <a:pt x="175023" y="158856"/>
                </a:moveTo>
                <a:lnTo>
                  <a:pt x="10544" y="158856"/>
                </a:lnTo>
                <a:lnTo>
                  <a:pt x="10544" y="10544"/>
                </a:lnTo>
                <a:lnTo>
                  <a:pt x="175023" y="10544"/>
                </a:lnTo>
                <a:lnTo>
                  <a:pt x="175023" y="158856"/>
                </a:lnTo>
                <a:close/>
              </a:path>
            </a:pathLst>
          </a:custGeom>
          <a:solidFill xmlns:a="http://schemas.openxmlformats.org/drawingml/2006/main">
            <a:srgbClr val="000000"/>
          </a:solidFill>
          <a:ln xmlns:a="http://schemas.openxmlformats.org/drawingml/2006/main" w="0" cap="flat">
            <a:noFill/>
            <a:miter/>
          </a:ln>
        </p:spPr>
      </p:sp>
      <p:sp>
        <p:nvSpPr>
          <p:cNvPr id="852" name="Vector element">
            <a:extLst xmlns:a="http://schemas.openxmlformats.org/drawingml/2006/main">
              <a:ext uri="{FF2B5EF4-FFF2-40B4-BE49-F238E27FC236}">
                <a16:creationId xmlns:a16="http://schemas.microsoft.com/office/drawing/2014/main" id="{220CFD9D-6EF4-466F-AF6E-3726AABF6663}"/>
              </a:ext>
            </a:extLst>
          </p:cNvPr>
          <p:cNvSpPr>
            <a:spLocks xmlns:a="http://schemas.openxmlformats.org/drawingml/2006/main" noGrp="1"/>
          </p:cNvSpPr>
          <p:nvPr/>
        </p:nvSpPr>
        <p:spPr>
          <a:xfrm xmlns:a="http://schemas.openxmlformats.org/drawingml/2006/main">
            <a:off x="4247430" y="4427840"/>
            <a:ext cx="173757" cy="158575"/>
          </a:xfrm>
          <a:custGeom xmlns:a="http://schemas.openxmlformats.org/drawingml/2006/main">
            <a:pathLst>
              <a:path w="173757" h="158575">
                <a:moveTo>
                  <a:pt x="0" y="0"/>
                </a:moveTo>
                <a:lnTo>
                  <a:pt x="173757" y="0"/>
                </a:lnTo>
                <a:lnTo>
                  <a:pt x="173757" y="158575"/>
                </a:lnTo>
                <a:lnTo>
                  <a:pt x="0" y="158575"/>
                </a:lnTo>
                <a:lnTo>
                  <a:pt x="0" y="0"/>
                </a:lnTo>
                <a:close/>
              </a:path>
            </a:pathLst>
          </a:custGeom>
          <a:solidFill xmlns:a="http://schemas.openxmlformats.org/drawingml/2006/main">
            <a:srgbClr val="57A86D"/>
          </a:solidFill>
          <a:ln xmlns:a="http://schemas.openxmlformats.org/drawingml/2006/main" w="0" cap="flat">
            <a:noFill/>
            <a:miter/>
          </a:ln>
        </p:spPr>
      </p:sp>
      <p:sp>
        <p:nvSpPr>
          <p:cNvPr id="853" name="Vector element">
            <a:extLst xmlns:a="http://schemas.openxmlformats.org/drawingml/2006/main">
              <a:ext uri="{FF2B5EF4-FFF2-40B4-BE49-F238E27FC236}">
                <a16:creationId xmlns:a16="http://schemas.microsoft.com/office/drawing/2014/main" id="{79D86A0D-7DAA-40D0-BCB8-B8E1045C8060}"/>
              </a:ext>
            </a:extLst>
          </p:cNvPr>
          <p:cNvSpPr>
            <a:spLocks xmlns:a="http://schemas.openxmlformats.org/drawingml/2006/main" noGrp="1"/>
          </p:cNvSpPr>
          <p:nvPr/>
        </p:nvSpPr>
        <p:spPr>
          <a:xfrm xmlns:a="http://schemas.openxmlformats.org/drawingml/2006/main">
            <a:off x="4241596" y="4422709"/>
            <a:ext cx="185566" cy="169399"/>
          </a:xfrm>
          <a:custGeom xmlns:a="http://schemas.openxmlformats.org/drawingml/2006/main">
            <a:pathLst>
              <a:path w="185566" h="169399">
                <a:moveTo>
                  <a:pt x="3641" y="253"/>
                </a:moveTo>
                <a:lnTo>
                  <a:pt x="2179" y="1012"/>
                </a:lnTo>
                <a:lnTo>
                  <a:pt x="1012" y="2179"/>
                </a:lnTo>
                <a:lnTo>
                  <a:pt x="253" y="3641"/>
                </a:lnTo>
                <a:lnTo>
                  <a:pt x="0" y="5272"/>
                </a:lnTo>
                <a:lnTo>
                  <a:pt x="0" y="164128"/>
                </a:lnTo>
                <a:lnTo>
                  <a:pt x="253" y="165758"/>
                </a:lnTo>
                <a:lnTo>
                  <a:pt x="1012" y="167220"/>
                </a:lnTo>
                <a:lnTo>
                  <a:pt x="2179" y="168387"/>
                </a:lnTo>
                <a:lnTo>
                  <a:pt x="3641" y="169146"/>
                </a:lnTo>
                <a:lnTo>
                  <a:pt x="5272" y="169399"/>
                </a:lnTo>
                <a:lnTo>
                  <a:pt x="180294" y="169399"/>
                </a:lnTo>
                <a:lnTo>
                  <a:pt x="181925" y="169146"/>
                </a:lnTo>
                <a:lnTo>
                  <a:pt x="183387" y="168387"/>
                </a:lnTo>
                <a:lnTo>
                  <a:pt x="184554" y="167220"/>
                </a:lnTo>
                <a:lnTo>
                  <a:pt x="185313" y="165758"/>
                </a:lnTo>
                <a:lnTo>
                  <a:pt x="185566" y="164128"/>
                </a:lnTo>
                <a:lnTo>
                  <a:pt x="185566" y="5272"/>
                </a:lnTo>
                <a:lnTo>
                  <a:pt x="185313" y="3641"/>
                </a:lnTo>
                <a:lnTo>
                  <a:pt x="184554" y="2179"/>
                </a:lnTo>
                <a:lnTo>
                  <a:pt x="183387" y="1012"/>
                </a:lnTo>
                <a:lnTo>
                  <a:pt x="181925" y="253"/>
                </a:lnTo>
                <a:lnTo>
                  <a:pt x="180294" y="0"/>
                </a:lnTo>
                <a:lnTo>
                  <a:pt x="5272" y="0"/>
                </a:lnTo>
                <a:lnTo>
                  <a:pt x="3641" y="253"/>
                </a:lnTo>
                <a:close/>
                <a:moveTo>
                  <a:pt x="175023" y="158856"/>
                </a:moveTo>
                <a:lnTo>
                  <a:pt x="10544" y="158856"/>
                </a:lnTo>
                <a:lnTo>
                  <a:pt x="10544" y="10544"/>
                </a:lnTo>
                <a:lnTo>
                  <a:pt x="175023" y="10544"/>
                </a:lnTo>
                <a:lnTo>
                  <a:pt x="175023" y="158856"/>
                </a:lnTo>
                <a:close/>
              </a:path>
            </a:pathLst>
          </a:custGeom>
          <a:solidFill xmlns:a="http://schemas.openxmlformats.org/drawingml/2006/main">
            <a:srgbClr val="000000"/>
          </a:solidFill>
          <a:ln xmlns:a="http://schemas.openxmlformats.org/drawingml/2006/main" w="0" cap="flat">
            <a:noFill/>
            <a:miter/>
          </a:ln>
        </p:spPr>
      </p:sp>
      <p:sp>
        <p:nvSpPr>
          <p:cNvPr id="854" name="Vector element">
            <a:extLst xmlns:a="http://schemas.openxmlformats.org/drawingml/2006/main">
              <a:ext uri="{FF2B5EF4-FFF2-40B4-BE49-F238E27FC236}">
                <a16:creationId xmlns:a16="http://schemas.microsoft.com/office/drawing/2014/main" id="{92957E7D-CF0B-466B-B7E1-99A13DD50D9D}"/>
              </a:ext>
            </a:extLst>
          </p:cNvPr>
          <p:cNvSpPr>
            <a:spLocks xmlns:a="http://schemas.openxmlformats.org/drawingml/2006/main" noGrp="1"/>
          </p:cNvSpPr>
          <p:nvPr/>
        </p:nvSpPr>
        <p:spPr>
          <a:xfrm xmlns:a="http://schemas.openxmlformats.org/drawingml/2006/main">
            <a:off x="4247430" y="4586415"/>
            <a:ext cx="173757" cy="158575"/>
          </a:xfrm>
          <a:custGeom xmlns:a="http://schemas.openxmlformats.org/drawingml/2006/main">
            <a:pathLst>
              <a:path w="173757" h="158575">
                <a:moveTo>
                  <a:pt x="0" y="0"/>
                </a:moveTo>
                <a:lnTo>
                  <a:pt x="173757" y="0"/>
                </a:lnTo>
                <a:lnTo>
                  <a:pt x="173757" y="158575"/>
                </a:lnTo>
                <a:lnTo>
                  <a:pt x="0" y="158575"/>
                </a:lnTo>
                <a:lnTo>
                  <a:pt x="0" y="0"/>
                </a:lnTo>
                <a:close/>
              </a:path>
            </a:pathLst>
          </a:custGeom>
          <a:solidFill xmlns:a="http://schemas.openxmlformats.org/drawingml/2006/main">
            <a:srgbClr val="2B6192">
              <a:alpha val="50200"/>
            </a:srgbClr>
          </a:solidFill>
          <a:ln xmlns:a="http://schemas.openxmlformats.org/drawingml/2006/main" w="0" cap="flat">
            <a:noFill/>
            <a:miter/>
          </a:ln>
        </p:spPr>
      </p:sp>
      <p:sp>
        <p:nvSpPr>
          <p:cNvPr id="855" name="Vector element">
            <a:extLst xmlns:a="http://schemas.openxmlformats.org/drawingml/2006/main">
              <a:ext uri="{FF2B5EF4-FFF2-40B4-BE49-F238E27FC236}">
                <a16:creationId xmlns:a16="http://schemas.microsoft.com/office/drawing/2014/main" id="{2979A242-EFC2-472F-B7EC-018C426DB58F}"/>
              </a:ext>
            </a:extLst>
          </p:cNvPr>
          <p:cNvSpPr>
            <a:spLocks xmlns:a="http://schemas.openxmlformats.org/drawingml/2006/main" noGrp="1"/>
          </p:cNvSpPr>
          <p:nvPr/>
        </p:nvSpPr>
        <p:spPr>
          <a:xfrm xmlns:a="http://schemas.openxmlformats.org/drawingml/2006/main">
            <a:off x="4241596" y="4581565"/>
            <a:ext cx="185566" cy="169399"/>
          </a:xfrm>
          <a:custGeom xmlns:a="http://schemas.openxmlformats.org/drawingml/2006/main">
            <a:pathLst>
              <a:path w="185566" h="169399">
                <a:moveTo>
                  <a:pt x="3641" y="253"/>
                </a:moveTo>
                <a:lnTo>
                  <a:pt x="2179" y="1012"/>
                </a:lnTo>
                <a:lnTo>
                  <a:pt x="1012" y="2179"/>
                </a:lnTo>
                <a:lnTo>
                  <a:pt x="253" y="3641"/>
                </a:lnTo>
                <a:lnTo>
                  <a:pt x="0" y="5272"/>
                </a:lnTo>
                <a:lnTo>
                  <a:pt x="0" y="164128"/>
                </a:lnTo>
                <a:lnTo>
                  <a:pt x="253" y="165758"/>
                </a:lnTo>
                <a:lnTo>
                  <a:pt x="1012" y="167220"/>
                </a:lnTo>
                <a:lnTo>
                  <a:pt x="2179" y="168387"/>
                </a:lnTo>
                <a:lnTo>
                  <a:pt x="3641" y="169146"/>
                </a:lnTo>
                <a:lnTo>
                  <a:pt x="5272" y="169399"/>
                </a:lnTo>
                <a:lnTo>
                  <a:pt x="180294" y="169399"/>
                </a:lnTo>
                <a:lnTo>
                  <a:pt x="181925" y="169146"/>
                </a:lnTo>
                <a:lnTo>
                  <a:pt x="183387" y="168387"/>
                </a:lnTo>
                <a:lnTo>
                  <a:pt x="184554" y="167220"/>
                </a:lnTo>
                <a:lnTo>
                  <a:pt x="185313" y="165758"/>
                </a:lnTo>
                <a:lnTo>
                  <a:pt x="185566" y="164128"/>
                </a:lnTo>
                <a:lnTo>
                  <a:pt x="185566" y="5272"/>
                </a:lnTo>
                <a:lnTo>
                  <a:pt x="185313" y="3641"/>
                </a:lnTo>
                <a:lnTo>
                  <a:pt x="184554" y="2179"/>
                </a:lnTo>
                <a:lnTo>
                  <a:pt x="183387" y="1012"/>
                </a:lnTo>
                <a:lnTo>
                  <a:pt x="181925" y="253"/>
                </a:lnTo>
                <a:lnTo>
                  <a:pt x="180294" y="0"/>
                </a:lnTo>
                <a:lnTo>
                  <a:pt x="5272" y="0"/>
                </a:lnTo>
                <a:lnTo>
                  <a:pt x="3641" y="253"/>
                </a:lnTo>
                <a:close/>
                <a:moveTo>
                  <a:pt x="175023" y="158856"/>
                </a:moveTo>
                <a:lnTo>
                  <a:pt x="10544" y="158856"/>
                </a:lnTo>
                <a:lnTo>
                  <a:pt x="10544" y="10544"/>
                </a:lnTo>
                <a:lnTo>
                  <a:pt x="175023" y="10544"/>
                </a:lnTo>
                <a:lnTo>
                  <a:pt x="175023" y="158856"/>
                </a:lnTo>
                <a:close/>
              </a:path>
            </a:pathLst>
          </a:custGeom>
          <a:solidFill xmlns:a="http://schemas.openxmlformats.org/drawingml/2006/main">
            <a:srgbClr val="000000"/>
          </a:solidFill>
          <a:ln xmlns:a="http://schemas.openxmlformats.org/drawingml/2006/main" w="0" cap="flat">
            <a:noFill/>
            <a:miter/>
          </a:ln>
        </p:spPr>
      </p:sp>
      <p:sp>
        <p:nvSpPr>
          <p:cNvPr id="856" name="Vector element">
            <a:extLst xmlns:a="http://schemas.openxmlformats.org/drawingml/2006/main">
              <a:ext uri="{FF2B5EF4-FFF2-40B4-BE49-F238E27FC236}">
                <a16:creationId xmlns:a16="http://schemas.microsoft.com/office/drawing/2014/main" id="{F2D69F29-D1FB-415F-8211-757D51E8329D}"/>
              </a:ext>
            </a:extLst>
          </p:cNvPr>
          <p:cNvSpPr>
            <a:spLocks xmlns:a="http://schemas.openxmlformats.org/drawingml/2006/main" noGrp="1"/>
          </p:cNvSpPr>
          <p:nvPr/>
        </p:nvSpPr>
        <p:spPr>
          <a:xfrm xmlns:a="http://schemas.openxmlformats.org/drawingml/2006/main">
            <a:off x="4247430" y="4744990"/>
            <a:ext cx="173757" cy="160262"/>
          </a:xfrm>
          <a:custGeom xmlns:a="http://schemas.openxmlformats.org/drawingml/2006/main">
            <a:pathLst>
              <a:path w="173757" h="160262">
                <a:moveTo>
                  <a:pt x="0" y="0"/>
                </a:moveTo>
                <a:lnTo>
                  <a:pt x="173757" y="0"/>
                </a:lnTo>
                <a:lnTo>
                  <a:pt x="173757" y="160262"/>
                </a:lnTo>
                <a:lnTo>
                  <a:pt x="0" y="160262"/>
                </a:lnTo>
                <a:lnTo>
                  <a:pt x="0" y="0"/>
                </a:lnTo>
                <a:close/>
              </a:path>
            </a:pathLst>
          </a:custGeom>
          <a:solidFill xmlns:a="http://schemas.openxmlformats.org/drawingml/2006/main">
            <a:srgbClr val="2B6192">
              <a:alpha val="50200"/>
            </a:srgbClr>
          </a:solidFill>
          <a:ln xmlns:a="http://schemas.openxmlformats.org/drawingml/2006/main" w="0" cap="flat">
            <a:noFill/>
            <a:miter/>
          </a:ln>
        </p:spPr>
      </p:sp>
      <p:sp>
        <p:nvSpPr>
          <p:cNvPr id="857" name="Vector element">
            <a:extLst xmlns:a="http://schemas.openxmlformats.org/drawingml/2006/main">
              <a:ext uri="{FF2B5EF4-FFF2-40B4-BE49-F238E27FC236}">
                <a16:creationId xmlns:a16="http://schemas.microsoft.com/office/drawing/2014/main" id="{1F275343-4BDF-40EB-87E3-195DF99793FF}"/>
              </a:ext>
            </a:extLst>
          </p:cNvPr>
          <p:cNvSpPr>
            <a:spLocks xmlns:a="http://schemas.openxmlformats.org/drawingml/2006/main" noGrp="1"/>
          </p:cNvSpPr>
          <p:nvPr/>
        </p:nvSpPr>
        <p:spPr>
          <a:xfrm xmlns:a="http://schemas.openxmlformats.org/drawingml/2006/main">
            <a:off x="4241596" y="4740421"/>
            <a:ext cx="185566" cy="169399"/>
          </a:xfrm>
          <a:custGeom xmlns:a="http://schemas.openxmlformats.org/drawingml/2006/main">
            <a:pathLst>
              <a:path w="185566" h="169399">
                <a:moveTo>
                  <a:pt x="3641" y="253"/>
                </a:moveTo>
                <a:lnTo>
                  <a:pt x="2179" y="1012"/>
                </a:lnTo>
                <a:lnTo>
                  <a:pt x="1012" y="2179"/>
                </a:lnTo>
                <a:lnTo>
                  <a:pt x="253" y="3641"/>
                </a:lnTo>
                <a:lnTo>
                  <a:pt x="0" y="5272"/>
                </a:lnTo>
                <a:lnTo>
                  <a:pt x="0" y="164128"/>
                </a:lnTo>
                <a:lnTo>
                  <a:pt x="253" y="165758"/>
                </a:lnTo>
                <a:lnTo>
                  <a:pt x="1012" y="167220"/>
                </a:lnTo>
                <a:lnTo>
                  <a:pt x="2179" y="168387"/>
                </a:lnTo>
                <a:lnTo>
                  <a:pt x="3641" y="169146"/>
                </a:lnTo>
                <a:lnTo>
                  <a:pt x="5272" y="169399"/>
                </a:lnTo>
                <a:lnTo>
                  <a:pt x="180294" y="169399"/>
                </a:lnTo>
                <a:lnTo>
                  <a:pt x="181925" y="169146"/>
                </a:lnTo>
                <a:lnTo>
                  <a:pt x="183387" y="168387"/>
                </a:lnTo>
                <a:lnTo>
                  <a:pt x="184554" y="167220"/>
                </a:lnTo>
                <a:lnTo>
                  <a:pt x="185313" y="165758"/>
                </a:lnTo>
                <a:lnTo>
                  <a:pt x="185566" y="164128"/>
                </a:lnTo>
                <a:lnTo>
                  <a:pt x="185566" y="5272"/>
                </a:lnTo>
                <a:lnTo>
                  <a:pt x="185313" y="3641"/>
                </a:lnTo>
                <a:lnTo>
                  <a:pt x="184554" y="2179"/>
                </a:lnTo>
                <a:lnTo>
                  <a:pt x="183387" y="1012"/>
                </a:lnTo>
                <a:lnTo>
                  <a:pt x="181925" y="253"/>
                </a:lnTo>
                <a:lnTo>
                  <a:pt x="180294" y="0"/>
                </a:lnTo>
                <a:lnTo>
                  <a:pt x="5272" y="0"/>
                </a:lnTo>
                <a:lnTo>
                  <a:pt x="3641" y="253"/>
                </a:lnTo>
                <a:close/>
                <a:moveTo>
                  <a:pt x="175023" y="158856"/>
                </a:moveTo>
                <a:lnTo>
                  <a:pt x="10544" y="158856"/>
                </a:lnTo>
                <a:lnTo>
                  <a:pt x="10544" y="10544"/>
                </a:lnTo>
                <a:lnTo>
                  <a:pt x="175023" y="10544"/>
                </a:lnTo>
                <a:lnTo>
                  <a:pt x="175023" y="158856"/>
                </a:lnTo>
                <a:close/>
              </a:path>
            </a:pathLst>
          </a:custGeom>
          <a:solidFill xmlns:a="http://schemas.openxmlformats.org/drawingml/2006/main">
            <a:srgbClr val="000000"/>
          </a:solidFill>
          <a:ln xmlns:a="http://schemas.openxmlformats.org/drawingml/2006/main" w="0" cap="flat">
            <a:noFill/>
            <a:miter/>
          </a:ln>
        </p:spPr>
      </p:sp>
      <p:sp>
        <p:nvSpPr>
          <p:cNvPr id="858" name="Vector element">
            <a:extLst xmlns:a="http://schemas.openxmlformats.org/drawingml/2006/main">
              <a:ext uri="{FF2B5EF4-FFF2-40B4-BE49-F238E27FC236}">
                <a16:creationId xmlns:a16="http://schemas.microsoft.com/office/drawing/2014/main" id="{E12ED6A9-4E3F-4FF4-B653-DBC2F1F856B8}"/>
              </a:ext>
            </a:extLst>
          </p:cNvPr>
          <p:cNvSpPr>
            <a:spLocks xmlns:a="http://schemas.openxmlformats.org/drawingml/2006/main" noGrp="1"/>
          </p:cNvSpPr>
          <p:nvPr/>
        </p:nvSpPr>
        <p:spPr>
          <a:xfrm xmlns:a="http://schemas.openxmlformats.org/drawingml/2006/main">
            <a:off x="4421188" y="4744990"/>
            <a:ext cx="175445" cy="160262"/>
          </a:xfrm>
          <a:custGeom xmlns:a="http://schemas.openxmlformats.org/drawingml/2006/main">
            <a:pathLst>
              <a:path w="175445" h="160262">
                <a:moveTo>
                  <a:pt x="0" y="0"/>
                </a:moveTo>
                <a:lnTo>
                  <a:pt x="175445" y="0"/>
                </a:lnTo>
                <a:lnTo>
                  <a:pt x="175445" y="160262"/>
                </a:lnTo>
                <a:lnTo>
                  <a:pt x="0" y="160262"/>
                </a:lnTo>
                <a:lnTo>
                  <a:pt x="0" y="0"/>
                </a:lnTo>
                <a:close/>
              </a:path>
            </a:pathLst>
          </a:custGeom>
          <a:solidFill xmlns:a="http://schemas.openxmlformats.org/drawingml/2006/main">
            <a:srgbClr val="FFF2CA"/>
          </a:solidFill>
          <a:ln xmlns:a="http://schemas.openxmlformats.org/drawingml/2006/main" w="0" cap="flat">
            <a:noFill/>
            <a:miter/>
          </a:ln>
        </p:spPr>
      </p:sp>
      <p:sp>
        <p:nvSpPr>
          <p:cNvPr id="859" name="Vector element">
            <a:extLst xmlns:a="http://schemas.openxmlformats.org/drawingml/2006/main">
              <a:ext uri="{FF2B5EF4-FFF2-40B4-BE49-F238E27FC236}">
                <a16:creationId xmlns:a16="http://schemas.microsoft.com/office/drawing/2014/main" id="{8AD51E7A-91B7-4D43-9815-DEA6BAE71B5E}"/>
              </a:ext>
            </a:extLst>
          </p:cNvPr>
          <p:cNvSpPr>
            <a:spLocks xmlns:a="http://schemas.openxmlformats.org/drawingml/2006/main" noGrp="1"/>
          </p:cNvSpPr>
          <p:nvPr/>
        </p:nvSpPr>
        <p:spPr>
          <a:xfrm xmlns:a="http://schemas.openxmlformats.org/drawingml/2006/main">
            <a:off x="4415916" y="4740421"/>
            <a:ext cx="185566" cy="169399"/>
          </a:xfrm>
          <a:custGeom xmlns:a="http://schemas.openxmlformats.org/drawingml/2006/main">
            <a:pathLst>
              <a:path w="185566" h="169399">
                <a:moveTo>
                  <a:pt x="3641" y="253"/>
                </a:moveTo>
                <a:lnTo>
                  <a:pt x="2179" y="1012"/>
                </a:lnTo>
                <a:lnTo>
                  <a:pt x="1012" y="2179"/>
                </a:lnTo>
                <a:lnTo>
                  <a:pt x="253" y="3641"/>
                </a:lnTo>
                <a:lnTo>
                  <a:pt x="0" y="5272"/>
                </a:lnTo>
                <a:lnTo>
                  <a:pt x="0" y="164128"/>
                </a:lnTo>
                <a:lnTo>
                  <a:pt x="253" y="165758"/>
                </a:lnTo>
                <a:lnTo>
                  <a:pt x="1012" y="167220"/>
                </a:lnTo>
                <a:lnTo>
                  <a:pt x="2179" y="168387"/>
                </a:lnTo>
                <a:lnTo>
                  <a:pt x="3641" y="169146"/>
                </a:lnTo>
                <a:lnTo>
                  <a:pt x="5272" y="169399"/>
                </a:lnTo>
                <a:lnTo>
                  <a:pt x="180294" y="169399"/>
                </a:lnTo>
                <a:lnTo>
                  <a:pt x="181925" y="169146"/>
                </a:lnTo>
                <a:lnTo>
                  <a:pt x="183387" y="168387"/>
                </a:lnTo>
                <a:lnTo>
                  <a:pt x="184554" y="167220"/>
                </a:lnTo>
                <a:lnTo>
                  <a:pt x="185313" y="165758"/>
                </a:lnTo>
                <a:lnTo>
                  <a:pt x="185566" y="164128"/>
                </a:lnTo>
                <a:lnTo>
                  <a:pt x="185566" y="5272"/>
                </a:lnTo>
                <a:lnTo>
                  <a:pt x="185313" y="3641"/>
                </a:lnTo>
                <a:lnTo>
                  <a:pt x="184554" y="2179"/>
                </a:lnTo>
                <a:lnTo>
                  <a:pt x="183387" y="1012"/>
                </a:lnTo>
                <a:lnTo>
                  <a:pt x="181925" y="253"/>
                </a:lnTo>
                <a:lnTo>
                  <a:pt x="180294" y="0"/>
                </a:lnTo>
                <a:lnTo>
                  <a:pt x="5272" y="0"/>
                </a:lnTo>
                <a:lnTo>
                  <a:pt x="3641" y="253"/>
                </a:lnTo>
                <a:close/>
                <a:moveTo>
                  <a:pt x="175023" y="158856"/>
                </a:moveTo>
                <a:lnTo>
                  <a:pt x="10544" y="158856"/>
                </a:lnTo>
                <a:lnTo>
                  <a:pt x="10544" y="10544"/>
                </a:lnTo>
                <a:lnTo>
                  <a:pt x="175023" y="10544"/>
                </a:lnTo>
                <a:lnTo>
                  <a:pt x="175023" y="158856"/>
                </a:lnTo>
                <a:close/>
              </a:path>
            </a:pathLst>
          </a:custGeom>
          <a:solidFill xmlns:a="http://schemas.openxmlformats.org/drawingml/2006/main">
            <a:srgbClr val="000000"/>
          </a:solidFill>
          <a:ln xmlns:a="http://schemas.openxmlformats.org/drawingml/2006/main" w="0" cap="flat">
            <a:noFill/>
            <a:miter/>
          </a:ln>
        </p:spPr>
      </p:sp>
      <p:sp>
        <p:nvSpPr>
          <p:cNvPr id="860" name="Vector element">
            <a:extLst xmlns:a="http://schemas.openxmlformats.org/drawingml/2006/main">
              <a:ext uri="{FF2B5EF4-FFF2-40B4-BE49-F238E27FC236}">
                <a16:creationId xmlns:a16="http://schemas.microsoft.com/office/drawing/2014/main" id="{DA8A0662-E5EC-4FDB-911B-DCEDE2614E47}"/>
              </a:ext>
            </a:extLst>
          </p:cNvPr>
          <p:cNvSpPr>
            <a:spLocks xmlns:a="http://schemas.openxmlformats.org/drawingml/2006/main" noGrp="1"/>
          </p:cNvSpPr>
          <p:nvPr/>
        </p:nvSpPr>
        <p:spPr>
          <a:xfrm xmlns:a="http://schemas.openxmlformats.org/drawingml/2006/main">
            <a:off x="3898229" y="4905251"/>
            <a:ext cx="173757" cy="158575"/>
          </a:xfrm>
          <a:custGeom xmlns:a="http://schemas.openxmlformats.org/drawingml/2006/main">
            <a:pathLst>
              <a:path w="173757" h="158575">
                <a:moveTo>
                  <a:pt x="0" y="0"/>
                </a:moveTo>
                <a:lnTo>
                  <a:pt x="173757" y="0"/>
                </a:lnTo>
                <a:lnTo>
                  <a:pt x="173757" y="158575"/>
                </a:lnTo>
                <a:lnTo>
                  <a:pt x="0" y="158575"/>
                </a:lnTo>
                <a:lnTo>
                  <a:pt x="0" y="0"/>
                </a:lnTo>
                <a:close/>
              </a:path>
            </a:pathLst>
          </a:custGeom>
          <a:solidFill xmlns:a="http://schemas.openxmlformats.org/drawingml/2006/main">
            <a:srgbClr val="FEE695"/>
          </a:solidFill>
          <a:ln xmlns:a="http://schemas.openxmlformats.org/drawingml/2006/main" w="0" cap="flat">
            <a:noFill/>
            <a:miter/>
          </a:ln>
        </p:spPr>
      </p:sp>
      <p:sp>
        <p:nvSpPr>
          <p:cNvPr id="861" name="Vector element">
            <a:extLst xmlns:a="http://schemas.openxmlformats.org/drawingml/2006/main">
              <a:ext uri="{FF2B5EF4-FFF2-40B4-BE49-F238E27FC236}">
                <a16:creationId xmlns:a16="http://schemas.microsoft.com/office/drawing/2014/main" id="{16FA72EC-ADBD-4D36-959D-7CD562CC1E09}"/>
              </a:ext>
            </a:extLst>
          </p:cNvPr>
          <p:cNvSpPr>
            <a:spLocks xmlns:a="http://schemas.openxmlformats.org/drawingml/2006/main" noGrp="1"/>
          </p:cNvSpPr>
          <p:nvPr/>
        </p:nvSpPr>
        <p:spPr>
          <a:xfrm xmlns:a="http://schemas.openxmlformats.org/drawingml/2006/main">
            <a:off x="3892254" y="4899277"/>
            <a:ext cx="185566" cy="170102"/>
          </a:xfrm>
          <a:custGeom xmlns:a="http://schemas.openxmlformats.org/drawingml/2006/main">
            <a:pathLst>
              <a:path w="185566" h="170102">
                <a:moveTo>
                  <a:pt x="3641" y="253"/>
                </a:moveTo>
                <a:lnTo>
                  <a:pt x="2179" y="1012"/>
                </a:lnTo>
                <a:lnTo>
                  <a:pt x="1012" y="2179"/>
                </a:lnTo>
                <a:lnTo>
                  <a:pt x="253" y="3641"/>
                </a:lnTo>
                <a:lnTo>
                  <a:pt x="0" y="5272"/>
                </a:lnTo>
                <a:lnTo>
                  <a:pt x="0" y="164831"/>
                </a:lnTo>
                <a:lnTo>
                  <a:pt x="253" y="166461"/>
                </a:lnTo>
                <a:lnTo>
                  <a:pt x="1012" y="167923"/>
                </a:lnTo>
                <a:lnTo>
                  <a:pt x="2179" y="169090"/>
                </a:lnTo>
                <a:lnTo>
                  <a:pt x="3641" y="169849"/>
                </a:lnTo>
                <a:lnTo>
                  <a:pt x="5272" y="170102"/>
                </a:lnTo>
                <a:lnTo>
                  <a:pt x="180294" y="170102"/>
                </a:lnTo>
                <a:lnTo>
                  <a:pt x="181925" y="169849"/>
                </a:lnTo>
                <a:lnTo>
                  <a:pt x="183387" y="169090"/>
                </a:lnTo>
                <a:lnTo>
                  <a:pt x="184554" y="167923"/>
                </a:lnTo>
                <a:lnTo>
                  <a:pt x="185313" y="166461"/>
                </a:lnTo>
                <a:lnTo>
                  <a:pt x="185566" y="164831"/>
                </a:lnTo>
                <a:lnTo>
                  <a:pt x="185566" y="5272"/>
                </a:lnTo>
                <a:lnTo>
                  <a:pt x="185313" y="3641"/>
                </a:lnTo>
                <a:lnTo>
                  <a:pt x="184554" y="2179"/>
                </a:lnTo>
                <a:lnTo>
                  <a:pt x="183387" y="1012"/>
                </a:lnTo>
                <a:lnTo>
                  <a:pt x="181925" y="253"/>
                </a:lnTo>
                <a:lnTo>
                  <a:pt x="180294" y="0"/>
                </a:lnTo>
                <a:lnTo>
                  <a:pt x="5272" y="0"/>
                </a:lnTo>
                <a:lnTo>
                  <a:pt x="3641" y="253"/>
                </a:lnTo>
                <a:close/>
                <a:moveTo>
                  <a:pt x="175023" y="159559"/>
                </a:moveTo>
                <a:lnTo>
                  <a:pt x="10544" y="159559"/>
                </a:lnTo>
                <a:lnTo>
                  <a:pt x="10544" y="10544"/>
                </a:lnTo>
                <a:lnTo>
                  <a:pt x="175023" y="10544"/>
                </a:lnTo>
                <a:lnTo>
                  <a:pt x="175023" y="159559"/>
                </a:lnTo>
                <a:close/>
              </a:path>
            </a:pathLst>
          </a:custGeom>
          <a:solidFill xmlns:a="http://schemas.openxmlformats.org/drawingml/2006/main">
            <a:srgbClr val="000000"/>
          </a:solidFill>
          <a:ln xmlns:a="http://schemas.openxmlformats.org/drawingml/2006/main" w="0" cap="flat">
            <a:noFill/>
            <a:miter/>
          </a:ln>
        </p:spPr>
      </p:sp>
      <p:sp>
        <p:nvSpPr>
          <p:cNvPr id="862" name="Vector element">
            <a:extLst xmlns:a="http://schemas.openxmlformats.org/drawingml/2006/main">
              <a:ext uri="{FF2B5EF4-FFF2-40B4-BE49-F238E27FC236}">
                <a16:creationId xmlns:a16="http://schemas.microsoft.com/office/drawing/2014/main" id="{4317C68A-472D-4634-8129-DE02D918DCAD}"/>
              </a:ext>
            </a:extLst>
          </p:cNvPr>
          <p:cNvSpPr>
            <a:spLocks xmlns:a="http://schemas.openxmlformats.org/drawingml/2006/main" noGrp="1"/>
          </p:cNvSpPr>
          <p:nvPr/>
        </p:nvSpPr>
        <p:spPr>
          <a:xfrm xmlns:a="http://schemas.openxmlformats.org/drawingml/2006/main">
            <a:off x="4071986" y="4267578"/>
            <a:ext cx="175445" cy="160262"/>
          </a:xfrm>
          <a:custGeom xmlns:a="http://schemas.openxmlformats.org/drawingml/2006/main">
            <a:pathLst>
              <a:path w="175445" h="160262">
                <a:moveTo>
                  <a:pt x="0" y="0"/>
                </a:moveTo>
                <a:lnTo>
                  <a:pt x="175445" y="0"/>
                </a:lnTo>
                <a:lnTo>
                  <a:pt x="175445" y="160262"/>
                </a:lnTo>
                <a:lnTo>
                  <a:pt x="0" y="160262"/>
                </a:lnTo>
                <a:lnTo>
                  <a:pt x="0" y="0"/>
                </a:lnTo>
                <a:close/>
              </a:path>
            </a:pathLst>
          </a:custGeom>
          <a:solidFill xmlns:a="http://schemas.openxmlformats.org/drawingml/2006/main">
            <a:srgbClr val="2B6192">
              <a:alpha val="50200"/>
            </a:srgbClr>
          </a:solidFill>
          <a:ln xmlns:a="http://schemas.openxmlformats.org/drawingml/2006/main" w="0" cap="flat">
            <a:noFill/>
            <a:miter/>
          </a:ln>
        </p:spPr>
      </p:sp>
      <p:sp>
        <p:nvSpPr>
          <p:cNvPr id="863" name="Vector element">
            <a:extLst xmlns:a="http://schemas.openxmlformats.org/drawingml/2006/main">
              <a:ext uri="{FF2B5EF4-FFF2-40B4-BE49-F238E27FC236}">
                <a16:creationId xmlns:a16="http://schemas.microsoft.com/office/drawing/2014/main" id="{766F3310-E52C-43F0-9F1E-34AF3DDBB41B}"/>
              </a:ext>
            </a:extLst>
          </p:cNvPr>
          <p:cNvSpPr>
            <a:spLocks xmlns:a="http://schemas.openxmlformats.org/drawingml/2006/main" noGrp="1"/>
          </p:cNvSpPr>
          <p:nvPr/>
        </p:nvSpPr>
        <p:spPr>
          <a:xfrm xmlns:a="http://schemas.openxmlformats.org/drawingml/2006/main">
            <a:off x="4066574" y="4262447"/>
            <a:ext cx="185566" cy="170102"/>
          </a:xfrm>
          <a:custGeom xmlns:a="http://schemas.openxmlformats.org/drawingml/2006/main">
            <a:pathLst>
              <a:path w="185566" h="170102">
                <a:moveTo>
                  <a:pt x="3641" y="253"/>
                </a:moveTo>
                <a:lnTo>
                  <a:pt x="2179" y="1012"/>
                </a:lnTo>
                <a:lnTo>
                  <a:pt x="1012" y="2179"/>
                </a:lnTo>
                <a:lnTo>
                  <a:pt x="253" y="3641"/>
                </a:lnTo>
                <a:lnTo>
                  <a:pt x="0" y="5272"/>
                </a:lnTo>
                <a:lnTo>
                  <a:pt x="0" y="164831"/>
                </a:lnTo>
                <a:lnTo>
                  <a:pt x="253" y="166461"/>
                </a:lnTo>
                <a:lnTo>
                  <a:pt x="1012" y="167923"/>
                </a:lnTo>
                <a:lnTo>
                  <a:pt x="2179" y="169090"/>
                </a:lnTo>
                <a:lnTo>
                  <a:pt x="3641" y="169849"/>
                </a:lnTo>
                <a:lnTo>
                  <a:pt x="5272" y="170102"/>
                </a:lnTo>
                <a:lnTo>
                  <a:pt x="180294" y="170102"/>
                </a:lnTo>
                <a:lnTo>
                  <a:pt x="181925" y="169849"/>
                </a:lnTo>
                <a:lnTo>
                  <a:pt x="183387" y="169090"/>
                </a:lnTo>
                <a:lnTo>
                  <a:pt x="184554" y="167923"/>
                </a:lnTo>
                <a:lnTo>
                  <a:pt x="185313" y="166461"/>
                </a:lnTo>
                <a:lnTo>
                  <a:pt x="185566" y="164831"/>
                </a:lnTo>
                <a:lnTo>
                  <a:pt x="185566" y="5272"/>
                </a:lnTo>
                <a:lnTo>
                  <a:pt x="185313" y="3641"/>
                </a:lnTo>
                <a:lnTo>
                  <a:pt x="184554" y="2179"/>
                </a:lnTo>
                <a:lnTo>
                  <a:pt x="183387" y="1012"/>
                </a:lnTo>
                <a:lnTo>
                  <a:pt x="181925" y="253"/>
                </a:lnTo>
                <a:lnTo>
                  <a:pt x="180294" y="0"/>
                </a:lnTo>
                <a:lnTo>
                  <a:pt x="5272" y="0"/>
                </a:lnTo>
                <a:lnTo>
                  <a:pt x="3641" y="253"/>
                </a:lnTo>
                <a:close/>
                <a:moveTo>
                  <a:pt x="175023" y="159559"/>
                </a:moveTo>
                <a:lnTo>
                  <a:pt x="10544" y="159559"/>
                </a:lnTo>
                <a:lnTo>
                  <a:pt x="10544" y="10544"/>
                </a:lnTo>
                <a:lnTo>
                  <a:pt x="175023" y="10544"/>
                </a:lnTo>
                <a:lnTo>
                  <a:pt x="175023" y="159559"/>
                </a:lnTo>
                <a:close/>
              </a:path>
            </a:pathLst>
          </a:custGeom>
          <a:solidFill xmlns:a="http://schemas.openxmlformats.org/drawingml/2006/main">
            <a:srgbClr val="000000"/>
          </a:solidFill>
          <a:ln xmlns:a="http://schemas.openxmlformats.org/drawingml/2006/main" w="0" cap="flat">
            <a:noFill/>
            <a:miter/>
          </a:ln>
        </p:spPr>
      </p:sp>
      <p:sp>
        <p:nvSpPr>
          <p:cNvPr id="864" name="Vector element">
            <a:extLst xmlns:a="http://schemas.openxmlformats.org/drawingml/2006/main">
              <a:ext uri="{FF2B5EF4-FFF2-40B4-BE49-F238E27FC236}">
                <a16:creationId xmlns:a16="http://schemas.microsoft.com/office/drawing/2014/main" id="{D6552EC0-0231-43F3-ABC3-FAE52499959F}"/>
              </a:ext>
            </a:extLst>
          </p:cNvPr>
          <p:cNvSpPr>
            <a:spLocks xmlns:a="http://schemas.openxmlformats.org/drawingml/2006/main" noGrp="1"/>
          </p:cNvSpPr>
          <p:nvPr/>
        </p:nvSpPr>
        <p:spPr>
          <a:xfrm xmlns:a="http://schemas.openxmlformats.org/drawingml/2006/main">
            <a:off x="4071986" y="4427840"/>
            <a:ext cx="175445" cy="158575"/>
          </a:xfrm>
          <a:custGeom xmlns:a="http://schemas.openxmlformats.org/drawingml/2006/main">
            <a:pathLst>
              <a:path w="175445" h="158575">
                <a:moveTo>
                  <a:pt x="0" y="0"/>
                </a:moveTo>
                <a:lnTo>
                  <a:pt x="175445" y="0"/>
                </a:lnTo>
                <a:lnTo>
                  <a:pt x="175445" y="158575"/>
                </a:lnTo>
                <a:lnTo>
                  <a:pt x="0" y="158575"/>
                </a:lnTo>
                <a:lnTo>
                  <a:pt x="0" y="0"/>
                </a:lnTo>
                <a:close/>
              </a:path>
            </a:pathLst>
          </a:custGeom>
          <a:solidFill xmlns:a="http://schemas.openxmlformats.org/drawingml/2006/main">
            <a:srgbClr val="57A86D"/>
          </a:solidFill>
          <a:ln xmlns:a="http://schemas.openxmlformats.org/drawingml/2006/main" w="0" cap="flat">
            <a:noFill/>
            <a:miter/>
          </a:ln>
        </p:spPr>
      </p:sp>
      <p:sp>
        <p:nvSpPr>
          <p:cNvPr id="865" name="Vector element">
            <a:extLst xmlns:a="http://schemas.openxmlformats.org/drawingml/2006/main">
              <a:ext uri="{FF2B5EF4-FFF2-40B4-BE49-F238E27FC236}">
                <a16:creationId xmlns:a16="http://schemas.microsoft.com/office/drawing/2014/main" id="{7CF77BAB-E292-4F11-8D16-479C0ACE9D5A}"/>
              </a:ext>
            </a:extLst>
          </p:cNvPr>
          <p:cNvSpPr>
            <a:spLocks xmlns:a="http://schemas.openxmlformats.org/drawingml/2006/main" noGrp="1"/>
          </p:cNvSpPr>
          <p:nvPr/>
        </p:nvSpPr>
        <p:spPr>
          <a:xfrm xmlns:a="http://schemas.openxmlformats.org/drawingml/2006/main">
            <a:off x="4066574" y="4422006"/>
            <a:ext cx="185566" cy="170102"/>
          </a:xfrm>
          <a:custGeom xmlns:a="http://schemas.openxmlformats.org/drawingml/2006/main">
            <a:pathLst>
              <a:path w="185566" h="170102">
                <a:moveTo>
                  <a:pt x="3641" y="253"/>
                </a:moveTo>
                <a:lnTo>
                  <a:pt x="2179" y="1012"/>
                </a:lnTo>
                <a:lnTo>
                  <a:pt x="1012" y="2179"/>
                </a:lnTo>
                <a:lnTo>
                  <a:pt x="253" y="3641"/>
                </a:lnTo>
                <a:lnTo>
                  <a:pt x="0" y="5272"/>
                </a:lnTo>
                <a:lnTo>
                  <a:pt x="0" y="164831"/>
                </a:lnTo>
                <a:lnTo>
                  <a:pt x="253" y="166461"/>
                </a:lnTo>
                <a:lnTo>
                  <a:pt x="1012" y="167923"/>
                </a:lnTo>
                <a:lnTo>
                  <a:pt x="2179" y="169090"/>
                </a:lnTo>
                <a:lnTo>
                  <a:pt x="3641" y="169849"/>
                </a:lnTo>
                <a:lnTo>
                  <a:pt x="5272" y="170102"/>
                </a:lnTo>
                <a:lnTo>
                  <a:pt x="180294" y="170102"/>
                </a:lnTo>
                <a:lnTo>
                  <a:pt x="181925" y="169849"/>
                </a:lnTo>
                <a:lnTo>
                  <a:pt x="183387" y="169090"/>
                </a:lnTo>
                <a:lnTo>
                  <a:pt x="184554" y="167923"/>
                </a:lnTo>
                <a:lnTo>
                  <a:pt x="185313" y="166461"/>
                </a:lnTo>
                <a:lnTo>
                  <a:pt x="185566" y="164831"/>
                </a:lnTo>
                <a:lnTo>
                  <a:pt x="185566" y="5272"/>
                </a:lnTo>
                <a:lnTo>
                  <a:pt x="185313" y="3641"/>
                </a:lnTo>
                <a:lnTo>
                  <a:pt x="184554" y="2179"/>
                </a:lnTo>
                <a:lnTo>
                  <a:pt x="183387" y="1012"/>
                </a:lnTo>
                <a:lnTo>
                  <a:pt x="181925" y="253"/>
                </a:lnTo>
                <a:lnTo>
                  <a:pt x="180294" y="0"/>
                </a:lnTo>
                <a:lnTo>
                  <a:pt x="5272" y="0"/>
                </a:lnTo>
                <a:lnTo>
                  <a:pt x="3641" y="253"/>
                </a:lnTo>
                <a:close/>
                <a:moveTo>
                  <a:pt x="175023" y="159559"/>
                </a:moveTo>
                <a:lnTo>
                  <a:pt x="10544" y="159559"/>
                </a:lnTo>
                <a:lnTo>
                  <a:pt x="10544" y="10544"/>
                </a:lnTo>
                <a:lnTo>
                  <a:pt x="175023" y="10544"/>
                </a:lnTo>
                <a:lnTo>
                  <a:pt x="175023" y="159559"/>
                </a:lnTo>
                <a:close/>
              </a:path>
            </a:pathLst>
          </a:custGeom>
          <a:solidFill xmlns:a="http://schemas.openxmlformats.org/drawingml/2006/main">
            <a:srgbClr val="000000"/>
          </a:solidFill>
          <a:ln xmlns:a="http://schemas.openxmlformats.org/drawingml/2006/main" w="0" cap="flat">
            <a:noFill/>
            <a:miter/>
          </a:ln>
        </p:spPr>
      </p:sp>
      <p:sp>
        <p:nvSpPr>
          <p:cNvPr id="866" name="Vector element">
            <a:extLst xmlns:a="http://schemas.openxmlformats.org/drawingml/2006/main">
              <a:ext uri="{FF2B5EF4-FFF2-40B4-BE49-F238E27FC236}">
                <a16:creationId xmlns:a16="http://schemas.microsoft.com/office/drawing/2014/main" id="{464C87CE-1E50-4651-A1B9-168FFFB87A2D}"/>
              </a:ext>
            </a:extLst>
          </p:cNvPr>
          <p:cNvSpPr>
            <a:spLocks xmlns:a="http://schemas.openxmlformats.org/drawingml/2006/main" noGrp="1"/>
          </p:cNvSpPr>
          <p:nvPr/>
        </p:nvSpPr>
        <p:spPr>
          <a:xfrm xmlns:a="http://schemas.openxmlformats.org/drawingml/2006/main">
            <a:off x="4071986" y="4586415"/>
            <a:ext cx="175445" cy="158575"/>
          </a:xfrm>
          <a:custGeom xmlns:a="http://schemas.openxmlformats.org/drawingml/2006/main">
            <a:pathLst>
              <a:path w="175445" h="158575">
                <a:moveTo>
                  <a:pt x="0" y="0"/>
                </a:moveTo>
                <a:lnTo>
                  <a:pt x="175445" y="0"/>
                </a:lnTo>
                <a:lnTo>
                  <a:pt x="175445" y="158575"/>
                </a:lnTo>
                <a:lnTo>
                  <a:pt x="0" y="158575"/>
                </a:lnTo>
                <a:lnTo>
                  <a:pt x="0" y="0"/>
                </a:lnTo>
                <a:close/>
              </a:path>
            </a:pathLst>
          </a:custGeom>
          <a:solidFill xmlns:a="http://schemas.openxmlformats.org/drawingml/2006/main">
            <a:srgbClr val="F8CDAC"/>
          </a:solidFill>
          <a:ln xmlns:a="http://schemas.openxmlformats.org/drawingml/2006/main" w="0" cap="flat">
            <a:noFill/>
            <a:miter/>
          </a:ln>
        </p:spPr>
      </p:sp>
      <p:sp>
        <p:nvSpPr>
          <p:cNvPr id="867" name="Vector element">
            <a:extLst xmlns:a="http://schemas.openxmlformats.org/drawingml/2006/main">
              <a:ext uri="{FF2B5EF4-FFF2-40B4-BE49-F238E27FC236}">
                <a16:creationId xmlns:a16="http://schemas.microsoft.com/office/drawing/2014/main" id="{99CE19FA-FA53-40F7-ABEA-6C4258E56417}"/>
              </a:ext>
            </a:extLst>
          </p:cNvPr>
          <p:cNvSpPr>
            <a:spLocks xmlns:a="http://schemas.openxmlformats.org/drawingml/2006/main" noGrp="1"/>
          </p:cNvSpPr>
          <p:nvPr/>
        </p:nvSpPr>
        <p:spPr>
          <a:xfrm xmlns:a="http://schemas.openxmlformats.org/drawingml/2006/main">
            <a:off x="4066574" y="4580862"/>
            <a:ext cx="185566" cy="170102"/>
          </a:xfrm>
          <a:custGeom xmlns:a="http://schemas.openxmlformats.org/drawingml/2006/main">
            <a:pathLst>
              <a:path w="185566" h="170102">
                <a:moveTo>
                  <a:pt x="3641" y="253"/>
                </a:moveTo>
                <a:lnTo>
                  <a:pt x="2179" y="1012"/>
                </a:lnTo>
                <a:lnTo>
                  <a:pt x="1012" y="2179"/>
                </a:lnTo>
                <a:lnTo>
                  <a:pt x="253" y="3641"/>
                </a:lnTo>
                <a:lnTo>
                  <a:pt x="0" y="5272"/>
                </a:lnTo>
                <a:lnTo>
                  <a:pt x="0" y="164831"/>
                </a:lnTo>
                <a:lnTo>
                  <a:pt x="253" y="166461"/>
                </a:lnTo>
                <a:lnTo>
                  <a:pt x="1012" y="167923"/>
                </a:lnTo>
                <a:lnTo>
                  <a:pt x="2179" y="169090"/>
                </a:lnTo>
                <a:lnTo>
                  <a:pt x="3641" y="169849"/>
                </a:lnTo>
                <a:lnTo>
                  <a:pt x="5272" y="170102"/>
                </a:lnTo>
                <a:lnTo>
                  <a:pt x="180294" y="170102"/>
                </a:lnTo>
                <a:lnTo>
                  <a:pt x="181925" y="169849"/>
                </a:lnTo>
                <a:lnTo>
                  <a:pt x="183387" y="169090"/>
                </a:lnTo>
                <a:lnTo>
                  <a:pt x="184554" y="167923"/>
                </a:lnTo>
                <a:lnTo>
                  <a:pt x="185313" y="166461"/>
                </a:lnTo>
                <a:lnTo>
                  <a:pt x="185566" y="164831"/>
                </a:lnTo>
                <a:lnTo>
                  <a:pt x="185566" y="5272"/>
                </a:lnTo>
                <a:lnTo>
                  <a:pt x="185313" y="3641"/>
                </a:lnTo>
                <a:lnTo>
                  <a:pt x="184554" y="2179"/>
                </a:lnTo>
                <a:lnTo>
                  <a:pt x="183387" y="1012"/>
                </a:lnTo>
                <a:lnTo>
                  <a:pt x="181925" y="253"/>
                </a:lnTo>
                <a:lnTo>
                  <a:pt x="180294" y="0"/>
                </a:lnTo>
                <a:lnTo>
                  <a:pt x="5272" y="0"/>
                </a:lnTo>
                <a:lnTo>
                  <a:pt x="3641" y="253"/>
                </a:lnTo>
                <a:close/>
                <a:moveTo>
                  <a:pt x="175023" y="159559"/>
                </a:moveTo>
                <a:lnTo>
                  <a:pt x="10544" y="159559"/>
                </a:lnTo>
                <a:lnTo>
                  <a:pt x="10544" y="10544"/>
                </a:lnTo>
                <a:lnTo>
                  <a:pt x="175023" y="10544"/>
                </a:lnTo>
                <a:lnTo>
                  <a:pt x="175023" y="159559"/>
                </a:lnTo>
                <a:close/>
              </a:path>
            </a:pathLst>
          </a:custGeom>
          <a:solidFill xmlns:a="http://schemas.openxmlformats.org/drawingml/2006/main">
            <a:srgbClr val="000000"/>
          </a:solidFill>
          <a:ln xmlns:a="http://schemas.openxmlformats.org/drawingml/2006/main" w="0" cap="flat">
            <a:noFill/>
            <a:miter/>
          </a:ln>
        </p:spPr>
      </p:sp>
      <p:sp>
        <p:nvSpPr>
          <p:cNvPr id="868" name="Vector element">
            <a:extLst xmlns:a="http://schemas.openxmlformats.org/drawingml/2006/main">
              <a:ext uri="{FF2B5EF4-FFF2-40B4-BE49-F238E27FC236}">
                <a16:creationId xmlns:a16="http://schemas.microsoft.com/office/drawing/2014/main" id="{868EE532-115C-4344-A971-F3EEDE1C74DA}"/>
              </a:ext>
            </a:extLst>
          </p:cNvPr>
          <p:cNvSpPr>
            <a:spLocks xmlns:a="http://schemas.openxmlformats.org/drawingml/2006/main" noGrp="1"/>
          </p:cNvSpPr>
          <p:nvPr/>
        </p:nvSpPr>
        <p:spPr>
          <a:xfrm xmlns:a="http://schemas.openxmlformats.org/drawingml/2006/main">
            <a:off x="4071986" y="4905251"/>
            <a:ext cx="175445" cy="158575"/>
          </a:xfrm>
          <a:custGeom xmlns:a="http://schemas.openxmlformats.org/drawingml/2006/main">
            <a:pathLst>
              <a:path w="175445" h="158575">
                <a:moveTo>
                  <a:pt x="0" y="0"/>
                </a:moveTo>
                <a:lnTo>
                  <a:pt x="175445" y="0"/>
                </a:lnTo>
                <a:lnTo>
                  <a:pt x="175445" y="158575"/>
                </a:lnTo>
                <a:lnTo>
                  <a:pt x="0" y="158575"/>
                </a:lnTo>
                <a:lnTo>
                  <a:pt x="0" y="0"/>
                </a:lnTo>
                <a:close/>
              </a:path>
            </a:pathLst>
          </a:custGeom>
          <a:solidFill xmlns:a="http://schemas.openxmlformats.org/drawingml/2006/main">
            <a:srgbClr val="C44037">
              <a:alpha val="70200"/>
            </a:srgbClr>
          </a:solidFill>
          <a:ln xmlns:a="http://schemas.openxmlformats.org/drawingml/2006/main" w="0" cap="flat">
            <a:noFill/>
            <a:miter/>
          </a:ln>
        </p:spPr>
      </p:sp>
      <p:sp>
        <p:nvSpPr>
          <p:cNvPr id="869" name="Vector element">
            <a:extLst xmlns:a="http://schemas.openxmlformats.org/drawingml/2006/main">
              <a:ext uri="{FF2B5EF4-FFF2-40B4-BE49-F238E27FC236}">
                <a16:creationId xmlns:a16="http://schemas.microsoft.com/office/drawing/2014/main" id="{320A423F-C32C-4695-8638-4003DBB83992}"/>
              </a:ext>
            </a:extLst>
          </p:cNvPr>
          <p:cNvSpPr>
            <a:spLocks xmlns:a="http://schemas.openxmlformats.org/drawingml/2006/main" noGrp="1"/>
          </p:cNvSpPr>
          <p:nvPr/>
        </p:nvSpPr>
        <p:spPr>
          <a:xfrm xmlns:a="http://schemas.openxmlformats.org/drawingml/2006/main">
            <a:off x="4066574" y="4899277"/>
            <a:ext cx="185566" cy="170102"/>
          </a:xfrm>
          <a:custGeom xmlns:a="http://schemas.openxmlformats.org/drawingml/2006/main">
            <a:pathLst>
              <a:path w="185566" h="170102">
                <a:moveTo>
                  <a:pt x="3641" y="253"/>
                </a:moveTo>
                <a:lnTo>
                  <a:pt x="2179" y="1012"/>
                </a:lnTo>
                <a:lnTo>
                  <a:pt x="1012" y="2179"/>
                </a:lnTo>
                <a:lnTo>
                  <a:pt x="253" y="3641"/>
                </a:lnTo>
                <a:lnTo>
                  <a:pt x="0" y="5272"/>
                </a:lnTo>
                <a:lnTo>
                  <a:pt x="0" y="164831"/>
                </a:lnTo>
                <a:lnTo>
                  <a:pt x="253" y="166461"/>
                </a:lnTo>
                <a:lnTo>
                  <a:pt x="1012" y="167923"/>
                </a:lnTo>
                <a:lnTo>
                  <a:pt x="2179" y="169090"/>
                </a:lnTo>
                <a:lnTo>
                  <a:pt x="3641" y="169849"/>
                </a:lnTo>
                <a:lnTo>
                  <a:pt x="5272" y="170102"/>
                </a:lnTo>
                <a:lnTo>
                  <a:pt x="180294" y="170102"/>
                </a:lnTo>
                <a:lnTo>
                  <a:pt x="181925" y="169849"/>
                </a:lnTo>
                <a:lnTo>
                  <a:pt x="183387" y="169090"/>
                </a:lnTo>
                <a:lnTo>
                  <a:pt x="184554" y="167923"/>
                </a:lnTo>
                <a:lnTo>
                  <a:pt x="185313" y="166461"/>
                </a:lnTo>
                <a:lnTo>
                  <a:pt x="185566" y="164831"/>
                </a:lnTo>
                <a:lnTo>
                  <a:pt x="185566" y="5272"/>
                </a:lnTo>
                <a:lnTo>
                  <a:pt x="185313" y="3641"/>
                </a:lnTo>
                <a:lnTo>
                  <a:pt x="184554" y="2179"/>
                </a:lnTo>
                <a:lnTo>
                  <a:pt x="183387" y="1012"/>
                </a:lnTo>
                <a:lnTo>
                  <a:pt x="181925" y="253"/>
                </a:lnTo>
                <a:lnTo>
                  <a:pt x="180294" y="0"/>
                </a:lnTo>
                <a:lnTo>
                  <a:pt x="5272" y="0"/>
                </a:lnTo>
                <a:lnTo>
                  <a:pt x="3641" y="253"/>
                </a:lnTo>
                <a:close/>
                <a:moveTo>
                  <a:pt x="175023" y="159559"/>
                </a:moveTo>
                <a:lnTo>
                  <a:pt x="10544" y="159559"/>
                </a:lnTo>
                <a:lnTo>
                  <a:pt x="10544" y="10544"/>
                </a:lnTo>
                <a:lnTo>
                  <a:pt x="175023" y="10544"/>
                </a:lnTo>
                <a:lnTo>
                  <a:pt x="175023" y="159559"/>
                </a:lnTo>
                <a:close/>
              </a:path>
            </a:pathLst>
          </a:custGeom>
          <a:solidFill xmlns:a="http://schemas.openxmlformats.org/drawingml/2006/main">
            <a:srgbClr val="000000"/>
          </a:solidFill>
          <a:ln xmlns:a="http://schemas.openxmlformats.org/drawingml/2006/main" w="0" cap="flat">
            <a:noFill/>
            <a:miter/>
          </a:ln>
        </p:spPr>
      </p:sp>
      <p:sp>
        <p:nvSpPr>
          <p:cNvPr id="870" name="Vector element">
            <a:extLst xmlns:a="http://schemas.openxmlformats.org/drawingml/2006/main">
              <a:ext uri="{FF2B5EF4-FFF2-40B4-BE49-F238E27FC236}">
                <a16:creationId xmlns:a16="http://schemas.microsoft.com/office/drawing/2014/main" id="{20BBCCE6-9583-476B-B828-DD2974F8BFA1}"/>
              </a:ext>
            </a:extLst>
          </p:cNvPr>
          <p:cNvSpPr>
            <a:spLocks xmlns:a="http://schemas.openxmlformats.org/drawingml/2006/main" noGrp="1"/>
          </p:cNvSpPr>
          <p:nvPr/>
        </p:nvSpPr>
        <p:spPr>
          <a:xfrm xmlns:a="http://schemas.openxmlformats.org/drawingml/2006/main">
            <a:off x="3898229" y="4267578"/>
            <a:ext cx="173757" cy="158575"/>
          </a:xfrm>
          <a:custGeom xmlns:a="http://schemas.openxmlformats.org/drawingml/2006/main">
            <a:pathLst>
              <a:path w="173757" h="158575">
                <a:moveTo>
                  <a:pt x="0" y="0"/>
                </a:moveTo>
                <a:lnTo>
                  <a:pt x="173757" y="0"/>
                </a:lnTo>
                <a:lnTo>
                  <a:pt x="173757" y="158575"/>
                </a:lnTo>
                <a:lnTo>
                  <a:pt x="0" y="158575"/>
                </a:lnTo>
                <a:lnTo>
                  <a:pt x="0" y="0"/>
                </a:lnTo>
                <a:close/>
              </a:path>
            </a:pathLst>
          </a:custGeom>
          <a:solidFill xmlns:a="http://schemas.openxmlformats.org/drawingml/2006/main">
            <a:srgbClr val="2B6192">
              <a:alpha val="50200"/>
            </a:srgbClr>
          </a:solidFill>
          <a:ln xmlns:a="http://schemas.openxmlformats.org/drawingml/2006/main" w="0" cap="flat">
            <a:noFill/>
            <a:miter/>
          </a:ln>
        </p:spPr>
      </p:sp>
      <p:sp>
        <p:nvSpPr>
          <p:cNvPr id="871" name="Vector element">
            <a:extLst xmlns:a="http://schemas.openxmlformats.org/drawingml/2006/main">
              <a:ext uri="{FF2B5EF4-FFF2-40B4-BE49-F238E27FC236}">
                <a16:creationId xmlns:a16="http://schemas.microsoft.com/office/drawing/2014/main" id="{1B061F57-A426-4751-868F-12831B87DB12}"/>
              </a:ext>
            </a:extLst>
          </p:cNvPr>
          <p:cNvSpPr>
            <a:spLocks xmlns:a="http://schemas.openxmlformats.org/drawingml/2006/main" noGrp="1"/>
          </p:cNvSpPr>
          <p:nvPr/>
        </p:nvSpPr>
        <p:spPr>
          <a:xfrm xmlns:a="http://schemas.openxmlformats.org/drawingml/2006/main">
            <a:off x="3892254" y="4262447"/>
            <a:ext cx="185566" cy="169399"/>
          </a:xfrm>
          <a:custGeom xmlns:a="http://schemas.openxmlformats.org/drawingml/2006/main">
            <a:pathLst>
              <a:path w="185566" h="169399">
                <a:moveTo>
                  <a:pt x="3641" y="253"/>
                </a:moveTo>
                <a:lnTo>
                  <a:pt x="2179" y="1012"/>
                </a:lnTo>
                <a:lnTo>
                  <a:pt x="1012" y="2179"/>
                </a:lnTo>
                <a:lnTo>
                  <a:pt x="253" y="3641"/>
                </a:lnTo>
                <a:lnTo>
                  <a:pt x="0" y="5272"/>
                </a:lnTo>
                <a:lnTo>
                  <a:pt x="0" y="164128"/>
                </a:lnTo>
                <a:lnTo>
                  <a:pt x="253" y="165758"/>
                </a:lnTo>
                <a:lnTo>
                  <a:pt x="1012" y="167220"/>
                </a:lnTo>
                <a:lnTo>
                  <a:pt x="2179" y="168387"/>
                </a:lnTo>
                <a:lnTo>
                  <a:pt x="3641" y="169146"/>
                </a:lnTo>
                <a:lnTo>
                  <a:pt x="5272" y="169399"/>
                </a:lnTo>
                <a:lnTo>
                  <a:pt x="180294" y="169399"/>
                </a:lnTo>
                <a:lnTo>
                  <a:pt x="181925" y="169146"/>
                </a:lnTo>
                <a:lnTo>
                  <a:pt x="183387" y="168387"/>
                </a:lnTo>
                <a:lnTo>
                  <a:pt x="184554" y="167220"/>
                </a:lnTo>
                <a:lnTo>
                  <a:pt x="185313" y="165758"/>
                </a:lnTo>
                <a:lnTo>
                  <a:pt x="185566" y="164128"/>
                </a:lnTo>
                <a:lnTo>
                  <a:pt x="185566" y="5272"/>
                </a:lnTo>
                <a:lnTo>
                  <a:pt x="185313" y="3641"/>
                </a:lnTo>
                <a:lnTo>
                  <a:pt x="184554" y="2179"/>
                </a:lnTo>
                <a:lnTo>
                  <a:pt x="183387" y="1012"/>
                </a:lnTo>
                <a:lnTo>
                  <a:pt x="181925" y="253"/>
                </a:lnTo>
                <a:lnTo>
                  <a:pt x="180294" y="0"/>
                </a:lnTo>
                <a:lnTo>
                  <a:pt x="5272" y="0"/>
                </a:lnTo>
                <a:lnTo>
                  <a:pt x="3641" y="253"/>
                </a:lnTo>
                <a:close/>
                <a:moveTo>
                  <a:pt x="175023" y="158856"/>
                </a:moveTo>
                <a:lnTo>
                  <a:pt x="10544" y="158856"/>
                </a:lnTo>
                <a:lnTo>
                  <a:pt x="10544" y="10544"/>
                </a:lnTo>
                <a:lnTo>
                  <a:pt x="175023" y="10544"/>
                </a:lnTo>
                <a:lnTo>
                  <a:pt x="175023" y="158856"/>
                </a:lnTo>
                <a:close/>
              </a:path>
            </a:pathLst>
          </a:custGeom>
          <a:solidFill xmlns:a="http://schemas.openxmlformats.org/drawingml/2006/main">
            <a:srgbClr val="000000"/>
          </a:solidFill>
          <a:ln xmlns:a="http://schemas.openxmlformats.org/drawingml/2006/main" w="0" cap="flat">
            <a:noFill/>
            <a:miter/>
          </a:ln>
        </p:spPr>
      </p:sp>
      <p:sp>
        <p:nvSpPr>
          <p:cNvPr id="872" name="Vector element">
            <a:extLst xmlns:a="http://schemas.openxmlformats.org/drawingml/2006/main">
              <a:ext uri="{FF2B5EF4-FFF2-40B4-BE49-F238E27FC236}">
                <a16:creationId xmlns:a16="http://schemas.microsoft.com/office/drawing/2014/main" id="{6F23AEFA-B91E-445E-AFF5-88CDB918A1A3}"/>
              </a:ext>
            </a:extLst>
          </p:cNvPr>
          <p:cNvSpPr>
            <a:spLocks xmlns:a="http://schemas.openxmlformats.org/drawingml/2006/main" noGrp="1"/>
          </p:cNvSpPr>
          <p:nvPr/>
        </p:nvSpPr>
        <p:spPr>
          <a:xfrm xmlns:a="http://schemas.openxmlformats.org/drawingml/2006/main">
            <a:off x="3898229" y="4427840"/>
            <a:ext cx="173757" cy="158575"/>
          </a:xfrm>
          <a:custGeom xmlns:a="http://schemas.openxmlformats.org/drawingml/2006/main">
            <a:pathLst>
              <a:path w="173757" h="158575">
                <a:moveTo>
                  <a:pt x="0" y="0"/>
                </a:moveTo>
                <a:lnTo>
                  <a:pt x="173757" y="0"/>
                </a:lnTo>
                <a:lnTo>
                  <a:pt x="173757" y="158575"/>
                </a:lnTo>
                <a:lnTo>
                  <a:pt x="0" y="158575"/>
                </a:lnTo>
                <a:lnTo>
                  <a:pt x="0" y="0"/>
                </a:lnTo>
                <a:close/>
              </a:path>
            </a:pathLst>
          </a:custGeom>
          <a:solidFill xmlns:a="http://schemas.openxmlformats.org/drawingml/2006/main">
            <a:srgbClr val="F5B482"/>
          </a:solidFill>
          <a:ln xmlns:a="http://schemas.openxmlformats.org/drawingml/2006/main" w="0" cap="flat">
            <a:noFill/>
            <a:miter/>
          </a:ln>
        </p:spPr>
      </p:sp>
      <p:sp>
        <p:nvSpPr>
          <p:cNvPr id="873" name="Vector element">
            <a:extLst xmlns:a="http://schemas.openxmlformats.org/drawingml/2006/main">
              <a:ext uri="{FF2B5EF4-FFF2-40B4-BE49-F238E27FC236}">
                <a16:creationId xmlns:a16="http://schemas.microsoft.com/office/drawing/2014/main" id="{7272C652-4C82-43BC-B215-88F627B6C50B}"/>
              </a:ext>
            </a:extLst>
          </p:cNvPr>
          <p:cNvSpPr>
            <a:spLocks xmlns:a="http://schemas.openxmlformats.org/drawingml/2006/main" noGrp="1"/>
          </p:cNvSpPr>
          <p:nvPr/>
        </p:nvSpPr>
        <p:spPr>
          <a:xfrm xmlns:a="http://schemas.openxmlformats.org/drawingml/2006/main">
            <a:off x="3892254" y="4422709"/>
            <a:ext cx="185566" cy="169399"/>
          </a:xfrm>
          <a:custGeom xmlns:a="http://schemas.openxmlformats.org/drawingml/2006/main">
            <a:pathLst>
              <a:path w="185566" h="169399">
                <a:moveTo>
                  <a:pt x="3641" y="253"/>
                </a:moveTo>
                <a:lnTo>
                  <a:pt x="2179" y="1012"/>
                </a:lnTo>
                <a:lnTo>
                  <a:pt x="1012" y="2179"/>
                </a:lnTo>
                <a:lnTo>
                  <a:pt x="253" y="3641"/>
                </a:lnTo>
                <a:lnTo>
                  <a:pt x="0" y="5272"/>
                </a:lnTo>
                <a:lnTo>
                  <a:pt x="0" y="164128"/>
                </a:lnTo>
                <a:lnTo>
                  <a:pt x="253" y="165758"/>
                </a:lnTo>
                <a:lnTo>
                  <a:pt x="1012" y="167220"/>
                </a:lnTo>
                <a:lnTo>
                  <a:pt x="2179" y="168387"/>
                </a:lnTo>
                <a:lnTo>
                  <a:pt x="3641" y="169146"/>
                </a:lnTo>
                <a:lnTo>
                  <a:pt x="5272" y="169399"/>
                </a:lnTo>
                <a:lnTo>
                  <a:pt x="180294" y="169399"/>
                </a:lnTo>
                <a:lnTo>
                  <a:pt x="181925" y="169146"/>
                </a:lnTo>
                <a:lnTo>
                  <a:pt x="183387" y="168387"/>
                </a:lnTo>
                <a:lnTo>
                  <a:pt x="184554" y="167220"/>
                </a:lnTo>
                <a:lnTo>
                  <a:pt x="185313" y="165758"/>
                </a:lnTo>
                <a:lnTo>
                  <a:pt x="185566" y="164128"/>
                </a:lnTo>
                <a:lnTo>
                  <a:pt x="185566" y="5272"/>
                </a:lnTo>
                <a:lnTo>
                  <a:pt x="185313" y="3641"/>
                </a:lnTo>
                <a:lnTo>
                  <a:pt x="184554" y="2179"/>
                </a:lnTo>
                <a:lnTo>
                  <a:pt x="183387" y="1012"/>
                </a:lnTo>
                <a:lnTo>
                  <a:pt x="181925" y="253"/>
                </a:lnTo>
                <a:lnTo>
                  <a:pt x="180294" y="0"/>
                </a:lnTo>
                <a:lnTo>
                  <a:pt x="5272" y="0"/>
                </a:lnTo>
                <a:lnTo>
                  <a:pt x="3641" y="253"/>
                </a:lnTo>
                <a:close/>
                <a:moveTo>
                  <a:pt x="175023" y="158856"/>
                </a:moveTo>
                <a:lnTo>
                  <a:pt x="10544" y="158856"/>
                </a:lnTo>
                <a:lnTo>
                  <a:pt x="10544" y="10544"/>
                </a:lnTo>
                <a:lnTo>
                  <a:pt x="175023" y="10544"/>
                </a:lnTo>
                <a:lnTo>
                  <a:pt x="175023" y="158856"/>
                </a:lnTo>
                <a:close/>
              </a:path>
            </a:pathLst>
          </a:custGeom>
          <a:solidFill xmlns:a="http://schemas.openxmlformats.org/drawingml/2006/main">
            <a:srgbClr val="000000"/>
          </a:solidFill>
          <a:ln xmlns:a="http://schemas.openxmlformats.org/drawingml/2006/main" w="0" cap="flat">
            <a:noFill/>
            <a:miter/>
          </a:ln>
        </p:spPr>
      </p:sp>
      <p:sp>
        <p:nvSpPr>
          <p:cNvPr id="874" name="Vector element">
            <a:extLst xmlns:a="http://schemas.openxmlformats.org/drawingml/2006/main">
              <a:ext uri="{FF2B5EF4-FFF2-40B4-BE49-F238E27FC236}">
                <a16:creationId xmlns:a16="http://schemas.microsoft.com/office/drawing/2014/main" id="{7E2933DD-8205-444A-AE14-E79142FE5E11}"/>
              </a:ext>
            </a:extLst>
          </p:cNvPr>
          <p:cNvSpPr>
            <a:spLocks xmlns:a="http://schemas.openxmlformats.org/drawingml/2006/main" noGrp="1"/>
          </p:cNvSpPr>
          <p:nvPr/>
        </p:nvSpPr>
        <p:spPr>
          <a:xfrm xmlns:a="http://schemas.openxmlformats.org/drawingml/2006/main">
            <a:off x="3898229" y="4586415"/>
            <a:ext cx="173757" cy="158575"/>
          </a:xfrm>
          <a:custGeom xmlns:a="http://schemas.openxmlformats.org/drawingml/2006/main">
            <a:pathLst>
              <a:path w="173757" h="158575">
                <a:moveTo>
                  <a:pt x="0" y="0"/>
                </a:moveTo>
                <a:lnTo>
                  <a:pt x="173757" y="0"/>
                </a:lnTo>
                <a:lnTo>
                  <a:pt x="173757" y="158575"/>
                </a:lnTo>
                <a:lnTo>
                  <a:pt x="0" y="158575"/>
                </a:lnTo>
                <a:lnTo>
                  <a:pt x="0" y="0"/>
                </a:lnTo>
                <a:close/>
              </a:path>
            </a:pathLst>
          </a:custGeom>
          <a:solidFill xmlns:a="http://schemas.openxmlformats.org/drawingml/2006/main">
            <a:srgbClr val="2B6192">
              <a:alpha val="50200"/>
            </a:srgbClr>
          </a:solidFill>
          <a:ln xmlns:a="http://schemas.openxmlformats.org/drawingml/2006/main" w="0" cap="flat">
            <a:noFill/>
            <a:miter/>
          </a:ln>
        </p:spPr>
      </p:sp>
      <p:sp>
        <p:nvSpPr>
          <p:cNvPr id="875" name="Vector element">
            <a:extLst xmlns:a="http://schemas.openxmlformats.org/drawingml/2006/main">
              <a:ext uri="{FF2B5EF4-FFF2-40B4-BE49-F238E27FC236}">
                <a16:creationId xmlns:a16="http://schemas.microsoft.com/office/drawing/2014/main" id="{BE30FA72-9807-48C6-A79B-E5AFED847256}"/>
              </a:ext>
            </a:extLst>
          </p:cNvPr>
          <p:cNvSpPr>
            <a:spLocks xmlns:a="http://schemas.openxmlformats.org/drawingml/2006/main" noGrp="1"/>
          </p:cNvSpPr>
          <p:nvPr/>
        </p:nvSpPr>
        <p:spPr>
          <a:xfrm xmlns:a="http://schemas.openxmlformats.org/drawingml/2006/main">
            <a:off x="3892254" y="4581565"/>
            <a:ext cx="185566" cy="169399"/>
          </a:xfrm>
          <a:custGeom xmlns:a="http://schemas.openxmlformats.org/drawingml/2006/main">
            <a:pathLst>
              <a:path w="185566" h="169399">
                <a:moveTo>
                  <a:pt x="3641" y="253"/>
                </a:moveTo>
                <a:lnTo>
                  <a:pt x="2179" y="1012"/>
                </a:lnTo>
                <a:lnTo>
                  <a:pt x="1012" y="2179"/>
                </a:lnTo>
                <a:lnTo>
                  <a:pt x="253" y="3641"/>
                </a:lnTo>
                <a:lnTo>
                  <a:pt x="0" y="5272"/>
                </a:lnTo>
                <a:lnTo>
                  <a:pt x="0" y="164128"/>
                </a:lnTo>
                <a:lnTo>
                  <a:pt x="253" y="165758"/>
                </a:lnTo>
                <a:lnTo>
                  <a:pt x="1012" y="167220"/>
                </a:lnTo>
                <a:lnTo>
                  <a:pt x="2179" y="168387"/>
                </a:lnTo>
                <a:lnTo>
                  <a:pt x="3641" y="169146"/>
                </a:lnTo>
                <a:lnTo>
                  <a:pt x="5272" y="169399"/>
                </a:lnTo>
                <a:lnTo>
                  <a:pt x="180294" y="169399"/>
                </a:lnTo>
                <a:lnTo>
                  <a:pt x="181925" y="169146"/>
                </a:lnTo>
                <a:lnTo>
                  <a:pt x="183387" y="168387"/>
                </a:lnTo>
                <a:lnTo>
                  <a:pt x="184554" y="167220"/>
                </a:lnTo>
                <a:lnTo>
                  <a:pt x="185313" y="165758"/>
                </a:lnTo>
                <a:lnTo>
                  <a:pt x="185566" y="164128"/>
                </a:lnTo>
                <a:lnTo>
                  <a:pt x="185566" y="5272"/>
                </a:lnTo>
                <a:lnTo>
                  <a:pt x="185313" y="3641"/>
                </a:lnTo>
                <a:lnTo>
                  <a:pt x="184554" y="2179"/>
                </a:lnTo>
                <a:lnTo>
                  <a:pt x="183387" y="1012"/>
                </a:lnTo>
                <a:lnTo>
                  <a:pt x="181925" y="253"/>
                </a:lnTo>
                <a:lnTo>
                  <a:pt x="180294" y="0"/>
                </a:lnTo>
                <a:lnTo>
                  <a:pt x="5272" y="0"/>
                </a:lnTo>
                <a:lnTo>
                  <a:pt x="3641" y="253"/>
                </a:lnTo>
                <a:close/>
                <a:moveTo>
                  <a:pt x="175023" y="158856"/>
                </a:moveTo>
                <a:lnTo>
                  <a:pt x="10544" y="158856"/>
                </a:lnTo>
                <a:lnTo>
                  <a:pt x="10544" y="10544"/>
                </a:lnTo>
                <a:lnTo>
                  <a:pt x="175023" y="10544"/>
                </a:lnTo>
                <a:lnTo>
                  <a:pt x="175023" y="158856"/>
                </a:lnTo>
                <a:close/>
              </a:path>
            </a:pathLst>
          </a:custGeom>
          <a:solidFill xmlns:a="http://schemas.openxmlformats.org/drawingml/2006/main">
            <a:srgbClr val="000000"/>
          </a:solidFill>
          <a:ln xmlns:a="http://schemas.openxmlformats.org/drawingml/2006/main" w="0" cap="flat">
            <a:noFill/>
            <a:miter/>
          </a:ln>
        </p:spPr>
      </p:sp>
      <p:sp>
        <p:nvSpPr>
          <p:cNvPr id="876" name="Vector element">
            <a:extLst xmlns:a="http://schemas.openxmlformats.org/drawingml/2006/main">
              <a:ext uri="{FF2B5EF4-FFF2-40B4-BE49-F238E27FC236}">
                <a16:creationId xmlns:a16="http://schemas.microsoft.com/office/drawing/2014/main" id="{3F914479-122C-4950-959E-A85BBE806211}"/>
              </a:ext>
            </a:extLst>
          </p:cNvPr>
          <p:cNvSpPr>
            <a:spLocks xmlns:a="http://schemas.openxmlformats.org/drawingml/2006/main" noGrp="1"/>
          </p:cNvSpPr>
          <p:nvPr/>
        </p:nvSpPr>
        <p:spPr>
          <a:xfrm xmlns:a="http://schemas.openxmlformats.org/drawingml/2006/main">
            <a:off x="3898229" y="4744990"/>
            <a:ext cx="173757" cy="160262"/>
          </a:xfrm>
          <a:custGeom xmlns:a="http://schemas.openxmlformats.org/drawingml/2006/main">
            <a:pathLst>
              <a:path w="173757" h="160262">
                <a:moveTo>
                  <a:pt x="0" y="0"/>
                </a:moveTo>
                <a:lnTo>
                  <a:pt x="173757" y="0"/>
                </a:lnTo>
                <a:lnTo>
                  <a:pt x="173757" y="160262"/>
                </a:lnTo>
                <a:lnTo>
                  <a:pt x="0" y="160262"/>
                </a:lnTo>
                <a:lnTo>
                  <a:pt x="0" y="0"/>
                </a:lnTo>
                <a:close/>
              </a:path>
            </a:pathLst>
          </a:custGeom>
          <a:solidFill xmlns:a="http://schemas.openxmlformats.org/drawingml/2006/main">
            <a:srgbClr val="2B6192">
              <a:alpha val="50200"/>
            </a:srgbClr>
          </a:solidFill>
          <a:ln xmlns:a="http://schemas.openxmlformats.org/drawingml/2006/main" w="0" cap="flat">
            <a:noFill/>
            <a:miter/>
          </a:ln>
        </p:spPr>
      </p:sp>
      <p:sp>
        <p:nvSpPr>
          <p:cNvPr id="877" name="Vector element">
            <a:extLst xmlns:a="http://schemas.openxmlformats.org/drawingml/2006/main">
              <a:ext uri="{FF2B5EF4-FFF2-40B4-BE49-F238E27FC236}">
                <a16:creationId xmlns:a16="http://schemas.microsoft.com/office/drawing/2014/main" id="{5E26FEAF-304F-4297-ABFE-C889297D64A5}"/>
              </a:ext>
            </a:extLst>
          </p:cNvPr>
          <p:cNvSpPr>
            <a:spLocks xmlns:a="http://schemas.openxmlformats.org/drawingml/2006/main" noGrp="1"/>
          </p:cNvSpPr>
          <p:nvPr/>
        </p:nvSpPr>
        <p:spPr>
          <a:xfrm xmlns:a="http://schemas.openxmlformats.org/drawingml/2006/main">
            <a:off x="3892254" y="4740421"/>
            <a:ext cx="185566" cy="169399"/>
          </a:xfrm>
          <a:custGeom xmlns:a="http://schemas.openxmlformats.org/drawingml/2006/main">
            <a:pathLst>
              <a:path w="185566" h="169399">
                <a:moveTo>
                  <a:pt x="3641" y="253"/>
                </a:moveTo>
                <a:lnTo>
                  <a:pt x="2179" y="1012"/>
                </a:lnTo>
                <a:lnTo>
                  <a:pt x="1012" y="2179"/>
                </a:lnTo>
                <a:lnTo>
                  <a:pt x="253" y="3641"/>
                </a:lnTo>
                <a:lnTo>
                  <a:pt x="0" y="5272"/>
                </a:lnTo>
                <a:lnTo>
                  <a:pt x="0" y="164128"/>
                </a:lnTo>
                <a:lnTo>
                  <a:pt x="253" y="165758"/>
                </a:lnTo>
                <a:lnTo>
                  <a:pt x="1012" y="167220"/>
                </a:lnTo>
                <a:lnTo>
                  <a:pt x="2179" y="168387"/>
                </a:lnTo>
                <a:lnTo>
                  <a:pt x="3641" y="169146"/>
                </a:lnTo>
                <a:lnTo>
                  <a:pt x="5272" y="169399"/>
                </a:lnTo>
                <a:lnTo>
                  <a:pt x="180294" y="169399"/>
                </a:lnTo>
                <a:lnTo>
                  <a:pt x="181925" y="169146"/>
                </a:lnTo>
                <a:lnTo>
                  <a:pt x="183387" y="168387"/>
                </a:lnTo>
                <a:lnTo>
                  <a:pt x="184554" y="167220"/>
                </a:lnTo>
                <a:lnTo>
                  <a:pt x="185313" y="165758"/>
                </a:lnTo>
                <a:lnTo>
                  <a:pt x="185566" y="164128"/>
                </a:lnTo>
                <a:lnTo>
                  <a:pt x="185566" y="5272"/>
                </a:lnTo>
                <a:lnTo>
                  <a:pt x="185313" y="3641"/>
                </a:lnTo>
                <a:lnTo>
                  <a:pt x="184554" y="2179"/>
                </a:lnTo>
                <a:lnTo>
                  <a:pt x="183387" y="1012"/>
                </a:lnTo>
                <a:lnTo>
                  <a:pt x="181925" y="253"/>
                </a:lnTo>
                <a:lnTo>
                  <a:pt x="180294" y="0"/>
                </a:lnTo>
                <a:lnTo>
                  <a:pt x="5272" y="0"/>
                </a:lnTo>
                <a:lnTo>
                  <a:pt x="3641" y="253"/>
                </a:lnTo>
                <a:close/>
                <a:moveTo>
                  <a:pt x="175023" y="158856"/>
                </a:moveTo>
                <a:lnTo>
                  <a:pt x="10544" y="158856"/>
                </a:lnTo>
                <a:lnTo>
                  <a:pt x="10544" y="10544"/>
                </a:lnTo>
                <a:lnTo>
                  <a:pt x="175023" y="10544"/>
                </a:lnTo>
                <a:lnTo>
                  <a:pt x="175023" y="158856"/>
                </a:lnTo>
                <a:close/>
              </a:path>
            </a:pathLst>
          </a:custGeom>
          <a:solidFill xmlns:a="http://schemas.openxmlformats.org/drawingml/2006/main">
            <a:srgbClr val="000000"/>
          </a:solidFill>
          <a:ln xmlns:a="http://schemas.openxmlformats.org/drawingml/2006/main" w="0" cap="flat">
            <a:noFill/>
            <a:miter/>
          </a:ln>
        </p:spPr>
      </p:sp>
      <p:sp>
        <p:nvSpPr>
          <p:cNvPr id="878" name="Vector element">
            <a:extLst xmlns:a="http://schemas.openxmlformats.org/drawingml/2006/main">
              <a:ext uri="{FF2B5EF4-FFF2-40B4-BE49-F238E27FC236}">
                <a16:creationId xmlns:a16="http://schemas.microsoft.com/office/drawing/2014/main" id="{D5689431-7B2C-40CF-846B-386281B933D4}"/>
              </a:ext>
            </a:extLst>
          </p:cNvPr>
          <p:cNvSpPr>
            <a:spLocks xmlns:a="http://schemas.openxmlformats.org/drawingml/2006/main" noGrp="1"/>
          </p:cNvSpPr>
          <p:nvPr/>
        </p:nvSpPr>
        <p:spPr>
          <a:xfrm xmlns:a="http://schemas.openxmlformats.org/drawingml/2006/main">
            <a:off x="4071986" y="4744990"/>
            <a:ext cx="175445" cy="160262"/>
          </a:xfrm>
          <a:custGeom xmlns:a="http://schemas.openxmlformats.org/drawingml/2006/main">
            <a:pathLst>
              <a:path w="175445" h="160262">
                <a:moveTo>
                  <a:pt x="0" y="0"/>
                </a:moveTo>
                <a:lnTo>
                  <a:pt x="175445" y="0"/>
                </a:lnTo>
                <a:lnTo>
                  <a:pt x="175445" y="160262"/>
                </a:lnTo>
                <a:lnTo>
                  <a:pt x="0" y="160262"/>
                </a:lnTo>
                <a:lnTo>
                  <a:pt x="0" y="0"/>
                </a:lnTo>
                <a:close/>
              </a:path>
            </a:pathLst>
          </a:custGeom>
          <a:solidFill xmlns:a="http://schemas.openxmlformats.org/drawingml/2006/main">
            <a:srgbClr val="FFF2CA"/>
          </a:solidFill>
          <a:ln xmlns:a="http://schemas.openxmlformats.org/drawingml/2006/main" w="0" cap="flat">
            <a:noFill/>
            <a:miter/>
          </a:ln>
        </p:spPr>
      </p:sp>
      <p:sp>
        <p:nvSpPr>
          <p:cNvPr id="879" name="Vector element">
            <a:extLst xmlns:a="http://schemas.openxmlformats.org/drawingml/2006/main">
              <a:ext uri="{FF2B5EF4-FFF2-40B4-BE49-F238E27FC236}">
                <a16:creationId xmlns:a16="http://schemas.microsoft.com/office/drawing/2014/main" id="{119ED8EE-16A1-4A5A-A099-3550145554B0}"/>
              </a:ext>
            </a:extLst>
          </p:cNvPr>
          <p:cNvSpPr>
            <a:spLocks xmlns:a="http://schemas.openxmlformats.org/drawingml/2006/main" noGrp="1"/>
          </p:cNvSpPr>
          <p:nvPr/>
        </p:nvSpPr>
        <p:spPr>
          <a:xfrm xmlns:a="http://schemas.openxmlformats.org/drawingml/2006/main">
            <a:off x="4066574" y="4740421"/>
            <a:ext cx="185566" cy="169399"/>
          </a:xfrm>
          <a:custGeom xmlns:a="http://schemas.openxmlformats.org/drawingml/2006/main">
            <a:pathLst>
              <a:path w="185566" h="169399">
                <a:moveTo>
                  <a:pt x="3641" y="253"/>
                </a:moveTo>
                <a:lnTo>
                  <a:pt x="2179" y="1012"/>
                </a:lnTo>
                <a:lnTo>
                  <a:pt x="1012" y="2179"/>
                </a:lnTo>
                <a:lnTo>
                  <a:pt x="253" y="3641"/>
                </a:lnTo>
                <a:lnTo>
                  <a:pt x="0" y="5272"/>
                </a:lnTo>
                <a:lnTo>
                  <a:pt x="0" y="164128"/>
                </a:lnTo>
                <a:lnTo>
                  <a:pt x="253" y="165758"/>
                </a:lnTo>
                <a:lnTo>
                  <a:pt x="1012" y="167220"/>
                </a:lnTo>
                <a:lnTo>
                  <a:pt x="2179" y="168387"/>
                </a:lnTo>
                <a:lnTo>
                  <a:pt x="3641" y="169146"/>
                </a:lnTo>
                <a:lnTo>
                  <a:pt x="5272" y="169399"/>
                </a:lnTo>
                <a:lnTo>
                  <a:pt x="180294" y="169399"/>
                </a:lnTo>
                <a:lnTo>
                  <a:pt x="181925" y="169146"/>
                </a:lnTo>
                <a:lnTo>
                  <a:pt x="183387" y="168387"/>
                </a:lnTo>
                <a:lnTo>
                  <a:pt x="184554" y="167220"/>
                </a:lnTo>
                <a:lnTo>
                  <a:pt x="185313" y="165758"/>
                </a:lnTo>
                <a:lnTo>
                  <a:pt x="185566" y="164128"/>
                </a:lnTo>
                <a:lnTo>
                  <a:pt x="185566" y="5272"/>
                </a:lnTo>
                <a:lnTo>
                  <a:pt x="185313" y="3641"/>
                </a:lnTo>
                <a:lnTo>
                  <a:pt x="184554" y="2179"/>
                </a:lnTo>
                <a:lnTo>
                  <a:pt x="183387" y="1012"/>
                </a:lnTo>
                <a:lnTo>
                  <a:pt x="181925" y="253"/>
                </a:lnTo>
                <a:lnTo>
                  <a:pt x="180294" y="0"/>
                </a:lnTo>
                <a:lnTo>
                  <a:pt x="5272" y="0"/>
                </a:lnTo>
                <a:lnTo>
                  <a:pt x="3641" y="253"/>
                </a:lnTo>
                <a:close/>
                <a:moveTo>
                  <a:pt x="175023" y="158856"/>
                </a:moveTo>
                <a:lnTo>
                  <a:pt x="10544" y="158856"/>
                </a:lnTo>
                <a:lnTo>
                  <a:pt x="10544" y="10544"/>
                </a:lnTo>
                <a:lnTo>
                  <a:pt x="175023" y="10544"/>
                </a:lnTo>
                <a:lnTo>
                  <a:pt x="175023" y="158856"/>
                </a:lnTo>
                <a:close/>
              </a:path>
            </a:pathLst>
          </a:custGeom>
          <a:solidFill xmlns:a="http://schemas.openxmlformats.org/drawingml/2006/main">
            <a:srgbClr val="000000"/>
          </a:solidFill>
          <a:ln xmlns:a="http://schemas.openxmlformats.org/drawingml/2006/main" w="0" cap="flat">
            <a:noFill/>
            <a:miter/>
          </a:ln>
        </p:spPr>
      </p:sp>
      <p:sp>
        <p:nvSpPr>
          <p:cNvPr id="880" name="Vector element">
            <a:extLst xmlns:a="http://schemas.openxmlformats.org/drawingml/2006/main">
              <a:ext uri="{FF2B5EF4-FFF2-40B4-BE49-F238E27FC236}">
                <a16:creationId xmlns:a16="http://schemas.microsoft.com/office/drawing/2014/main" id="{41925A00-80FA-452C-8DFE-0F2B96B25C5B}"/>
              </a:ext>
            </a:extLst>
          </p:cNvPr>
          <p:cNvSpPr>
            <a:spLocks xmlns:a="http://schemas.openxmlformats.org/drawingml/2006/main" noGrp="1"/>
          </p:cNvSpPr>
          <p:nvPr/>
        </p:nvSpPr>
        <p:spPr>
          <a:xfrm xmlns:a="http://schemas.openxmlformats.org/drawingml/2006/main">
            <a:off x="3748510" y="3324424"/>
            <a:ext cx="6349315" cy="2952892"/>
          </a:xfrm>
          <a:custGeom xmlns:a="http://schemas.openxmlformats.org/drawingml/2006/main">
            <a:pathLst>
              <a:path w="6349315" h="2952892">
                <a:moveTo>
                  <a:pt x="137488" y="67999"/>
                </a:moveTo>
                <a:lnTo>
                  <a:pt x="130965" y="73003"/>
                </a:lnTo>
                <a:lnTo>
                  <a:pt x="124554" y="78163"/>
                </a:lnTo>
                <a:lnTo>
                  <a:pt x="120463" y="81621"/>
                </a:lnTo>
                <a:lnTo>
                  <a:pt x="129545" y="92361"/>
                </a:lnTo>
                <a:lnTo>
                  <a:pt x="133565" y="88959"/>
                </a:lnTo>
                <a:lnTo>
                  <a:pt x="133439" y="89058"/>
                </a:lnTo>
                <a:lnTo>
                  <a:pt x="139668" y="84044"/>
                </a:lnTo>
                <a:lnTo>
                  <a:pt x="145979" y="79217"/>
                </a:lnTo>
                <a:lnTo>
                  <a:pt x="145838" y="79315"/>
                </a:lnTo>
                <a:lnTo>
                  <a:pt x="152347" y="74564"/>
                </a:lnTo>
                <a:lnTo>
                  <a:pt x="152220" y="74662"/>
                </a:lnTo>
                <a:lnTo>
                  <a:pt x="158842" y="70065"/>
                </a:lnTo>
                <a:lnTo>
                  <a:pt x="158701" y="70164"/>
                </a:lnTo>
                <a:lnTo>
                  <a:pt x="165449" y="65721"/>
                </a:lnTo>
                <a:lnTo>
                  <a:pt x="165309" y="65806"/>
                </a:lnTo>
                <a:lnTo>
                  <a:pt x="172149" y="61545"/>
                </a:lnTo>
                <a:lnTo>
                  <a:pt x="174221" y="60309"/>
                </a:lnTo>
                <a:lnTo>
                  <a:pt x="167066" y="48219"/>
                </a:lnTo>
                <a:lnTo>
                  <a:pt x="164802" y="49555"/>
                </a:lnTo>
                <a:lnTo>
                  <a:pt x="157787" y="53927"/>
                </a:lnTo>
                <a:lnTo>
                  <a:pt x="150913" y="58467"/>
                </a:lnTo>
                <a:lnTo>
                  <a:pt x="144137" y="63149"/>
                </a:lnTo>
                <a:lnTo>
                  <a:pt x="137488" y="67999"/>
                </a:lnTo>
                <a:close/>
                <a:moveTo>
                  <a:pt x="63149" y="144137"/>
                </a:moveTo>
                <a:lnTo>
                  <a:pt x="58467" y="150913"/>
                </a:lnTo>
                <a:lnTo>
                  <a:pt x="54531" y="156888"/>
                </a:lnTo>
                <a:lnTo>
                  <a:pt x="66270" y="164620"/>
                </a:lnTo>
                <a:lnTo>
                  <a:pt x="70164" y="158701"/>
                </a:lnTo>
                <a:lnTo>
                  <a:pt x="70065" y="158842"/>
                </a:lnTo>
                <a:lnTo>
                  <a:pt x="74662" y="152220"/>
                </a:lnTo>
                <a:lnTo>
                  <a:pt x="74564" y="152347"/>
                </a:lnTo>
                <a:lnTo>
                  <a:pt x="79315" y="145838"/>
                </a:lnTo>
                <a:lnTo>
                  <a:pt x="79217" y="145979"/>
                </a:lnTo>
                <a:lnTo>
                  <a:pt x="84044" y="139668"/>
                </a:lnTo>
                <a:lnTo>
                  <a:pt x="89058" y="133439"/>
                </a:lnTo>
                <a:lnTo>
                  <a:pt x="88959" y="133565"/>
                </a:lnTo>
                <a:lnTo>
                  <a:pt x="94147" y="127422"/>
                </a:lnTo>
                <a:lnTo>
                  <a:pt x="94034" y="127549"/>
                </a:lnTo>
                <a:lnTo>
                  <a:pt x="99267" y="121655"/>
                </a:lnTo>
                <a:lnTo>
                  <a:pt x="99826" y="121054"/>
                </a:lnTo>
                <a:lnTo>
                  <a:pt x="89536" y="111480"/>
                </a:lnTo>
                <a:lnTo>
                  <a:pt x="88917" y="112141"/>
                </a:lnTo>
                <a:lnTo>
                  <a:pt x="83477" y="118284"/>
                </a:lnTo>
                <a:lnTo>
                  <a:pt x="78163" y="124554"/>
                </a:lnTo>
                <a:lnTo>
                  <a:pt x="73003" y="130965"/>
                </a:lnTo>
                <a:lnTo>
                  <a:pt x="67999" y="137488"/>
                </a:lnTo>
                <a:lnTo>
                  <a:pt x="63149" y="144137"/>
                </a:lnTo>
                <a:close/>
                <a:moveTo>
                  <a:pt x="15394" y="240505"/>
                </a:moveTo>
                <a:lnTo>
                  <a:pt x="13144" y="248040"/>
                </a:lnTo>
                <a:lnTo>
                  <a:pt x="26626" y="252047"/>
                </a:lnTo>
                <a:lnTo>
                  <a:pt x="28833" y="244596"/>
                </a:lnTo>
                <a:lnTo>
                  <a:pt x="28791" y="244765"/>
                </a:lnTo>
                <a:lnTo>
                  <a:pt x="31297" y="237051"/>
                </a:lnTo>
                <a:lnTo>
                  <a:pt x="34006" y="229357"/>
                </a:lnTo>
                <a:lnTo>
                  <a:pt x="33936" y="229512"/>
                </a:lnTo>
                <a:lnTo>
                  <a:pt x="36860" y="221850"/>
                </a:lnTo>
                <a:lnTo>
                  <a:pt x="36790" y="222019"/>
                </a:lnTo>
                <a:lnTo>
                  <a:pt x="39883" y="214455"/>
                </a:lnTo>
                <a:lnTo>
                  <a:pt x="39812" y="214610"/>
                </a:lnTo>
                <a:lnTo>
                  <a:pt x="43059" y="207197"/>
                </a:lnTo>
                <a:lnTo>
                  <a:pt x="46181" y="200510"/>
                </a:lnTo>
                <a:lnTo>
                  <a:pt x="33444" y="194549"/>
                </a:lnTo>
                <a:lnTo>
                  <a:pt x="30239" y="201424"/>
                </a:lnTo>
                <a:lnTo>
                  <a:pt x="26907" y="209057"/>
                </a:lnTo>
                <a:lnTo>
                  <a:pt x="23744" y="216775"/>
                </a:lnTo>
                <a:lnTo>
                  <a:pt x="20778" y="224605"/>
                </a:lnTo>
                <a:lnTo>
                  <a:pt x="17980" y="232506"/>
                </a:lnTo>
                <a:lnTo>
                  <a:pt x="15394" y="240505"/>
                </a:lnTo>
                <a:close/>
                <a:moveTo>
                  <a:pt x="112" y="333457"/>
                </a:moveTo>
                <a:lnTo>
                  <a:pt x="0" y="342243"/>
                </a:lnTo>
                <a:lnTo>
                  <a:pt x="0" y="347262"/>
                </a:lnTo>
                <a:lnTo>
                  <a:pt x="14058" y="347262"/>
                </a:lnTo>
                <a:lnTo>
                  <a:pt x="14058" y="342384"/>
                </a:lnTo>
                <a:lnTo>
                  <a:pt x="14171" y="333724"/>
                </a:lnTo>
                <a:lnTo>
                  <a:pt x="14156" y="333907"/>
                </a:lnTo>
                <a:lnTo>
                  <a:pt x="14494" y="325303"/>
                </a:lnTo>
                <a:lnTo>
                  <a:pt x="14480" y="325486"/>
                </a:lnTo>
                <a:lnTo>
                  <a:pt x="15023" y="317022"/>
                </a:lnTo>
                <a:lnTo>
                  <a:pt x="15759" y="308630"/>
                </a:lnTo>
                <a:lnTo>
                  <a:pt x="15745" y="308813"/>
                </a:lnTo>
                <a:lnTo>
                  <a:pt x="16701" y="300392"/>
                </a:lnTo>
                <a:lnTo>
                  <a:pt x="16687" y="300561"/>
                </a:lnTo>
                <a:lnTo>
                  <a:pt x="17854" y="292210"/>
                </a:lnTo>
                <a:lnTo>
                  <a:pt x="17840" y="292295"/>
                </a:lnTo>
                <a:lnTo>
                  <a:pt x="17826" y="292365"/>
                </a:lnTo>
                <a:lnTo>
                  <a:pt x="3964" y="290074"/>
                </a:lnTo>
                <a:lnTo>
                  <a:pt x="3936" y="290172"/>
                </a:lnTo>
                <a:lnTo>
                  <a:pt x="2755" y="298705"/>
                </a:lnTo>
                <a:lnTo>
                  <a:pt x="1771" y="307309"/>
                </a:lnTo>
                <a:lnTo>
                  <a:pt x="998" y="315969"/>
                </a:lnTo>
                <a:lnTo>
                  <a:pt x="450" y="324685"/>
                </a:lnTo>
                <a:lnTo>
                  <a:pt x="112" y="333457"/>
                </a:lnTo>
                <a:close/>
                <a:moveTo>
                  <a:pt x="0" y="445668"/>
                </a:moveTo>
                <a:lnTo>
                  <a:pt x="14058" y="445668"/>
                </a:lnTo>
                <a:lnTo>
                  <a:pt x="14058" y="389436"/>
                </a:lnTo>
                <a:lnTo>
                  <a:pt x="0" y="389436"/>
                </a:lnTo>
                <a:lnTo>
                  <a:pt x="0" y="445668"/>
                </a:lnTo>
                <a:close/>
                <a:moveTo>
                  <a:pt x="0" y="544074"/>
                </a:moveTo>
                <a:lnTo>
                  <a:pt x="14058" y="544074"/>
                </a:lnTo>
                <a:lnTo>
                  <a:pt x="14058" y="487842"/>
                </a:lnTo>
                <a:lnTo>
                  <a:pt x="0" y="487842"/>
                </a:lnTo>
                <a:lnTo>
                  <a:pt x="0" y="544074"/>
                </a:lnTo>
                <a:close/>
                <a:moveTo>
                  <a:pt x="0" y="642481"/>
                </a:moveTo>
                <a:lnTo>
                  <a:pt x="14058" y="642481"/>
                </a:lnTo>
                <a:lnTo>
                  <a:pt x="14058" y="586248"/>
                </a:lnTo>
                <a:lnTo>
                  <a:pt x="0" y="586248"/>
                </a:lnTo>
                <a:lnTo>
                  <a:pt x="0" y="642481"/>
                </a:lnTo>
                <a:close/>
                <a:moveTo>
                  <a:pt x="0" y="740887"/>
                </a:moveTo>
                <a:lnTo>
                  <a:pt x="14058" y="740887"/>
                </a:lnTo>
                <a:lnTo>
                  <a:pt x="14058" y="684655"/>
                </a:lnTo>
                <a:lnTo>
                  <a:pt x="0" y="684655"/>
                </a:lnTo>
                <a:lnTo>
                  <a:pt x="0" y="740887"/>
                </a:lnTo>
                <a:close/>
                <a:moveTo>
                  <a:pt x="0" y="783061"/>
                </a:moveTo>
                <a:lnTo>
                  <a:pt x="0" y="839293"/>
                </a:lnTo>
                <a:lnTo>
                  <a:pt x="14058" y="839293"/>
                </a:lnTo>
                <a:lnTo>
                  <a:pt x="14058" y="783061"/>
                </a:lnTo>
                <a:lnTo>
                  <a:pt x="0" y="783061"/>
                </a:lnTo>
                <a:close/>
                <a:moveTo>
                  <a:pt x="0" y="937700"/>
                </a:moveTo>
                <a:lnTo>
                  <a:pt x="14058" y="937700"/>
                </a:lnTo>
                <a:lnTo>
                  <a:pt x="14058" y="881467"/>
                </a:lnTo>
                <a:lnTo>
                  <a:pt x="0" y="881467"/>
                </a:lnTo>
                <a:lnTo>
                  <a:pt x="0" y="937700"/>
                </a:lnTo>
                <a:close/>
                <a:moveTo>
                  <a:pt x="0" y="1036106"/>
                </a:moveTo>
                <a:lnTo>
                  <a:pt x="14058" y="1036106"/>
                </a:lnTo>
                <a:lnTo>
                  <a:pt x="14058" y="979874"/>
                </a:lnTo>
                <a:lnTo>
                  <a:pt x="0" y="979874"/>
                </a:lnTo>
                <a:lnTo>
                  <a:pt x="0" y="1036106"/>
                </a:lnTo>
                <a:close/>
                <a:moveTo>
                  <a:pt x="0" y="1134512"/>
                </a:moveTo>
                <a:lnTo>
                  <a:pt x="14058" y="1134512"/>
                </a:lnTo>
                <a:lnTo>
                  <a:pt x="14058" y="1078280"/>
                </a:lnTo>
                <a:lnTo>
                  <a:pt x="0" y="1078280"/>
                </a:lnTo>
                <a:lnTo>
                  <a:pt x="0" y="1134512"/>
                </a:lnTo>
                <a:close/>
                <a:moveTo>
                  <a:pt x="0" y="1232918"/>
                </a:moveTo>
                <a:lnTo>
                  <a:pt x="14058" y="1232918"/>
                </a:lnTo>
                <a:lnTo>
                  <a:pt x="14058" y="1176686"/>
                </a:lnTo>
                <a:lnTo>
                  <a:pt x="0" y="1176686"/>
                </a:lnTo>
                <a:lnTo>
                  <a:pt x="0" y="1232918"/>
                </a:lnTo>
                <a:close/>
                <a:moveTo>
                  <a:pt x="0" y="1331325"/>
                </a:moveTo>
                <a:lnTo>
                  <a:pt x="14058" y="1331325"/>
                </a:lnTo>
                <a:lnTo>
                  <a:pt x="14058" y="1275093"/>
                </a:lnTo>
                <a:lnTo>
                  <a:pt x="0" y="1275093"/>
                </a:lnTo>
                <a:lnTo>
                  <a:pt x="0" y="1331325"/>
                </a:lnTo>
                <a:close/>
                <a:moveTo>
                  <a:pt x="0" y="1429731"/>
                </a:moveTo>
                <a:lnTo>
                  <a:pt x="14058" y="1429731"/>
                </a:lnTo>
                <a:lnTo>
                  <a:pt x="14058" y="1373499"/>
                </a:lnTo>
                <a:lnTo>
                  <a:pt x="0" y="1373499"/>
                </a:lnTo>
                <a:lnTo>
                  <a:pt x="0" y="1429731"/>
                </a:lnTo>
                <a:close/>
                <a:moveTo>
                  <a:pt x="0" y="1471905"/>
                </a:moveTo>
                <a:lnTo>
                  <a:pt x="0" y="1528137"/>
                </a:lnTo>
                <a:lnTo>
                  <a:pt x="14058" y="1528137"/>
                </a:lnTo>
                <a:lnTo>
                  <a:pt x="14058" y="1471905"/>
                </a:lnTo>
                <a:lnTo>
                  <a:pt x="0" y="1471905"/>
                </a:lnTo>
                <a:close/>
                <a:moveTo>
                  <a:pt x="0" y="1626544"/>
                </a:moveTo>
                <a:lnTo>
                  <a:pt x="14058" y="1626544"/>
                </a:lnTo>
                <a:lnTo>
                  <a:pt x="14058" y="1570311"/>
                </a:lnTo>
                <a:lnTo>
                  <a:pt x="0" y="1570311"/>
                </a:lnTo>
                <a:lnTo>
                  <a:pt x="0" y="1626544"/>
                </a:lnTo>
                <a:close/>
                <a:moveTo>
                  <a:pt x="0" y="1724950"/>
                </a:moveTo>
                <a:lnTo>
                  <a:pt x="14058" y="1724950"/>
                </a:lnTo>
                <a:lnTo>
                  <a:pt x="14058" y="1668718"/>
                </a:lnTo>
                <a:lnTo>
                  <a:pt x="0" y="1668718"/>
                </a:lnTo>
                <a:lnTo>
                  <a:pt x="0" y="1724950"/>
                </a:lnTo>
                <a:close/>
                <a:moveTo>
                  <a:pt x="0" y="1823356"/>
                </a:moveTo>
                <a:lnTo>
                  <a:pt x="14058" y="1823356"/>
                </a:lnTo>
                <a:lnTo>
                  <a:pt x="14058" y="1767124"/>
                </a:lnTo>
                <a:lnTo>
                  <a:pt x="0" y="1767124"/>
                </a:lnTo>
                <a:lnTo>
                  <a:pt x="0" y="1823356"/>
                </a:lnTo>
                <a:close/>
                <a:moveTo>
                  <a:pt x="0" y="1921763"/>
                </a:moveTo>
                <a:lnTo>
                  <a:pt x="14058" y="1921763"/>
                </a:lnTo>
                <a:lnTo>
                  <a:pt x="14058" y="1865530"/>
                </a:lnTo>
                <a:lnTo>
                  <a:pt x="0" y="1865530"/>
                </a:lnTo>
                <a:lnTo>
                  <a:pt x="0" y="1921763"/>
                </a:lnTo>
                <a:close/>
                <a:moveTo>
                  <a:pt x="0" y="2020169"/>
                </a:moveTo>
                <a:lnTo>
                  <a:pt x="14058" y="2020169"/>
                </a:lnTo>
                <a:lnTo>
                  <a:pt x="14058" y="1963937"/>
                </a:lnTo>
                <a:lnTo>
                  <a:pt x="0" y="1963937"/>
                </a:lnTo>
                <a:lnTo>
                  <a:pt x="0" y="2020169"/>
                </a:lnTo>
                <a:close/>
                <a:moveTo>
                  <a:pt x="0" y="2118575"/>
                </a:moveTo>
                <a:lnTo>
                  <a:pt x="14058" y="2118575"/>
                </a:lnTo>
                <a:lnTo>
                  <a:pt x="14058" y="2062343"/>
                </a:lnTo>
                <a:lnTo>
                  <a:pt x="0" y="2062343"/>
                </a:lnTo>
                <a:lnTo>
                  <a:pt x="0" y="2118575"/>
                </a:lnTo>
                <a:close/>
                <a:moveTo>
                  <a:pt x="0" y="2160749"/>
                </a:moveTo>
                <a:lnTo>
                  <a:pt x="0" y="2216981"/>
                </a:lnTo>
                <a:lnTo>
                  <a:pt x="14058" y="2216981"/>
                </a:lnTo>
                <a:lnTo>
                  <a:pt x="14058" y="2160749"/>
                </a:lnTo>
                <a:lnTo>
                  <a:pt x="0" y="2160749"/>
                </a:lnTo>
                <a:close/>
                <a:moveTo>
                  <a:pt x="0" y="2315388"/>
                </a:moveTo>
                <a:lnTo>
                  <a:pt x="14058" y="2315388"/>
                </a:lnTo>
                <a:lnTo>
                  <a:pt x="14058" y="2259156"/>
                </a:lnTo>
                <a:lnTo>
                  <a:pt x="0" y="2259156"/>
                </a:lnTo>
                <a:lnTo>
                  <a:pt x="0" y="2315388"/>
                </a:lnTo>
                <a:close/>
                <a:moveTo>
                  <a:pt x="0" y="2413794"/>
                </a:moveTo>
                <a:lnTo>
                  <a:pt x="14058" y="2413794"/>
                </a:lnTo>
                <a:lnTo>
                  <a:pt x="14058" y="2357562"/>
                </a:lnTo>
                <a:lnTo>
                  <a:pt x="0" y="2357562"/>
                </a:lnTo>
                <a:lnTo>
                  <a:pt x="0" y="2413794"/>
                </a:lnTo>
                <a:close/>
                <a:moveTo>
                  <a:pt x="0" y="2512200"/>
                </a:moveTo>
                <a:lnTo>
                  <a:pt x="14058" y="2512200"/>
                </a:lnTo>
                <a:lnTo>
                  <a:pt x="14058" y="2455968"/>
                </a:lnTo>
                <a:lnTo>
                  <a:pt x="0" y="2455968"/>
                </a:lnTo>
                <a:lnTo>
                  <a:pt x="0" y="2512200"/>
                </a:lnTo>
                <a:close/>
                <a:moveTo>
                  <a:pt x="0" y="2610607"/>
                </a:moveTo>
                <a:lnTo>
                  <a:pt x="14058" y="2610607"/>
                </a:lnTo>
                <a:lnTo>
                  <a:pt x="14058" y="2554374"/>
                </a:lnTo>
                <a:lnTo>
                  <a:pt x="0" y="2554374"/>
                </a:lnTo>
                <a:lnTo>
                  <a:pt x="0" y="2610607"/>
                </a:lnTo>
                <a:close/>
                <a:moveTo>
                  <a:pt x="450" y="2628207"/>
                </a:moveTo>
                <a:lnTo>
                  <a:pt x="998" y="2636923"/>
                </a:lnTo>
                <a:lnTo>
                  <a:pt x="1771" y="2645583"/>
                </a:lnTo>
                <a:lnTo>
                  <a:pt x="2755" y="2654187"/>
                </a:lnTo>
                <a:lnTo>
                  <a:pt x="3936" y="2662720"/>
                </a:lnTo>
                <a:lnTo>
                  <a:pt x="5342" y="2671183"/>
                </a:lnTo>
                <a:lnTo>
                  <a:pt x="5975" y="2674458"/>
                </a:lnTo>
                <a:lnTo>
                  <a:pt x="19780" y="2671801"/>
                </a:lnTo>
                <a:lnTo>
                  <a:pt x="19176" y="2668626"/>
                </a:lnTo>
                <a:lnTo>
                  <a:pt x="17826" y="2660513"/>
                </a:lnTo>
                <a:lnTo>
                  <a:pt x="17854" y="2660681"/>
                </a:lnTo>
                <a:lnTo>
                  <a:pt x="16687" y="2652331"/>
                </a:lnTo>
                <a:lnTo>
                  <a:pt x="16701" y="2652500"/>
                </a:lnTo>
                <a:lnTo>
                  <a:pt x="15745" y="2644079"/>
                </a:lnTo>
                <a:lnTo>
                  <a:pt x="15759" y="2644262"/>
                </a:lnTo>
                <a:lnTo>
                  <a:pt x="15023" y="2635869"/>
                </a:lnTo>
                <a:lnTo>
                  <a:pt x="14480" y="2627406"/>
                </a:lnTo>
                <a:lnTo>
                  <a:pt x="14494" y="2627589"/>
                </a:lnTo>
                <a:lnTo>
                  <a:pt x="14156" y="2618985"/>
                </a:lnTo>
                <a:lnTo>
                  <a:pt x="14171" y="2619168"/>
                </a:lnTo>
                <a:lnTo>
                  <a:pt x="14142" y="2617172"/>
                </a:lnTo>
                <a:lnTo>
                  <a:pt x="84" y="2617355"/>
                </a:lnTo>
                <a:lnTo>
                  <a:pt x="112" y="2619435"/>
                </a:lnTo>
                <a:lnTo>
                  <a:pt x="450" y="2628207"/>
                </a:lnTo>
                <a:close/>
                <a:moveTo>
                  <a:pt x="33753" y="2759003"/>
                </a:moveTo>
                <a:lnTo>
                  <a:pt x="37451" y="2766440"/>
                </a:lnTo>
                <a:lnTo>
                  <a:pt x="38814" y="2769027"/>
                </a:lnTo>
                <a:lnTo>
                  <a:pt x="51256" y="2762476"/>
                </a:lnTo>
                <a:lnTo>
                  <a:pt x="49920" y="2759945"/>
                </a:lnTo>
                <a:lnTo>
                  <a:pt x="50004" y="2760100"/>
                </a:lnTo>
                <a:lnTo>
                  <a:pt x="46377" y="2752818"/>
                </a:lnTo>
                <a:lnTo>
                  <a:pt x="46462" y="2752972"/>
                </a:lnTo>
                <a:lnTo>
                  <a:pt x="43058" y="2745693"/>
                </a:lnTo>
                <a:lnTo>
                  <a:pt x="39812" y="2738282"/>
                </a:lnTo>
                <a:lnTo>
                  <a:pt x="39883" y="2738436"/>
                </a:lnTo>
                <a:lnTo>
                  <a:pt x="36790" y="2730873"/>
                </a:lnTo>
                <a:lnTo>
                  <a:pt x="36860" y="2731028"/>
                </a:lnTo>
                <a:lnTo>
                  <a:pt x="33936" y="2723380"/>
                </a:lnTo>
                <a:lnTo>
                  <a:pt x="34006" y="2723535"/>
                </a:lnTo>
                <a:lnTo>
                  <a:pt x="31293" y="2715828"/>
                </a:lnTo>
                <a:lnTo>
                  <a:pt x="29972" y="2711796"/>
                </a:lnTo>
                <a:lnTo>
                  <a:pt x="16603" y="2716140"/>
                </a:lnTo>
                <a:lnTo>
                  <a:pt x="17980" y="2720386"/>
                </a:lnTo>
                <a:lnTo>
                  <a:pt x="20778" y="2728287"/>
                </a:lnTo>
                <a:lnTo>
                  <a:pt x="23744" y="2736117"/>
                </a:lnTo>
                <a:lnTo>
                  <a:pt x="26907" y="2743835"/>
                </a:lnTo>
                <a:lnTo>
                  <a:pt x="30239" y="2751468"/>
                </a:lnTo>
                <a:lnTo>
                  <a:pt x="33753" y="2759003"/>
                </a:lnTo>
                <a:close/>
                <a:moveTo>
                  <a:pt x="88917" y="2840751"/>
                </a:moveTo>
                <a:lnTo>
                  <a:pt x="94512" y="2846768"/>
                </a:lnTo>
                <a:lnTo>
                  <a:pt x="97661" y="2849973"/>
                </a:lnTo>
                <a:lnTo>
                  <a:pt x="107713" y="2840146"/>
                </a:lnTo>
                <a:lnTo>
                  <a:pt x="104634" y="2836997"/>
                </a:lnTo>
                <a:lnTo>
                  <a:pt x="104746" y="2837124"/>
                </a:lnTo>
                <a:lnTo>
                  <a:pt x="99267" y="2831237"/>
                </a:lnTo>
                <a:lnTo>
                  <a:pt x="94034" y="2825343"/>
                </a:lnTo>
                <a:lnTo>
                  <a:pt x="94147" y="2825470"/>
                </a:lnTo>
                <a:lnTo>
                  <a:pt x="88959" y="2819312"/>
                </a:lnTo>
                <a:lnTo>
                  <a:pt x="89058" y="2819453"/>
                </a:lnTo>
                <a:lnTo>
                  <a:pt x="84044" y="2813224"/>
                </a:lnTo>
                <a:lnTo>
                  <a:pt x="79217" y="2806913"/>
                </a:lnTo>
                <a:lnTo>
                  <a:pt x="79315" y="2807054"/>
                </a:lnTo>
                <a:lnTo>
                  <a:pt x="74572" y="2800542"/>
                </a:lnTo>
                <a:lnTo>
                  <a:pt x="72652" y="2797789"/>
                </a:lnTo>
                <a:lnTo>
                  <a:pt x="61110" y="2805789"/>
                </a:lnTo>
                <a:lnTo>
                  <a:pt x="63149" y="2808755"/>
                </a:lnTo>
                <a:lnTo>
                  <a:pt x="67999" y="2815404"/>
                </a:lnTo>
                <a:lnTo>
                  <a:pt x="73003" y="2821927"/>
                </a:lnTo>
                <a:lnTo>
                  <a:pt x="78163" y="2828338"/>
                </a:lnTo>
                <a:lnTo>
                  <a:pt x="83477" y="2834608"/>
                </a:lnTo>
                <a:lnTo>
                  <a:pt x="88917" y="2840751"/>
                </a:lnTo>
                <a:close/>
                <a:moveTo>
                  <a:pt x="164802" y="2903337"/>
                </a:moveTo>
                <a:lnTo>
                  <a:pt x="171902" y="2907541"/>
                </a:lnTo>
                <a:lnTo>
                  <a:pt x="177300" y="2910549"/>
                </a:lnTo>
                <a:lnTo>
                  <a:pt x="184160" y="2898276"/>
                </a:lnTo>
                <a:lnTo>
                  <a:pt x="178846" y="2895310"/>
                </a:lnTo>
                <a:lnTo>
                  <a:pt x="178987" y="2895394"/>
                </a:lnTo>
                <a:lnTo>
                  <a:pt x="172132" y="2891337"/>
                </a:lnTo>
                <a:lnTo>
                  <a:pt x="165309" y="2887086"/>
                </a:lnTo>
                <a:lnTo>
                  <a:pt x="165449" y="2887171"/>
                </a:lnTo>
                <a:lnTo>
                  <a:pt x="158701" y="2882728"/>
                </a:lnTo>
                <a:lnTo>
                  <a:pt x="158842" y="2882827"/>
                </a:lnTo>
                <a:lnTo>
                  <a:pt x="152220" y="2878230"/>
                </a:lnTo>
                <a:lnTo>
                  <a:pt x="152347" y="2878328"/>
                </a:lnTo>
                <a:lnTo>
                  <a:pt x="145838" y="2873576"/>
                </a:lnTo>
                <a:lnTo>
                  <a:pt x="145979" y="2873675"/>
                </a:lnTo>
                <a:lnTo>
                  <a:pt x="139671" y="2868851"/>
                </a:lnTo>
                <a:lnTo>
                  <a:pt x="138387" y="2867813"/>
                </a:lnTo>
                <a:lnTo>
                  <a:pt x="129573" y="2878764"/>
                </a:lnTo>
                <a:lnTo>
                  <a:pt x="130965" y="2879888"/>
                </a:lnTo>
                <a:lnTo>
                  <a:pt x="137488" y="2884893"/>
                </a:lnTo>
                <a:lnTo>
                  <a:pt x="144137" y="2889743"/>
                </a:lnTo>
                <a:lnTo>
                  <a:pt x="150913" y="2894424"/>
                </a:lnTo>
                <a:lnTo>
                  <a:pt x="157787" y="2898965"/>
                </a:lnTo>
                <a:lnTo>
                  <a:pt x="164802" y="2903337"/>
                </a:lnTo>
                <a:close/>
                <a:moveTo>
                  <a:pt x="1286733" y="0"/>
                </a:moveTo>
                <a:lnTo>
                  <a:pt x="1286733" y="14058"/>
                </a:lnTo>
                <a:lnTo>
                  <a:pt x="1342965" y="14058"/>
                </a:lnTo>
                <a:lnTo>
                  <a:pt x="1342965" y="0"/>
                </a:lnTo>
                <a:lnTo>
                  <a:pt x="1286733" y="0"/>
                </a:lnTo>
                <a:close/>
                <a:moveTo>
                  <a:pt x="1385139" y="0"/>
                </a:moveTo>
                <a:lnTo>
                  <a:pt x="1385139" y="14058"/>
                </a:lnTo>
                <a:lnTo>
                  <a:pt x="1441371" y="14058"/>
                </a:lnTo>
                <a:lnTo>
                  <a:pt x="1441371" y="0"/>
                </a:lnTo>
                <a:lnTo>
                  <a:pt x="1385139" y="0"/>
                </a:lnTo>
                <a:close/>
                <a:moveTo>
                  <a:pt x="1089920" y="0"/>
                </a:moveTo>
                <a:lnTo>
                  <a:pt x="1089920" y="14058"/>
                </a:lnTo>
                <a:lnTo>
                  <a:pt x="1146152" y="14058"/>
                </a:lnTo>
                <a:lnTo>
                  <a:pt x="1146152" y="0"/>
                </a:lnTo>
                <a:lnTo>
                  <a:pt x="1089920" y="0"/>
                </a:lnTo>
                <a:close/>
                <a:moveTo>
                  <a:pt x="499482" y="0"/>
                </a:moveTo>
                <a:lnTo>
                  <a:pt x="499482" y="14058"/>
                </a:lnTo>
                <a:lnTo>
                  <a:pt x="555714" y="14058"/>
                </a:lnTo>
                <a:lnTo>
                  <a:pt x="555714" y="0"/>
                </a:lnTo>
                <a:lnTo>
                  <a:pt x="499482" y="0"/>
                </a:lnTo>
                <a:close/>
                <a:moveTo>
                  <a:pt x="1975577" y="0"/>
                </a:moveTo>
                <a:lnTo>
                  <a:pt x="1975577" y="14058"/>
                </a:lnTo>
                <a:lnTo>
                  <a:pt x="2031809" y="14058"/>
                </a:lnTo>
                <a:lnTo>
                  <a:pt x="2031809" y="0"/>
                </a:lnTo>
                <a:lnTo>
                  <a:pt x="1975577" y="0"/>
                </a:lnTo>
                <a:close/>
                <a:moveTo>
                  <a:pt x="597889" y="0"/>
                </a:moveTo>
                <a:lnTo>
                  <a:pt x="597889" y="14058"/>
                </a:lnTo>
                <a:lnTo>
                  <a:pt x="654121" y="14058"/>
                </a:lnTo>
                <a:lnTo>
                  <a:pt x="654121" y="0"/>
                </a:lnTo>
                <a:lnTo>
                  <a:pt x="597889" y="0"/>
                </a:lnTo>
                <a:close/>
                <a:moveTo>
                  <a:pt x="1877170" y="0"/>
                </a:moveTo>
                <a:lnTo>
                  <a:pt x="1877170" y="14058"/>
                </a:lnTo>
                <a:lnTo>
                  <a:pt x="1933403" y="14058"/>
                </a:lnTo>
                <a:lnTo>
                  <a:pt x="1933403" y="0"/>
                </a:lnTo>
                <a:lnTo>
                  <a:pt x="1877170" y="0"/>
                </a:lnTo>
                <a:close/>
                <a:moveTo>
                  <a:pt x="401076" y="0"/>
                </a:moveTo>
                <a:lnTo>
                  <a:pt x="401076" y="14058"/>
                </a:lnTo>
                <a:lnTo>
                  <a:pt x="457308" y="14058"/>
                </a:lnTo>
                <a:lnTo>
                  <a:pt x="457308" y="0"/>
                </a:lnTo>
                <a:lnTo>
                  <a:pt x="401076" y="0"/>
                </a:lnTo>
                <a:close/>
                <a:moveTo>
                  <a:pt x="696295" y="0"/>
                </a:moveTo>
                <a:lnTo>
                  <a:pt x="696295" y="14058"/>
                </a:lnTo>
                <a:lnTo>
                  <a:pt x="752527" y="14058"/>
                </a:lnTo>
                <a:lnTo>
                  <a:pt x="752527" y="0"/>
                </a:lnTo>
                <a:lnTo>
                  <a:pt x="696295" y="0"/>
                </a:lnTo>
                <a:close/>
                <a:moveTo>
                  <a:pt x="1778764" y="0"/>
                </a:moveTo>
                <a:lnTo>
                  <a:pt x="1778764" y="14058"/>
                </a:lnTo>
                <a:lnTo>
                  <a:pt x="1834996" y="14058"/>
                </a:lnTo>
                <a:lnTo>
                  <a:pt x="1834996" y="0"/>
                </a:lnTo>
                <a:lnTo>
                  <a:pt x="1778764" y="0"/>
                </a:lnTo>
                <a:close/>
                <a:moveTo>
                  <a:pt x="794701" y="0"/>
                </a:moveTo>
                <a:lnTo>
                  <a:pt x="794701" y="14058"/>
                </a:lnTo>
                <a:lnTo>
                  <a:pt x="850933" y="14058"/>
                </a:lnTo>
                <a:lnTo>
                  <a:pt x="850933" y="0"/>
                </a:lnTo>
                <a:lnTo>
                  <a:pt x="794701" y="0"/>
                </a:lnTo>
                <a:close/>
                <a:moveTo>
                  <a:pt x="1736590" y="0"/>
                </a:moveTo>
                <a:lnTo>
                  <a:pt x="1680358" y="0"/>
                </a:lnTo>
                <a:lnTo>
                  <a:pt x="1680358" y="14058"/>
                </a:lnTo>
                <a:lnTo>
                  <a:pt x="1736590" y="14058"/>
                </a:lnTo>
                <a:lnTo>
                  <a:pt x="1736590" y="0"/>
                </a:lnTo>
                <a:close/>
                <a:moveTo>
                  <a:pt x="893107" y="0"/>
                </a:moveTo>
                <a:lnTo>
                  <a:pt x="893107" y="14058"/>
                </a:lnTo>
                <a:lnTo>
                  <a:pt x="949340" y="14058"/>
                </a:lnTo>
                <a:lnTo>
                  <a:pt x="949340" y="0"/>
                </a:lnTo>
                <a:lnTo>
                  <a:pt x="893107" y="0"/>
                </a:lnTo>
                <a:close/>
                <a:moveTo>
                  <a:pt x="1581952" y="0"/>
                </a:moveTo>
                <a:lnTo>
                  <a:pt x="1581952" y="14058"/>
                </a:lnTo>
                <a:lnTo>
                  <a:pt x="1638184" y="14058"/>
                </a:lnTo>
                <a:lnTo>
                  <a:pt x="1638184" y="0"/>
                </a:lnTo>
                <a:lnTo>
                  <a:pt x="1581952" y="0"/>
                </a:lnTo>
                <a:close/>
                <a:moveTo>
                  <a:pt x="991514" y="0"/>
                </a:moveTo>
                <a:lnTo>
                  <a:pt x="991514" y="14058"/>
                </a:lnTo>
                <a:lnTo>
                  <a:pt x="1047746" y="14058"/>
                </a:lnTo>
                <a:lnTo>
                  <a:pt x="1047746" y="0"/>
                </a:lnTo>
                <a:lnTo>
                  <a:pt x="991514" y="0"/>
                </a:lnTo>
                <a:close/>
                <a:moveTo>
                  <a:pt x="2073983" y="0"/>
                </a:moveTo>
                <a:lnTo>
                  <a:pt x="2073983" y="14058"/>
                </a:lnTo>
                <a:lnTo>
                  <a:pt x="2130215" y="14058"/>
                </a:lnTo>
                <a:lnTo>
                  <a:pt x="2130215" y="0"/>
                </a:lnTo>
                <a:lnTo>
                  <a:pt x="2073983" y="0"/>
                </a:lnTo>
                <a:close/>
                <a:moveTo>
                  <a:pt x="1188326" y="0"/>
                </a:moveTo>
                <a:lnTo>
                  <a:pt x="1188326" y="14058"/>
                </a:lnTo>
                <a:lnTo>
                  <a:pt x="1244559" y="14058"/>
                </a:lnTo>
                <a:lnTo>
                  <a:pt x="1244559" y="0"/>
                </a:lnTo>
                <a:lnTo>
                  <a:pt x="1188326" y="0"/>
                </a:lnTo>
                <a:close/>
                <a:moveTo>
                  <a:pt x="1483545" y="0"/>
                </a:moveTo>
                <a:lnTo>
                  <a:pt x="1483545" y="14058"/>
                </a:lnTo>
                <a:lnTo>
                  <a:pt x="1539777" y="14058"/>
                </a:lnTo>
                <a:lnTo>
                  <a:pt x="1539777" y="0"/>
                </a:lnTo>
                <a:lnTo>
                  <a:pt x="1483545" y="0"/>
                </a:lnTo>
                <a:close/>
                <a:moveTo>
                  <a:pt x="307309" y="1771"/>
                </a:moveTo>
                <a:lnTo>
                  <a:pt x="301967" y="2376"/>
                </a:lnTo>
                <a:lnTo>
                  <a:pt x="303555" y="16350"/>
                </a:lnTo>
                <a:lnTo>
                  <a:pt x="308813" y="15745"/>
                </a:lnTo>
                <a:lnTo>
                  <a:pt x="308630" y="15759"/>
                </a:lnTo>
                <a:lnTo>
                  <a:pt x="317022" y="15023"/>
                </a:lnTo>
                <a:lnTo>
                  <a:pt x="325486" y="14480"/>
                </a:lnTo>
                <a:lnTo>
                  <a:pt x="325303" y="14494"/>
                </a:lnTo>
                <a:lnTo>
                  <a:pt x="333907" y="14156"/>
                </a:lnTo>
                <a:lnTo>
                  <a:pt x="333724" y="14171"/>
                </a:lnTo>
                <a:lnTo>
                  <a:pt x="342384" y="14058"/>
                </a:lnTo>
                <a:lnTo>
                  <a:pt x="358902" y="14058"/>
                </a:lnTo>
                <a:lnTo>
                  <a:pt x="358902" y="0"/>
                </a:lnTo>
                <a:lnTo>
                  <a:pt x="342243" y="0"/>
                </a:lnTo>
                <a:lnTo>
                  <a:pt x="333457" y="112"/>
                </a:lnTo>
                <a:lnTo>
                  <a:pt x="324685" y="450"/>
                </a:lnTo>
                <a:lnTo>
                  <a:pt x="315969" y="998"/>
                </a:lnTo>
                <a:lnTo>
                  <a:pt x="307309" y="1771"/>
                </a:lnTo>
                <a:close/>
                <a:moveTo>
                  <a:pt x="259624" y="10080"/>
                </a:moveTo>
                <a:lnTo>
                  <a:pt x="256756" y="10783"/>
                </a:lnTo>
                <a:lnTo>
                  <a:pt x="248588" y="12990"/>
                </a:lnTo>
                <a:lnTo>
                  <a:pt x="240505" y="15394"/>
                </a:lnTo>
                <a:lnTo>
                  <a:pt x="232506" y="17980"/>
                </a:lnTo>
                <a:lnTo>
                  <a:pt x="224605" y="20778"/>
                </a:lnTo>
                <a:lnTo>
                  <a:pt x="216775" y="23744"/>
                </a:lnTo>
                <a:lnTo>
                  <a:pt x="209057" y="26907"/>
                </a:lnTo>
                <a:lnTo>
                  <a:pt x="205304" y="28538"/>
                </a:lnTo>
                <a:lnTo>
                  <a:pt x="210941" y="41415"/>
                </a:lnTo>
                <a:lnTo>
                  <a:pt x="214610" y="39812"/>
                </a:lnTo>
                <a:lnTo>
                  <a:pt x="214455" y="39883"/>
                </a:lnTo>
                <a:lnTo>
                  <a:pt x="222019" y="36790"/>
                </a:lnTo>
                <a:lnTo>
                  <a:pt x="221850" y="36860"/>
                </a:lnTo>
                <a:lnTo>
                  <a:pt x="229512" y="33936"/>
                </a:lnTo>
                <a:lnTo>
                  <a:pt x="229357" y="34006"/>
                </a:lnTo>
                <a:lnTo>
                  <a:pt x="237051" y="31297"/>
                </a:lnTo>
                <a:lnTo>
                  <a:pt x="244765" y="28791"/>
                </a:lnTo>
                <a:lnTo>
                  <a:pt x="244596" y="28833"/>
                </a:lnTo>
                <a:lnTo>
                  <a:pt x="252511" y="26485"/>
                </a:lnTo>
                <a:lnTo>
                  <a:pt x="252342" y="26528"/>
                </a:lnTo>
                <a:lnTo>
                  <a:pt x="260341" y="24363"/>
                </a:lnTo>
                <a:lnTo>
                  <a:pt x="260172" y="24419"/>
                </a:lnTo>
                <a:lnTo>
                  <a:pt x="262970" y="23730"/>
                </a:lnTo>
                <a:lnTo>
                  <a:pt x="259624" y="10080"/>
                </a:lnTo>
                <a:close/>
                <a:moveTo>
                  <a:pt x="248588" y="2939902"/>
                </a:moveTo>
                <a:lnTo>
                  <a:pt x="256756" y="2942109"/>
                </a:lnTo>
                <a:lnTo>
                  <a:pt x="264994" y="2944120"/>
                </a:lnTo>
                <a:lnTo>
                  <a:pt x="271137" y="2945469"/>
                </a:lnTo>
                <a:lnTo>
                  <a:pt x="274118" y="2931720"/>
                </a:lnTo>
                <a:lnTo>
                  <a:pt x="268073" y="2930413"/>
                </a:lnTo>
                <a:lnTo>
                  <a:pt x="268242" y="2930455"/>
                </a:lnTo>
                <a:lnTo>
                  <a:pt x="260172" y="2928473"/>
                </a:lnTo>
                <a:lnTo>
                  <a:pt x="260341" y="2928529"/>
                </a:lnTo>
                <a:lnTo>
                  <a:pt x="252342" y="2926364"/>
                </a:lnTo>
                <a:lnTo>
                  <a:pt x="252511" y="2926407"/>
                </a:lnTo>
                <a:lnTo>
                  <a:pt x="244596" y="2924059"/>
                </a:lnTo>
                <a:lnTo>
                  <a:pt x="244765" y="2924101"/>
                </a:lnTo>
                <a:lnTo>
                  <a:pt x="237051" y="2921594"/>
                </a:lnTo>
                <a:lnTo>
                  <a:pt x="229447" y="2918917"/>
                </a:lnTo>
                <a:lnTo>
                  <a:pt x="221850" y="2916032"/>
                </a:lnTo>
                <a:lnTo>
                  <a:pt x="221513" y="2915891"/>
                </a:lnTo>
                <a:lnTo>
                  <a:pt x="216185" y="2928909"/>
                </a:lnTo>
                <a:lnTo>
                  <a:pt x="216775" y="2929148"/>
                </a:lnTo>
                <a:lnTo>
                  <a:pt x="224605" y="2932114"/>
                </a:lnTo>
                <a:lnTo>
                  <a:pt x="232506" y="2934912"/>
                </a:lnTo>
                <a:lnTo>
                  <a:pt x="240505" y="2937498"/>
                </a:lnTo>
                <a:lnTo>
                  <a:pt x="248588" y="2939902"/>
                </a:lnTo>
                <a:close/>
                <a:moveTo>
                  <a:pt x="370528" y="2938834"/>
                </a:moveTo>
                <a:lnTo>
                  <a:pt x="342384" y="2938834"/>
                </a:lnTo>
                <a:lnTo>
                  <a:pt x="333724" y="2938721"/>
                </a:lnTo>
                <a:lnTo>
                  <a:pt x="333907" y="2938735"/>
                </a:lnTo>
                <a:lnTo>
                  <a:pt x="325303" y="2938398"/>
                </a:lnTo>
                <a:lnTo>
                  <a:pt x="325486" y="2938412"/>
                </a:lnTo>
                <a:lnTo>
                  <a:pt x="317006" y="2937868"/>
                </a:lnTo>
                <a:lnTo>
                  <a:pt x="314956" y="2937695"/>
                </a:lnTo>
                <a:lnTo>
                  <a:pt x="313705" y="2951697"/>
                </a:lnTo>
                <a:lnTo>
                  <a:pt x="315969" y="2951894"/>
                </a:lnTo>
                <a:lnTo>
                  <a:pt x="324685" y="2952442"/>
                </a:lnTo>
                <a:lnTo>
                  <a:pt x="333457" y="2952779"/>
                </a:lnTo>
                <a:lnTo>
                  <a:pt x="342243" y="2952892"/>
                </a:lnTo>
                <a:lnTo>
                  <a:pt x="370528" y="2952892"/>
                </a:lnTo>
                <a:lnTo>
                  <a:pt x="370528" y="2938834"/>
                </a:lnTo>
                <a:close/>
                <a:moveTo>
                  <a:pt x="1059372" y="2952892"/>
                </a:moveTo>
                <a:lnTo>
                  <a:pt x="1059372" y="2938834"/>
                </a:lnTo>
                <a:lnTo>
                  <a:pt x="1003140" y="2938834"/>
                </a:lnTo>
                <a:lnTo>
                  <a:pt x="1003140" y="2952892"/>
                </a:lnTo>
                <a:lnTo>
                  <a:pt x="1059372" y="2952892"/>
                </a:lnTo>
                <a:close/>
                <a:moveTo>
                  <a:pt x="1354591" y="2952892"/>
                </a:moveTo>
                <a:lnTo>
                  <a:pt x="1354591" y="2938834"/>
                </a:lnTo>
                <a:lnTo>
                  <a:pt x="1298359" y="2938834"/>
                </a:lnTo>
                <a:lnTo>
                  <a:pt x="1298359" y="2952892"/>
                </a:lnTo>
                <a:lnTo>
                  <a:pt x="1354591" y="2952892"/>
                </a:lnTo>
                <a:close/>
                <a:moveTo>
                  <a:pt x="1256185" y="2952892"/>
                </a:moveTo>
                <a:lnTo>
                  <a:pt x="1256185" y="2938834"/>
                </a:lnTo>
                <a:lnTo>
                  <a:pt x="1199952" y="2938834"/>
                </a:lnTo>
                <a:lnTo>
                  <a:pt x="1199952" y="2952892"/>
                </a:lnTo>
                <a:lnTo>
                  <a:pt x="1256185" y="2952892"/>
                </a:lnTo>
                <a:close/>
                <a:moveTo>
                  <a:pt x="1452997" y="2952892"/>
                </a:moveTo>
                <a:lnTo>
                  <a:pt x="1452997" y="2938834"/>
                </a:lnTo>
                <a:lnTo>
                  <a:pt x="1396765" y="2938834"/>
                </a:lnTo>
                <a:lnTo>
                  <a:pt x="1396765" y="2952892"/>
                </a:lnTo>
                <a:lnTo>
                  <a:pt x="1452997" y="2952892"/>
                </a:lnTo>
                <a:close/>
                <a:moveTo>
                  <a:pt x="1101546" y="2952892"/>
                </a:moveTo>
                <a:lnTo>
                  <a:pt x="1157778" y="2952892"/>
                </a:lnTo>
                <a:lnTo>
                  <a:pt x="1157778" y="2938834"/>
                </a:lnTo>
                <a:lnTo>
                  <a:pt x="1101546" y="2938834"/>
                </a:lnTo>
                <a:lnTo>
                  <a:pt x="1101546" y="2952892"/>
                </a:lnTo>
                <a:close/>
                <a:moveTo>
                  <a:pt x="1551403" y="2952892"/>
                </a:moveTo>
                <a:lnTo>
                  <a:pt x="1551403" y="2938834"/>
                </a:lnTo>
                <a:lnTo>
                  <a:pt x="1495171" y="2938834"/>
                </a:lnTo>
                <a:lnTo>
                  <a:pt x="1495171" y="2952892"/>
                </a:lnTo>
                <a:lnTo>
                  <a:pt x="1551403" y="2952892"/>
                </a:lnTo>
                <a:close/>
                <a:moveTo>
                  <a:pt x="960966" y="2952892"/>
                </a:moveTo>
                <a:lnTo>
                  <a:pt x="960966" y="2938834"/>
                </a:lnTo>
                <a:lnTo>
                  <a:pt x="904733" y="2938834"/>
                </a:lnTo>
                <a:lnTo>
                  <a:pt x="904733" y="2952892"/>
                </a:lnTo>
                <a:lnTo>
                  <a:pt x="960966" y="2952892"/>
                </a:lnTo>
                <a:close/>
                <a:moveTo>
                  <a:pt x="1649810" y="2952892"/>
                </a:moveTo>
                <a:lnTo>
                  <a:pt x="1649810" y="2938834"/>
                </a:lnTo>
                <a:lnTo>
                  <a:pt x="1593578" y="2938834"/>
                </a:lnTo>
                <a:lnTo>
                  <a:pt x="1593578" y="2952892"/>
                </a:lnTo>
                <a:lnTo>
                  <a:pt x="1649810" y="2952892"/>
                </a:lnTo>
                <a:close/>
                <a:moveTo>
                  <a:pt x="862559" y="2952892"/>
                </a:moveTo>
                <a:lnTo>
                  <a:pt x="862559" y="2938834"/>
                </a:lnTo>
                <a:lnTo>
                  <a:pt x="806327" y="2938834"/>
                </a:lnTo>
                <a:lnTo>
                  <a:pt x="806327" y="2952892"/>
                </a:lnTo>
                <a:lnTo>
                  <a:pt x="862559" y="2952892"/>
                </a:lnTo>
                <a:close/>
                <a:moveTo>
                  <a:pt x="1748216" y="2952892"/>
                </a:moveTo>
                <a:lnTo>
                  <a:pt x="1748216" y="2938834"/>
                </a:lnTo>
                <a:lnTo>
                  <a:pt x="1691984" y="2938834"/>
                </a:lnTo>
                <a:lnTo>
                  <a:pt x="1691984" y="2952892"/>
                </a:lnTo>
                <a:lnTo>
                  <a:pt x="1748216" y="2952892"/>
                </a:lnTo>
                <a:close/>
                <a:moveTo>
                  <a:pt x="764153" y="2952892"/>
                </a:moveTo>
                <a:lnTo>
                  <a:pt x="764153" y="2938834"/>
                </a:lnTo>
                <a:lnTo>
                  <a:pt x="707921" y="2938834"/>
                </a:lnTo>
                <a:lnTo>
                  <a:pt x="707921" y="2952892"/>
                </a:lnTo>
                <a:lnTo>
                  <a:pt x="764153" y="2952892"/>
                </a:lnTo>
                <a:close/>
                <a:moveTo>
                  <a:pt x="1790390" y="2952892"/>
                </a:moveTo>
                <a:lnTo>
                  <a:pt x="1846622" y="2952892"/>
                </a:lnTo>
                <a:lnTo>
                  <a:pt x="1846622" y="2938834"/>
                </a:lnTo>
                <a:lnTo>
                  <a:pt x="1790390" y="2938834"/>
                </a:lnTo>
                <a:lnTo>
                  <a:pt x="1790390" y="2952892"/>
                </a:lnTo>
                <a:close/>
                <a:moveTo>
                  <a:pt x="665747" y="2952892"/>
                </a:moveTo>
                <a:lnTo>
                  <a:pt x="665747" y="2938834"/>
                </a:lnTo>
                <a:lnTo>
                  <a:pt x="609515" y="2938834"/>
                </a:lnTo>
                <a:lnTo>
                  <a:pt x="609515" y="2952892"/>
                </a:lnTo>
                <a:lnTo>
                  <a:pt x="665747" y="2952892"/>
                </a:lnTo>
                <a:close/>
                <a:moveTo>
                  <a:pt x="1945029" y="2952892"/>
                </a:moveTo>
                <a:lnTo>
                  <a:pt x="1945029" y="2938834"/>
                </a:lnTo>
                <a:lnTo>
                  <a:pt x="1888796" y="2938834"/>
                </a:lnTo>
                <a:lnTo>
                  <a:pt x="1888796" y="2952892"/>
                </a:lnTo>
                <a:lnTo>
                  <a:pt x="1945029" y="2952892"/>
                </a:lnTo>
                <a:close/>
                <a:moveTo>
                  <a:pt x="567340" y="2952892"/>
                </a:moveTo>
                <a:lnTo>
                  <a:pt x="567340" y="2938834"/>
                </a:lnTo>
                <a:lnTo>
                  <a:pt x="511108" y="2938834"/>
                </a:lnTo>
                <a:lnTo>
                  <a:pt x="511108" y="2952892"/>
                </a:lnTo>
                <a:lnTo>
                  <a:pt x="567340" y="2952892"/>
                </a:lnTo>
                <a:close/>
                <a:moveTo>
                  <a:pt x="2043435" y="2952892"/>
                </a:moveTo>
                <a:lnTo>
                  <a:pt x="2043435" y="2938834"/>
                </a:lnTo>
                <a:lnTo>
                  <a:pt x="1987203" y="2938834"/>
                </a:lnTo>
                <a:lnTo>
                  <a:pt x="1987203" y="2952892"/>
                </a:lnTo>
                <a:lnTo>
                  <a:pt x="2043435" y="2952892"/>
                </a:lnTo>
                <a:close/>
                <a:moveTo>
                  <a:pt x="468934" y="2952892"/>
                </a:moveTo>
                <a:lnTo>
                  <a:pt x="468934" y="2938834"/>
                </a:lnTo>
                <a:lnTo>
                  <a:pt x="412702" y="2938834"/>
                </a:lnTo>
                <a:lnTo>
                  <a:pt x="412702" y="2952892"/>
                </a:lnTo>
                <a:lnTo>
                  <a:pt x="468934" y="2952892"/>
                </a:lnTo>
                <a:close/>
                <a:moveTo>
                  <a:pt x="2141841" y="2952892"/>
                </a:moveTo>
                <a:lnTo>
                  <a:pt x="2141841" y="2938834"/>
                </a:lnTo>
                <a:lnTo>
                  <a:pt x="2085609" y="2938834"/>
                </a:lnTo>
                <a:lnTo>
                  <a:pt x="2085609" y="2952892"/>
                </a:lnTo>
                <a:lnTo>
                  <a:pt x="2141841" y="2952892"/>
                </a:lnTo>
                <a:close/>
                <a:moveTo>
                  <a:pt x="2228622" y="0"/>
                </a:moveTo>
                <a:lnTo>
                  <a:pt x="2172389" y="0"/>
                </a:lnTo>
                <a:lnTo>
                  <a:pt x="2172389" y="14058"/>
                </a:lnTo>
                <a:lnTo>
                  <a:pt x="2228622" y="14058"/>
                </a:lnTo>
                <a:lnTo>
                  <a:pt x="2228622" y="0"/>
                </a:lnTo>
                <a:close/>
                <a:moveTo>
                  <a:pt x="4337328" y="0"/>
                </a:moveTo>
                <a:lnTo>
                  <a:pt x="4337328" y="14058"/>
                </a:lnTo>
                <a:lnTo>
                  <a:pt x="4393560" y="14058"/>
                </a:lnTo>
                <a:lnTo>
                  <a:pt x="4393560" y="0"/>
                </a:lnTo>
                <a:lnTo>
                  <a:pt x="4337328" y="0"/>
                </a:lnTo>
                <a:close/>
                <a:moveTo>
                  <a:pt x="2270796" y="0"/>
                </a:moveTo>
                <a:lnTo>
                  <a:pt x="2270796" y="14058"/>
                </a:lnTo>
                <a:lnTo>
                  <a:pt x="2327028" y="14058"/>
                </a:lnTo>
                <a:lnTo>
                  <a:pt x="2327028" y="0"/>
                </a:lnTo>
                <a:lnTo>
                  <a:pt x="2270796" y="0"/>
                </a:lnTo>
                <a:close/>
                <a:moveTo>
                  <a:pt x="4238922" y="0"/>
                </a:moveTo>
                <a:lnTo>
                  <a:pt x="4238922" y="14058"/>
                </a:lnTo>
                <a:lnTo>
                  <a:pt x="4295154" y="14058"/>
                </a:lnTo>
                <a:lnTo>
                  <a:pt x="4295154" y="0"/>
                </a:lnTo>
                <a:lnTo>
                  <a:pt x="4238922" y="0"/>
                </a:lnTo>
                <a:close/>
                <a:moveTo>
                  <a:pt x="2369202" y="0"/>
                </a:moveTo>
                <a:lnTo>
                  <a:pt x="2369202" y="14058"/>
                </a:lnTo>
                <a:lnTo>
                  <a:pt x="2425434" y="14058"/>
                </a:lnTo>
                <a:lnTo>
                  <a:pt x="2425434" y="0"/>
                </a:lnTo>
                <a:lnTo>
                  <a:pt x="2369202" y="0"/>
                </a:lnTo>
                <a:close/>
                <a:moveTo>
                  <a:pt x="4140515" y="0"/>
                </a:moveTo>
                <a:lnTo>
                  <a:pt x="4140515" y="14058"/>
                </a:lnTo>
                <a:lnTo>
                  <a:pt x="4196748" y="14058"/>
                </a:lnTo>
                <a:lnTo>
                  <a:pt x="4196748" y="0"/>
                </a:lnTo>
                <a:lnTo>
                  <a:pt x="4140515" y="0"/>
                </a:lnTo>
                <a:close/>
                <a:moveTo>
                  <a:pt x="2467608" y="0"/>
                </a:moveTo>
                <a:lnTo>
                  <a:pt x="2467608" y="14058"/>
                </a:lnTo>
                <a:lnTo>
                  <a:pt x="2523840" y="14058"/>
                </a:lnTo>
                <a:lnTo>
                  <a:pt x="2523840" y="0"/>
                </a:lnTo>
                <a:lnTo>
                  <a:pt x="2467608" y="0"/>
                </a:lnTo>
                <a:close/>
                <a:moveTo>
                  <a:pt x="4098341" y="0"/>
                </a:moveTo>
                <a:lnTo>
                  <a:pt x="4042109" y="0"/>
                </a:lnTo>
                <a:lnTo>
                  <a:pt x="4042109" y="14058"/>
                </a:lnTo>
                <a:lnTo>
                  <a:pt x="4098341" y="14058"/>
                </a:lnTo>
                <a:lnTo>
                  <a:pt x="4098341" y="0"/>
                </a:lnTo>
                <a:close/>
                <a:moveTo>
                  <a:pt x="2566015" y="0"/>
                </a:moveTo>
                <a:lnTo>
                  <a:pt x="2566015" y="14058"/>
                </a:lnTo>
                <a:lnTo>
                  <a:pt x="2622247" y="14058"/>
                </a:lnTo>
                <a:lnTo>
                  <a:pt x="2622247" y="0"/>
                </a:lnTo>
                <a:lnTo>
                  <a:pt x="2566015" y="0"/>
                </a:lnTo>
                <a:close/>
                <a:moveTo>
                  <a:pt x="3943703" y="0"/>
                </a:moveTo>
                <a:lnTo>
                  <a:pt x="3943703" y="14058"/>
                </a:lnTo>
                <a:lnTo>
                  <a:pt x="3999935" y="14058"/>
                </a:lnTo>
                <a:lnTo>
                  <a:pt x="3999935" y="0"/>
                </a:lnTo>
                <a:lnTo>
                  <a:pt x="3943703" y="0"/>
                </a:lnTo>
                <a:close/>
                <a:moveTo>
                  <a:pt x="2664421" y="0"/>
                </a:moveTo>
                <a:lnTo>
                  <a:pt x="2664421" y="14058"/>
                </a:lnTo>
                <a:lnTo>
                  <a:pt x="2720653" y="14058"/>
                </a:lnTo>
                <a:lnTo>
                  <a:pt x="2720653" y="0"/>
                </a:lnTo>
                <a:lnTo>
                  <a:pt x="2664421" y="0"/>
                </a:lnTo>
                <a:close/>
                <a:moveTo>
                  <a:pt x="3845296" y="0"/>
                </a:moveTo>
                <a:lnTo>
                  <a:pt x="3845296" y="14058"/>
                </a:lnTo>
                <a:lnTo>
                  <a:pt x="3901529" y="14058"/>
                </a:lnTo>
                <a:lnTo>
                  <a:pt x="3901529" y="0"/>
                </a:lnTo>
                <a:lnTo>
                  <a:pt x="3845296" y="0"/>
                </a:lnTo>
                <a:close/>
                <a:moveTo>
                  <a:pt x="2762827" y="0"/>
                </a:moveTo>
                <a:lnTo>
                  <a:pt x="2762827" y="14058"/>
                </a:lnTo>
                <a:lnTo>
                  <a:pt x="2819059" y="14058"/>
                </a:lnTo>
                <a:lnTo>
                  <a:pt x="2819059" y="0"/>
                </a:lnTo>
                <a:lnTo>
                  <a:pt x="2762827" y="0"/>
                </a:lnTo>
                <a:close/>
                <a:moveTo>
                  <a:pt x="3746890" y="0"/>
                </a:moveTo>
                <a:lnTo>
                  <a:pt x="3746890" y="14058"/>
                </a:lnTo>
                <a:lnTo>
                  <a:pt x="3803122" y="14058"/>
                </a:lnTo>
                <a:lnTo>
                  <a:pt x="3803122" y="0"/>
                </a:lnTo>
                <a:lnTo>
                  <a:pt x="3746890" y="0"/>
                </a:lnTo>
                <a:close/>
                <a:moveTo>
                  <a:pt x="2861233" y="0"/>
                </a:moveTo>
                <a:lnTo>
                  <a:pt x="2861233" y="14058"/>
                </a:lnTo>
                <a:lnTo>
                  <a:pt x="2917466" y="14058"/>
                </a:lnTo>
                <a:lnTo>
                  <a:pt x="2917466" y="0"/>
                </a:lnTo>
                <a:lnTo>
                  <a:pt x="2861233" y="0"/>
                </a:lnTo>
                <a:close/>
                <a:moveTo>
                  <a:pt x="3648484" y="0"/>
                </a:moveTo>
                <a:lnTo>
                  <a:pt x="3648484" y="14058"/>
                </a:lnTo>
                <a:lnTo>
                  <a:pt x="3704716" y="14058"/>
                </a:lnTo>
                <a:lnTo>
                  <a:pt x="3704716" y="0"/>
                </a:lnTo>
                <a:lnTo>
                  <a:pt x="3648484" y="0"/>
                </a:lnTo>
                <a:close/>
                <a:moveTo>
                  <a:pt x="2959640" y="0"/>
                </a:moveTo>
                <a:lnTo>
                  <a:pt x="2959640" y="14058"/>
                </a:lnTo>
                <a:lnTo>
                  <a:pt x="3015872" y="14058"/>
                </a:lnTo>
                <a:lnTo>
                  <a:pt x="3015872" y="0"/>
                </a:lnTo>
                <a:lnTo>
                  <a:pt x="2959640" y="0"/>
                </a:lnTo>
                <a:close/>
                <a:moveTo>
                  <a:pt x="3550078" y="0"/>
                </a:moveTo>
                <a:lnTo>
                  <a:pt x="3550078" y="14058"/>
                </a:lnTo>
                <a:lnTo>
                  <a:pt x="3606310" y="14058"/>
                </a:lnTo>
                <a:lnTo>
                  <a:pt x="3606310" y="0"/>
                </a:lnTo>
                <a:lnTo>
                  <a:pt x="3550078" y="0"/>
                </a:lnTo>
                <a:close/>
                <a:moveTo>
                  <a:pt x="3058046" y="0"/>
                </a:moveTo>
                <a:lnTo>
                  <a:pt x="3058046" y="14058"/>
                </a:lnTo>
                <a:lnTo>
                  <a:pt x="3114278" y="14058"/>
                </a:lnTo>
                <a:lnTo>
                  <a:pt x="3114278" y="0"/>
                </a:lnTo>
                <a:lnTo>
                  <a:pt x="3058046" y="0"/>
                </a:lnTo>
                <a:close/>
                <a:moveTo>
                  <a:pt x="3451671" y="0"/>
                </a:moveTo>
                <a:lnTo>
                  <a:pt x="3451671" y="14058"/>
                </a:lnTo>
                <a:lnTo>
                  <a:pt x="3507903" y="14058"/>
                </a:lnTo>
                <a:lnTo>
                  <a:pt x="3507903" y="0"/>
                </a:lnTo>
                <a:lnTo>
                  <a:pt x="3451671" y="0"/>
                </a:lnTo>
                <a:close/>
                <a:moveTo>
                  <a:pt x="3156452" y="0"/>
                </a:moveTo>
                <a:lnTo>
                  <a:pt x="3156452" y="14058"/>
                </a:lnTo>
                <a:lnTo>
                  <a:pt x="3212685" y="14058"/>
                </a:lnTo>
                <a:lnTo>
                  <a:pt x="3212685" y="0"/>
                </a:lnTo>
                <a:lnTo>
                  <a:pt x="3156452" y="0"/>
                </a:lnTo>
                <a:close/>
                <a:moveTo>
                  <a:pt x="3353265" y="0"/>
                </a:moveTo>
                <a:lnTo>
                  <a:pt x="3353265" y="14058"/>
                </a:lnTo>
                <a:lnTo>
                  <a:pt x="3409497" y="14058"/>
                </a:lnTo>
                <a:lnTo>
                  <a:pt x="3409497" y="0"/>
                </a:lnTo>
                <a:lnTo>
                  <a:pt x="3353265" y="0"/>
                </a:lnTo>
                <a:close/>
                <a:moveTo>
                  <a:pt x="3311091" y="0"/>
                </a:moveTo>
                <a:lnTo>
                  <a:pt x="3254859" y="0"/>
                </a:lnTo>
                <a:lnTo>
                  <a:pt x="3254859" y="14058"/>
                </a:lnTo>
                <a:lnTo>
                  <a:pt x="3311091" y="14058"/>
                </a:lnTo>
                <a:lnTo>
                  <a:pt x="3311091" y="0"/>
                </a:lnTo>
                <a:close/>
                <a:moveTo>
                  <a:pt x="3322717" y="2952892"/>
                </a:moveTo>
                <a:lnTo>
                  <a:pt x="3322717" y="2938834"/>
                </a:lnTo>
                <a:lnTo>
                  <a:pt x="3266485" y="2938834"/>
                </a:lnTo>
                <a:lnTo>
                  <a:pt x="3266485" y="2952892"/>
                </a:lnTo>
                <a:lnTo>
                  <a:pt x="3322717" y="2952892"/>
                </a:lnTo>
                <a:close/>
                <a:moveTo>
                  <a:pt x="3224311" y="2952892"/>
                </a:moveTo>
                <a:lnTo>
                  <a:pt x="3224311" y="2938834"/>
                </a:lnTo>
                <a:lnTo>
                  <a:pt x="3168078" y="2938834"/>
                </a:lnTo>
                <a:lnTo>
                  <a:pt x="3168078" y="2952892"/>
                </a:lnTo>
                <a:lnTo>
                  <a:pt x="3224311" y="2952892"/>
                </a:lnTo>
                <a:close/>
                <a:moveTo>
                  <a:pt x="3421123" y="2952892"/>
                </a:moveTo>
                <a:lnTo>
                  <a:pt x="3421123" y="2938834"/>
                </a:lnTo>
                <a:lnTo>
                  <a:pt x="3364891" y="2938834"/>
                </a:lnTo>
                <a:lnTo>
                  <a:pt x="3364891" y="2952892"/>
                </a:lnTo>
                <a:lnTo>
                  <a:pt x="3421123" y="2952892"/>
                </a:lnTo>
                <a:close/>
                <a:moveTo>
                  <a:pt x="3125904" y="2952892"/>
                </a:moveTo>
                <a:lnTo>
                  <a:pt x="3125904" y="2938834"/>
                </a:lnTo>
                <a:lnTo>
                  <a:pt x="3069672" y="2938834"/>
                </a:lnTo>
                <a:lnTo>
                  <a:pt x="3069672" y="2952892"/>
                </a:lnTo>
                <a:lnTo>
                  <a:pt x="3125904" y="2952892"/>
                </a:lnTo>
                <a:close/>
                <a:moveTo>
                  <a:pt x="3519529" y="2952892"/>
                </a:moveTo>
                <a:lnTo>
                  <a:pt x="3519529" y="2938834"/>
                </a:lnTo>
                <a:lnTo>
                  <a:pt x="3463297" y="2938834"/>
                </a:lnTo>
                <a:lnTo>
                  <a:pt x="3463297" y="2952892"/>
                </a:lnTo>
                <a:lnTo>
                  <a:pt x="3519529" y="2952892"/>
                </a:lnTo>
                <a:close/>
                <a:moveTo>
                  <a:pt x="3027498" y="2952892"/>
                </a:moveTo>
                <a:lnTo>
                  <a:pt x="3027498" y="2938834"/>
                </a:lnTo>
                <a:lnTo>
                  <a:pt x="2971266" y="2938834"/>
                </a:lnTo>
                <a:lnTo>
                  <a:pt x="2971266" y="2952892"/>
                </a:lnTo>
                <a:lnTo>
                  <a:pt x="3027498" y="2952892"/>
                </a:lnTo>
                <a:close/>
                <a:moveTo>
                  <a:pt x="3561704" y="2952892"/>
                </a:moveTo>
                <a:lnTo>
                  <a:pt x="3617936" y="2952892"/>
                </a:lnTo>
                <a:lnTo>
                  <a:pt x="3617936" y="2938834"/>
                </a:lnTo>
                <a:lnTo>
                  <a:pt x="3561704" y="2938834"/>
                </a:lnTo>
                <a:lnTo>
                  <a:pt x="3561704" y="2952892"/>
                </a:lnTo>
                <a:close/>
                <a:moveTo>
                  <a:pt x="2929092" y="2952892"/>
                </a:moveTo>
                <a:lnTo>
                  <a:pt x="2929092" y="2938834"/>
                </a:lnTo>
                <a:lnTo>
                  <a:pt x="2872859" y="2938834"/>
                </a:lnTo>
                <a:lnTo>
                  <a:pt x="2872859" y="2952892"/>
                </a:lnTo>
                <a:lnTo>
                  <a:pt x="2929092" y="2952892"/>
                </a:lnTo>
                <a:close/>
                <a:moveTo>
                  <a:pt x="3716342" y="2952892"/>
                </a:moveTo>
                <a:lnTo>
                  <a:pt x="3716342" y="2938834"/>
                </a:lnTo>
                <a:lnTo>
                  <a:pt x="3660110" y="2938834"/>
                </a:lnTo>
                <a:lnTo>
                  <a:pt x="3660110" y="2952892"/>
                </a:lnTo>
                <a:lnTo>
                  <a:pt x="3716342" y="2952892"/>
                </a:lnTo>
                <a:close/>
                <a:moveTo>
                  <a:pt x="2830685" y="2952892"/>
                </a:moveTo>
                <a:lnTo>
                  <a:pt x="2830685" y="2938834"/>
                </a:lnTo>
                <a:lnTo>
                  <a:pt x="2774453" y="2938834"/>
                </a:lnTo>
                <a:lnTo>
                  <a:pt x="2774453" y="2952892"/>
                </a:lnTo>
                <a:lnTo>
                  <a:pt x="2830685" y="2952892"/>
                </a:lnTo>
                <a:close/>
                <a:moveTo>
                  <a:pt x="3814748" y="2952892"/>
                </a:moveTo>
                <a:lnTo>
                  <a:pt x="3814748" y="2938834"/>
                </a:lnTo>
                <a:lnTo>
                  <a:pt x="3758516" y="2938834"/>
                </a:lnTo>
                <a:lnTo>
                  <a:pt x="3758516" y="2952892"/>
                </a:lnTo>
                <a:lnTo>
                  <a:pt x="3814748" y="2952892"/>
                </a:lnTo>
                <a:close/>
                <a:moveTo>
                  <a:pt x="2732279" y="2952892"/>
                </a:moveTo>
                <a:lnTo>
                  <a:pt x="2732279" y="2938834"/>
                </a:lnTo>
                <a:lnTo>
                  <a:pt x="2676047" y="2938834"/>
                </a:lnTo>
                <a:lnTo>
                  <a:pt x="2676047" y="2952892"/>
                </a:lnTo>
                <a:lnTo>
                  <a:pt x="2732279" y="2952892"/>
                </a:lnTo>
                <a:close/>
                <a:moveTo>
                  <a:pt x="3913155" y="2952892"/>
                </a:moveTo>
                <a:lnTo>
                  <a:pt x="3913155" y="2938834"/>
                </a:lnTo>
                <a:lnTo>
                  <a:pt x="3856922" y="2938834"/>
                </a:lnTo>
                <a:lnTo>
                  <a:pt x="3856922" y="2952892"/>
                </a:lnTo>
                <a:lnTo>
                  <a:pt x="3913155" y="2952892"/>
                </a:lnTo>
                <a:close/>
                <a:moveTo>
                  <a:pt x="2577641" y="2952892"/>
                </a:moveTo>
                <a:lnTo>
                  <a:pt x="2633873" y="2952892"/>
                </a:lnTo>
                <a:lnTo>
                  <a:pt x="2633873" y="2938834"/>
                </a:lnTo>
                <a:lnTo>
                  <a:pt x="2577641" y="2938834"/>
                </a:lnTo>
                <a:lnTo>
                  <a:pt x="2577641" y="2952892"/>
                </a:lnTo>
                <a:close/>
                <a:moveTo>
                  <a:pt x="4011561" y="2952892"/>
                </a:moveTo>
                <a:lnTo>
                  <a:pt x="4011561" y="2938834"/>
                </a:lnTo>
                <a:lnTo>
                  <a:pt x="3955329" y="2938834"/>
                </a:lnTo>
                <a:lnTo>
                  <a:pt x="3955329" y="2952892"/>
                </a:lnTo>
                <a:lnTo>
                  <a:pt x="4011561" y="2952892"/>
                </a:lnTo>
                <a:close/>
                <a:moveTo>
                  <a:pt x="2535466" y="2952892"/>
                </a:moveTo>
                <a:lnTo>
                  <a:pt x="2535466" y="2938834"/>
                </a:lnTo>
                <a:lnTo>
                  <a:pt x="2479234" y="2938834"/>
                </a:lnTo>
                <a:lnTo>
                  <a:pt x="2479234" y="2952892"/>
                </a:lnTo>
                <a:lnTo>
                  <a:pt x="2535466" y="2952892"/>
                </a:lnTo>
                <a:close/>
                <a:moveTo>
                  <a:pt x="4109967" y="2952892"/>
                </a:moveTo>
                <a:lnTo>
                  <a:pt x="4109967" y="2938834"/>
                </a:lnTo>
                <a:lnTo>
                  <a:pt x="4053735" y="2938834"/>
                </a:lnTo>
                <a:lnTo>
                  <a:pt x="4053735" y="2952892"/>
                </a:lnTo>
                <a:lnTo>
                  <a:pt x="4109967" y="2952892"/>
                </a:lnTo>
                <a:close/>
                <a:moveTo>
                  <a:pt x="2437060" y="2952892"/>
                </a:moveTo>
                <a:lnTo>
                  <a:pt x="2437060" y="2938834"/>
                </a:lnTo>
                <a:lnTo>
                  <a:pt x="2380828" y="2938834"/>
                </a:lnTo>
                <a:lnTo>
                  <a:pt x="2380828" y="2952892"/>
                </a:lnTo>
                <a:lnTo>
                  <a:pt x="2437060" y="2952892"/>
                </a:lnTo>
                <a:close/>
                <a:moveTo>
                  <a:pt x="4208374" y="2952892"/>
                </a:moveTo>
                <a:lnTo>
                  <a:pt x="4208374" y="2938834"/>
                </a:lnTo>
                <a:lnTo>
                  <a:pt x="4152141" y="2938834"/>
                </a:lnTo>
                <a:lnTo>
                  <a:pt x="4152141" y="2952892"/>
                </a:lnTo>
                <a:lnTo>
                  <a:pt x="4208374" y="2952892"/>
                </a:lnTo>
                <a:close/>
                <a:moveTo>
                  <a:pt x="2338654" y="2952892"/>
                </a:moveTo>
                <a:lnTo>
                  <a:pt x="2338654" y="2938834"/>
                </a:lnTo>
                <a:lnTo>
                  <a:pt x="2282422" y="2938834"/>
                </a:lnTo>
                <a:lnTo>
                  <a:pt x="2282422" y="2952892"/>
                </a:lnTo>
                <a:lnTo>
                  <a:pt x="2338654" y="2952892"/>
                </a:lnTo>
                <a:close/>
                <a:moveTo>
                  <a:pt x="4250548" y="2952892"/>
                </a:moveTo>
                <a:lnTo>
                  <a:pt x="4306780" y="2952892"/>
                </a:lnTo>
                <a:lnTo>
                  <a:pt x="4306780" y="2938834"/>
                </a:lnTo>
                <a:lnTo>
                  <a:pt x="4250548" y="2938834"/>
                </a:lnTo>
                <a:lnTo>
                  <a:pt x="4250548" y="2952892"/>
                </a:lnTo>
                <a:close/>
                <a:moveTo>
                  <a:pt x="2240248" y="2952892"/>
                </a:moveTo>
                <a:lnTo>
                  <a:pt x="2240248" y="2938834"/>
                </a:lnTo>
                <a:lnTo>
                  <a:pt x="2184015" y="2938834"/>
                </a:lnTo>
                <a:lnTo>
                  <a:pt x="2184015" y="2952892"/>
                </a:lnTo>
                <a:lnTo>
                  <a:pt x="2240248" y="2952892"/>
                </a:lnTo>
                <a:close/>
                <a:moveTo>
                  <a:pt x="4405186" y="2952892"/>
                </a:moveTo>
                <a:lnTo>
                  <a:pt x="4405186" y="2938834"/>
                </a:lnTo>
                <a:lnTo>
                  <a:pt x="4348954" y="2938834"/>
                </a:lnTo>
                <a:lnTo>
                  <a:pt x="4348954" y="2952892"/>
                </a:lnTo>
                <a:lnTo>
                  <a:pt x="4405186" y="2952892"/>
                </a:lnTo>
                <a:close/>
                <a:moveTo>
                  <a:pt x="5518204" y="0"/>
                </a:moveTo>
                <a:lnTo>
                  <a:pt x="5518204" y="14058"/>
                </a:lnTo>
                <a:lnTo>
                  <a:pt x="5574436" y="14058"/>
                </a:lnTo>
                <a:lnTo>
                  <a:pt x="5574436" y="0"/>
                </a:lnTo>
                <a:lnTo>
                  <a:pt x="5518204" y="0"/>
                </a:lnTo>
                <a:close/>
                <a:moveTo>
                  <a:pt x="4534141" y="0"/>
                </a:moveTo>
                <a:lnTo>
                  <a:pt x="4534141" y="14058"/>
                </a:lnTo>
                <a:lnTo>
                  <a:pt x="4590373" y="14058"/>
                </a:lnTo>
                <a:lnTo>
                  <a:pt x="4590373" y="0"/>
                </a:lnTo>
                <a:lnTo>
                  <a:pt x="4534141" y="0"/>
                </a:lnTo>
                <a:close/>
                <a:moveTo>
                  <a:pt x="4632547" y="0"/>
                </a:moveTo>
                <a:lnTo>
                  <a:pt x="4632547" y="14058"/>
                </a:lnTo>
                <a:lnTo>
                  <a:pt x="4688779" y="14058"/>
                </a:lnTo>
                <a:lnTo>
                  <a:pt x="4688779" y="0"/>
                </a:lnTo>
                <a:lnTo>
                  <a:pt x="4632547" y="0"/>
                </a:lnTo>
                <a:close/>
                <a:moveTo>
                  <a:pt x="4730953" y="0"/>
                </a:moveTo>
                <a:lnTo>
                  <a:pt x="4730953" y="14058"/>
                </a:lnTo>
                <a:lnTo>
                  <a:pt x="4787185" y="14058"/>
                </a:lnTo>
                <a:lnTo>
                  <a:pt x="4787185" y="0"/>
                </a:lnTo>
                <a:lnTo>
                  <a:pt x="4730953" y="0"/>
                </a:lnTo>
                <a:close/>
                <a:moveTo>
                  <a:pt x="4885592" y="0"/>
                </a:moveTo>
                <a:lnTo>
                  <a:pt x="4829359" y="0"/>
                </a:lnTo>
                <a:lnTo>
                  <a:pt x="4829359" y="14058"/>
                </a:lnTo>
                <a:lnTo>
                  <a:pt x="4885592" y="14058"/>
                </a:lnTo>
                <a:lnTo>
                  <a:pt x="4885592" y="0"/>
                </a:lnTo>
                <a:close/>
                <a:moveTo>
                  <a:pt x="4927766" y="0"/>
                </a:moveTo>
                <a:lnTo>
                  <a:pt x="4927766" y="14058"/>
                </a:lnTo>
                <a:lnTo>
                  <a:pt x="4983998" y="14058"/>
                </a:lnTo>
                <a:lnTo>
                  <a:pt x="4983998" y="0"/>
                </a:lnTo>
                <a:lnTo>
                  <a:pt x="4927766" y="0"/>
                </a:lnTo>
                <a:close/>
                <a:moveTo>
                  <a:pt x="5026172" y="0"/>
                </a:moveTo>
                <a:lnTo>
                  <a:pt x="5026172" y="14058"/>
                </a:lnTo>
                <a:lnTo>
                  <a:pt x="5082404" y="14058"/>
                </a:lnTo>
                <a:lnTo>
                  <a:pt x="5082404" y="0"/>
                </a:lnTo>
                <a:lnTo>
                  <a:pt x="5026172" y="0"/>
                </a:lnTo>
                <a:close/>
                <a:moveTo>
                  <a:pt x="5911829" y="0"/>
                </a:moveTo>
                <a:lnTo>
                  <a:pt x="5911829" y="14058"/>
                </a:lnTo>
                <a:lnTo>
                  <a:pt x="5968061" y="14058"/>
                </a:lnTo>
                <a:lnTo>
                  <a:pt x="5968061" y="0"/>
                </a:lnTo>
                <a:lnTo>
                  <a:pt x="5911829" y="0"/>
                </a:lnTo>
                <a:close/>
                <a:moveTo>
                  <a:pt x="5124578" y="0"/>
                </a:moveTo>
                <a:lnTo>
                  <a:pt x="5124578" y="14058"/>
                </a:lnTo>
                <a:lnTo>
                  <a:pt x="5180810" y="14058"/>
                </a:lnTo>
                <a:lnTo>
                  <a:pt x="5180810" y="0"/>
                </a:lnTo>
                <a:lnTo>
                  <a:pt x="5124578" y="0"/>
                </a:lnTo>
                <a:close/>
                <a:moveTo>
                  <a:pt x="5813422" y="0"/>
                </a:moveTo>
                <a:lnTo>
                  <a:pt x="5813422" y="14058"/>
                </a:lnTo>
                <a:lnTo>
                  <a:pt x="5869655" y="14058"/>
                </a:lnTo>
                <a:lnTo>
                  <a:pt x="5869655" y="0"/>
                </a:lnTo>
                <a:lnTo>
                  <a:pt x="5813422" y="0"/>
                </a:lnTo>
                <a:close/>
                <a:moveTo>
                  <a:pt x="5222985" y="0"/>
                </a:moveTo>
                <a:lnTo>
                  <a:pt x="5222985" y="14058"/>
                </a:lnTo>
                <a:lnTo>
                  <a:pt x="5279217" y="14058"/>
                </a:lnTo>
                <a:lnTo>
                  <a:pt x="5279217" y="0"/>
                </a:lnTo>
                <a:lnTo>
                  <a:pt x="5222985" y="0"/>
                </a:lnTo>
                <a:close/>
                <a:moveTo>
                  <a:pt x="5771248" y="0"/>
                </a:moveTo>
                <a:lnTo>
                  <a:pt x="5715016" y="0"/>
                </a:lnTo>
                <a:lnTo>
                  <a:pt x="5715016" y="14058"/>
                </a:lnTo>
                <a:lnTo>
                  <a:pt x="5771248" y="14058"/>
                </a:lnTo>
                <a:lnTo>
                  <a:pt x="5771248" y="0"/>
                </a:lnTo>
                <a:close/>
                <a:moveTo>
                  <a:pt x="5321391" y="0"/>
                </a:moveTo>
                <a:lnTo>
                  <a:pt x="5321391" y="14058"/>
                </a:lnTo>
                <a:lnTo>
                  <a:pt x="5377623" y="14058"/>
                </a:lnTo>
                <a:lnTo>
                  <a:pt x="5377623" y="0"/>
                </a:lnTo>
                <a:lnTo>
                  <a:pt x="5321391" y="0"/>
                </a:lnTo>
                <a:close/>
                <a:moveTo>
                  <a:pt x="5616610" y="0"/>
                </a:moveTo>
                <a:lnTo>
                  <a:pt x="5616610" y="14058"/>
                </a:lnTo>
                <a:lnTo>
                  <a:pt x="5672842" y="14058"/>
                </a:lnTo>
                <a:lnTo>
                  <a:pt x="5672842" y="0"/>
                </a:lnTo>
                <a:lnTo>
                  <a:pt x="5616610" y="0"/>
                </a:lnTo>
                <a:close/>
                <a:moveTo>
                  <a:pt x="5419797" y="0"/>
                </a:moveTo>
                <a:lnTo>
                  <a:pt x="5419797" y="14058"/>
                </a:lnTo>
                <a:lnTo>
                  <a:pt x="5476029" y="14058"/>
                </a:lnTo>
                <a:lnTo>
                  <a:pt x="5476029" y="0"/>
                </a:lnTo>
                <a:lnTo>
                  <a:pt x="5419797" y="0"/>
                </a:lnTo>
                <a:close/>
                <a:moveTo>
                  <a:pt x="4435734" y="0"/>
                </a:moveTo>
                <a:lnTo>
                  <a:pt x="4435734" y="14058"/>
                </a:lnTo>
                <a:lnTo>
                  <a:pt x="4491966" y="14058"/>
                </a:lnTo>
                <a:lnTo>
                  <a:pt x="4491966" y="0"/>
                </a:lnTo>
                <a:lnTo>
                  <a:pt x="4435734" y="0"/>
                </a:lnTo>
                <a:close/>
                <a:moveTo>
                  <a:pt x="6067311" y="5300"/>
                </a:moveTo>
                <a:lnTo>
                  <a:pt x="6059143" y="3936"/>
                </a:lnTo>
                <a:lnTo>
                  <a:pt x="6050610" y="2755"/>
                </a:lnTo>
                <a:lnTo>
                  <a:pt x="6042006" y="1771"/>
                </a:lnTo>
                <a:lnTo>
                  <a:pt x="6033346" y="998"/>
                </a:lnTo>
                <a:lnTo>
                  <a:pt x="6024630" y="450"/>
                </a:lnTo>
                <a:lnTo>
                  <a:pt x="6015858" y="112"/>
                </a:lnTo>
                <a:lnTo>
                  <a:pt x="6010319" y="42"/>
                </a:lnTo>
                <a:lnTo>
                  <a:pt x="6010151" y="14100"/>
                </a:lnTo>
                <a:lnTo>
                  <a:pt x="6015591" y="14171"/>
                </a:lnTo>
                <a:lnTo>
                  <a:pt x="6015408" y="14156"/>
                </a:lnTo>
                <a:lnTo>
                  <a:pt x="6024012" y="14494"/>
                </a:lnTo>
                <a:lnTo>
                  <a:pt x="6023829" y="14480"/>
                </a:lnTo>
                <a:lnTo>
                  <a:pt x="6032293" y="15023"/>
                </a:lnTo>
                <a:lnTo>
                  <a:pt x="6040685" y="15759"/>
                </a:lnTo>
                <a:lnTo>
                  <a:pt x="6040502" y="15745"/>
                </a:lnTo>
                <a:lnTo>
                  <a:pt x="6048923" y="16701"/>
                </a:lnTo>
                <a:lnTo>
                  <a:pt x="6048754" y="16687"/>
                </a:lnTo>
                <a:lnTo>
                  <a:pt x="6057105" y="17854"/>
                </a:lnTo>
                <a:lnTo>
                  <a:pt x="6056936" y="17826"/>
                </a:lnTo>
                <a:lnTo>
                  <a:pt x="6065019" y="19161"/>
                </a:lnTo>
                <a:lnTo>
                  <a:pt x="6067311" y="5300"/>
                </a:lnTo>
                <a:close/>
                <a:moveTo>
                  <a:pt x="6132540" y="23744"/>
                </a:moveTo>
                <a:lnTo>
                  <a:pt x="6124710" y="20778"/>
                </a:lnTo>
                <a:lnTo>
                  <a:pt x="6116809" y="17980"/>
                </a:lnTo>
                <a:lnTo>
                  <a:pt x="6109274" y="15548"/>
                </a:lnTo>
                <a:lnTo>
                  <a:pt x="6104930" y="28917"/>
                </a:lnTo>
                <a:lnTo>
                  <a:pt x="6112266" y="31298"/>
                </a:lnTo>
                <a:lnTo>
                  <a:pt x="6119958" y="34006"/>
                </a:lnTo>
                <a:lnTo>
                  <a:pt x="6119803" y="33936"/>
                </a:lnTo>
                <a:lnTo>
                  <a:pt x="6127451" y="36860"/>
                </a:lnTo>
                <a:lnTo>
                  <a:pt x="6127296" y="36790"/>
                </a:lnTo>
                <a:lnTo>
                  <a:pt x="6134860" y="39883"/>
                </a:lnTo>
                <a:lnTo>
                  <a:pt x="6134705" y="39812"/>
                </a:lnTo>
                <a:lnTo>
                  <a:pt x="6142116" y="43058"/>
                </a:lnTo>
                <a:lnTo>
                  <a:pt x="6149396" y="46462"/>
                </a:lnTo>
                <a:lnTo>
                  <a:pt x="6149241" y="46377"/>
                </a:lnTo>
                <a:lnTo>
                  <a:pt x="6155989" y="49737"/>
                </a:lnTo>
                <a:lnTo>
                  <a:pt x="6162245" y="37141"/>
                </a:lnTo>
                <a:lnTo>
                  <a:pt x="6155426" y="33753"/>
                </a:lnTo>
                <a:lnTo>
                  <a:pt x="6147891" y="30239"/>
                </a:lnTo>
                <a:lnTo>
                  <a:pt x="6140258" y="26907"/>
                </a:lnTo>
                <a:lnTo>
                  <a:pt x="6132540" y="23744"/>
                </a:lnTo>
                <a:close/>
                <a:moveTo>
                  <a:pt x="6162863" y="2915441"/>
                </a:moveTo>
                <a:lnTo>
                  <a:pt x="6170187" y="2911575"/>
                </a:lnTo>
                <a:lnTo>
                  <a:pt x="6172802" y="2910113"/>
                </a:lnTo>
                <a:lnTo>
                  <a:pt x="6165942" y="2897841"/>
                </a:lnTo>
                <a:lnTo>
                  <a:pt x="6163487" y="2899211"/>
                </a:lnTo>
                <a:lnTo>
                  <a:pt x="6156368" y="2902972"/>
                </a:lnTo>
                <a:lnTo>
                  <a:pt x="6156523" y="2902887"/>
                </a:lnTo>
                <a:lnTo>
                  <a:pt x="6149241" y="2906500"/>
                </a:lnTo>
                <a:lnTo>
                  <a:pt x="6149396" y="2906430"/>
                </a:lnTo>
                <a:lnTo>
                  <a:pt x="6142116" y="2909834"/>
                </a:lnTo>
                <a:lnTo>
                  <a:pt x="6134705" y="2913080"/>
                </a:lnTo>
                <a:lnTo>
                  <a:pt x="6134860" y="2913009"/>
                </a:lnTo>
                <a:lnTo>
                  <a:pt x="6127296" y="2916102"/>
                </a:lnTo>
                <a:lnTo>
                  <a:pt x="6127451" y="2916032"/>
                </a:lnTo>
                <a:lnTo>
                  <a:pt x="6119857" y="2918921"/>
                </a:lnTo>
                <a:lnTo>
                  <a:pt x="6115797" y="2920362"/>
                </a:lnTo>
                <a:lnTo>
                  <a:pt x="6120464" y="2933618"/>
                </a:lnTo>
                <a:lnTo>
                  <a:pt x="6124710" y="2932114"/>
                </a:lnTo>
                <a:lnTo>
                  <a:pt x="6132540" y="2929148"/>
                </a:lnTo>
                <a:lnTo>
                  <a:pt x="6140258" y="2925985"/>
                </a:lnTo>
                <a:lnTo>
                  <a:pt x="6147891" y="2922653"/>
                </a:lnTo>
                <a:lnTo>
                  <a:pt x="6155426" y="2919139"/>
                </a:lnTo>
                <a:lnTo>
                  <a:pt x="6162863" y="2915441"/>
                </a:lnTo>
                <a:close/>
                <a:moveTo>
                  <a:pt x="6050610" y="2950137"/>
                </a:moveTo>
                <a:lnTo>
                  <a:pt x="6059143" y="2948942"/>
                </a:lnTo>
                <a:lnTo>
                  <a:pt x="6067606" y="2947550"/>
                </a:lnTo>
                <a:lnTo>
                  <a:pt x="6075999" y="2945933"/>
                </a:lnTo>
                <a:lnTo>
                  <a:pt x="6079063" y="2945272"/>
                </a:lnTo>
                <a:lnTo>
                  <a:pt x="6076069" y="2931538"/>
                </a:lnTo>
                <a:lnTo>
                  <a:pt x="6073089" y="2932184"/>
                </a:lnTo>
                <a:lnTo>
                  <a:pt x="6073271" y="2932142"/>
                </a:lnTo>
                <a:lnTo>
                  <a:pt x="6065049" y="2933716"/>
                </a:lnTo>
                <a:lnTo>
                  <a:pt x="6056936" y="2935066"/>
                </a:lnTo>
                <a:lnTo>
                  <a:pt x="6057105" y="2935038"/>
                </a:lnTo>
                <a:lnTo>
                  <a:pt x="6048754" y="2936205"/>
                </a:lnTo>
                <a:lnTo>
                  <a:pt x="6048923" y="2936191"/>
                </a:lnTo>
                <a:lnTo>
                  <a:pt x="6040502" y="2937147"/>
                </a:lnTo>
                <a:lnTo>
                  <a:pt x="6040685" y="2937133"/>
                </a:lnTo>
                <a:lnTo>
                  <a:pt x="6032293" y="2937869"/>
                </a:lnTo>
                <a:lnTo>
                  <a:pt x="6023829" y="2938412"/>
                </a:lnTo>
                <a:lnTo>
                  <a:pt x="6024012" y="2938398"/>
                </a:lnTo>
                <a:lnTo>
                  <a:pt x="6021594" y="2938496"/>
                </a:lnTo>
                <a:lnTo>
                  <a:pt x="6022128" y="2952540"/>
                </a:lnTo>
                <a:lnTo>
                  <a:pt x="6024630" y="2952442"/>
                </a:lnTo>
                <a:lnTo>
                  <a:pt x="6033346" y="2951894"/>
                </a:lnTo>
                <a:lnTo>
                  <a:pt x="6042006" y="2951121"/>
                </a:lnTo>
                <a:lnTo>
                  <a:pt x="6050610" y="2950137"/>
                </a:lnTo>
                <a:close/>
                <a:moveTo>
                  <a:pt x="5487655" y="2952892"/>
                </a:moveTo>
                <a:lnTo>
                  <a:pt x="5487655" y="2938834"/>
                </a:lnTo>
                <a:lnTo>
                  <a:pt x="5431423" y="2938834"/>
                </a:lnTo>
                <a:lnTo>
                  <a:pt x="5431423" y="2952892"/>
                </a:lnTo>
                <a:lnTo>
                  <a:pt x="5487655" y="2952892"/>
                </a:lnTo>
                <a:close/>
                <a:moveTo>
                  <a:pt x="5389249" y="2952892"/>
                </a:moveTo>
                <a:lnTo>
                  <a:pt x="5389249" y="2938834"/>
                </a:lnTo>
                <a:lnTo>
                  <a:pt x="5333017" y="2938834"/>
                </a:lnTo>
                <a:lnTo>
                  <a:pt x="5333017" y="2952892"/>
                </a:lnTo>
                <a:lnTo>
                  <a:pt x="5389249" y="2952892"/>
                </a:lnTo>
                <a:close/>
                <a:moveTo>
                  <a:pt x="5684468" y="2952892"/>
                </a:moveTo>
                <a:lnTo>
                  <a:pt x="5684468" y="2938834"/>
                </a:lnTo>
                <a:lnTo>
                  <a:pt x="5628236" y="2938834"/>
                </a:lnTo>
                <a:lnTo>
                  <a:pt x="5628236" y="2952892"/>
                </a:lnTo>
                <a:lnTo>
                  <a:pt x="5684468" y="2952892"/>
                </a:lnTo>
                <a:close/>
                <a:moveTo>
                  <a:pt x="5234611" y="2952892"/>
                </a:moveTo>
                <a:lnTo>
                  <a:pt x="5290843" y="2952892"/>
                </a:lnTo>
                <a:lnTo>
                  <a:pt x="5290843" y="2938834"/>
                </a:lnTo>
                <a:lnTo>
                  <a:pt x="5234611" y="2938834"/>
                </a:lnTo>
                <a:lnTo>
                  <a:pt x="5234611" y="2952892"/>
                </a:lnTo>
                <a:close/>
                <a:moveTo>
                  <a:pt x="5782874" y="2952892"/>
                </a:moveTo>
                <a:lnTo>
                  <a:pt x="5782874" y="2938834"/>
                </a:lnTo>
                <a:lnTo>
                  <a:pt x="5726642" y="2938834"/>
                </a:lnTo>
                <a:lnTo>
                  <a:pt x="5726642" y="2952892"/>
                </a:lnTo>
                <a:lnTo>
                  <a:pt x="5782874" y="2952892"/>
                </a:lnTo>
                <a:close/>
                <a:moveTo>
                  <a:pt x="5192436" y="2952892"/>
                </a:moveTo>
                <a:lnTo>
                  <a:pt x="5192436" y="2938834"/>
                </a:lnTo>
                <a:lnTo>
                  <a:pt x="5136204" y="2938834"/>
                </a:lnTo>
                <a:lnTo>
                  <a:pt x="5136204" y="2952892"/>
                </a:lnTo>
                <a:lnTo>
                  <a:pt x="5192436" y="2952892"/>
                </a:lnTo>
                <a:close/>
                <a:moveTo>
                  <a:pt x="5881281" y="2952892"/>
                </a:moveTo>
                <a:lnTo>
                  <a:pt x="5881281" y="2938834"/>
                </a:lnTo>
                <a:lnTo>
                  <a:pt x="5825048" y="2938834"/>
                </a:lnTo>
                <a:lnTo>
                  <a:pt x="5825048" y="2952892"/>
                </a:lnTo>
                <a:lnTo>
                  <a:pt x="5881281" y="2952892"/>
                </a:lnTo>
                <a:close/>
                <a:moveTo>
                  <a:pt x="5094030" y="2952892"/>
                </a:moveTo>
                <a:lnTo>
                  <a:pt x="5094030" y="2938834"/>
                </a:lnTo>
                <a:lnTo>
                  <a:pt x="5037798" y="2938834"/>
                </a:lnTo>
                <a:lnTo>
                  <a:pt x="5037798" y="2952892"/>
                </a:lnTo>
                <a:lnTo>
                  <a:pt x="5094030" y="2952892"/>
                </a:lnTo>
                <a:close/>
                <a:moveTo>
                  <a:pt x="5979687" y="2952892"/>
                </a:moveTo>
                <a:lnTo>
                  <a:pt x="5979687" y="2938834"/>
                </a:lnTo>
                <a:lnTo>
                  <a:pt x="5923455" y="2938834"/>
                </a:lnTo>
                <a:lnTo>
                  <a:pt x="5923455" y="2952892"/>
                </a:lnTo>
                <a:lnTo>
                  <a:pt x="5979687" y="2952892"/>
                </a:lnTo>
                <a:close/>
                <a:moveTo>
                  <a:pt x="4995624" y="2952892"/>
                </a:moveTo>
                <a:lnTo>
                  <a:pt x="4995624" y="2938834"/>
                </a:lnTo>
                <a:lnTo>
                  <a:pt x="4939392" y="2938834"/>
                </a:lnTo>
                <a:lnTo>
                  <a:pt x="4939392" y="2952892"/>
                </a:lnTo>
                <a:lnTo>
                  <a:pt x="4995624" y="2952892"/>
                </a:lnTo>
                <a:close/>
                <a:moveTo>
                  <a:pt x="4840985" y="2952892"/>
                </a:moveTo>
                <a:lnTo>
                  <a:pt x="4897218" y="2952892"/>
                </a:lnTo>
                <a:lnTo>
                  <a:pt x="4897218" y="2938834"/>
                </a:lnTo>
                <a:lnTo>
                  <a:pt x="4840985" y="2938834"/>
                </a:lnTo>
                <a:lnTo>
                  <a:pt x="4840985" y="2952892"/>
                </a:lnTo>
                <a:close/>
                <a:moveTo>
                  <a:pt x="4798811" y="2952892"/>
                </a:moveTo>
                <a:lnTo>
                  <a:pt x="4798811" y="2938834"/>
                </a:lnTo>
                <a:lnTo>
                  <a:pt x="4742579" y="2938834"/>
                </a:lnTo>
                <a:lnTo>
                  <a:pt x="4742579" y="2952892"/>
                </a:lnTo>
                <a:lnTo>
                  <a:pt x="4798811" y="2952892"/>
                </a:lnTo>
                <a:close/>
                <a:moveTo>
                  <a:pt x="4700405" y="2952892"/>
                </a:moveTo>
                <a:lnTo>
                  <a:pt x="4700405" y="2938834"/>
                </a:lnTo>
                <a:lnTo>
                  <a:pt x="4644173" y="2938834"/>
                </a:lnTo>
                <a:lnTo>
                  <a:pt x="4644173" y="2952892"/>
                </a:lnTo>
                <a:lnTo>
                  <a:pt x="4700405" y="2952892"/>
                </a:lnTo>
                <a:close/>
                <a:moveTo>
                  <a:pt x="4601999" y="2952892"/>
                </a:moveTo>
                <a:lnTo>
                  <a:pt x="4601999" y="2938834"/>
                </a:lnTo>
                <a:lnTo>
                  <a:pt x="4545767" y="2938834"/>
                </a:lnTo>
                <a:lnTo>
                  <a:pt x="4545767" y="2952892"/>
                </a:lnTo>
                <a:lnTo>
                  <a:pt x="4601999" y="2952892"/>
                </a:lnTo>
                <a:close/>
                <a:moveTo>
                  <a:pt x="4503592" y="2952892"/>
                </a:moveTo>
                <a:lnTo>
                  <a:pt x="4503592" y="2938834"/>
                </a:lnTo>
                <a:lnTo>
                  <a:pt x="4447360" y="2938834"/>
                </a:lnTo>
                <a:lnTo>
                  <a:pt x="4447360" y="2952892"/>
                </a:lnTo>
                <a:lnTo>
                  <a:pt x="4503592" y="2952892"/>
                </a:lnTo>
                <a:close/>
                <a:moveTo>
                  <a:pt x="5586062" y="2952892"/>
                </a:moveTo>
                <a:lnTo>
                  <a:pt x="5586062" y="2938834"/>
                </a:lnTo>
                <a:lnTo>
                  <a:pt x="5529830" y="2938834"/>
                </a:lnTo>
                <a:lnTo>
                  <a:pt x="5529830" y="2952892"/>
                </a:lnTo>
                <a:lnTo>
                  <a:pt x="5586062" y="2952892"/>
                </a:lnTo>
                <a:close/>
                <a:moveTo>
                  <a:pt x="6224761" y="78163"/>
                </a:moveTo>
                <a:lnTo>
                  <a:pt x="6218350" y="73003"/>
                </a:lnTo>
                <a:lnTo>
                  <a:pt x="6211827" y="67999"/>
                </a:lnTo>
                <a:lnTo>
                  <a:pt x="6205178" y="63149"/>
                </a:lnTo>
                <a:lnTo>
                  <a:pt x="6199386" y="59142"/>
                </a:lnTo>
                <a:lnTo>
                  <a:pt x="6191373" y="70684"/>
                </a:lnTo>
                <a:lnTo>
                  <a:pt x="6196974" y="74578"/>
                </a:lnTo>
                <a:lnTo>
                  <a:pt x="6203477" y="79315"/>
                </a:lnTo>
                <a:lnTo>
                  <a:pt x="6203336" y="79217"/>
                </a:lnTo>
                <a:lnTo>
                  <a:pt x="6209647" y="84044"/>
                </a:lnTo>
                <a:lnTo>
                  <a:pt x="6215876" y="89058"/>
                </a:lnTo>
                <a:lnTo>
                  <a:pt x="6215735" y="88959"/>
                </a:lnTo>
                <a:lnTo>
                  <a:pt x="6221893" y="94147"/>
                </a:lnTo>
                <a:lnTo>
                  <a:pt x="6221766" y="94034"/>
                </a:lnTo>
                <a:lnTo>
                  <a:pt x="6227660" y="99267"/>
                </a:lnTo>
                <a:lnTo>
                  <a:pt x="6233547" y="104746"/>
                </a:lnTo>
                <a:lnTo>
                  <a:pt x="6233421" y="104634"/>
                </a:lnTo>
                <a:lnTo>
                  <a:pt x="6234109" y="105295"/>
                </a:lnTo>
                <a:lnTo>
                  <a:pt x="6243922" y="95243"/>
                </a:lnTo>
                <a:lnTo>
                  <a:pt x="6243191" y="94512"/>
                </a:lnTo>
                <a:lnTo>
                  <a:pt x="6237174" y="88917"/>
                </a:lnTo>
                <a:lnTo>
                  <a:pt x="6231031" y="83477"/>
                </a:lnTo>
                <a:lnTo>
                  <a:pt x="6224761" y="78163"/>
                </a:lnTo>
                <a:close/>
                <a:moveTo>
                  <a:pt x="6290848" y="150913"/>
                </a:moveTo>
                <a:lnTo>
                  <a:pt x="6286166" y="144137"/>
                </a:lnTo>
                <a:lnTo>
                  <a:pt x="6281316" y="137488"/>
                </a:lnTo>
                <a:lnTo>
                  <a:pt x="6276312" y="130965"/>
                </a:lnTo>
                <a:lnTo>
                  <a:pt x="6273022" y="126888"/>
                </a:lnTo>
                <a:lnTo>
                  <a:pt x="6262071" y="135702"/>
                </a:lnTo>
                <a:lnTo>
                  <a:pt x="6265273" y="139670"/>
                </a:lnTo>
                <a:lnTo>
                  <a:pt x="6270098" y="145979"/>
                </a:lnTo>
                <a:lnTo>
                  <a:pt x="6270000" y="145838"/>
                </a:lnTo>
                <a:lnTo>
                  <a:pt x="6274751" y="152347"/>
                </a:lnTo>
                <a:lnTo>
                  <a:pt x="6274653" y="152220"/>
                </a:lnTo>
                <a:lnTo>
                  <a:pt x="6279250" y="158842"/>
                </a:lnTo>
                <a:lnTo>
                  <a:pt x="6279151" y="158701"/>
                </a:lnTo>
                <a:lnTo>
                  <a:pt x="6283594" y="165449"/>
                </a:lnTo>
                <a:lnTo>
                  <a:pt x="6283509" y="165309"/>
                </a:lnTo>
                <a:lnTo>
                  <a:pt x="6287760" y="172132"/>
                </a:lnTo>
                <a:lnTo>
                  <a:pt x="6291818" y="178987"/>
                </a:lnTo>
                <a:lnTo>
                  <a:pt x="6291733" y="178846"/>
                </a:lnTo>
                <a:lnTo>
                  <a:pt x="6293027" y="181152"/>
                </a:lnTo>
                <a:lnTo>
                  <a:pt x="6305285" y="174292"/>
                </a:lnTo>
                <a:lnTo>
                  <a:pt x="6303964" y="171902"/>
                </a:lnTo>
                <a:lnTo>
                  <a:pt x="6299760" y="164788"/>
                </a:lnTo>
                <a:lnTo>
                  <a:pt x="6295388" y="157787"/>
                </a:lnTo>
                <a:lnTo>
                  <a:pt x="6290848" y="150913"/>
                </a:lnTo>
                <a:close/>
                <a:moveTo>
                  <a:pt x="6326878" y="268242"/>
                </a:moveTo>
                <a:lnTo>
                  <a:pt x="6326836" y="268073"/>
                </a:lnTo>
                <a:lnTo>
                  <a:pt x="6327413" y="270744"/>
                </a:lnTo>
                <a:lnTo>
                  <a:pt x="6341147" y="267764"/>
                </a:lnTo>
                <a:lnTo>
                  <a:pt x="6340557" y="264994"/>
                </a:lnTo>
                <a:lnTo>
                  <a:pt x="6338532" y="256756"/>
                </a:lnTo>
                <a:lnTo>
                  <a:pt x="6336325" y="248588"/>
                </a:lnTo>
                <a:lnTo>
                  <a:pt x="6333921" y="240505"/>
                </a:lnTo>
                <a:lnTo>
                  <a:pt x="6331335" y="232506"/>
                </a:lnTo>
                <a:lnTo>
                  <a:pt x="6328537" y="224605"/>
                </a:lnTo>
                <a:lnTo>
                  <a:pt x="6325571" y="216775"/>
                </a:lnTo>
                <a:lnTo>
                  <a:pt x="6324025" y="212993"/>
                </a:lnTo>
                <a:lnTo>
                  <a:pt x="6311007" y="218307"/>
                </a:lnTo>
                <a:lnTo>
                  <a:pt x="6312525" y="222019"/>
                </a:lnTo>
                <a:lnTo>
                  <a:pt x="6312455" y="221850"/>
                </a:lnTo>
                <a:lnTo>
                  <a:pt x="6315340" y="229447"/>
                </a:lnTo>
                <a:lnTo>
                  <a:pt x="6318018" y="237051"/>
                </a:lnTo>
                <a:lnTo>
                  <a:pt x="6320524" y="244765"/>
                </a:lnTo>
                <a:lnTo>
                  <a:pt x="6320482" y="244596"/>
                </a:lnTo>
                <a:lnTo>
                  <a:pt x="6322830" y="252511"/>
                </a:lnTo>
                <a:lnTo>
                  <a:pt x="6322787" y="252342"/>
                </a:lnTo>
                <a:lnTo>
                  <a:pt x="6324952" y="260341"/>
                </a:lnTo>
                <a:lnTo>
                  <a:pt x="6324896" y="260172"/>
                </a:lnTo>
                <a:lnTo>
                  <a:pt x="6326878" y="268242"/>
                </a:lnTo>
                <a:close/>
                <a:moveTo>
                  <a:pt x="6333809" y="311512"/>
                </a:moveTo>
                <a:lnTo>
                  <a:pt x="6334292" y="317022"/>
                </a:lnTo>
                <a:lnTo>
                  <a:pt x="6334835" y="325486"/>
                </a:lnTo>
                <a:lnTo>
                  <a:pt x="6334821" y="325303"/>
                </a:lnTo>
                <a:lnTo>
                  <a:pt x="6335159" y="333907"/>
                </a:lnTo>
                <a:lnTo>
                  <a:pt x="6335145" y="333724"/>
                </a:lnTo>
                <a:lnTo>
                  <a:pt x="6335257" y="342384"/>
                </a:lnTo>
                <a:lnTo>
                  <a:pt x="6335257" y="367070"/>
                </a:lnTo>
                <a:lnTo>
                  <a:pt x="6349315" y="367070"/>
                </a:lnTo>
                <a:lnTo>
                  <a:pt x="6349315" y="342243"/>
                </a:lnTo>
                <a:lnTo>
                  <a:pt x="6349203" y="333457"/>
                </a:lnTo>
                <a:lnTo>
                  <a:pt x="6348865" y="324685"/>
                </a:lnTo>
                <a:lnTo>
                  <a:pt x="6348317" y="315969"/>
                </a:lnTo>
                <a:lnTo>
                  <a:pt x="6347811" y="310261"/>
                </a:lnTo>
                <a:lnTo>
                  <a:pt x="6333809" y="311512"/>
                </a:lnTo>
                <a:close/>
                <a:moveTo>
                  <a:pt x="6349315" y="409244"/>
                </a:moveTo>
                <a:lnTo>
                  <a:pt x="6335257" y="409244"/>
                </a:lnTo>
                <a:lnTo>
                  <a:pt x="6335257" y="465476"/>
                </a:lnTo>
                <a:lnTo>
                  <a:pt x="6349315" y="465476"/>
                </a:lnTo>
                <a:lnTo>
                  <a:pt x="6349315" y="409244"/>
                </a:lnTo>
                <a:close/>
                <a:moveTo>
                  <a:pt x="6349315" y="507650"/>
                </a:moveTo>
                <a:lnTo>
                  <a:pt x="6335257" y="507650"/>
                </a:lnTo>
                <a:lnTo>
                  <a:pt x="6335257" y="563882"/>
                </a:lnTo>
                <a:lnTo>
                  <a:pt x="6349315" y="563882"/>
                </a:lnTo>
                <a:lnTo>
                  <a:pt x="6349315" y="507650"/>
                </a:lnTo>
                <a:close/>
                <a:moveTo>
                  <a:pt x="6349315" y="606056"/>
                </a:moveTo>
                <a:lnTo>
                  <a:pt x="6335257" y="606056"/>
                </a:lnTo>
                <a:lnTo>
                  <a:pt x="6335257" y="662288"/>
                </a:lnTo>
                <a:lnTo>
                  <a:pt x="6349315" y="662288"/>
                </a:lnTo>
                <a:lnTo>
                  <a:pt x="6349315" y="606056"/>
                </a:lnTo>
                <a:close/>
                <a:moveTo>
                  <a:pt x="6349315" y="704463"/>
                </a:moveTo>
                <a:lnTo>
                  <a:pt x="6335257" y="704463"/>
                </a:lnTo>
                <a:lnTo>
                  <a:pt x="6335257" y="760695"/>
                </a:lnTo>
                <a:lnTo>
                  <a:pt x="6349315" y="760695"/>
                </a:lnTo>
                <a:lnTo>
                  <a:pt x="6349315" y="704463"/>
                </a:lnTo>
                <a:close/>
                <a:moveTo>
                  <a:pt x="6349315" y="859101"/>
                </a:moveTo>
                <a:lnTo>
                  <a:pt x="6349315" y="802869"/>
                </a:lnTo>
                <a:lnTo>
                  <a:pt x="6335257" y="802869"/>
                </a:lnTo>
                <a:lnTo>
                  <a:pt x="6335257" y="859101"/>
                </a:lnTo>
                <a:lnTo>
                  <a:pt x="6349315" y="859101"/>
                </a:lnTo>
                <a:close/>
                <a:moveTo>
                  <a:pt x="6349315" y="901275"/>
                </a:moveTo>
                <a:lnTo>
                  <a:pt x="6335257" y="901275"/>
                </a:lnTo>
                <a:lnTo>
                  <a:pt x="6335257" y="957507"/>
                </a:lnTo>
                <a:lnTo>
                  <a:pt x="6349315" y="957507"/>
                </a:lnTo>
                <a:lnTo>
                  <a:pt x="6349315" y="901275"/>
                </a:lnTo>
                <a:close/>
                <a:moveTo>
                  <a:pt x="6349315" y="999681"/>
                </a:moveTo>
                <a:lnTo>
                  <a:pt x="6335257" y="999681"/>
                </a:lnTo>
                <a:lnTo>
                  <a:pt x="6335257" y="1055914"/>
                </a:lnTo>
                <a:lnTo>
                  <a:pt x="6349315" y="1055914"/>
                </a:lnTo>
                <a:lnTo>
                  <a:pt x="6349315" y="999681"/>
                </a:lnTo>
                <a:close/>
                <a:moveTo>
                  <a:pt x="6349315" y="1098088"/>
                </a:moveTo>
                <a:lnTo>
                  <a:pt x="6335257" y="1098088"/>
                </a:lnTo>
                <a:lnTo>
                  <a:pt x="6335257" y="1154320"/>
                </a:lnTo>
                <a:lnTo>
                  <a:pt x="6349315" y="1154320"/>
                </a:lnTo>
                <a:lnTo>
                  <a:pt x="6349315" y="1098088"/>
                </a:lnTo>
                <a:close/>
                <a:moveTo>
                  <a:pt x="6349315" y="1196494"/>
                </a:moveTo>
                <a:lnTo>
                  <a:pt x="6335257" y="1196494"/>
                </a:lnTo>
                <a:lnTo>
                  <a:pt x="6335257" y="1252726"/>
                </a:lnTo>
                <a:lnTo>
                  <a:pt x="6349315" y="1252726"/>
                </a:lnTo>
                <a:lnTo>
                  <a:pt x="6349315" y="1196494"/>
                </a:lnTo>
                <a:close/>
                <a:moveTo>
                  <a:pt x="6349315" y="1294900"/>
                </a:moveTo>
                <a:lnTo>
                  <a:pt x="6335257" y="1294900"/>
                </a:lnTo>
                <a:lnTo>
                  <a:pt x="6335257" y="1351133"/>
                </a:lnTo>
                <a:lnTo>
                  <a:pt x="6349315" y="1351133"/>
                </a:lnTo>
                <a:lnTo>
                  <a:pt x="6349315" y="1294900"/>
                </a:lnTo>
                <a:close/>
                <a:moveTo>
                  <a:pt x="6349315" y="1393307"/>
                </a:moveTo>
                <a:lnTo>
                  <a:pt x="6335257" y="1393307"/>
                </a:lnTo>
                <a:lnTo>
                  <a:pt x="6335257" y="1449539"/>
                </a:lnTo>
                <a:lnTo>
                  <a:pt x="6349315" y="1449539"/>
                </a:lnTo>
                <a:lnTo>
                  <a:pt x="6349315" y="1393307"/>
                </a:lnTo>
                <a:close/>
                <a:moveTo>
                  <a:pt x="6349315" y="1547945"/>
                </a:moveTo>
                <a:lnTo>
                  <a:pt x="6349315" y="1491713"/>
                </a:lnTo>
                <a:lnTo>
                  <a:pt x="6335257" y="1491713"/>
                </a:lnTo>
                <a:lnTo>
                  <a:pt x="6335257" y="1547945"/>
                </a:lnTo>
                <a:lnTo>
                  <a:pt x="6349315" y="1547945"/>
                </a:lnTo>
                <a:close/>
                <a:moveTo>
                  <a:pt x="6349315" y="1590119"/>
                </a:moveTo>
                <a:lnTo>
                  <a:pt x="6335257" y="1590119"/>
                </a:lnTo>
                <a:lnTo>
                  <a:pt x="6335257" y="1646351"/>
                </a:lnTo>
                <a:lnTo>
                  <a:pt x="6349315" y="1646351"/>
                </a:lnTo>
                <a:lnTo>
                  <a:pt x="6349315" y="1590119"/>
                </a:lnTo>
                <a:close/>
                <a:moveTo>
                  <a:pt x="6349315" y="1688526"/>
                </a:moveTo>
                <a:lnTo>
                  <a:pt x="6335257" y="1688526"/>
                </a:lnTo>
                <a:lnTo>
                  <a:pt x="6335257" y="1744758"/>
                </a:lnTo>
                <a:lnTo>
                  <a:pt x="6349315" y="1744758"/>
                </a:lnTo>
                <a:lnTo>
                  <a:pt x="6349315" y="1688526"/>
                </a:lnTo>
                <a:close/>
                <a:moveTo>
                  <a:pt x="6349315" y="1786932"/>
                </a:moveTo>
                <a:lnTo>
                  <a:pt x="6335257" y="1786932"/>
                </a:lnTo>
                <a:lnTo>
                  <a:pt x="6335257" y="1843164"/>
                </a:lnTo>
                <a:lnTo>
                  <a:pt x="6349315" y="1843164"/>
                </a:lnTo>
                <a:lnTo>
                  <a:pt x="6349315" y="1786932"/>
                </a:lnTo>
                <a:close/>
                <a:moveTo>
                  <a:pt x="6349315" y="1885338"/>
                </a:moveTo>
                <a:lnTo>
                  <a:pt x="6335257" y="1885338"/>
                </a:lnTo>
                <a:lnTo>
                  <a:pt x="6335257" y="1941570"/>
                </a:lnTo>
                <a:lnTo>
                  <a:pt x="6349315" y="1941570"/>
                </a:lnTo>
                <a:lnTo>
                  <a:pt x="6349315" y="1885338"/>
                </a:lnTo>
                <a:close/>
                <a:moveTo>
                  <a:pt x="6349315" y="1983744"/>
                </a:moveTo>
                <a:lnTo>
                  <a:pt x="6335257" y="1983744"/>
                </a:lnTo>
                <a:lnTo>
                  <a:pt x="6335257" y="2039977"/>
                </a:lnTo>
                <a:lnTo>
                  <a:pt x="6349315" y="2039977"/>
                </a:lnTo>
                <a:lnTo>
                  <a:pt x="6349315" y="1983744"/>
                </a:lnTo>
                <a:close/>
                <a:moveTo>
                  <a:pt x="6349315" y="2082151"/>
                </a:moveTo>
                <a:lnTo>
                  <a:pt x="6335257" y="2082151"/>
                </a:lnTo>
                <a:lnTo>
                  <a:pt x="6335257" y="2138383"/>
                </a:lnTo>
                <a:lnTo>
                  <a:pt x="6349315" y="2138383"/>
                </a:lnTo>
                <a:lnTo>
                  <a:pt x="6349315" y="2082151"/>
                </a:lnTo>
                <a:close/>
                <a:moveTo>
                  <a:pt x="6349315" y="2236789"/>
                </a:moveTo>
                <a:lnTo>
                  <a:pt x="6349315" y="2180557"/>
                </a:lnTo>
                <a:lnTo>
                  <a:pt x="6335257" y="2180557"/>
                </a:lnTo>
                <a:lnTo>
                  <a:pt x="6335257" y="2236789"/>
                </a:lnTo>
                <a:lnTo>
                  <a:pt x="6349315" y="2236789"/>
                </a:lnTo>
                <a:close/>
                <a:moveTo>
                  <a:pt x="6349315" y="2278963"/>
                </a:moveTo>
                <a:lnTo>
                  <a:pt x="6335257" y="2278963"/>
                </a:lnTo>
                <a:lnTo>
                  <a:pt x="6335257" y="2335196"/>
                </a:lnTo>
                <a:lnTo>
                  <a:pt x="6349315" y="2335196"/>
                </a:lnTo>
                <a:lnTo>
                  <a:pt x="6349315" y="2278963"/>
                </a:lnTo>
                <a:close/>
                <a:moveTo>
                  <a:pt x="6349315" y="2377370"/>
                </a:moveTo>
                <a:lnTo>
                  <a:pt x="6335257" y="2377370"/>
                </a:lnTo>
                <a:lnTo>
                  <a:pt x="6335257" y="2433602"/>
                </a:lnTo>
                <a:lnTo>
                  <a:pt x="6349315" y="2433602"/>
                </a:lnTo>
                <a:lnTo>
                  <a:pt x="6349315" y="2377370"/>
                </a:lnTo>
                <a:close/>
                <a:moveTo>
                  <a:pt x="6349315" y="2475776"/>
                </a:moveTo>
                <a:lnTo>
                  <a:pt x="6335257" y="2475776"/>
                </a:lnTo>
                <a:lnTo>
                  <a:pt x="6335257" y="2532008"/>
                </a:lnTo>
                <a:lnTo>
                  <a:pt x="6349315" y="2532008"/>
                </a:lnTo>
                <a:lnTo>
                  <a:pt x="6349315" y="2475776"/>
                </a:lnTo>
                <a:close/>
                <a:moveTo>
                  <a:pt x="6349203" y="2619435"/>
                </a:moveTo>
                <a:lnTo>
                  <a:pt x="6349315" y="2610649"/>
                </a:lnTo>
                <a:lnTo>
                  <a:pt x="6349315" y="2574182"/>
                </a:lnTo>
                <a:lnTo>
                  <a:pt x="6335257" y="2574182"/>
                </a:lnTo>
                <a:lnTo>
                  <a:pt x="6335257" y="2610508"/>
                </a:lnTo>
                <a:lnTo>
                  <a:pt x="6335145" y="2619168"/>
                </a:lnTo>
                <a:lnTo>
                  <a:pt x="6335159" y="2618985"/>
                </a:lnTo>
                <a:lnTo>
                  <a:pt x="6334821" y="2627589"/>
                </a:lnTo>
                <a:lnTo>
                  <a:pt x="6334835" y="2627406"/>
                </a:lnTo>
                <a:lnTo>
                  <a:pt x="6334667" y="2629965"/>
                </a:lnTo>
                <a:lnTo>
                  <a:pt x="6348696" y="2630850"/>
                </a:lnTo>
                <a:lnTo>
                  <a:pt x="6348865" y="2628207"/>
                </a:lnTo>
                <a:lnTo>
                  <a:pt x="6349203" y="2619435"/>
                </a:lnTo>
                <a:close/>
                <a:moveTo>
                  <a:pt x="6340557" y="2687898"/>
                </a:moveTo>
                <a:lnTo>
                  <a:pt x="6342356" y="2679575"/>
                </a:lnTo>
                <a:lnTo>
                  <a:pt x="6343509" y="2673573"/>
                </a:lnTo>
                <a:lnTo>
                  <a:pt x="6329704" y="2670930"/>
                </a:lnTo>
                <a:lnTo>
                  <a:pt x="6328565" y="2676848"/>
                </a:lnTo>
                <a:lnTo>
                  <a:pt x="6328608" y="2676665"/>
                </a:lnTo>
                <a:lnTo>
                  <a:pt x="6326836" y="2684819"/>
                </a:lnTo>
                <a:lnTo>
                  <a:pt x="6326878" y="2684650"/>
                </a:lnTo>
                <a:lnTo>
                  <a:pt x="6324896" y="2692720"/>
                </a:lnTo>
                <a:lnTo>
                  <a:pt x="6324952" y="2692551"/>
                </a:lnTo>
                <a:lnTo>
                  <a:pt x="6322787" y="2700550"/>
                </a:lnTo>
                <a:lnTo>
                  <a:pt x="6322830" y="2700381"/>
                </a:lnTo>
                <a:lnTo>
                  <a:pt x="6320482" y="2708296"/>
                </a:lnTo>
                <a:lnTo>
                  <a:pt x="6320524" y="2708127"/>
                </a:lnTo>
                <a:lnTo>
                  <a:pt x="6318018" y="2715841"/>
                </a:lnTo>
                <a:lnTo>
                  <a:pt x="6315325" y="2723490"/>
                </a:lnTo>
                <a:lnTo>
                  <a:pt x="6315168" y="2723914"/>
                </a:lnTo>
                <a:lnTo>
                  <a:pt x="6328312" y="2728905"/>
                </a:lnTo>
                <a:lnTo>
                  <a:pt x="6328537" y="2728287"/>
                </a:lnTo>
                <a:lnTo>
                  <a:pt x="6331335" y="2720386"/>
                </a:lnTo>
                <a:lnTo>
                  <a:pt x="6333921" y="2712387"/>
                </a:lnTo>
                <a:lnTo>
                  <a:pt x="6336325" y="2704304"/>
                </a:lnTo>
                <a:lnTo>
                  <a:pt x="6338532" y="2696136"/>
                </a:lnTo>
                <a:lnTo>
                  <a:pt x="6340557" y="2687898"/>
                </a:lnTo>
                <a:close/>
                <a:moveTo>
                  <a:pt x="6295388" y="2795090"/>
                </a:moveTo>
                <a:lnTo>
                  <a:pt x="6299760" y="2788089"/>
                </a:lnTo>
                <a:lnTo>
                  <a:pt x="6303964" y="2780990"/>
                </a:lnTo>
                <a:lnTo>
                  <a:pt x="6307998" y="2773764"/>
                </a:lnTo>
                <a:lnTo>
                  <a:pt x="6310908" y="2768239"/>
                </a:lnTo>
                <a:lnTo>
                  <a:pt x="6298481" y="2761674"/>
                </a:lnTo>
                <a:lnTo>
                  <a:pt x="6295635" y="2767062"/>
                </a:lnTo>
                <a:lnTo>
                  <a:pt x="6291733" y="2774045"/>
                </a:lnTo>
                <a:lnTo>
                  <a:pt x="6291818" y="2773905"/>
                </a:lnTo>
                <a:lnTo>
                  <a:pt x="6287760" y="2780760"/>
                </a:lnTo>
                <a:lnTo>
                  <a:pt x="6283509" y="2787583"/>
                </a:lnTo>
                <a:lnTo>
                  <a:pt x="6283594" y="2787443"/>
                </a:lnTo>
                <a:lnTo>
                  <a:pt x="6279151" y="2794191"/>
                </a:lnTo>
                <a:lnTo>
                  <a:pt x="6279250" y="2794050"/>
                </a:lnTo>
                <a:lnTo>
                  <a:pt x="6274734" y="2800554"/>
                </a:lnTo>
                <a:lnTo>
                  <a:pt x="6270000" y="2807054"/>
                </a:lnTo>
                <a:lnTo>
                  <a:pt x="6270098" y="2806913"/>
                </a:lnTo>
                <a:lnTo>
                  <a:pt x="6269142" y="2808164"/>
                </a:lnTo>
                <a:lnTo>
                  <a:pt x="6280290" y="2816726"/>
                </a:lnTo>
                <a:lnTo>
                  <a:pt x="6281316" y="2815404"/>
                </a:lnTo>
                <a:lnTo>
                  <a:pt x="6286166" y="2808755"/>
                </a:lnTo>
                <a:lnTo>
                  <a:pt x="6290848" y="2801979"/>
                </a:lnTo>
                <a:lnTo>
                  <a:pt x="6295388" y="2795090"/>
                </a:lnTo>
                <a:close/>
                <a:moveTo>
                  <a:pt x="6231031" y="2869415"/>
                </a:moveTo>
                <a:lnTo>
                  <a:pt x="6237174" y="2863975"/>
                </a:lnTo>
                <a:lnTo>
                  <a:pt x="6243191" y="2858380"/>
                </a:lnTo>
                <a:lnTo>
                  <a:pt x="6249067" y="2852630"/>
                </a:lnTo>
                <a:lnTo>
                  <a:pt x="6252286" y="2849326"/>
                </a:lnTo>
                <a:lnTo>
                  <a:pt x="6242235" y="2839514"/>
                </a:lnTo>
                <a:lnTo>
                  <a:pt x="6239124" y="2842693"/>
                </a:lnTo>
                <a:lnTo>
                  <a:pt x="6233421" y="2848258"/>
                </a:lnTo>
                <a:lnTo>
                  <a:pt x="6233547" y="2848145"/>
                </a:lnTo>
                <a:lnTo>
                  <a:pt x="6227666" y="2853619"/>
                </a:lnTo>
                <a:lnTo>
                  <a:pt x="6221766" y="2858844"/>
                </a:lnTo>
                <a:lnTo>
                  <a:pt x="6221893" y="2858745"/>
                </a:lnTo>
                <a:lnTo>
                  <a:pt x="6215735" y="2863933"/>
                </a:lnTo>
                <a:lnTo>
                  <a:pt x="6215876" y="2863834"/>
                </a:lnTo>
                <a:lnTo>
                  <a:pt x="6209647" y="2868848"/>
                </a:lnTo>
                <a:lnTo>
                  <a:pt x="6203336" y="2873675"/>
                </a:lnTo>
                <a:lnTo>
                  <a:pt x="6203477" y="2873576"/>
                </a:lnTo>
                <a:lnTo>
                  <a:pt x="6200721" y="2875587"/>
                </a:lnTo>
                <a:lnTo>
                  <a:pt x="6209016" y="2886946"/>
                </a:lnTo>
                <a:lnTo>
                  <a:pt x="6211827" y="2884893"/>
                </a:lnTo>
                <a:lnTo>
                  <a:pt x="6218350" y="2879888"/>
                </a:lnTo>
                <a:lnTo>
                  <a:pt x="6224761" y="2874729"/>
                </a:lnTo>
                <a:lnTo>
                  <a:pt x="6231031" y="2869415"/>
                </a:lnTo>
                <a:close/>
              </a:path>
            </a:pathLst>
          </a:custGeom>
          <a:solidFill xmlns:a="http://schemas.openxmlformats.org/drawingml/2006/main">
            <a:srgbClr val="000000"/>
          </a:solidFill>
          <a:ln xmlns:a="http://schemas.openxmlformats.org/drawingml/2006/main" w="0" cap="flat">
            <a:noFill/>
            <a:miter/>
          </a:ln>
        </p:spPr>
      </p:sp>
      <p:sp>
        <p:nvSpPr>
          <p:cNvPr id="881" name="R14|499">
            <a:extLst xmlns:a="http://schemas.openxmlformats.org/drawingml/2006/main">
              <a:ext uri="{FF2B5EF4-FFF2-40B4-BE49-F238E27FC236}">
                <a16:creationId xmlns:a16="http://schemas.microsoft.com/office/drawing/2014/main" id="{4A9DAA61-274E-4F39-9D27-9CBED84AB411}"/>
              </a:ext>
            </a:extLst>
          </p:cNvPr>
          <p:cNvSpPr>
            <a:spLocks xmlns:a="http://schemas.openxmlformats.org/drawingml/2006/main" noGrp="1"/>
          </p:cNvSpPr>
          <p:nvPr/>
        </p:nvSpPr>
        <p:spPr>
          <a:xfrm xmlns:a="http://schemas.openxmlformats.org/drawingml/2006/main">
            <a:off x="80119" y="3484749"/>
            <a:ext cx="800989" cy="2322005"/>
          </a:xfrm>
          <a:prstGeom xmlns:a="http://schemas.openxmlformats.org/drawingml/2006/main" prst="roundRect">
            <a:avLst>
              <a:gd name="adj" fmla="val 15517"/>
            </a:avLst>
          </a:prstGeom>
          <a:solidFill xmlns:a="http://schemas.openxmlformats.org/drawingml/2006/main">
            <a:srgbClr val="FAFAFA"/>
          </a:solidFill>
          <a:ln xmlns:a="http://schemas.openxmlformats.org/drawingml/2006/main" w="9207">
            <a:solidFill>
              <a:srgbClr val="C4C4C4"/>
            </a:solidFill>
          </a:ln>
          <ns8:effectLst xmlns:ns8="http://schemas.openxmlformats.org/drawingml/2006/main">
            <ns8:outerShdw blurRad="23000" dist="21000" dir="2700000" algn="ctr" rotWithShape="0">
              <ns8:srgbClr val="000000">
                <ns8:alpha val="20000"/>
              </ns8:srgbClr>
            </ns8:outerShdw>
          </ns8:effectLst>
        </p:spPr>
      </p:sp>
      <p:sp>
        <p:nvSpPr>
          <p:cNvPr id="882" name="Vector element">
            <a:extLst xmlns:a="http://schemas.openxmlformats.org/drawingml/2006/main">
              <a:ext uri="{FF2B5EF4-FFF2-40B4-BE49-F238E27FC236}">
                <a16:creationId xmlns:a16="http://schemas.microsoft.com/office/drawing/2014/main" id="{25096223-0AE9-482E-8BCD-944660E4B4BB}"/>
              </a:ext>
            </a:extLst>
          </p:cNvPr>
          <p:cNvSpPr>
            <a:spLocks xmlns:a="http://schemas.openxmlformats.org/drawingml/2006/main" noGrp="1"/>
          </p:cNvSpPr>
          <p:nvPr/>
        </p:nvSpPr>
        <p:spPr>
          <a:xfrm xmlns:a="http://schemas.openxmlformats.org/drawingml/2006/main">
            <a:off x="250166" y="3659709"/>
            <a:ext cx="168697" cy="168697"/>
          </a:xfrm>
          <a:custGeom xmlns:a="http://schemas.openxmlformats.org/drawingml/2006/main">
            <a:pathLst>
              <a:path w="168697" h="168697">
                <a:moveTo>
                  <a:pt x="843" y="84911"/>
                </a:moveTo>
                <a:cubicBezTo>
                  <a:pt x="0" y="37760"/>
                  <a:pt x="37760" y="0"/>
                  <a:pt x="84348" y="0"/>
                </a:cubicBezTo>
                <a:cubicBezTo>
                  <a:pt x="130937" y="0"/>
                  <a:pt x="168697" y="37760"/>
                  <a:pt x="168697" y="84348"/>
                </a:cubicBezTo>
                <a:cubicBezTo>
                  <a:pt x="168697" y="130937"/>
                  <a:pt x="130937" y="168697"/>
                  <a:pt x="84348" y="168697"/>
                </a:cubicBezTo>
                <a:cubicBezTo>
                  <a:pt x="37760" y="168697"/>
                  <a:pt x="0" y="130937"/>
                  <a:pt x="843" y="84911"/>
                </a:cubicBezTo>
              </a:path>
            </a:pathLst>
          </a:custGeom>
          <a:solidFill xmlns:a="http://schemas.openxmlformats.org/drawingml/2006/main">
            <a:srgbClr val="2B6192"/>
          </a:solidFill>
          <a:ln xmlns:a="http://schemas.openxmlformats.org/drawingml/2006/main" w="0" cap="flat">
            <a:noFill/>
            <a:miter/>
          </a:ln>
        </p:spPr>
      </p:sp>
      <p:sp>
        <p:nvSpPr>
          <p:cNvPr id="883" name="Vector element">
            <a:extLst xmlns:a="http://schemas.openxmlformats.org/drawingml/2006/main">
              <a:ext uri="{FF2B5EF4-FFF2-40B4-BE49-F238E27FC236}">
                <a16:creationId xmlns:a16="http://schemas.microsoft.com/office/drawing/2014/main" id="{D78BBAE5-28DC-46A1-8D19-9F8882FF8CE5}"/>
              </a:ext>
            </a:extLst>
          </p:cNvPr>
          <p:cNvSpPr>
            <a:spLocks xmlns:a="http://schemas.openxmlformats.org/drawingml/2006/main" noGrp="1"/>
          </p:cNvSpPr>
          <p:nvPr/>
        </p:nvSpPr>
        <p:spPr>
          <a:xfrm xmlns:a="http://schemas.openxmlformats.org/drawingml/2006/main">
            <a:off x="243137" y="3652680"/>
            <a:ext cx="182755" cy="182755"/>
          </a:xfrm>
          <a:custGeom xmlns:a="http://schemas.openxmlformats.org/drawingml/2006/main">
            <a:pathLst>
              <a:path w="182755" h="182755">
                <a:moveTo>
                  <a:pt x="2882" y="114208"/>
                </a:moveTo>
                <a:lnTo>
                  <a:pt x="4105" y="118551"/>
                </a:lnTo>
                <a:lnTo>
                  <a:pt x="5539" y="122797"/>
                </a:lnTo>
                <a:lnTo>
                  <a:pt x="7184" y="126944"/>
                </a:lnTo>
                <a:lnTo>
                  <a:pt x="9011" y="130993"/>
                </a:lnTo>
                <a:lnTo>
                  <a:pt x="11036" y="134943"/>
                </a:lnTo>
                <a:lnTo>
                  <a:pt x="13229" y="138767"/>
                </a:lnTo>
                <a:lnTo>
                  <a:pt x="15604" y="142478"/>
                </a:lnTo>
                <a:lnTo>
                  <a:pt x="18149" y="146049"/>
                </a:lnTo>
                <a:lnTo>
                  <a:pt x="20862" y="149507"/>
                </a:lnTo>
                <a:lnTo>
                  <a:pt x="23744" y="152825"/>
                </a:lnTo>
                <a:lnTo>
                  <a:pt x="26767" y="155988"/>
                </a:lnTo>
                <a:lnTo>
                  <a:pt x="29930" y="159011"/>
                </a:lnTo>
                <a:lnTo>
                  <a:pt x="33247" y="161892"/>
                </a:lnTo>
                <a:lnTo>
                  <a:pt x="36706" y="164606"/>
                </a:lnTo>
                <a:lnTo>
                  <a:pt x="40276" y="167150"/>
                </a:lnTo>
                <a:lnTo>
                  <a:pt x="43988" y="169526"/>
                </a:lnTo>
                <a:lnTo>
                  <a:pt x="47811" y="171719"/>
                </a:lnTo>
                <a:lnTo>
                  <a:pt x="51762" y="173743"/>
                </a:lnTo>
                <a:lnTo>
                  <a:pt x="55810" y="175571"/>
                </a:lnTo>
                <a:lnTo>
                  <a:pt x="59958" y="177216"/>
                </a:lnTo>
                <a:lnTo>
                  <a:pt x="64203" y="178650"/>
                </a:lnTo>
                <a:lnTo>
                  <a:pt x="68547" y="179887"/>
                </a:lnTo>
                <a:lnTo>
                  <a:pt x="72975" y="180899"/>
                </a:lnTo>
                <a:lnTo>
                  <a:pt x="77474" y="181700"/>
                </a:lnTo>
                <a:lnTo>
                  <a:pt x="82043" y="182291"/>
                </a:lnTo>
                <a:lnTo>
                  <a:pt x="86682" y="182642"/>
                </a:lnTo>
                <a:lnTo>
                  <a:pt x="91377" y="182755"/>
                </a:lnTo>
                <a:lnTo>
                  <a:pt x="96073" y="182642"/>
                </a:lnTo>
                <a:lnTo>
                  <a:pt x="100712" y="182291"/>
                </a:lnTo>
                <a:lnTo>
                  <a:pt x="105281" y="181700"/>
                </a:lnTo>
                <a:lnTo>
                  <a:pt x="109779" y="180899"/>
                </a:lnTo>
                <a:lnTo>
                  <a:pt x="114208" y="179887"/>
                </a:lnTo>
                <a:lnTo>
                  <a:pt x="118551" y="178650"/>
                </a:lnTo>
                <a:lnTo>
                  <a:pt x="122797" y="177216"/>
                </a:lnTo>
                <a:lnTo>
                  <a:pt x="126944" y="175571"/>
                </a:lnTo>
                <a:lnTo>
                  <a:pt x="130993" y="173743"/>
                </a:lnTo>
                <a:lnTo>
                  <a:pt x="134943" y="171719"/>
                </a:lnTo>
                <a:lnTo>
                  <a:pt x="138767" y="169526"/>
                </a:lnTo>
                <a:lnTo>
                  <a:pt x="142478" y="167150"/>
                </a:lnTo>
                <a:lnTo>
                  <a:pt x="146049" y="164606"/>
                </a:lnTo>
                <a:lnTo>
                  <a:pt x="149507" y="161892"/>
                </a:lnTo>
                <a:lnTo>
                  <a:pt x="152825" y="159011"/>
                </a:lnTo>
                <a:lnTo>
                  <a:pt x="155988" y="155988"/>
                </a:lnTo>
                <a:lnTo>
                  <a:pt x="159011" y="152825"/>
                </a:lnTo>
                <a:lnTo>
                  <a:pt x="161892" y="149507"/>
                </a:lnTo>
                <a:lnTo>
                  <a:pt x="164606" y="146049"/>
                </a:lnTo>
                <a:lnTo>
                  <a:pt x="167150" y="142478"/>
                </a:lnTo>
                <a:lnTo>
                  <a:pt x="169526" y="138767"/>
                </a:lnTo>
                <a:lnTo>
                  <a:pt x="171719" y="134943"/>
                </a:lnTo>
                <a:lnTo>
                  <a:pt x="173743" y="130993"/>
                </a:lnTo>
                <a:lnTo>
                  <a:pt x="175571" y="126944"/>
                </a:lnTo>
                <a:lnTo>
                  <a:pt x="177216" y="122797"/>
                </a:lnTo>
                <a:lnTo>
                  <a:pt x="178650" y="118551"/>
                </a:lnTo>
                <a:lnTo>
                  <a:pt x="179873" y="114208"/>
                </a:lnTo>
                <a:lnTo>
                  <a:pt x="180899" y="109779"/>
                </a:lnTo>
                <a:lnTo>
                  <a:pt x="181700" y="105281"/>
                </a:lnTo>
                <a:lnTo>
                  <a:pt x="182291" y="100712"/>
                </a:lnTo>
                <a:lnTo>
                  <a:pt x="182642" y="96073"/>
                </a:lnTo>
                <a:lnTo>
                  <a:pt x="182755" y="91377"/>
                </a:lnTo>
                <a:lnTo>
                  <a:pt x="182642" y="86682"/>
                </a:lnTo>
                <a:lnTo>
                  <a:pt x="182291" y="82043"/>
                </a:lnTo>
                <a:lnTo>
                  <a:pt x="181700" y="77474"/>
                </a:lnTo>
                <a:lnTo>
                  <a:pt x="180899" y="72975"/>
                </a:lnTo>
                <a:lnTo>
                  <a:pt x="179873" y="68547"/>
                </a:lnTo>
                <a:lnTo>
                  <a:pt x="178650" y="64203"/>
                </a:lnTo>
                <a:lnTo>
                  <a:pt x="177216" y="59958"/>
                </a:lnTo>
                <a:lnTo>
                  <a:pt x="175571" y="55810"/>
                </a:lnTo>
                <a:lnTo>
                  <a:pt x="173743" y="51762"/>
                </a:lnTo>
                <a:lnTo>
                  <a:pt x="171719" y="47811"/>
                </a:lnTo>
                <a:lnTo>
                  <a:pt x="169526" y="43988"/>
                </a:lnTo>
                <a:lnTo>
                  <a:pt x="167150" y="40276"/>
                </a:lnTo>
                <a:lnTo>
                  <a:pt x="164606" y="36706"/>
                </a:lnTo>
                <a:lnTo>
                  <a:pt x="161892" y="33247"/>
                </a:lnTo>
                <a:lnTo>
                  <a:pt x="159011" y="29930"/>
                </a:lnTo>
                <a:lnTo>
                  <a:pt x="155988" y="26767"/>
                </a:lnTo>
                <a:lnTo>
                  <a:pt x="152825" y="23744"/>
                </a:lnTo>
                <a:lnTo>
                  <a:pt x="149507" y="20862"/>
                </a:lnTo>
                <a:lnTo>
                  <a:pt x="146049" y="18149"/>
                </a:lnTo>
                <a:lnTo>
                  <a:pt x="142478" y="15604"/>
                </a:lnTo>
                <a:lnTo>
                  <a:pt x="138767" y="13229"/>
                </a:lnTo>
                <a:lnTo>
                  <a:pt x="134943" y="11036"/>
                </a:lnTo>
                <a:lnTo>
                  <a:pt x="130993" y="9011"/>
                </a:lnTo>
                <a:lnTo>
                  <a:pt x="126944" y="7184"/>
                </a:lnTo>
                <a:lnTo>
                  <a:pt x="122797" y="5539"/>
                </a:lnTo>
                <a:lnTo>
                  <a:pt x="118551" y="4105"/>
                </a:lnTo>
                <a:lnTo>
                  <a:pt x="114208" y="2882"/>
                </a:lnTo>
                <a:lnTo>
                  <a:pt x="109779" y="1856"/>
                </a:lnTo>
                <a:lnTo>
                  <a:pt x="105281" y="1054"/>
                </a:lnTo>
                <a:lnTo>
                  <a:pt x="100712" y="464"/>
                </a:lnTo>
                <a:lnTo>
                  <a:pt x="96073" y="112"/>
                </a:lnTo>
                <a:lnTo>
                  <a:pt x="91377" y="0"/>
                </a:lnTo>
                <a:lnTo>
                  <a:pt x="86682" y="112"/>
                </a:lnTo>
                <a:lnTo>
                  <a:pt x="82043" y="464"/>
                </a:lnTo>
                <a:lnTo>
                  <a:pt x="77474" y="1054"/>
                </a:lnTo>
                <a:lnTo>
                  <a:pt x="72975" y="1856"/>
                </a:lnTo>
                <a:lnTo>
                  <a:pt x="68547" y="2882"/>
                </a:lnTo>
                <a:lnTo>
                  <a:pt x="64203" y="4105"/>
                </a:lnTo>
                <a:lnTo>
                  <a:pt x="59958" y="5539"/>
                </a:lnTo>
                <a:lnTo>
                  <a:pt x="55810" y="7184"/>
                </a:lnTo>
                <a:lnTo>
                  <a:pt x="51762" y="9011"/>
                </a:lnTo>
                <a:lnTo>
                  <a:pt x="47811" y="11036"/>
                </a:lnTo>
                <a:lnTo>
                  <a:pt x="43988" y="13229"/>
                </a:lnTo>
                <a:lnTo>
                  <a:pt x="40276" y="15604"/>
                </a:lnTo>
                <a:lnTo>
                  <a:pt x="36706" y="18149"/>
                </a:lnTo>
                <a:lnTo>
                  <a:pt x="33247" y="20862"/>
                </a:lnTo>
                <a:lnTo>
                  <a:pt x="29930" y="23744"/>
                </a:lnTo>
                <a:lnTo>
                  <a:pt x="26767" y="26767"/>
                </a:lnTo>
                <a:lnTo>
                  <a:pt x="23744" y="29930"/>
                </a:lnTo>
                <a:lnTo>
                  <a:pt x="20862" y="33247"/>
                </a:lnTo>
                <a:lnTo>
                  <a:pt x="18149" y="36706"/>
                </a:lnTo>
                <a:lnTo>
                  <a:pt x="15604" y="40276"/>
                </a:lnTo>
                <a:lnTo>
                  <a:pt x="13229" y="43988"/>
                </a:lnTo>
                <a:lnTo>
                  <a:pt x="11036" y="47811"/>
                </a:lnTo>
                <a:lnTo>
                  <a:pt x="9011" y="51762"/>
                </a:lnTo>
                <a:lnTo>
                  <a:pt x="7184" y="55810"/>
                </a:lnTo>
                <a:lnTo>
                  <a:pt x="5539" y="59958"/>
                </a:lnTo>
                <a:lnTo>
                  <a:pt x="4105" y="64203"/>
                </a:lnTo>
                <a:lnTo>
                  <a:pt x="2882" y="68547"/>
                </a:lnTo>
                <a:lnTo>
                  <a:pt x="1856" y="72975"/>
                </a:lnTo>
                <a:lnTo>
                  <a:pt x="1054" y="77474"/>
                </a:lnTo>
                <a:lnTo>
                  <a:pt x="464" y="82043"/>
                </a:lnTo>
                <a:lnTo>
                  <a:pt x="112" y="86682"/>
                </a:lnTo>
                <a:lnTo>
                  <a:pt x="0" y="91377"/>
                </a:lnTo>
                <a:lnTo>
                  <a:pt x="112" y="96073"/>
                </a:lnTo>
                <a:lnTo>
                  <a:pt x="464" y="100712"/>
                </a:lnTo>
                <a:lnTo>
                  <a:pt x="1054" y="105281"/>
                </a:lnTo>
                <a:lnTo>
                  <a:pt x="1856" y="109779"/>
                </a:lnTo>
                <a:lnTo>
                  <a:pt x="2882" y="114208"/>
                </a:lnTo>
                <a:close/>
                <a:moveTo>
                  <a:pt x="14473" y="83363"/>
                </a:moveTo>
                <a:lnTo>
                  <a:pt x="14955" y="79543"/>
                </a:lnTo>
                <a:lnTo>
                  <a:pt x="15634" y="75767"/>
                </a:lnTo>
                <a:lnTo>
                  <a:pt x="16482" y="72096"/>
                </a:lnTo>
                <a:lnTo>
                  <a:pt x="17574" y="68253"/>
                </a:lnTo>
                <a:lnTo>
                  <a:pt x="18798" y="64658"/>
                </a:lnTo>
                <a:lnTo>
                  <a:pt x="20163" y="61222"/>
                </a:lnTo>
                <a:lnTo>
                  <a:pt x="21616" y="57999"/>
                </a:lnTo>
                <a:lnTo>
                  <a:pt x="23346" y="54606"/>
                </a:lnTo>
                <a:lnTo>
                  <a:pt x="25333" y="51143"/>
                </a:lnTo>
                <a:lnTo>
                  <a:pt x="25164" y="51438"/>
                </a:lnTo>
                <a:lnTo>
                  <a:pt x="27330" y="48050"/>
                </a:lnTo>
                <a:lnTo>
                  <a:pt x="29386" y="45158"/>
                </a:lnTo>
                <a:lnTo>
                  <a:pt x="31617" y="42312"/>
                </a:lnTo>
                <a:lnTo>
                  <a:pt x="34100" y="39448"/>
                </a:lnTo>
                <a:lnTo>
                  <a:pt x="36702" y="36702"/>
                </a:lnTo>
                <a:lnTo>
                  <a:pt x="39448" y="34100"/>
                </a:lnTo>
                <a:lnTo>
                  <a:pt x="42312" y="31617"/>
                </a:lnTo>
                <a:lnTo>
                  <a:pt x="45158" y="29386"/>
                </a:lnTo>
                <a:lnTo>
                  <a:pt x="48050" y="27330"/>
                </a:lnTo>
                <a:lnTo>
                  <a:pt x="51438" y="25164"/>
                </a:lnTo>
                <a:lnTo>
                  <a:pt x="51143" y="25333"/>
                </a:lnTo>
                <a:lnTo>
                  <a:pt x="54606" y="23346"/>
                </a:lnTo>
                <a:lnTo>
                  <a:pt x="58008" y="21612"/>
                </a:lnTo>
                <a:lnTo>
                  <a:pt x="61434" y="20061"/>
                </a:lnTo>
                <a:lnTo>
                  <a:pt x="61124" y="20201"/>
                </a:lnTo>
                <a:lnTo>
                  <a:pt x="64658" y="18798"/>
                </a:lnTo>
                <a:lnTo>
                  <a:pt x="68253" y="17574"/>
                </a:lnTo>
                <a:lnTo>
                  <a:pt x="72096" y="16482"/>
                </a:lnTo>
                <a:lnTo>
                  <a:pt x="75767" y="15634"/>
                </a:lnTo>
                <a:lnTo>
                  <a:pt x="79543" y="14955"/>
                </a:lnTo>
                <a:lnTo>
                  <a:pt x="83363" y="14473"/>
                </a:lnTo>
                <a:lnTo>
                  <a:pt x="87568" y="14142"/>
                </a:lnTo>
                <a:lnTo>
                  <a:pt x="87216" y="14171"/>
                </a:lnTo>
                <a:lnTo>
                  <a:pt x="91377" y="14063"/>
                </a:lnTo>
                <a:lnTo>
                  <a:pt x="95538" y="14171"/>
                </a:lnTo>
                <a:lnTo>
                  <a:pt x="95187" y="14142"/>
                </a:lnTo>
                <a:lnTo>
                  <a:pt x="99391" y="14473"/>
                </a:lnTo>
                <a:lnTo>
                  <a:pt x="103211" y="14955"/>
                </a:lnTo>
                <a:lnTo>
                  <a:pt x="106987" y="15634"/>
                </a:lnTo>
                <a:lnTo>
                  <a:pt x="110659" y="16482"/>
                </a:lnTo>
                <a:lnTo>
                  <a:pt x="114502" y="17574"/>
                </a:lnTo>
                <a:lnTo>
                  <a:pt x="118097" y="18798"/>
                </a:lnTo>
                <a:lnTo>
                  <a:pt x="121532" y="20163"/>
                </a:lnTo>
                <a:lnTo>
                  <a:pt x="124755" y="21616"/>
                </a:lnTo>
                <a:lnTo>
                  <a:pt x="128148" y="23346"/>
                </a:lnTo>
                <a:lnTo>
                  <a:pt x="131611" y="25333"/>
                </a:lnTo>
                <a:lnTo>
                  <a:pt x="131316" y="25164"/>
                </a:lnTo>
                <a:lnTo>
                  <a:pt x="134704" y="27330"/>
                </a:lnTo>
                <a:lnTo>
                  <a:pt x="137597" y="29386"/>
                </a:lnTo>
                <a:lnTo>
                  <a:pt x="140443" y="31617"/>
                </a:lnTo>
                <a:lnTo>
                  <a:pt x="143306" y="34100"/>
                </a:lnTo>
                <a:lnTo>
                  <a:pt x="146053" y="36702"/>
                </a:lnTo>
                <a:lnTo>
                  <a:pt x="148655" y="39448"/>
                </a:lnTo>
                <a:lnTo>
                  <a:pt x="151137" y="42312"/>
                </a:lnTo>
                <a:lnTo>
                  <a:pt x="153369" y="45158"/>
                </a:lnTo>
                <a:lnTo>
                  <a:pt x="155424" y="48050"/>
                </a:lnTo>
                <a:lnTo>
                  <a:pt x="157591" y="51438"/>
                </a:lnTo>
                <a:lnTo>
                  <a:pt x="157422" y="51143"/>
                </a:lnTo>
                <a:lnTo>
                  <a:pt x="159409" y="54606"/>
                </a:lnTo>
                <a:lnTo>
                  <a:pt x="161138" y="57999"/>
                </a:lnTo>
                <a:lnTo>
                  <a:pt x="162592" y="61222"/>
                </a:lnTo>
                <a:lnTo>
                  <a:pt x="163956" y="64658"/>
                </a:lnTo>
                <a:lnTo>
                  <a:pt x="165180" y="68253"/>
                </a:lnTo>
                <a:lnTo>
                  <a:pt x="166272" y="72096"/>
                </a:lnTo>
                <a:lnTo>
                  <a:pt x="167121" y="75767"/>
                </a:lnTo>
                <a:lnTo>
                  <a:pt x="167799" y="79543"/>
                </a:lnTo>
                <a:lnTo>
                  <a:pt x="168281" y="83363"/>
                </a:lnTo>
                <a:lnTo>
                  <a:pt x="168612" y="87568"/>
                </a:lnTo>
                <a:lnTo>
                  <a:pt x="168584" y="87216"/>
                </a:lnTo>
                <a:lnTo>
                  <a:pt x="168692" y="91377"/>
                </a:lnTo>
                <a:lnTo>
                  <a:pt x="168584" y="95538"/>
                </a:lnTo>
                <a:lnTo>
                  <a:pt x="168612" y="95187"/>
                </a:lnTo>
                <a:lnTo>
                  <a:pt x="168281" y="99391"/>
                </a:lnTo>
                <a:lnTo>
                  <a:pt x="167799" y="103211"/>
                </a:lnTo>
                <a:lnTo>
                  <a:pt x="167121" y="106987"/>
                </a:lnTo>
                <a:lnTo>
                  <a:pt x="166272" y="110659"/>
                </a:lnTo>
                <a:lnTo>
                  <a:pt x="165180" y="114502"/>
                </a:lnTo>
                <a:lnTo>
                  <a:pt x="163956" y="118097"/>
                </a:lnTo>
                <a:lnTo>
                  <a:pt x="162592" y="121532"/>
                </a:lnTo>
                <a:lnTo>
                  <a:pt x="161138" y="124755"/>
                </a:lnTo>
                <a:lnTo>
                  <a:pt x="159409" y="128148"/>
                </a:lnTo>
                <a:lnTo>
                  <a:pt x="157422" y="131611"/>
                </a:lnTo>
                <a:lnTo>
                  <a:pt x="157591" y="131316"/>
                </a:lnTo>
                <a:lnTo>
                  <a:pt x="155424" y="134704"/>
                </a:lnTo>
                <a:lnTo>
                  <a:pt x="153369" y="137597"/>
                </a:lnTo>
                <a:lnTo>
                  <a:pt x="151137" y="140443"/>
                </a:lnTo>
                <a:lnTo>
                  <a:pt x="148655" y="143306"/>
                </a:lnTo>
                <a:lnTo>
                  <a:pt x="146053" y="146053"/>
                </a:lnTo>
                <a:lnTo>
                  <a:pt x="143306" y="148655"/>
                </a:lnTo>
                <a:lnTo>
                  <a:pt x="140443" y="151137"/>
                </a:lnTo>
                <a:lnTo>
                  <a:pt x="137597" y="153369"/>
                </a:lnTo>
                <a:lnTo>
                  <a:pt x="134704" y="155424"/>
                </a:lnTo>
                <a:lnTo>
                  <a:pt x="131316" y="157591"/>
                </a:lnTo>
                <a:lnTo>
                  <a:pt x="131611" y="157422"/>
                </a:lnTo>
                <a:lnTo>
                  <a:pt x="128148" y="159409"/>
                </a:lnTo>
                <a:lnTo>
                  <a:pt x="124755" y="161138"/>
                </a:lnTo>
                <a:lnTo>
                  <a:pt x="121532" y="162592"/>
                </a:lnTo>
                <a:lnTo>
                  <a:pt x="118097" y="163956"/>
                </a:lnTo>
                <a:lnTo>
                  <a:pt x="114502" y="165180"/>
                </a:lnTo>
                <a:lnTo>
                  <a:pt x="110659" y="166272"/>
                </a:lnTo>
                <a:lnTo>
                  <a:pt x="106987" y="167121"/>
                </a:lnTo>
                <a:lnTo>
                  <a:pt x="103211" y="167799"/>
                </a:lnTo>
                <a:lnTo>
                  <a:pt x="99391" y="168281"/>
                </a:lnTo>
                <a:lnTo>
                  <a:pt x="95187" y="168612"/>
                </a:lnTo>
                <a:lnTo>
                  <a:pt x="95538" y="168584"/>
                </a:lnTo>
                <a:lnTo>
                  <a:pt x="91377" y="168692"/>
                </a:lnTo>
                <a:lnTo>
                  <a:pt x="87216" y="168584"/>
                </a:lnTo>
                <a:lnTo>
                  <a:pt x="87568" y="168612"/>
                </a:lnTo>
                <a:lnTo>
                  <a:pt x="83363" y="168281"/>
                </a:lnTo>
                <a:lnTo>
                  <a:pt x="79543" y="167799"/>
                </a:lnTo>
                <a:lnTo>
                  <a:pt x="75767" y="167121"/>
                </a:lnTo>
                <a:lnTo>
                  <a:pt x="72096" y="166272"/>
                </a:lnTo>
                <a:lnTo>
                  <a:pt x="68253" y="165180"/>
                </a:lnTo>
                <a:lnTo>
                  <a:pt x="64658" y="163956"/>
                </a:lnTo>
                <a:lnTo>
                  <a:pt x="61124" y="162553"/>
                </a:lnTo>
                <a:lnTo>
                  <a:pt x="61434" y="162694"/>
                </a:lnTo>
                <a:lnTo>
                  <a:pt x="58008" y="161143"/>
                </a:lnTo>
                <a:lnTo>
                  <a:pt x="54606" y="159409"/>
                </a:lnTo>
                <a:lnTo>
                  <a:pt x="51143" y="157422"/>
                </a:lnTo>
                <a:lnTo>
                  <a:pt x="51438" y="157591"/>
                </a:lnTo>
                <a:lnTo>
                  <a:pt x="48050" y="155424"/>
                </a:lnTo>
                <a:lnTo>
                  <a:pt x="45158" y="153369"/>
                </a:lnTo>
                <a:lnTo>
                  <a:pt x="42312" y="151137"/>
                </a:lnTo>
                <a:lnTo>
                  <a:pt x="39448" y="148655"/>
                </a:lnTo>
                <a:lnTo>
                  <a:pt x="36702" y="146053"/>
                </a:lnTo>
                <a:lnTo>
                  <a:pt x="34100" y="143306"/>
                </a:lnTo>
                <a:lnTo>
                  <a:pt x="31617" y="140443"/>
                </a:lnTo>
                <a:lnTo>
                  <a:pt x="29386" y="137597"/>
                </a:lnTo>
                <a:lnTo>
                  <a:pt x="27330" y="134704"/>
                </a:lnTo>
                <a:lnTo>
                  <a:pt x="25164" y="131316"/>
                </a:lnTo>
                <a:lnTo>
                  <a:pt x="25333" y="131611"/>
                </a:lnTo>
                <a:lnTo>
                  <a:pt x="23346" y="128148"/>
                </a:lnTo>
                <a:lnTo>
                  <a:pt x="21616" y="124755"/>
                </a:lnTo>
                <a:lnTo>
                  <a:pt x="20163" y="121532"/>
                </a:lnTo>
                <a:lnTo>
                  <a:pt x="18798" y="118097"/>
                </a:lnTo>
                <a:lnTo>
                  <a:pt x="17574" y="114502"/>
                </a:lnTo>
                <a:lnTo>
                  <a:pt x="16482" y="110659"/>
                </a:lnTo>
                <a:lnTo>
                  <a:pt x="15634" y="106987"/>
                </a:lnTo>
                <a:lnTo>
                  <a:pt x="14955" y="103211"/>
                </a:lnTo>
                <a:lnTo>
                  <a:pt x="14473" y="99391"/>
                </a:lnTo>
                <a:lnTo>
                  <a:pt x="14142" y="95187"/>
                </a:lnTo>
                <a:lnTo>
                  <a:pt x="14171" y="95538"/>
                </a:lnTo>
                <a:lnTo>
                  <a:pt x="14063" y="91377"/>
                </a:lnTo>
                <a:lnTo>
                  <a:pt x="14171" y="87216"/>
                </a:lnTo>
                <a:lnTo>
                  <a:pt x="14142" y="87568"/>
                </a:lnTo>
                <a:lnTo>
                  <a:pt x="14473" y="83363"/>
                </a:lnTo>
                <a:close/>
              </a:path>
            </a:pathLst>
          </a:custGeom>
          <a:solidFill xmlns:a="http://schemas.openxmlformats.org/drawingml/2006/main">
            <a:srgbClr val="000000"/>
          </a:solidFill>
          <a:ln xmlns:a="http://schemas.openxmlformats.org/drawingml/2006/main" w="0" cap="flat">
            <a:noFill/>
            <a:miter/>
          </a:ln>
        </p:spPr>
      </p:sp>
      <p:sp>
        <p:nvSpPr>
          <p:cNvPr id="884" name="Vector element">
            <a:extLst xmlns:a="http://schemas.openxmlformats.org/drawingml/2006/main">
              <a:ext uri="{FF2B5EF4-FFF2-40B4-BE49-F238E27FC236}">
                <a16:creationId xmlns:a16="http://schemas.microsoft.com/office/drawing/2014/main" id="{3F782609-C36A-4ED0-ACC1-6A0D66D8E9AC}"/>
              </a:ext>
            </a:extLst>
          </p:cNvPr>
          <p:cNvSpPr>
            <a:spLocks xmlns:a="http://schemas.openxmlformats.org/drawingml/2006/main" noGrp="1"/>
          </p:cNvSpPr>
          <p:nvPr/>
        </p:nvSpPr>
        <p:spPr>
          <a:xfrm xmlns:a="http://schemas.openxmlformats.org/drawingml/2006/main">
            <a:off x="250166" y="4021000"/>
            <a:ext cx="168697" cy="168697"/>
          </a:xfrm>
          <a:custGeom xmlns:a="http://schemas.openxmlformats.org/drawingml/2006/main">
            <a:pathLst>
              <a:path w="168697" h="168697">
                <a:moveTo>
                  <a:pt x="843" y="84629"/>
                </a:moveTo>
                <a:cubicBezTo>
                  <a:pt x="0" y="37760"/>
                  <a:pt x="37760" y="0"/>
                  <a:pt x="84348" y="0"/>
                </a:cubicBezTo>
                <a:cubicBezTo>
                  <a:pt x="130937" y="0"/>
                  <a:pt x="168697" y="37760"/>
                  <a:pt x="168697" y="84348"/>
                </a:cubicBezTo>
                <a:cubicBezTo>
                  <a:pt x="168697" y="130937"/>
                  <a:pt x="130937" y="168697"/>
                  <a:pt x="84348" y="168697"/>
                </a:cubicBezTo>
                <a:cubicBezTo>
                  <a:pt x="37760" y="168697"/>
                  <a:pt x="0" y="130937"/>
                  <a:pt x="843" y="84629"/>
                </a:cubicBezTo>
              </a:path>
            </a:pathLst>
          </a:custGeom>
          <a:solidFill xmlns:a="http://schemas.openxmlformats.org/drawingml/2006/main">
            <a:srgbClr val="726595"/>
          </a:solidFill>
          <a:ln xmlns:a="http://schemas.openxmlformats.org/drawingml/2006/main" w="0" cap="flat">
            <a:noFill/>
            <a:miter/>
          </a:ln>
        </p:spPr>
      </p:sp>
      <p:sp>
        <p:nvSpPr>
          <p:cNvPr id="885" name="Vector element">
            <a:extLst xmlns:a="http://schemas.openxmlformats.org/drawingml/2006/main">
              <a:ext uri="{FF2B5EF4-FFF2-40B4-BE49-F238E27FC236}">
                <a16:creationId xmlns:a16="http://schemas.microsoft.com/office/drawing/2014/main" id="{D3D957F6-B302-4C33-853C-2252F96F382E}"/>
              </a:ext>
            </a:extLst>
          </p:cNvPr>
          <p:cNvSpPr>
            <a:spLocks xmlns:a="http://schemas.openxmlformats.org/drawingml/2006/main" noGrp="1"/>
          </p:cNvSpPr>
          <p:nvPr/>
        </p:nvSpPr>
        <p:spPr>
          <a:xfrm xmlns:a="http://schemas.openxmlformats.org/drawingml/2006/main">
            <a:off x="243137" y="4013971"/>
            <a:ext cx="182755" cy="182755"/>
          </a:xfrm>
          <a:custGeom xmlns:a="http://schemas.openxmlformats.org/drawingml/2006/main">
            <a:pathLst>
              <a:path w="182755" h="182755">
                <a:moveTo>
                  <a:pt x="2882" y="114208"/>
                </a:moveTo>
                <a:lnTo>
                  <a:pt x="4105" y="118551"/>
                </a:lnTo>
                <a:lnTo>
                  <a:pt x="5539" y="122797"/>
                </a:lnTo>
                <a:lnTo>
                  <a:pt x="7184" y="126944"/>
                </a:lnTo>
                <a:lnTo>
                  <a:pt x="9011" y="130993"/>
                </a:lnTo>
                <a:lnTo>
                  <a:pt x="11036" y="134943"/>
                </a:lnTo>
                <a:lnTo>
                  <a:pt x="13229" y="138767"/>
                </a:lnTo>
                <a:lnTo>
                  <a:pt x="15604" y="142478"/>
                </a:lnTo>
                <a:lnTo>
                  <a:pt x="18149" y="146049"/>
                </a:lnTo>
                <a:lnTo>
                  <a:pt x="20862" y="149507"/>
                </a:lnTo>
                <a:lnTo>
                  <a:pt x="23744" y="152825"/>
                </a:lnTo>
                <a:lnTo>
                  <a:pt x="26767" y="155988"/>
                </a:lnTo>
                <a:lnTo>
                  <a:pt x="29930" y="159011"/>
                </a:lnTo>
                <a:lnTo>
                  <a:pt x="33247" y="161892"/>
                </a:lnTo>
                <a:lnTo>
                  <a:pt x="36706" y="164606"/>
                </a:lnTo>
                <a:lnTo>
                  <a:pt x="40276" y="167150"/>
                </a:lnTo>
                <a:lnTo>
                  <a:pt x="43988" y="169526"/>
                </a:lnTo>
                <a:lnTo>
                  <a:pt x="47811" y="171719"/>
                </a:lnTo>
                <a:lnTo>
                  <a:pt x="51762" y="173743"/>
                </a:lnTo>
                <a:lnTo>
                  <a:pt x="55810" y="175571"/>
                </a:lnTo>
                <a:lnTo>
                  <a:pt x="59958" y="177216"/>
                </a:lnTo>
                <a:lnTo>
                  <a:pt x="64203" y="178650"/>
                </a:lnTo>
                <a:lnTo>
                  <a:pt x="68547" y="179873"/>
                </a:lnTo>
                <a:lnTo>
                  <a:pt x="72975" y="180899"/>
                </a:lnTo>
                <a:lnTo>
                  <a:pt x="77474" y="181700"/>
                </a:lnTo>
                <a:lnTo>
                  <a:pt x="82043" y="182291"/>
                </a:lnTo>
                <a:lnTo>
                  <a:pt x="86682" y="182642"/>
                </a:lnTo>
                <a:lnTo>
                  <a:pt x="91377" y="182755"/>
                </a:lnTo>
                <a:lnTo>
                  <a:pt x="96073" y="182642"/>
                </a:lnTo>
                <a:lnTo>
                  <a:pt x="100712" y="182291"/>
                </a:lnTo>
                <a:lnTo>
                  <a:pt x="105281" y="181700"/>
                </a:lnTo>
                <a:lnTo>
                  <a:pt x="109779" y="180899"/>
                </a:lnTo>
                <a:lnTo>
                  <a:pt x="114208" y="179873"/>
                </a:lnTo>
                <a:lnTo>
                  <a:pt x="118551" y="178650"/>
                </a:lnTo>
                <a:lnTo>
                  <a:pt x="122797" y="177216"/>
                </a:lnTo>
                <a:lnTo>
                  <a:pt x="126944" y="175571"/>
                </a:lnTo>
                <a:lnTo>
                  <a:pt x="130993" y="173743"/>
                </a:lnTo>
                <a:lnTo>
                  <a:pt x="134943" y="171719"/>
                </a:lnTo>
                <a:lnTo>
                  <a:pt x="138767" y="169526"/>
                </a:lnTo>
                <a:lnTo>
                  <a:pt x="142478" y="167150"/>
                </a:lnTo>
                <a:lnTo>
                  <a:pt x="146049" y="164606"/>
                </a:lnTo>
                <a:lnTo>
                  <a:pt x="149507" y="161892"/>
                </a:lnTo>
                <a:lnTo>
                  <a:pt x="152825" y="159011"/>
                </a:lnTo>
                <a:lnTo>
                  <a:pt x="155988" y="155988"/>
                </a:lnTo>
                <a:lnTo>
                  <a:pt x="159011" y="152825"/>
                </a:lnTo>
                <a:lnTo>
                  <a:pt x="161892" y="149507"/>
                </a:lnTo>
                <a:lnTo>
                  <a:pt x="164606" y="146049"/>
                </a:lnTo>
                <a:lnTo>
                  <a:pt x="167150" y="142478"/>
                </a:lnTo>
                <a:lnTo>
                  <a:pt x="169526" y="138767"/>
                </a:lnTo>
                <a:lnTo>
                  <a:pt x="171719" y="134943"/>
                </a:lnTo>
                <a:lnTo>
                  <a:pt x="173743" y="130993"/>
                </a:lnTo>
                <a:lnTo>
                  <a:pt x="175571" y="126944"/>
                </a:lnTo>
                <a:lnTo>
                  <a:pt x="177216" y="122797"/>
                </a:lnTo>
                <a:lnTo>
                  <a:pt x="178650" y="118551"/>
                </a:lnTo>
                <a:lnTo>
                  <a:pt x="179873" y="114208"/>
                </a:lnTo>
                <a:lnTo>
                  <a:pt x="180899" y="109779"/>
                </a:lnTo>
                <a:lnTo>
                  <a:pt x="181700" y="105281"/>
                </a:lnTo>
                <a:lnTo>
                  <a:pt x="182291" y="100712"/>
                </a:lnTo>
                <a:lnTo>
                  <a:pt x="182642" y="96073"/>
                </a:lnTo>
                <a:lnTo>
                  <a:pt x="182755" y="91377"/>
                </a:lnTo>
                <a:lnTo>
                  <a:pt x="182642" y="86682"/>
                </a:lnTo>
                <a:lnTo>
                  <a:pt x="182291" y="82043"/>
                </a:lnTo>
                <a:lnTo>
                  <a:pt x="181700" y="77474"/>
                </a:lnTo>
                <a:lnTo>
                  <a:pt x="180899" y="72975"/>
                </a:lnTo>
                <a:lnTo>
                  <a:pt x="179873" y="68547"/>
                </a:lnTo>
                <a:lnTo>
                  <a:pt x="178650" y="64203"/>
                </a:lnTo>
                <a:lnTo>
                  <a:pt x="177216" y="59958"/>
                </a:lnTo>
                <a:lnTo>
                  <a:pt x="175571" y="55810"/>
                </a:lnTo>
                <a:lnTo>
                  <a:pt x="173743" y="51762"/>
                </a:lnTo>
                <a:lnTo>
                  <a:pt x="171719" y="47811"/>
                </a:lnTo>
                <a:lnTo>
                  <a:pt x="169526" y="43988"/>
                </a:lnTo>
                <a:lnTo>
                  <a:pt x="167150" y="40276"/>
                </a:lnTo>
                <a:lnTo>
                  <a:pt x="164606" y="36706"/>
                </a:lnTo>
                <a:lnTo>
                  <a:pt x="161892" y="33247"/>
                </a:lnTo>
                <a:lnTo>
                  <a:pt x="159011" y="29930"/>
                </a:lnTo>
                <a:lnTo>
                  <a:pt x="155988" y="26767"/>
                </a:lnTo>
                <a:lnTo>
                  <a:pt x="152825" y="23744"/>
                </a:lnTo>
                <a:lnTo>
                  <a:pt x="149507" y="20862"/>
                </a:lnTo>
                <a:lnTo>
                  <a:pt x="146049" y="18149"/>
                </a:lnTo>
                <a:lnTo>
                  <a:pt x="142478" y="15604"/>
                </a:lnTo>
                <a:lnTo>
                  <a:pt x="138767" y="13229"/>
                </a:lnTo>
                <a:lnTo>
                  <a:pt x="134943" y="11036"/>
                </a:lnTo>
                <a:lnTo>
                  <a:pt x="130993" y="9011"/>
                </a:lnTo>
                <a:lnTo>
                  <a:pt x="126944" y="7184"/>
                </a:lnTo>
                <a:lnTo>
                  <a:pt x="122797" y="5539"/>
                </a:lnTo>
                <a:lnTo>
                  <a:pt x="118551" y="4105"/>
                </a:lnTo>
                <a:lnTo>
                  <a:pt x="114208" y="2868"/>
                </a:lnTo>
                <a:lnTo>
                  <a:pt x="109779" y="1856"/>
                </a:lnTo>
                <a:lnTo>
                  <a:pt x="105281" y="1054"/>
                </a:lnTo>
                <a:lnTo>
                  <a:pt x="100712" y="464"/>
                </a:lnTo>
                <a:lnTo>
                  <a:pt x="96073" y="112"/>
                </a:lnTo>
                <a:lnTo>
                  <a:pt x="91377" y="0"/>
                </a:lnTo>
                <a:lnTo>
                  <a:pt x="86682" y="112"/>
                </a:lnTo>
                <a:lnTo>
                  <a:pt x="82043" y="464"/>
                </a:lnTo>
                <a:lnTo>
                  <a:pt x="77474" y="1054"/>
                </a:lnTo>
                <a:lnTo>
                  <a:pt x="72975" y="1856"/>
                </a:lnTo>
                <a:lnTo>
                  <a:pt x="68547" y="2868"/>
                </a:lnTo>
                <a:lnTo>
                  <a:pt x="64203" y="4105"/>
                </a:lnTo>
                <a:lnTo>
                  <a:pt x="59958" y="5539"/>
                </a:lnTo>
                <a:lnTo>
                  <a:pt x="55810" y="7184"/>
                </a:lnTo>
                <a:lnTo>
                  <a:pt x="51762" y="9011"/>
                </a:lnTo>
                <a:lnTo>
                  <a:pt x="47811" y="11036"/>
                </a:lnTo>
                <a:lnTo>
                  <a:pt x="43988" y="13229"/>
                </a:lnTo>
                <a:lnTo>
                  <a:pt x="40276" y="15604"/>
                </a:lnTo>
                <a:lnTo>
                  <a:pt x="36706" y="18149"/>
                </a:lnTo>
                <a:lnTo>
                  <a:pt x="33247" y="20862"/>
                </a:lnTo>
                <a:lnTo>
                  <a:pt x="29930" y="23744"/>
                </a:lnTo>
                <a:lnTo>
                  <a:pt x="26767" y="26767"/>
                </a:lnTo>
                <a:lnTo>
                  <a:pt x="23744" y="29930"/>
                </a:lnTo>
                <a:lnTo>
                  <a:pt x="20862" y="33247"/>
                </a:lnTo>
                <a:lnTo>
                  <a:pt x="18149" y="36706"/>
                </a:lnTo>
                <a:lnTo>
                  <a:pt x="15604" y="40276"/>
                </a:lnTo>
                <a:lnTo>
                  <a:pt x="13229" y="43988"/>
                </a:lnTo>
                <a:lnTo>
                  <a:pt x="11036" y="47811"/>
                </a:lnTo>
                <a:lnTo>
                  <a:pt x="9011" y="51762"/>
                </a:lnTo>
                <a:lnTo>
                  <a:pt x="7184" y="55810"/>
                </a:lnTo>
                <a:lnTo>
                  <a:pt x="5539" y="59958"/>
                </a:lnTo>
                <a:lnTo>
                  <a:pt x="4105" y="64203"/>
                </a:lnTo>
                <a:lnTo>
                  <a:pt x="2882" y="68547"/>
                </a:lnTo>
                <a:lnTo>
                  <a:pt x="1856" y="72975"/>
                </a:lnTo>
                <a:lnTo>
                  <a:pt x="1054" y="77474"/>
                </a:lnTo>
                <a:lnTo>
                  <a:pt x="464" y="82043"/>
                </a:lnTo>
                <a:lnTo>
                  <a:pt x="112" y="86682"/>
                </a:lnTo>
                <a:lnTo>
                  <a:pt x="0" y="91377"/>
                </a:lnTo>
                <a:lnTo>
                  <a:pt x="112" y="96073"/>
                </a:lnTo>
                <a:lnTo>
                  <a:pt x="464" y="100712"/>
                </a:lnTo>
                <a:lnTo>
                  <a:pt x="1054" y="105281"/>
                </a:lnTo>
                <a:lnTo>
                  <a:pt x="1856" y="109779"/>
                </a:lnTo>
                <a:lnTo>
                  <a:pt x="2882" y="114208"/>
                </a:lnTo>
                <a:close/>
                <a:moveTo>
                  <a:pt x="14473" y="83363"/>
                </a:moveTo>
                <a:lnTo>
                  <a:pt x="14955" y="79543"/>
                </a:lnTo>
                <a:lnTo>
                  <a:pt x="15634" y="75767"/>
                </a:lnTo>
                <a:lnTo>
                  <a:pt x="16482" y="72096"/>
                </a:lnTo>
                <a:lnTo>
                  <a:pt x="17574" y="68253"/>
                </a:lnTo>
                <a:lnTo>
                  <a:pt x="18798" y="64658"/>
                </a:lnTo>
                <a:lnTo>
                  <a:pt x="20163" y="61222"/>
                </a:lnTo>
                <a:lnTo>
                  <a:pt x="21616" y="57999"/>
                </a:lnTo>
                <a:lnTo>
                  <a:pt x="23346" y="54606"/>
                </a:lnTo>
                <a:lnTo>
                  <a:pt x="25333" y="51143"/>
                </a:lnTo>
                <a:lnTo>
                  <a:pt x="25164" y="51438"/>
                </a:lnTo>
                <a:lnTo>
                  <a:pt x="27330" y="48050"/>
                </a:lnTo>
                <a:lnTo>
                  <a:pt x="29386" y="45158"/>
                </a:lnTo>
                <a:lnTo>
                  <a:pt x="31617" y="42312"/>
                </a:lnTo>
                <a:lnTo>
                  <a:pt x="34100" y="39448"/>
                </a:lnTo>
                <a:lnTo>
                  <a:pt x="36702" y="36702"/>
                </a:lnTo>
                <a:lnTo>
                  <a:pt x="39448" y="34100"/>
                </a:lnTo>
                <a:lnTo>
                  <a:pt x="42312" y="31617"/>
                </a:lnTo>
                <a:lnTo>
                  <a:pt x="45158" y="29386"/>
                </a:lnTo>
                <a:lnTo>
                  <a:pt x="48050" y="27330"/>
                </a:lnTo>
                <a:lnTo>
                  <a:pt x="51438" y="25164"/>
                </a:lnTo>
                <a:lnTo>
                  <a:pt x="51143" y="25333"/>
                </a:lnTo>
                <a:lnTo>
                  <a:pt x="54606" y="23346"/>
                </a:lnTo>
                <a:lnTo>
                  <a:pt x="58008" y="21612"/>
                </a:lnTo>
                <a:lnTo>
                  <a:pt x="61434" y="20061"/>
                </a:lnTo>
                <a:lnTo>
                  <a:pt x="61124" y="20201"/>
                </a:lnTo>
                <a:lnTo>
                  <a:pt x="64658" y="18798"/>
                </a:lnTo>
                <a:lnTo>
                  <a:pt x="68253" y="17574"/>
                </a:lnTo>
                <a:lnTo>
                  <a:pt x="72096" y="16482"/>
                </a:lnTo>
                <a:lnTo>
                  <a:pt x="75767" y="15634"/>
                </a:lnTo>
                <a:lnTo>
                  <a:pt x="79543" y="14955"/>
                </a:lnTo>
                <a:lnTo>
                  <a:pt x="83363" y="14473"/>
                </a:lnTo>
                <a:lnTo>
                  <a:pt x="87568" y="14142"/>
                </a:lnTo>
                <a:lnTo>
                  <a:pt x="87216" y="14171"/>
                </a:lnTo>
                <a:lnTo>
                  <a:pt x="91377" y="14063"/>
                </a:lnTo>
                <a:lnTo>
                  <a:pt x="95538" y="14171"/>
                </a:lnTo>
                <a:lnTo>
                  <a:pt x="95187" y="14142"/>
                </a:lnTo>
                <a:lnTo>
                  <a:pt x="99391" y="14473"/>
                </a:lnTo>
                <a:lnTo>
                  <a:pt x="103211" y="14955"/>
                </a:lnTo>
                <a:lnTo>
                  <a:pt x="106987" y="15634"/>
                </a:lnTo>
                <a:lnTo>
                  <a:pt x="110659" y="16482"/>
                </a:lnTo>
                <a:lnTo>
                  <a:pt x="114502" y="17574"/>
                </a:lnTo>
                <a:lnTo>
                  <a:pt x="118097" y="18798"/>
                </a:lnTo>
                <a:lnTo>
                  <a:pt x="121532" y="20163"/>
                </a:lnTo>
                <a:lnTo>
                  <a:pt x="124755" y="21616"/>
                </a:lnTo>
                <a:lnTo>
                  <a:pt x="128148" y="23346"/>
                </a:lnTo>
                <a:lnTo>
                  <a:pt x="131611" y="25333"/>
                </a:lnTo>
                <a:lnTo>
                  <a:pt x="131316" y="25164"/>
                </a:lnTo>
                <a:lnTo>
                  <a:pt x="134704" y="27330"/>
                </a:lnTo>
                <a:lnTo>
                  <a:pt x="137597" y="29386"/>
                </a:lnTo>
                <a:lnTo>
                  <a:pt x="140443" y="31617"/>
                </a:lnTo>
                <a:lnTo>
                  <a:pt x="143306" y="34100"/>
                </a:lnTo>
                <a:lnTo>
                  <a:pt x="146053" y="36702"/>
                </a:lnTo>
                <a:lnTo>
                  <a:pt x="148655" y="39448"/>
                </a:lnTo>
                <a:lnTo>
                  <a:pt x="151137" y="42312"/>
                </a:lnTo>
                <a:lnTo>
                  <a:pt x="153369" y="45158"/>
                </a:lnTo>
                <a:lnTo>
                  <a:pt x="155424" y="48050"/>
                </a:lnTo>
                <a:lnTo>
                  <a:pt x="157591" y="51438"/>
                </a:lnTo>
                <a:lnTo>
                  <a:pt x="157422" y="51143"/>
                </a:lnTo>
                <a:lnTo>
                  <a:pt x="159409" y="54606"/>
                </a:lnTo>
                <a:lnTo>
                  <a:pt x="161138" y="57999"/>
                </a:lnTo>
                <a:lnTo>
                  <a:pt x="162592" y="61222"/>
                </a:lnTo>
                <a:lnTo>
                  <a:pt x="163956" y="64658"/>
                </a:lnTo>
                <a:lnTo>
                  <a:pt x="165180" y="68253"/>
                </a:lnTo>
                <a:lnTo>
                  <a:pt x="166272" y="72096"/>
                </a:lnTo>
                <a:lnTo>
                  <a:pt x="167121" y="75767"/>
                </a:lnTo>
                <a:lnTo>
                  <a:pt x="167799" y="79543"/>
                </a:lnTo>
                <a:lnTo>
                  <a:pt x="168281" y="83363"/>
                </a:lnTo>
                <a:lnTo>
                  <a:pt x="168612" y="87568"/>
                </a:lnTo>
                <a:lnTo>
                  <a:pt x="168584" y="87216"/>
                </a:lnTo>
                <a:lnTo>
                  <a:pt x="168692" y="91377"/>
                </a:lnTo>
                <a:lnTo>
                  <a:pt x="168584" y="95538"/>
                </a:lnTo>
                <a:lnTo>
                  <a:pt x="168612" y="95187"/>
                </a:lnTo>
                <a:lnTo>
                  <a:pt x="168281" y="99391"/>
                </a:lnTo>
                <a:lnTo>
                  <a:pt x="167799" y="103211"/>
                </a:lnTo>
                <a:lnTo>
                  <a:pt x="167121" y="106987"/>
                </a:lnTo>
                <a:lnTo>
                  <a:pt x="166272" y="110659"/>
                </a:lnTo>
                <a:lnTo>
                  <a:pt x="165180" y="114502"/>
                </a:lnTo>
                <a:lnTo>
                  <a:pt x="163956" y="118097"/>
                </a:lnTo>
                <a:lnTo>
                  <a:pt x="162592" y="121532"/>
                </a:lnTo>
                <a:lnTo>
                  <a:pt x="161138" y="124755"/>
                </a:lnTo>
                <a:lnTo>
                  <a:pt x="159409" y="128148"/>
                </a:lnTo>
                <a:lnTo>
                  <a:pt x="157422" y="131611"/>
                </a:lnTo>
                <a:lnTo>
                  <a:pt x="157591" y="131316"/>
                </a:lnTo>
                <a:lnTo>
                  <a:pt x="155424" y="134704"/>
                </a:lnTo>
                <a:lnTo>
                  <a:pt x="153369" y="137597"/>
                </a:lnTo>
                <a:lnTo>
                  <a:pt x="151137" y="140443"/>
                </a:lnTo>
                <a:lnTo>
                  <a:pt x="148655" y="143306"/>
                </a:lnTo>
                <a:lnTo>
                  <a:pt x="146053" y="146053"/>
                </a:lnTo>
                <a:lnTo>
                  <a:pt x="143306" y="148655"/>
                </a:lnTo>
                <a:lnTo>
                  <a:pt x="140443" y="151137"/>
                </a:lnTo>
                <a:lnTo>
                  <a:pt x="137597" y="153369"/>
                </a:lnTo>
                <a:lnTo>
                  <a:pt x="134704" y="155424"/>
                </a:lnTo>
                <a:lnTo>
                  <a:pt x="131316" y="157591"/>
                </a:lnTo>
                <a:lnTo>
                  <a:pt x="131611" y="157422"/>
                </a:lnTo>
                <a:lnTo>
                  <a:pt x="128148" y="159409"/>
                </a:lnTo>
                <a:lnTo>
                  <a:pt x="124755" y="161138"/>
                </a:lnTo>
                <a:lnTo>
                  <a:pt x="121532" y="162592"/>
                </a:lnTo>
                <a:lnTo>
                  <a:pt x="118097" y="163956"/>
                </a:lnTo>
                <a:lnTo>
                  <a:pt x="114502" y="165180"/>
                </a:lnTo>
                <a:lnTo>
                  <a:pt x="110659" y="166272"/>
                </a:lnTo>
                <a:lnTo>
                  <a:pt x="106987" y="167121"/>
                </a:lnTo>
                <a:lnTo>
                  <a:pt x="103211" y="167799"/>
                </a:lnTo>
                <a:lnTo>
                  <a:pt x="99391" y="168281"/>
                </a:lnTo>
                <a:lnTo>
                  <a:pt x="95187" y="168612"/>
                </a:lnTo>
                <a:lnTo>
                  <a:pt x="95538" y="168584"/>
                </a:lnTo>
                <a:lnTo>
                  <a:pt x="91377" y="168692"/>
                </a:lnTo>
                <a:lnTo>
                  <a:pt x="87216" y="168584"/>
                </a:lnTo>
                <a:lnTo>
                  <a:pt x="87568" y="168612"/>
                </a:lnTo>
                <a:lnTo>
                  <a:pt x="83363" y="168281"/>
                </a:lnTo>
                <a:lnTo>
                  <a:pt x="79543" y="167799"/>
                </a:lnTo>
                <a:lnTo>
                  <a:pt x="75767" y="167121"/>
                </a:lnTo>
                <a:lnTo>
                  <a:pt x="72096" y="166272"/>
                </a:lnTo>
                <a:lnTo>
                  <a:pt x="68253" y="165180"/>
                </a:lnTo>
                <a:lnTo>
                  <a:pt x="64658" y="163956"/>
                </a:lnTo>
                <a:lnTo>
                  <a:pt x="61124" y="162553"/>
                </a:lnTo>
                <a:lnTo>
                  <a:pt x="61434" y="162694"/>
                </a:lnTo>
                <a:lnTo>
                  <a:pt x="58008" y="161143"/>
                </a:lnTo>
                <a:lnTo>
                  <a:pt x="54606" y="159409"/>
                </a:lnTo>
                <a:lnTo>
                  <a:pt x="51143" y="157422"/>
                </a:lnTo>
                <a:lnTo>
                  <a:pt x="51438" y="157591"/>
                </a:lnTo>
                <a:lnTo>
                  <a:pt x="48050" y="155424"/>
                </a:lnTo>
                <a:lnTo>
                  <a:pt x="45158" y="153369"/>
                </a:lnTo>
                <a:lnTo>
                  <a:pt x="42312" y="151137"/>
                </a:lnTo>
                <a:lnTo>
                  <a:pt x="39448" y="148655"/>
                </a:lnTo>
                <a:lnTo>
                  <a:pt x="36702" y="146053"/>
                </a:lnTo>
                <a:lnTo>
                  <a:pt x="34100" y="143306"/>
                </a:lnTo>
                <a:lnTo>
                  <a:pt x="31617" y="140443"/>
                </a:lnTo>
                <a:lnTo>
                  <a:pt x="29386" y="137597"/>
                </a:lnTo>
                <a:lnTo>
                  <a:pt x="27330" y="134704"/>
                </a:lnTo>
                <a:lnTo>
                  <a:pt x="25164" y="131316"/>
                </a:lnTo>
                <a:lnTo>
                  <a:pt x="25333" y="131611"/>
                </a:lnTo>
                <a:lnTo>
                  <a:pt x="23346" y="128148"/>
                </a:lnTo>
                <a:lnTo>
                  <a:pt x="21616" y="124755"/>
                </a:lnTo>
                <a:lnTo>
                  <a:pt x="20163" y="121532"/>
                </a:lnTo>
                <a:lnTo>
                  <a:pt x="18798" y="118097"/>
                </a:lnTo>
                <a:lnTo>
                  <a:pt x="17574" y="114502"/>
                </a:lnTo>
                <a:lnTo>
                  <a:pt x="16482" y="110659"/>
                </a:lnTo>
                <a:lnTo>
                  <a:pt x="15634" y="106987"/>
                </a:lnTo>
                <a:lnTo>
                  <a:pt x="14955" y="103211"/>
                </a:lnTo>
                <a:lnTo>
                  <a:pt x="14473" y="99391"/>
                </a:lnTo>
                <a:lnTo>
                  <a:pt x="14142" y="95187"/>
                </a:lnTo>
                <a:lnTo>
                  <a:pt x="14171" y="95538"/>
                </a:lnTo>
                <a:lnTo>
                  <a:pt x="14063" y="91377"/>
                </a:lnTo>
                <a:lnTo>
                  <a:pt x="14171" y="87216"/>
                </a:lnTo>
                <a:lnTo>
                  <a:pt x="14142" y="87568"/>
                </a:lnTo>
                <a:lnTo>
                  <a:pt x="14473" y="83363"/>
                </a:lnTo>
                <a:close/>
              </a:path>
            </a:pathLst>
          </a:custGeom>
          <a:solidFill xmlns:a="http://schemas.openxmlformats.org/drawingml/2006/main">
            <a:srgbClr val="000000"/>
          </a:solidFill>
          <a:ln xmlns:a="http://schemas.openxmlformats.org/drawingml/2006/main" w="0" cap="flat">
            <a:noFill/>
            <a:miter/>
          </a:ln>
        </p:spPr>
      </p:sp>
      <p:sp>
        <p:nvSpPr>
          <p:cNvPr id="886" name="Vector element">
            <a:extLst xmlns:a="http://schemas.openxmlformats.org/drawingml/2006/main">
              <a:ext uri="{FF2B5EF4-FFF2-40B4-BE49-F238E27FC236}">
                <a16:creationId xmlns:a16="http://schemas.microsoft.com/office/drawing/2014/main" id="{79DED4B5-67F2-4460-9BBF-5C10E9797EC4}"/>
              </a:ext>
            </a:extLst>
          </p:cNvPr>
          <p:cNvSpPr>
            <a:spLocks xmlns:a="http://schemas.openxmlformats.org/drawingml/2006/main" noGrp="1"/>
          </p:cNvSpPr>
          <p:nvPr/>
        </p:nvSpPr>
        <p:spPr>
          <a:xfrm xmlns:a="http://schemas.openxmlformats.org/drawingml/2006/main">
            <a:off x="250166" y="4382292"/>
            <a:ext cx="168697" cy="168697"/>
          </a:xfrm>
          <a:custGeom xmlns:a="http://schemas.openxmlformats.org/drawingml/2006/main">
            <a:pathLst>
              <a:path w="168697" h="168697">
                <a:moveTo>
                  <a:pt x="843" y="84348"/>
                </a:moveTo>
                <a:cubicBezTo>
                  <a:pt x="0" y="37760"/>
                  <a:pt x="37760" y="0"/>
                  <a:pt x="84348" y="0"/>
                </a:cubicBezTo>
                <a:cubicBezTo>
                  <a:pt x="130937" y="0"/>
                  <a:pt x="168697" y="37760"/>
                  <a:pt x="168697" y="84348"/>
                </a:cubicBezTo>
                <a:cubicBezTo>
                  <a:pt x="168697" y="130937"/>
                  <a:pt x="130937" y="168697"/>
                  <a:pt x="84348" y="168697"/>
                </a:cubicBezTo>
                <a:cubicBezTo>
                  <a:pt x="37760" y="168697"/>
                  <a:pt x="0" y="130937"/>
                  <a:pt x="843" y="84348"/>
                </a:cubicBezTo>
              </a:path>
            </a:pathLst>
          </a:custGeom>
          <a:solidFill xmlns:a="http://schemas.openxmlformats.org/drawingml/2006/main">
            <a:srgbClr val="C44037"/>
          </a:solidFill>
          <a:ln xmlns:a="http://schemas.openxmlformats.org/drawingml/2006/main" w="0" cap="flat">
            <a:noFill/>
            <a:miter/>
          </a:ln>
        </p:spPr>
      </p:sp>
      <p:sp>
        <p:nvSpPr>
          <p:cNvPr id="887" name="Vector element">
            <a:extLst xmlns:a="http://schemas.openxmlformats.org/drawingml/2006/main">
              <a:ext uri="{FF2B5EF4-FFF2-40B4-BE49-F238E27FC236}">
                <a16:creationId xmlns:a16="http://schemas.microsoft.com/office/drawing/2014/main" id="{2EEC7888-61B7-4FA2-9AA7-0BC9FC4D2E17}"/>
              </a:ext>
            </a:extLst>
          </p:cNvPr>
          <p:cNvSpPr>
            <a:spLocks xmlns:a="http://schemas.openxmlformats.org/drawingml/2006/main" noGrp="1"/>
          </p:cNvSpPr>
          <p:nvPr/>
        </p:nvSpPr>
        <p:spPr>
          <a:xfrm xmlns:a="http://schemas.openxmlformats.org/drawingml/2006/main">
            <a:off x="243137" y="4375263"/>
            <a:ext cx="182755" cy="182755"/>
          </a:xfrm>
          <a:custGeom xmlns:a="http://schemas.openxmlformats.org/drawingml/2006/main">
            <a:pathLst>
              <a:path w="182755" h="182755">
                <a:moveTo>
                  <a:pt x="2882" y="114208"/>
                </a:moveTo>
                <a:lnTo>
                  <a:pt x="4105" y="118551"/>
                </a:lnTo>
                <a:lnTo>
                  <a:pt x="5539" y="122797"/>
                </a:lnTo>
                <a:lnTo>
                  <a:pt x="7184" y="126944"/>
                </a:lnTo>
                <a:lnTo>
                  <a:pt x="9011" y="130993"/>
                </a:lnTo>
                <a:lnTo>
                  <a:pt x="11036" y="134943"/>
                </a:lnTo>
                <a:lnTo>
                  <a:pt x="13229" y="138767"/>
                </a:lnTo>
                <a:lnTo>
                  <a:pt x="15604" y="142478"/>
                </a:lnTo>
                <a:lnTo>
                  <a:pt x="18149" y="146049"/>
                </a:lnTo>
                <a:lnTo>
                  <a:pt x="20862" y="149507"/>
                </a:lnTo>
                <a:lnTo>
                  <a:pt x="23744" y="152825"/>
                </a:lnTo>
                <a:lnTo>
                  <a:pt x="26767" y="155988"/>
                </a:lnTo>
                <a:lnTo>
                  <a:pt x="29930" y="159011"/>
                </a:lnTo>
                <a:lnTo>
                  <a:pt x="33247" y="161892"/>
                </a:lnTo>
                <a:lnTo>
                  <a:pt x="36706" y="164606"/>
                </a:lnTo>
                <a:lnTo>
                  <a:pt x="40276" y="167150"/>
                </a:lnTo>
                <a:lnTo>
                  <a:pt x="43988" y="169526"/>
                </a:lnTo>
                <a:lnTo>
                  <a:pt x="47811" y="171719"/>
                </a:lnTo>
                <a:lnTo>
                  <a:pt x="51762" y="173743"/>
                </a:lnTo>
                <a:lnTo>
                  <a:pt x="55810" y="175571"/>
                </a:lnTo>
                <a:lnTo>
                  <a:pt x="59958" y="177216"/>
                </a:lnTo>
                <a:lnTo>
                  <a:pt x="64203" y="178650"/>
                </a:lnTo>
                <a:lnTo>
                  <a:pt x="68547" y="179887"/>
                </a:lnTo>
                <a:lnTo>
                  <a:pt x="72975" y="180899"/>
                </a:lnTo>
                <a:lnTo>
                  <a:pt x="77474" y="181700"/>
                </a:lnTo>
                <a:lnTo>
                  <a:pt x="82043" y="182291"/>
                </a:lnTo>
                <a:lnTo>
                  <a:pt x="86682" y="182642"/>
                </a:lnTo>
                <a:lnTo>
                  <a:pt x="91377" y="182755"/>
                </a:lnTo>
                <a:lnTo>
                  <a:pt x="96073" y="182642"/>
                </a:lnTo>
                <a:lnTo>
                  <a:pt x="100712" y="182291"/>
                </a:lnTo>
                <a:lnTo>
                  <a:pt x="105281" y="181700"/>
                </a:lnTo>
                <a:lnTo>
                  <a:pt x="109779" y="180899"/>
                </a:lnTo>
                <a:lnTo>
                  <a:pt x="114208" y="179887"/>
                </a:lnTo>
                <a:lnTo>
                  <a:pt x="118551" y="178650"/>
                </a:lnTo>
                <a:lnTo>
                  <a:pt x="122797" y="177216"/>
                </a:lnTo>
                <a:lnTo>
                  <a:pt x="126944" y="175571"/>
                </a:lnTo>
                <a:lnTo>
                  <a:pt x="130993" y="173743"/>
                </a:lnTo>
                <a:lnTo>
                  <a:pt x="134943" y="171719"/>
                </a:lnTo>
                <a:lnTo>
                  <a:pt x="138767" y="169526"/>
                </a:lnTo>
                <a:lnTo>
                  <a:pt x="142478" y="167150"/>
                </a:lnTo>
                <a:lnTo>
                  <a:pt x="146049" y="164606"/>
                </a:lnTo>
                <a:lnTo>
                  <a:pt x="149507" y="161892"/>
                </a:lnTo>
                <a:lnTo>
                  <a:pt x="152825" y="159011"/>
                </a:lnTo>
                <a:lnTo>
                  <a:pt x="155988" y="155988"/>
                </a:lnTo>
                <a:lnTo>
                  <a:pt x="159011" y="152825"/>
                </a:lnTo>
                <a:lnTo>
                  <a:pt x="161892" y="149507"/>
                </a:lnTo>
                <a:lnTo>
                  <a:pt x="164606" y="146049"/>
                </a:lnTo>
                <a:lnTo>
                  <a:pt x="167150" y="142478"/>
                </a:lnTo>
                <a:lnTo>
                  <a:pt x="169526" y="138767"/>
                </a:lnTo>
                <a:lnTo>
                  <a:pt x="171719" y="134943"/>
                </a:lnTo>
                <a:lnTo>
                  <a:pt x="173743" y="130993"/>
                </a:lnTo>
                <a:lnTo>
                  <a:pt x="175571" y="126944"/>
                </a:lnTo>
                <a:lnTo>
                  <a:pt x="177216" y="122797"/>
                </a:lnTo>
                <a:lnTo>
                  <a:pt x="178650" y="118551"/>
                </a:lnTo>
                <a:lnTo>
                  <a:pt x="179873" y="114208"/>
                </a:lnTo>
                <a:lnTo>
                  <a:pt x="180899" y="109779"/>
                </a:lnTo>
                <a:lnTo>
                  <a:pt x="181700" y="105281"/>
                </a:lnTo>
                <a:lnTo>
                  <a:pt x="182291" y="100712"/>
                </a:lnTo>
                <a:lnTo>
                  <a:pt x="182642" y="96073"/>
                </a:lnTo>
                <a:lnTo>
                  <a:pt x="182755" y="91377"/>
                </a:lnTo>
                <a:lnTo>
                  <a:pt x="182642" y="86682"/>
                </a:lnTo>
                <a:lnTo>
                  <a:pt x="182291" y="82043"/>
                </a:lnTo>
                <a:lnTo>
                  <a:pt x="181700" y="77474"/>
                </a:lnTo>
                <a:lnTo>
                  <a:pt x="180899" y="72975"/>
                </a:lnTo>
                <a:lnTo>
                  <a:pt x="179873" y="68547"/>
                </a:lnTo>
                <a:lnTo>
                  <a:pt x="178650" y="64203"/>
                </a:lnTo>
                <a:lnTo>
                  <a:pt x="177216" y="59958"/>
                </a:lnTo>
                <a:lnTo>
                  <a:pt x="175571" y="55810"/>
                </a:lnTo>
                <a:lnTo>
                  <a:pt x="173743" y="51762"/>
                </a:lnTo>
                <a:lnTo>
                  <a:pt x="171719" y="47811"/>
                </a:lnTo>
                <a:lnTo>
                  <a:pt x="169526" y="43988"/>
                </a:lnTo>
                <a:lnTo>
                  <a:pt x="167150" y="40276"/>
                </a:lnTo>
                <a:lnTo>
                  <a:pt x="164606" y="36706"/>
                </a:lnTo>
                <a:lnTo>
                  <a:pt x="161892" y="33247"/>
                </a:lnTo>
                <a:lnTo>
                  <a:pt x="159011" y="29930"/>
                </a:lnTo>
                <a:lnTo>
                  <a:pt x="155988" y="26767"/>
                </a:lnTo>
                <a:lnTo>
                  <a:pt x="152825" y="23744"/>
                </a:lnTo>
                <a:lnTo>
                  <a:pt x="149507" y="20862"/>
                </a:lnTo>
                <a:lnTo>
                  <a:pt x="146049" y="18149"/>
                </a:lnTo>
                <a:lnTo>
                  <a:pt x="142478" y="15604"/>
                </a:lnTo>
                <a:lnTo>
                  <a:pt x="138767" y="13229"/>
                </a:lnTo>
                <a:lnTo>
                  <a:pt x="134943" y="11036"/>
                </a:lnTo>
                <a:lnTo>
                  <a:pt x="130993" y="9011"/>
                </a:lnTo>
                <a:lnTo>
                  <a:pt x="126944" y="7184"/>
                </a:lnTo>
                <a:lnTo>
                  <a:pt x="122797" y="5539"/>
                </a:lnTo>
                <a:lnTo>
                  <a:pt x="118551" y="4105"/>
                </a:lnTo>
                <a:lnTo>
                  <a:pt x="114208" y="2882"/>
                </a:lnTo>
                <a:lnTo>
                  <a:pt x="109779" y="1856"/>
                </a:lnTo>
                <a:lnTo>
                  <a:pt x="105281" y="1054"/>
                </a:lnTo>
                <a:lnTo>
                  <a:pt x="100712" y="464"/>
                </a:lnTo>
                <a:lnTo>
                  <a:pt x="96073" y="112"/>
                </a:lnTo>
                <a:lnTo>
                  <a:pt x="91377" y="0"/>
                </a:lnTo>
                <a:lnTo>
                  <a:pt x="86682" y="112"/>
                </a:lnTo>
                <a:lnTo>
                  <a:pt x="82043" y="464"/>
                </a:lnTo>
                <a:lnTo>
                  <a:pt x="77474" y="1054"/>
                </a:lnTo>
                <a:lnTo>
                  <a:pt x="72975" y="1856"/>
                </a:lnTo>
                <a:lnTo>
                  <a:pt x="68547" y="2882"/>
                </a:lnTo>
                <a:lnTo>
                  <a:pt x="64203" y="4105"/>
                </a:lnTo>
                <a:lnTo>
                  <a:pt x="59958" y="5539"/>
                </a:lnTo>
                <a:lnTo>
                  <a:pt x="55810" y="7184"/>
                </a:lnTo>
                <a:lnTo>
                  <a:pt x="51762" y="9011"/>
                </a:lnTo>
                <a:lnTo>
                  <a:pt x="47811" y="11036"/>
                </a:lnTo>
                <a:lnTo>
                  <a:pt x="43988" y="13229"/>
                </a:lnTo>
                <a:lnTo>
                  <a:pt x="40276" y="15604"/>
                </a:lnTo>
                <a:lnTo>
                  <a:pt x="36706" y="18149"/>
                </a:lnTo>
                <a:lnTo>
                  <a:pt x="33247" y="20862"/>
                </a:lnTo>
                <a:lnTo>
                  <a:pt x="29930" y="23744"/>
                </a:lnTo>
                <a:lnTo>
                  <a:pt x="26767" y="26767"/>
                </a:lnTo>
                <a:lnTo>
                  <a:pt x="23744" y="29930"/>
                </a:lnTo>
                <a:lnTo>
                  <a:pt x="20862" y="33247"/>
                </a:lnTo>
                <a:lnTo>
                  <a:pt x="18149" y="36706"/>
                </a:lnTo>
                <a:lnTo>
                  <a:pt x="15604" y="40276"/>
                </a:lnTo>
                <a:lnTo>
                  <a:pt x="13229" y="43988"/>
                </a:lnTo>
                <a:lnTo>
                  <a:pt x="11036" y="47811"/>
                </a:lnTo>
                <a:lnTo>
                  <a:pt x="9011" y="51762"/>
                </a:lnTo>
                <a:lnTo>
                  <a:pt x="7184" y="55810"/>
                </a:lnTo>
                <a:lnTo>
                  <a:pt x="5539" y="59958"/>
                </a:lnTo>
                <a:lnTo>
                  <a:pt x="4105" y="64203"/>
                </a:lnTo>
                <a:lnTo>
                  <a:pt x="2882" y="68547"/>
                </a:lnTo>
                <a:lnTo>
                  <a:pt x="1856" y="72975"/>
                </a:lnTo>
                <a:lnTo>
                  <a:pt x="1054" y="77474"/>
                </a:lnTo>
                <a:lnTo>
                  <a:pt x="464" y="82043"/>
                </a:lnTo>
                <a:lnTo>
                  <a:pt x="112" y="86682"/>
                </a:lnTo>
                <a:lnTo>
                  <a:pt x="0" y="91377"/>
                </a:lnTo>
                <a:lnTo>
                  <a:pt x="112" y="96073"/>
                </a:lnTo>
                <a:lnTo>
                  <a:pt x="464" y="100712"/>
                </a:lnTo>
                <a:lnTo>
                  <a:pt x="1054" y="105281"/>
                </a:lnTo>
                <a:lnTo>
                  <a:pt x="1856" y="109779"/>
                </a:lnTo>
                <a:lnTo>
                  <a:pt x="2882" y="114208"/>
                </a:lnTo>
                <a:close/>
                <a:moveTo>
                  <a:pt x="14473" y="83363"/>
                </a:moveTo>
                <a:lnTo>
                  <a:pt x="14955" y="79543"/>
                </a:lnTo>
                <a:lnTo>
                  <a:pt x="15634" y="75767"/>
                </a:lnTo>
                <a:lnTo>
                  <a:pt x="16482" y="72096"/>
                </a:lnTo>
                <a:lnTo>
                  <a:pt x="17574" y="68253"/>
                </a:lnTo>
                <a:lnTo>
                  <a:pt x="18798" y="64658"/>
                </a:lnTo>
                <a:lnTo>
                  <a:pt x="20163" y="61222"/>
                </a:lnTo>
                <a:lnTo>
                  <a:pt x="21616" y="57999"/>
                </a:lnTo>
                <a:lnTo>
                  <a:pt x="23346" y="54606"/>
                </a:lnTo>
                <a:lnTo>
                  <a:pt x="25333" y="51143"/>
                </a:lnTo>
                <a:lnTo>
                  <a:pt x="25164" y="51438"/>
                </a:lnTo>
                <a:lnTo>
                  <a:pt x="27330" y="48050"/>
                </a:lnTo>
                <a:lnTo>
                  <a:pt x="29386" y="45158"/>
                </a:lnTo>
                <a:lnTo>
                  <a:pt x="31617" y="42312"/>
                </a:lnTo>
                <a:lnTo>
                  <a:pt x="34100" y="39448"/>
                </a:lnTo>
                <a:lnTo>
                  <a:pt x="36702" y="36702"/>
                </a:lnTo>
                <a:lnTo>
                  <a:pt x="39448" y="34100"/>
                </a:lnTo>
                <a:lnTo>
                  <a:pt x="42312" y="31617"/>
                </a:lnTo>
                <a:lnTo>
                  <a:pt x="45158" y="29386"/>
                </a:lnTo>
                <a:lnTo>
                  <a:pt x="48050" y="27330"/>
                </a:lnTo>
                <a:lnTo>
                  <a:pt x="51438" y="25164"/>
                </a:lnTo>
                <a:lnTo>
                  <a:pt x="51143" y="25333"/>
                </a:lnTo>
                <a:lnTo>
                  <a:pt x="54606" y="23346"/>
                </a:lnTo>
                <a:lnTo>
                  <a:pt x="58008" y="21612"/>
                </a:lnTo>
                <a:lnTo>
                  <a:pt x="61434" y="20061"/>
                </a:lnTo>
                <a:lnTo>
                  <a:pt x="61124" y="20201"/>
                </a:lnTo>
                <a:lnTo>
                  <a:pt x="64658" y="18798"/>
                </a:lnTo>
                <a:lnTo>
                  <a:pt x="68253" y="17574"/>
                </a:lnTo>
                <a:lnTo>
                  <a:pt x="72096" y="16482"/>
                </a:lnTo>
                <a:lnTo>
                  <a:pt x="75767" y="15634"/>
                </a:lnTo>
                <a:lnTo>
                  <a:pt x="79543" y="14955"/>
                </a:lnTo>
                <a:lnTo>
                  <a:pt x="83363" y="14473"/>
                </a:lnTo>
                <a:lnTo>
                  <a:pt x="87568" y="14142"/>
                </a:lnTo>
                <a:lnTo>
                  <a:pt x="87216" y="14171"/>
                </a:lnTo>
                <a:lnTo>
                  <a:pt x="91377" y="14063"/>
                </a:lnTo>
                <a:lnTo>
                  <a:pt x="95538" y="14171"/>
                </a:lnTo>
                <a:lnTo>
                  <a:pt x="95187" y="14142"/>
                </a:lnTo>
                <a:lnTo>
                  <a:pt x="99391" y="14473"/>
                </a:lnTo>
                <a:lnTo>
                  <a:pt x="103211" y="14955"/>
                </a:lnTo>
                <a:lnTo>
                  <a:pt x="106987" y="15634"/>
                </a:lnTo>
                <a:lnTo>
                  <a:pt x="110659" y="16482"/>
                </a:lnTo>
                <a:lnTo>
                  <a:pt x="114502" y="17574"/>
                </a:lnTo>
                <a:lnTo>
                  <a:pt x="118097" y="18798"/>
                </a:lnTo>
                <a:lnTo>
                  <a:pt x="121532" y="20163"/>
                </a:lnTo>
                <a:lnTo>
                  <a:pt x="124755" y="21616"/>
                </a:lnTo>
                <a:lnTo>
                  <a:pt x="128148" y="23346"/>
                </a:lnTo>
                <a:lnTo>
                  <a:pt x="131611" y="25333"/>
                </a:lnTo>
                <a:lnTo>
                  <a:pt x="131316" y="25164"/>
                </a:lnTo>
                <a:lnTo>
                  <a:pt x="134704" y="27330"/>
                </a:lnTo>
                <a:lnTo>
                  <a:pt x="137597" y="29386"/>
                </a:lnTo>
                <a:lnTo>
                  <a:pt x="140443" y="31617"/>
                </a:lnTo>
                <a:lnTo>
                  <a:pt x="143306" y="34100"/>
                </a:lnTo>
                <a:lnTo>
                  <a:pt x="146053" y="36702"/>
                </a:lnTo>
                <a:lnTo>
                  <a:pt x="148655" y="39448"/>
                </a:lnTo>
                <a:lnTo>
                  <a:pt x="151137" y="42312"/>
                </a:lnTo>
                <a:lnTo>
                  <a:pt x="153369" y="45158"/>
                </a:lnTo>
                <a:lnTo>
                  <a:pt x="155424" y="48050"/>
                </a:lnTo>
                <a:lnTo>
                  <a:pt x="157591" y="51438"/>
                </a:lnTo>
                <a:lnTo>
                  <a:pt x="157422" y="51143"/>
                </a:lnTo>
                <a:lnTo>
                  <a:pt x="159409" y="54606"/>
                </a:lnTo>
                <a:lnTo>
                  <a:pt x="161138" y="57999"/>
                </a:lnTo>
                <a:lnTo>
                  <a:pt x="162592" y="61222"/>
                </a:lnTo>
                <a:lnTo>
                  <a:pt x="163956" y="64658"/>
                </a:lnTo>
                <a:lnTo>
                  <a:pt x="165180" y="68253"/>
                </a:lnTo>
                <a:lnTo>
                  <a:pt x="166272" y="72096"/>
                </a:lnTo>
                <a:lnTo>
                  <a:pt x="167121" y="75767"/>
                </a:lnTo>
                <a:lnTo>
                  <a:pt x="167799" y="79543"/>
                </a:lnTo>
                <a:lnTo>
                  <a:pt x="168281" y="83363"/>
                </a:lnTo>
                <a:lnTo>
                  <a:pt x="168612" y="87568"/>
                </a:lnTo>
                <a:lnTo>
                  <a:pt x="168584" y="87216"/>
                </a:lnTo>
                <a:lnTo>
                  <a:pt x="168692" y="91377"/>
                </a:lnTo>
                <a:lnTo>
                  <a:pt x="168584" y="95538"/>
                </a:lnTo>
                <a:lnTo>
                  <a:pt x="168612" y="95187"/>
                </a:lnTo>
                <a:lnTo>
                  <a:pt x="168281" y="99391"/>
                </a:lnTo>
                <a:lnTo>
                  <a:pt x="167799" y="103211"/>
                </a:lnTo>
                <a:lnTo>
                  <a:pt x="167121" y="106987"/>
                </a:lnTo>
                <a:lnTo>
                  <a:pt x="166272" y="110659"/>
                </a:lnTo>
                <a:lnTo>
                  <a:pt x="165180" y="114502"/>
                </a:lnTo>
                <a:lnTo>
                  <a:pt x="163956" y="118097"/>
                </a:lnTo>
                <a:lnTo>
                  <a:pt x="162592" y="121532"/>
                </a:lnTo>
                <a:lnTo>
                  <a:pt x="161138" y="124755"/>
                </a:lnTo>
                <a:lnTo>
                  <a:pt x="159409" y="128148"/>
                </a:lnTo>
                <a:lnTo>
                  <a:pt x="157422" y="131611"/>
                </a:lnTo>
                <a:lnTo>
                  <a:pt x="157591" y="131316"/>
                </a:lnTo>
                <a:lnTo>
                  <a:pt x="155424" y="134704"/>
                </a:lnTo>
                <a:lnTo>
                  <a:pt x="153369" y="137597"/>
                </a:lnTo>
                <a:lnTo>
                  <a:pt x="151137" y="140443"/>
                </a:lnTo>
                <a:lnTo>
                  <a:pt x="148655" y="143306"/>
                </a:lnTo>
                <a:lnTo>
                  <a:pt x="146053" y="146053"/>
                </a:lnTo>
                <a:lnTo>
                  <a:pt x="143306" y="148655"/>
                </a:lnTo>
                <a:lnTo>
                  <a:pt x="140443" y="151137"/>
                </a:lnTo>
                <a:lnTo>
                  <a:pt x="137597" y="153369"/>
                </a:lnTo>
                <a:lnTo>
                  <a:pt x="134704" y="155424"/>
                </a:lnTo>
                <a:lnTo>
                  <a:pt x="131316" y="157591"/>
                </a:lnTo>
                <a:lnTo>
                  <a:pt x="131611" y="157422"/>
                </a:lnTo>
                <a:lnTo>
                  <a:pt x="128148" y="159409"/>
                </a:lnTo>
                <a:lnTo>
                  <a:pt x="124755" y="161138"/>
                </a:lnTo>
                <a:lnTo>
                  <a:pt x="121532" y="162592"/>
                </a:lnTo>
                <a:lnTo>
                  <a:pt x="118097" y="163956"/>
                </a:lnTo>
                <a:lnTo>
                  <a:pt x="114502" y="165180"/>
                </a:lnTo>
                <a:lnTo>
                  <a:pt x="110659" y="166272"/>
                </a:lnTo>
                <a:lnTo>
                  <a:pt x="106987" y="167121"/>
                </a:lnTo>
                <a:lnTo>
                  <a:pt x="103211" y="167799"/>
                </a:lnTo>
                <a:lnTo>
                  <a:pt x="99391" y="168281"/>
                </a:lnTo>
                <a:lnTo>
                  <a:pt x="95187" y="168612"/>
                </a:lnTo>
                <a:lnTo>
                  <a:pt x="95538" y="168584"/>
                </a:lnTo>
                <a:lnTo>
                  <a:pt x="91377" y="168692"/>
                </a:lnTo>
                <a:lnTo>
                  <a:pt x="87216" y="168584"/>
                </a:lnTo>
                <a:lnTo>
                  <a:pt x="87568" y="168612"/>
                </a:lnTo>
                <a:lnTo>
                  <a:pt x="83363" y="168281"/>
                </a:lnTo>
                <a:lnTo>
                  <a:pt x="79543" y="167799"/>
                </a:lnTo>
                <a:lnTo>
                  <a:pt x="75767" y="167121"/>
                </a:lnTo>
                <a:lnTo>
                  <a:pt x="72096" y="166272"/>
                </a:lnTo>
                <a:lnTo>
                  <a:pt x="68253" y="165180"/>
                </a:lnTo>
                <a:lnTo>
                  <a:pt x="64658" y="163956"/>
                </a:lnTo>
                <a:lnTo>
                  <a:pt x="61124" y="162553"/>
                </a:lnTo>
                <a:lnTo>
                  <a:pt x="61434" y="162694"/>
                </a:lnTo>
                <a:lnTo>
                  <a:pt x="58008" y="161143"/>
                </a:lnTo>
                <a:lnTo>
                  <a:pt x="54606" y="159409"/>
                </a:lnTo>
                <a:lnTo>
                  <a:pt x="51143" y="157422"/>
                </a:lnTo>
                <a:lnTo>
                  <a:pt x="51438" y="157591"/>
                </a:lnTo>
                <a:lnTo>
                  <a:pt x="48050" y="155424"/>
                </a:lnTo>
                <a:lnTo>
                  <a:pt x="45158" y="153369"/>
                </a:lnTo>
                <a:lnTo>
                  <a:pt x="42312" y="151137"/>
                </a:lnTo>
                <a:lnTo>
                  <a:pt x="39448" y="148655"/>
                </a:lnTo>
                <a:lnTo>
                  <a:pt x="36702" y="146053"/>
                </a:lnTo>
                <a:lnTo>
                  <a:pt x="34100" y="143306"/>
                </a:lnTo>
                <a:lnTo>
                  <a:pt x="31617" y="140443"/>
                </a:lnTo>
                <a:lnTo>
                  <a:pt x="29386" y="137597"/>
                </a:lnTo>
                <a:lnTo>
                  <a:pt x="27330" y="134704"/>
                </a:lnTo>
                <a:lnTo>
                  <a:pt x="25164" y="131316"/>
                </a:lnTo>
                <a:lnTo>
                  <a:pt x="25333" y="131611"/>
                </a:lnTo>
                <a:lnTo>
                  <a:pt x="23346" y="128148"/>
                </a:lnTo>
                <a:lnTo>
                  <a:pt x="21616" y="124755"/>
                </a:lnTo>
                <a:lnTo>
                  <a:pt x="20163" y="121532"/>
                </a:lnTo>
                <a:lnTo>
                  <a:pt x="18798" y="118097"/>
                </a:lnTo>
                <a:lnTo>
                  <a:pt x="17574" y="114502"/>
                </a:lnTo>
                <a:lnTo>
                  <a:pt x="16482" y="110659"/>
                </a:lnTo>
                <a:lnTo>
                  <a:pt x="15634" y="106987"/>
                </a:lnTo>
                <a:lnTo>
                  <a:pt x="14955" y="103211"/>
                </a:lnTo>
                <a:lnTo>
                  <a:pt x="14473" y="99391"/>
                </a:lnTo>
                <a:lnTo>
                  <a:pt x="14142" y="95187"/>
                </a:lnTo>
                <a:lnTo>
                  <a:pt x="14171" y="95538"/>
                </a:lnTo>
                <a:lnTo>
                  <a:pt x="14063" y="91377"/>
                </a:lnTo>
                <a:lnTo>
                  <a:pt x="14171" y="87216"/>
                </a:lnTo>
                <a:lnTo>
                  <a:pt x="14142" y="87568"/>
                </a:lnTo>
                <a:lnTo>
                  <a:pt x="14473" y="83363"/>
                </a:lnTo>
                <a:close/>
              </a:path>
            </a:pathLst>
          </a:custGeom>
          <a:solidFill xmlns:a="http://schemas.openxmlformats.org/drawingml/2006/main">
            <a:srgbClr val="000000"/>
          </a:solidFill>
          <a:ln xmlns:a="http://schemas.openxmlformats.org/drawingml/2006/main" w="0" cap="flat">
            <a:noFill/>
            <a:miter/>
          </a:ln>
        </p:spPr>
      </p:sp>
      <p:sp>
        <p:nvSpPr>
          <p:cNvPr id="888" name="Text 1">
            <a:extLst xmlns:a="http://schemas.openxmlformats.org/drawingml/2006/main">
              <a:ext uri="{FF2B5EF4-FFF2-40B4-BE49-F238E27FC236}">
                <a16:creationId xmlns:a16="http://schemas.microsoft.com/office/drawing/2014/main" id="{4221A275-D253-4D19-A9DA-B7C268D4210F}"/>
              </a:ext>
            </a:extLst>
          </p:cNvPr>
          <p:cNvSpPr>
            <a:spLocks xmlns:a="http://schemas.openxmlformats.org/drawingml/2006/main" noGrp="1"/>
          </p:cNvSpPr>
          <p:nvPr/>
        </p:nvSpPr>
        <p:spPr>
          <a:xfrm xmlns:a="http://schemas.openxmlformats.org/drawingml/2006/main">
            <a:off x="652469" y="3775942"/>
            <a:ext cx="36948" cy="95762"/>
          </a:xfrm>
          <a:custGeom xmlns:a="http://schemas.openxmlformats.org/drawingml/2006/main">
            <a:pathLst>
              <a:path w="36948" h="95762">
                <a:moveTo>
                  <a:pt x="0" y="11140"/>
                </a:moveTo>
                <a:lnTo>
                  <a:pt x="22833" y="0"/>
                </a:lnTo>
                <a:lnTo>
                  <a:pt x="25117" y="0"/>
                </a:lnTo>
                <a:lnTo>
                  <a:pt x="25117" y="79225"/>
                </a:lnTo>
                <a:cubicBezTo>
                  <a:pt x="25117" y="84483"/>
                  <a:pt x="25336" y="87758"/>
                  <a:pt x="25774" y="89050"/>
                </a:cubicBezTo>
                <a:cubicBezTo>
                  <a:pt x="26212" y="90342"/>
                  <a:pt x="27123" y="91333"/>
                  <a:pt x="28507" y="92025"/>
                </a:cubicBezTo>
                <a:cubicBezTo>
                  <a:pt x="29891" y="92717"/>
                  <a:pt x="32705" y="93109"/>
                  <a:pt x="36948" y="93202"/>
                </a:cubicBezTo>
                <a:lnTo>
                  <a:pt x="36948" y="95762"/>
                </a:lnTo>
                <a:lnTo>
                  <a:pt x="1661" y="95762"/>
                </a:lnTo>
                <a:lnTo>
                  <a:pt x="1661" y="93202"/>
                </a:lnTo>
                <a:cubicBezTo>
                  <a:pt x="6089" y="93109"/>
                  <a:pt x="8949" y="92729"/>
                  <a:pt x="10240" y="92060"/>
                </a:cubicBezTo>
                <a:cubicBezTo>
                  <a:pt x="11532" y="91391"/>
                  <a:pt x="12431" y="90492"/>
                  <a:pt x="12939" y="89361"/>
                </a:cubicBezTo>
                <a:cubicBezTo>
                  <a:pt x="13446" y="88231"/>
                  <a:pt x="13700" y="84852"/>
                  <a:pt x="13700" y="79225"/>
                </a:cubicBezTo>
                <a:lnTo>
                  <a:pt x="13700" y="28576"/>
                </a:lnTo>
                <a:cubicBezTo>
                  <a:pt x="13700" y="21749"/>
                  <a:pt x="13469" y="17367"/>
                  <a:pt x="13008" y="15430"/>
                </a:cubicBezTo>
                <a:cubicBezTo>
                  <a:pt x="12685" y="13954"/>
                  <a:pt x="12097" y="12870"/>
                  <a:pt x="11244" y="12178"/>
                </a:cubicBezTo>
                <a:cubicBezTo>
                  <a:pt x="10390" y="11486"/>
                  <a:pt x="9364" y="11140"/>
                  <a:pt x="8165" y="11140"/>
                </a:cubicBezTo>
                <a:cubicBezTo>
                  <a:pt x="6458" y="11140"/>
                  <a:pt x="4082" y="11855"/>
                  <a:pt x="1038" y="13285"/>
                </a:cubicBezTo>
                <a:lnTo>
                  <a:pt x="0" y="11140"/>
                </a:lnTo>
                <a:close/>
              </a:path>
            </a:pathLst>
          </a:custGeom>
          <a:solidFill xmlns:a="http://schemas.openxmlformats.org/drawingml/2006/main">
            <a:srgbClr val="000000"/>
          </a:solidFill>
          <a:ln xmlns:a="http://schemas.openxmlformats.org/drawingml/2006/main" w="0" cap="flat">
            <a:noFill/>
            <a:miter/>
          </a:ln>
        </p:spPr>
      </p:sp>
      <p:sp>
        <p:nvSpPr>
          <p:cNvPr id="889" name="Text y">
            <a:extLst xmlns:a="http://schemas.openxmlformats.org/drawingml/2006/main">
              <a:ext uri="{FF2B5EF4-FFF2-40B4-BE49-F238E27FC236}">
                <a16:creationId xmlns:a16="http://schemas.microsoft.com/office/drawing/2014/main" id="{0B506C1E-544B-40D3-9425-FF295325ABE5}"/>
              </a:ext>
            </a:extLst>
          </p:cNvPr>
          <p:cNvSpPr>
            <a:spLocks xmlns:a="http://schemas.openxmlformats.org/drawingml/2006/main" noGrp="1"/>
          </p:cNvSpPr>
          <p:nvPr/>
        </p:nvSpPr>
        <p:spPr>
          <a:xfrm xmlns:a="http://schemas.openxmlformats.org/drawingml/2006/main">
            <a:off x="519114" y="3702646"/>
            <a:ext cx="118615" cy="161079"/>
          </a:xfrm>
          <a:custGeom xmlns:a="http://schemas.openxmlformats.org/drawingml/2006/main">
            <a:pathLst>
              <a:path w="118615" h="161079">
                <a:moveTo>
                  <a:pt x="0" y="0"/>
                </a:moveTo>
                <a:lnTo>
                  <a:pt x="50648" y="0"/>
                </a:lnTo>
                <a:lnTo>
                  <a:pt x="50648" y="4389"/>
                </a:lnTo>
                <a:lnTo>
                  <a:pt x="48158" y="4389"/>
                </a:lnTo>
                <a:cubicBezTo>
                  <a:pt x="44599" y="4389"/>
                  <a:pt x="41930" y="5160"/>
                  <a:pt x="40151" y="6702"/>
                </a:cubicBezTo>
                <a:cubicBezTo>
                  <a:pt x="38372" y="8244"/>
                  <a:pt x="37482" y="10161"/>
                  <a:pt x="37482" y="12455"/>
                </a:cubicBezTo>
                <a:cubicBezTo>
                  <a:pt x="37482" y="15539"/>
                  <a:pt x="38787" y="19809"/>
                  <a:pt x="41397" y="25265"/>
                </a:cubicBezTo>
                <a:lnTo>
                  <a:pt x="67848" y="80065"/>
                </a:lnTo>
                <a:lnTo>
                  <a:pt x="92164" y="20046"/>
                </a:lnTo>
                <a:cubicBezTo>
                  <a:pt x="93508" y="16804"/>
                  <a:pt x="94180" y="13601"/>
                  <a:pt x="94180" y="10438"/>
                </a:cubicBezTo>
                <a:cubicBezTo>
                  <a:pt x="94180" y="9015"/>
                  <a:pt x="93903" y="7947"/>
                  <a:pt x="93350" y="7235"/>
                </a:cubicBezTo>
                <a:cubicBezTo>
                  <a:pt x="92717" y="6366"/>
                  <a:pt x="91729" y="5674"/>
                  <a:pt x="90384" y="5160"/>
                </a:cubicBezTo>
                <a:cubicBezTo>
                  <a:pt x="89040" y="4646"/>
                  <a:pt x="86668" y="4389"/>
                  <a:pt x="83268" y="4389"/>
                </a:cubicBezTo>
                <a:lnTo>
                  <a:pt x="83268" y="0"/>
                </a:lnTo>
                <a:lnTo>
                  <a:pt x="118615" y="0"/>
                </a:lnTo>
                <a:lnTo>
                  <a:pt x="118615" y="4389"/>
                </a:lnTo>
                <a:cubicBezTo>
                  <a:pt x="115689" y="4705"/>
                  <a:pt x="113435" y="5338"/>
                  <a:pt x="111854" y="6287"/>
                </a:cubicBezTo>
                <a:cubicBezTo>
                  <a:pt x="110272" y="7235"/>
                  <a:pt x="108532" y="9015"/>
                  <a:pt x="106635" y="11624"/>
                </a:cubicBezTo>
                <a:cubicBezTo>
                  <a:pt x="105923" y="12731"/>
                  <a:pt x="104579" y="15776"/>
                  <a:pt x="102602" y="20758"/>
                </a:cubicBezTo>
                <a:lnTo>
                  <a:pt x="58358" y="129171"/>
                </a:lnTo>
                <a:cubicBezTo>
                  <a:pt x="54088" y="139689"/>
                  <a:pt x="48494" y="147636"/>
                  <a:pt x="41574" y="153013"/>
                </a:cubicBezTo>
                <a:cubicBezTo>
                  <a:pt x="34655" y="158390"/>
                  <a:pt x="27993" y="161079"/>
                  <a:pt x="21588" y="161079"/>
                </a:cubicBezTo>
                <a:cubicBezTo>
                  <a:pt x="16922" y="161079"/>
                  <a:pt x="13087" y="159751"/>
                  <a:pt x="10082" y="157094"/>
                </a:cubicBezTo>
                <a:cubicBezTo>
                  <a:pt x="7077" y="154438"/>
                  <a:pt x="5575" y="151391"/>
                  <a:pt x="5575" y="147953"/>
                </a:cubicBezTo>
                <a:cubicBezTo>
                  <a:pt x="5575" y="144672"/>
                  <a:pt x="6662" y="142025"/>
                  <a:pt x="8837" y="140014"/>
                </a:cubicBezTo>
                <a:cubicBezTo>
                  <a:pt x="11011" y="138005"/>
                  <a:pt x="13997" y="137000"/>
                  <a:pt x="17792" y="137000"/>
                </a:cubicBezTo>
                <a:cubicBezTo>
                  <a:pt x="20402" y="137000"/>
                  <a:pt x="23960" y="137870"/>
                  <a:pt x="28468" y="139610"/>
                </a:cubicBezTo>
                <a:cubicBezTo>
                  <a:pt x="31631" y="140796"/>
                  <a:pt x="33608" y="141389"/>
                  <a:pt x="34398" y="141389"/>
                </a:cubicBezTo>
                <a:cubicBezTo>
                  <a:pt x="36771" y="141389"/>
                  <a:pt x="39360" y="140154"/>
                  <a:pt x="42168" y="137686"/>
                </a:cubicBezTo>
                <a:cubicBezTo>
                  <a:pt x="44975" y="135220"/>
                  <a:pt x="47802" y="130445"/>
                  <a:pt x="50648" y="123363"/>
                </a:cubicBezTo>
                <a:lnTo>
                  <a:pt x="58358" y="104381"/>
                </a:lnTo>
                <a:lnTo>
                  <a:pt x="19334" y="22418"/>
                </a:lnTo>
                <a:cubicBezTo>
                  <a:pt x="18148" y="19967"/>
                  <a:pt x="16250" y="16922"/>
                  <a:pt x="13641" y="13285"/>
                </a:cubicBezTo>
                <a:cubicBezTo>
                  <a:pt x="11664" y="10517"/>
                  <a:pt x="10043" y="8659"/>
                  <a:pt x="8777" y="7710"/>
                </a:cubicBezTo>
                <a:cubicBezTo>
                  <a:pt x="6959" y="6445"/>
                  <a:pt x="4033" y="5338"/>
                  <a:pt x="0" y="4389"/>
                </a:cubicBezTo>
                <a:lnTo>
                  <a:pt x="0" y="0"/>
                </a:lnTo>
                <a:close/>
              </a:path>
            </a:pathLst>
          </a:custGeom>
          <a:solidFill xmlns:a="http://schemas.openxmlformats.org/drawingml/2006/main">
            <a:srgbClr val="000000"/>
          </a:solidFill>
          <a:ln xmlns:a="http://schemas.openxmlformats.org/drawingml/2006/main" w="0" cap="flat">
            <a:noFill/>
            <a:miter/>
          </a:ln>
        </p:spPr>
      </p:sp>
      <p:sp>
        <p:nvSpPr>
          <p:cNvPr id="890" name="Text ˆ">
            <a:extLst xmlns:a="http://schemas.openxmlformats.org/drawingml/2006/main">
              <a:ext uri="{FF2B5EF4-FFF2-40B4-BE49-F238E27FC236}">
                <a16:creationId xmlns:a16="http://schemas.microsoft.com/office/drawing/2014/main" id="{424E2238-0EF0-44D0-AA5D-AF935D7DAB51}"/>
              </a:ext>
            </a:extLst>
          </p:cNvPr>
          <p:cNvSpPr>
            <a:spLocks xmlns:a="http://schemas.openxmlformats.org/drawingml/2006/main" noGrp="1"/>
          </p:cNvSpPr>
          <p:nvPr/>
        </p:nvSpPr>
        <p:spPr>
          <a:xfrm xmlns:a="http://schemas.openxmlformats.org/drawingml/2006/main">
            <a:off x="539892" y="3635566"/>
            <a:ext cx="66780" cy="39380"/>
          </a:xfrm>
          <a:custGeom xmlns:a="http://schemas.openxmlformats.org/drawingml/2006/main">
            <a:pathLst>
              <a:path w="66780" h="39380">
                <a:moveTo>
                  <a:pt x="22418" y="0"/>
                </a:moveTo>
                <a:lnTo>
                  <a:pt x="44243" y="0"/>
                </a:lnTo>
                <a:lnTo>
                  <a:pt x="66780" y="39380"/>
                </a:lnTo>
                <a:lnTo>
                  <a:pt x="63103" y="39380"/>
                </a:lnTo>
                <a:lnTo>
                  <a:pt x="30721" y="14037"/>
                </a:lnTo>
                <a:lnTo>
                  <a:pt x="3558" y="39380"/>
                </a:lnTo>
                <a:lnTo>
                  <a:pt x="0" y="39380"/>
                </a:lnTo>
                <a:lnTo>
                  <a:pt x="22418" y="0"/>
                </a:lnTo>
                <a:close/>
              </a:path>
            </a:pathLst>
          </a:custGeom>
          <a:solidFill xmlns:a="http://schemas.openxmlformats.org/drawingml/2006/main">
            <a:srgbClr val="000000"/>
          </a:solidFill>
          <a:ln xmlns:a="http://schemas.openxmlformats.org/drawingml/2006/main" w="0" cap="flat">
            <a:noFill/>
            <a:miter/>
          </a:ln>
        </p:spPr>
      </p:sp>
      <p:sp>
        <p:nvSpPr>
          <p:cNvPr id="891" name="Vector element">
            <a:extLst xmlns:a="http://schemas.openxmlformats.org/drawingml/2006/main">
              <a:ext uri="{FF2B5EF4-FFF2-40B4-BE49-F238E27FC236}">
                <a16:creationId xmlns:a16="http://schemas.microsoft.com/office/drawing/2014/main" id="{1B116F0D-274D-417F-82F3-C3ACDA74A5C5}"/>
              </a:ext>
            </a:extLst>
          </p:cNvPr>
          <p:cNvSpPr>
            <a:spLocks xmlns:a="http://schemas.openxmlformats.org/drawingml/2006/main" noGrp="1"/>
          </p:cNvSpPr>
          <p:nvPr/>
        </p:nvSpPr>
        <p:spPr>
          <a:xfrm xmlns:a="http://schemas.openxmlformats.org/drawingml/2006/main">
            <a:off x="250166" y="4743584"/>
            <a:ext cx="163073" cy="157450"/>
          </a:xfrm>
          <a:custGeom xmlns:a="http://schemas.openxmlformats.org/drawingml/2006/main">
            <a:pathLst>
              <a:path w="163073" h="157450">
                <a:moveTo>
                  <a:pt x="843" y="79006"/>
                </a:moveTo>
                <a:cubicBezTo>
                  <a:pt x="0" y="35244"/>
                  <a:pt x="36509" y="0"/>
                  <a:pt x="81537" y="0"/>
                </a:cubicBezTo>
                <a:cubicBezTo>
                  <a:pt x="126565" y="0"/>
                  <a:pt x="163073" y="35244"/>
                  <a:pt x="163073" y="78725"/>
                </a:cubicBezTo>
                <a:cubicBezTo>
                  <a:pt x="163073" y="122207"/>
                  <a:pt x="126565" y="157450"/>
                  <a:pt x="81537" y="157450"/>
                </a:cubicBezTo>
                <a:cubicBezTo>
                  <a:pt x="36509" y="157450"/>
                  <a:pt x="0" y="122207"/>
                  <a:pt x="843" y="79006"/>
                </a:cubicBezTo>
              </a:path>
            </a:pathLst>
          </a:custGeom>
          <a:solidFill xmlns:a="http://schemas.openxmlformats.org/drawingml/2006/main">
            <a:srgbClr val="E57C53"/>
          </a:solidFill>
          <a:ln xmlns:a="http://schemas.openxmlformats.org/drawingml/2006/main" w="0" cap="flat">
            <a:noFill/>
            <a:miter/>
          </a:ln>
        </p:spPr>
      </p:sp>
      <p:sp>
        <p:nvSpPr>
          <p:cNvPr id="892" name="Vector element">
            <a:extLst xmlns:a="http://schemas.openxmlformats.org/drawingml/2006/main">
              <a:ext uri="{FF2B5EF4-FFF2-40B4-BE49-F238E27FC236}">
                <a16:creationId xmlns:a16="http://schemas.microsoft.com/office/drawing/2014/main" id="{A908055B-6FC2-4C2D-B08E-D7935516E01D}"/>
              </a:ext>
            </a:extLst>
          </p:cNvPr>
          <p:cNvSpPr>
            <a:spLocks xmlns:a="http://schemas.openxmlformats.org/drawingml/2006/main" noGrp="1"/>
          </p:cNvSpPr>
          <p:nvPr/>
        </p:nvSpPr>
        <p:spPr>
          <a:xfrm xmlns:a="http://schemas.openxmlformats.org/drawingml/2006/main">
            <a:off x="243137" y="4736555"/>
            <a:ext cx="177131" cy="171508"/>
          </a:xfrm>
          <a:custGeom xmlns:a="http://schemas.openxmlformats.org/drawingml/2006/main">
            <a:pathLst>
              <a:path w="177131" h="171508">
                <a:moveTo>
                  <a:pt x="4007" y="111326"/>
                </a:moveTo>
                <a:lnTo>
                  <a:pt x="5398" y="115318"/>
                </a:lnTo>
                <a:lnTo>
                  <a:pt x="7001" y="119212"/>
                </a:lnTo>
                <a:lnTo>
                  <a:pt x="8772" y="123022"/>
                </a:lnTo>
                <a:lnTo>
                  <a:pt x="10740" y="126719"/>
                </a:lnTo>
                <a:lnTo>
                  <a:pt x="12877" y="130318"/>
                </a:lnTo>
                <a:lnTo>
                  <a:pt x="15197" y="133804"/>
                </a:lnTo>
                <a:lnTo>
                  <a:pt x="17671" y="137164"/>
                </a:lnTo>
                <a:lnTo>
                  <a:pt x="20356" y="140468"/>
                </a:lnTo>
                <a:lnTo>
                  <a:pt x="26021" y="146485"/>
                </a:lnTo>
                <a:lnTo>
                  <a:pt x="32319" y="152010"/>
                </a:lnTo>
                <a:lnTo>
                  <a:pt x="39067" y="156874"/>
                </a:lnTo>
                <a:lnTo>
                  <a:pt x="42722" y="159151"/>
                </a:lnTo>
                <a:lnTo>
                  <a:pt x="46434" y="161204"/>
                </a:lnTo>
                <a:lnTo>
                  <a:pt x="50258" y="163087"/>
                </a:lnTo>
                <a:lnTo>
                  <a:pt x="54166" y="164802"/>
                </a:lnTo>
                <a:lnTo>
                  <a:pt x="58186" y="166335"/>
                </a:lnTo>
                <a:lnTo>
                  <a:pt x="62291" y="167670"/>
                </a:lnTo>
                <a:lnTo>
                  <a:pt x="66495" y="168823"/>
                </a:lnTo>
                <a:lnTo>
                  <a:pt x="70768" y="169779"/>
                </a:lnTo>
                <a:lnTo>
                  <a:pt x="75126" y="170524"/>
                </a:lnTo>
                <a:lnTo>
                  <a:pt x="79540" y="171072"/>
                </a:lnTo>
                <a:lnTo>
                  <a:pt x="84025" y="171396"/>
                </a:lnTo>
                <a:lnTo>
                  <a:pt x="88566" y="171508"/>
                </a:lnTo>
                <a:lnTo>
                  <a:pt x="93106" y="171396"/>
                </a:lnTo>
                <a:lnTo>
                  <a:pt x="97591" y="171072"/>
                </a:lnTo>
                <a:lnTo>
                  <a:pt x="102005" y="170524"/>
                </a:lnTo>
                <a:lnTo>
                  <a:pt x="106363" y="169779"/>
                </a:lnTo>
                <a:lnTo>
                  <a:pt x="110637" y="168823"/>
                </a:lnTo>
                <a:lnTo>
                  <a:pt x="114840" y="167670"/>
                </a:lnTo>
                <a:lnTo>
                  <a:pt x="118945" y="166335"/>
                </a:lnTo>
                <a:lnTo>
                  <a:pt x="122966" y="164802"/>
                </a:lnTo>
                <a:lnTo>
                  <a:pt x="126874" y="163087"/>
                </a:lnTo>
                <a:lnTo>
                  <a:pt x="130698" y="161204"/>
                </a:lnTo>
                <a:lnTo>
                  <a:pt x="134409" y="159151"/>
                </a:lnTo>
                <a:lnTo>
                  <a:pt x="138064" y="156874"/>
                </a:lnTo>
                <a:lnTo>
                  <a:pt x="144812" y="152010"/>
                </a:lnTo>
                <a:lnTo>
                  <a:pt x="151110" y="146485"/>
                </a:lnTo>
                <a:lnTo>
                  <a:pt x="156775" y="140468"/>
                </a:lnTo>
                <a:lnTo>
                  <a:pt x="159460" y="137164"/>
                </a:lnTo>
                <a:lnTo>
                  <a:pt x="161935" y="133804"/>
                </a:lnTo>
                <a:lnTo>
                  <a:pt x="164254" y="130318"/>
                </a:lnTo>
                <a:lnTo>
                  <a:pt x="166391" y="126719"/>
                </a:lnTo>
                <a:lnTo>
                  <a:pt x="168359" y="123022"/>
                </a:lnTo>
                <a:lnTo>
                  <a:pt x="170130" y="119212"/>
                </a:lnTo>
                <a:lnTo>
                  <a:pt x="171733" y="115318"/>
                </a:lnTo>
                <a:lnTo>
                  <a:pt x="173125" y="111326"/>
                </a:lnTo>
                <a:lnTo>
                  <a:pt x="174334" y="107235"/>
                </a:lnTo>
                <a:lnTo>
                  <a:pt x="175318" y="103074"/>
                </a:lnTo>
                <a:lnTo>
                  <a:pt x="176105" y="98842"/>
                </a:lnTo>
                <a:lnTo>
                  <a:pt x="176667" y="94540"/>
                </a:lnTo>
                <a:lnTo>
                  <a:pt x="177019" y="90168"/>
                </a:lnTo>
                <a:lnTo>
                  <a:pt x="177131" y="85754"/>
                </a:lnTo>
                <a:lnTo>
                  <a:pt x="177019" y="81340"/>
                </a:lnTo>
                <a:lnTo>
                  <a:pt x="176667" y="76968"/>
                </a:lnTo>
                <a:lnTo>
                  <a:pt x="176105" y="72666"/>
                </a:lnTo>
                <a:lnTo>
                  <a:pt x="175318" y="68435"/>
                </a:lnTo>
                <a:lnTo>
                  <a:pt x="174334" y="64273"/>
                </a:lnTo>
                <a:lnTo>
                  <a:pt x="173125" y="60182"/>
                </a:lnTo>
                <a:lnTo>
                  <a:pt x="171733" y="56190"/>
                </a:lnTo>
                <a:lnTo>
                  <a:pt x="170130" y="52296"/>
                </a:lnTo>
                <a:lnTo>
                  <a:pt x="168359" y="48486"/>
                </a:lnTo>
                <a:lnTo>
                  <a:pt x="166391" y="44775"/>
                </a:lnTo>
                <a:lnTo>
                  <a:pt x="164254" y="41190"/>
                </a:lnTo>
                <a:lnTo>
                  <a:pt x="161935" y="37704"/>
                </a:lnTo>
                <a:lnTo>
                  <a:pt x="159460" y="34344"/>
                </a:lnTo>
                <a:lnTo>
                  <a:pt x="156775" y="31040"/>
                </a:lnTo>
                <a:lnTo>
                  <a:pt x="151110" y="25023"/>
                </a:lnTo>
                <a:lnTo>
                  <a:pt x="144812" y="19499"/>
                </a:lnTo>
                <a:lnTo>
                  <a:pt x="138064" y="14634"/>
                </a:lnTo>
                <a:lnTo>
                  <a:pt x="134409" y="12357"/>
                </a:lnTo>
                <a:lnTo>
                  <a:pt x="130698" y="10305"/>
                </a:lnTo>
                <a:lnTo>
                  <a:pt x="126874" y="8421"/>
                </a:lnTo>
                <a:lnTo>
                  <a:pt x="122966" y="6706"/>
                </a:lnTo>
                <a:lnTo>
                  <a:pt x="118945" y="5173"/>
                </a:lnTo>
                <a:lnTo>
                  <a:pt x="114840" y="3838"/>
                </a:lnTo>
                <a:lnTo>
                  <a:pt x="110637" y="2685"/>
                </a:lnTo>
                <a:lnTo>
                  <a:pt x="106363" y="1729"/>
                </a:lnTo>
                <a:lnTo>
                  <a:pt x="102005" y="984"/>
                </a:lnTo>
                <a:lnTo>
                  <a:pt x="97591" y="436"/>
                </a:lnTo>
                <a:lnTo>
                  <a:pt x="93106" y="112"/>
                </a:lnTo>
                <a:lnTo>
                  <a:pt x="88566" y="0"/>
                </a:lnTo>
                <a:lnTo>
                  <a:pt x="84025" y="112"/>
                </a:lnTo>
                <a:lnTo>
                  <a:pt x="79540" y="436"/>
                </a:lnTo>
                <a:lnTo>
                  <a:pt x="75126" y="984"/>
                </a:lnTo>
                <a:lnTo>
                  <a:pt x="70768" y="1729"/>
                </a:lnTo>
                <a:lnTo>
                  <a:pt x="66495" y="2685"/>
                </a:lnTo>
                <a:lnTo>
                  <a:pt x="62291" y="3838"/>
                </a:lnTo>
                <a:lnTo>
                  <a:pt x="58186" y="5173"/>
                </a:lnTo>
                <a:lnTo>
                  <a:pt x="54166" y="6706"/>
                </a:lnTo>
                <a:lnTo>
                  <a:pt x="50258" y="8421"/>
                </a:lnTo>
                <a:lnTo>
                  <a:pt x="46434" y="10305"/>
                </a:lnTo>
                <a:lnTo>
                  <a:pt x="42722" y="12357"/>
                </a:lnTo>
                <a:lnTo>
                  <a:pt x="39067" y="14634"/>
                </a:lnTo>
                <a:lnTo>
                  <a:pt x="32319" y="19499"/>
                </a:lnTo>
                <a:lnTo>
                  <a:pt x="26021" y="25023"/>
                </a:lnTo>
                <a:lnTo>
                  <a:pt x="20356" y="31040"/>
                </a:lnTo>
                <a:lnTo>
                  <a:pt x="17671" y="34344"/>
                </a:lnTo>
                <a:lnTo>
                  <a:pt x="15197" y="37704"/>
                </a:lnTo>
                <a:lnTo>
                  <a:pt x="12877" y="41190"/>
                </a:lnTo>
                <a:lnTo>
                  <a:pt x="10740" y="44775"/>
                </a:lnTo>
                <a:lnTo>
                  <a:pt x="8772" y="48486"/>
                </a:lnTo>
                <a:lnTo>
                  <a:pt x="7001" y="52296"/>
                </a:lnTo>
                <a:lnTo>
                  <a:pt x="5398" y="56190"/>
                </a:lnTo>
                <a:lnTo>
                  <a:pt x="4007" y="60182"/>
                </a:lnTo>
                <a:lnTo>
                  <a:pt x="2798" y="64273"/>
                </a:lnTo>
                <a:lnTo>
                  <a:pt x="1813" y="68435"/>
                </a:lnTo>
                <a:lnTo>
                  <a:pt x="1026" y="72666"/>
                </a:lnTo>
                <a:lnTo>
                  <a:pt x="464" y="76968"/>
                </a:lnTo>
                <a:lnTo>
                  <a:pt x="112" y="81340"/>
                </a:lnTo>
                <a:lnTo>
                  <a:pt x="0" y="85754"/>
                </a:lnTo>
                <a:lnTo>
                  <a:pt x="112" y="90168"/>
                </a:lnTo>
                <a:lnTo>
                  <a:pt x="464" y="94540"/>
                </a:lnTo>
                <a:lnTo>
                  <a:pt x="1026" y="98842"/>
                </a:lnTo>
                <a:lnTo>
                  <a:pt x="1813" y="103074"/>
                </a:lnTo>
                <a:lnTo>
                  <a:pt x="2798" y="107235"/>
                </a:lnTo>
                <a:lnTo>
                  <a:pt x="4007" y="111326"/>
                </a:lnTo>
                <a:close/>
                <a:moveTo>
                  <a:pt x="14424" y="78627"/>
                </a:moveTo>
                <a:lnTo>
                  <a:pt x="14944" y="74676"/>
                </a:lnTo>
                <a:lnTo>
                  <a:pt x="14873" y="75042"/>
                </a:lnTo>
                <a:lnTo>
                  <a:pt x="15532" y="71477"/>
                </a:lnTo>
                <a:lnTo>
                  <a:pt x="16413" y="67805"/>
                </a:lnTo>
                <a:lnTo>
                  <a:pt x="17432" y="64330"/>
                </a:lnTo>
                <a:lnTo>
                  <a:pt x="17334" y="64667"/>
                </a:lnTo>
                <a:lnTo>
                  <a:pt x="18546" y="61203"/>
                </a:lnTo>
                <a:lnTo>
                  <a:pt x="19876" y="57942"/>
                </a:lnTo>
                <a:lnTo>
                  <a:pt x="21367" y="54753"/>
                </a:lnTo>
                <a:lnTo>
                  <a:pt x="22958" y="51759"/>
                </a:lnTo>
                <a:lnTo>
                  <a:pt x="24759" y="48713"/>
                </a:lnTo>
                <a:lnTo>
                  <a:pt x="26802" y="45643"/>
                </a:lnTo>
                <a:lnTo>
                  <a:pt x="28822" y="42912"/>
                </a:lnTo>
                <a:lnTo>
                  <a:pt x="30878" y="40389"/>
                </a:lnTo>
                <a:lnTo>
                  <a:pt x="35794" y="35159"/>
                </a:lnTo>
                <a:lnTo>
                  <a:pt x="41122" y="30478"/>
                </a:lnTo>
                <a:lnTo>
                  <a:pt x="46895" y="26320"/>
                </a:lnTo>
                <a:lnTo>
                  <a:pt x="49916" y="24451"/>
                </a:lnTo>
                <a:lnTo>
                  <a:pt x="52973" y="22752"/>
                </a:lnTo>
                <a:lnTo>
                  <a:pt x="56234" y="21135"/>
                </a:lnTo>
                <a:lnTo>
                  <a:pt x="59470" y="19725"/>
                </a:lnTo>
                <a:lnTo>
                  <a:pt x="62902" y="18425"/>
                </a:lnTo>
                <a:lnTo>
                  <a:pt x="66400" y="17285"/>
                </a:lnTo>
                <a:lnTo>
                  <a:pt x="69870" y="16329"/>
                </a:lnTo>
                <a:lnTo>
                  <a:pt x="73664" y="15492"/>
                </a:lnTo>
                <a:lnTo>
                  <a:pt x="73327" y="15548"/>
                </a:lnTo>
                <a:lnTo>
                  <a:pt x="77043" y="14911"/>
                </a:lnTo>
                <a:lnTo>
                  <a:pt x="81087" y="14409"/>
                </a:lnTo>
                <a:lnTo>
                  <a:pt x="80749" y="14452"/>
                </a:lnTo>
                <a:lnTo>
                  <a:pt x="84763" y="14151"/>
                </a:lnTo>
                <a:lnTo>
                  <a:pt x="88566" y="14062"/>
                </a:lnTo>
                <a:lnTo>
                  <a:pt x="92368" y="14151"/>
                </a:lnTo>
                <a:lnTo>
                  <a:pt x="96382" y="14452"/>
                </a:lnTo>
                <a:lnTo>
                  <a:pt x="96045" y="14409"/>
                </a:lnTo>
                <a:lnTo>
                  <a:pt x="100088" y="14911"/>
                </a:lnTo>
                <a:lnTo>
                  <a:pt x="103805" y="15548"/>
                </a:lnTo>
                <a:lnTo>
                  <a:pt x="103467" y="15492"/>
                </a:lnTo>
                <a:lnTo>
                  <a:pt x="107261" y="16329"/>
                </a:lnTo>
                <a:lnTo>
                  <a:pt x="110732" y="17285"/>
                </a:lnTo>
                <a:lnTo>
                  <a:pt x="114229" y="18425"/>
                </a:lnTo>
                <a:lnTo>
                  <a:pt x="117662" y="19725"/>
                </a:lnTo>
                <a:lnTo>
                  <a:pt x="120897" y="21135"/>
                </a:lnTo>
                <a:lnTo>
                  <a:pt x="124158" y="22752"/>
                </a:lnTo>
                <a:lnTo>
                  <a:pt x="127215" y="24451"/>
                </a:lnTo>
                <a:lnTo>
                  <a:pt x="130236" y="26320"/>
                </a:lnTo>
                <a:lnTo>
                  <a:pt x="136010" y="30478"/>
                </a:lnTo>
                <a:lnTo>
                  <a:pt x="141338" y="35159"/>
                </a:lnTo>
                <a:lnTo>
                  <a:pt x="146253" y="40389"/>
                </a:lnTo>
                <a:lnTo>
                  <a:pt x="148309" y="42912"/>
                </a:lnTo>
                <a:lnTo>
                  <a:pt x="150330" y="45643"/>
                </a:lnTo>
                <a:lnTo>
                  <a:pt x="152372" y="48713"/>
                </a:lnTo>
                <a:lnTo>
                  <a:pt x="154173" y="51759"/>
                </a:lnTo>
                <a:lnTo>
                  <a:pt x="155764" y="54753"/>
                </a:lnTo>
                <a:lnTo>
                  <a:pt x="157256" y="57942"/>
                </a:lnTo>
                <a:lnTo>
                  <a:pt x="158586" y="61203"/>
                </a:lnTo>
                <a:lnTo>
                  <a:pt x="159798" y="64667"/>
                </a:lnTo>
                <a:lnTo>
                  <a:pt x="159699" y="64330"/>
                </a:lnTo>
                <a:lnTo>
                  <a:pt x="160718" y="67805"/>
                </a:lnTo>
                <a:lnTo>
                  <a:pt x="161595" y="71458"/>
                </a:lnTo>
                <a:lnTo>
                  <a:pt x="162214" y="74878"/>
                </a:lnTo>
                <a:lnTo>
                  <a:pt x="162708" y="78627"/>
                </a:lnTo>
                <a:lnTo>
                  <a:pt x="162680" y="78261"/>
                </a:lnTo>
                <a:lnTo>
                  <a:pt x="162981" y="82156"/>
                </a:lnTo>
                <a:lnTo>
                  <a:pt x="163069" y="85754"/>
                </a:lnTo>
                <a:lnTo>
                  <a:pt x="162981" y="89352"/>
                </a:lnTo>
                <a:lnTo>
                  <a:pt x="162680" y="93247"/>
                </a:lnTo>
                <a:lnTo>
                  <a:pt x="162708" y="92881"/>
                </a:lnTo>
                <a:lnTo>
                  <a:pt x="162214" y="96630"/>
                </a:lnTo>
                <a:lnTo>
                  <a:pt x="161595" y="100050"/>
                </a:lnTo>
                <a:lnTo>
                  <a:pt x="160718" y="103703"/>
                </a:lnTo>
                <a:lnTo>
                  <a:pt x="159699" y="107179"/>
                </a:lnTo>
                <a:lnTo>
                  <a:pt x="159798" y="106841"/>
                </a:lnTo>
                <a:lnTo>
                  <a:pt x="158586" y="110305"/>
                </a:lnTo>
                <a:lnTo>
                  <a:pt x="157256" y="113566"/>
                </a:lnTo>
                <a:lnTo>
                  <a:pt x="155764" y="116755"/>
                </a:lnTo>
                <a:lnTo>
                  <a:pt x="154173" y="119750"/>
                </a:lnTo>
                <a:lnTo>
                  <a:pt x="152372" y="122795"/>
                </a:lnTo>
                <a:lnTo>
                  <a:pt x="150418" y="125732"/>
                </a:lnTo>
                <a:lnTo>
                  <a:pt x="148306" y="128600"/>
                </a:lnTo>
                <a:lnTo>
                  <a:pt x="146253" y="131119"/>
                </a:lnTo>
                <a:lnTo>
                  <a:pt x="141338" y="136350"/>
                </a:lnTo>
                <a:lnTo>
                  <a:pt x="136010" y="141030"/>
                </a:lnTo>
                <a:lnTo>
                  <a:pt x="130236" y="145189"/>
                </a:lnTo>
                <a:lnTo>
                  <a:pt x="127215" y="147057"/>
                </a:lnTo>
                <a:lnTo>
                  <a:pt x="124158" y="148756"/>
                </a:lnTo>
                <a:lnTo>
                  <a:pt x="120897" y="150373"/>
                </a:lnTo>
                <a:lnTo>
                  <a:pt x="117662" y="151783"/>
                </a:lnTo>
                <a:lnTo>
                  <a:pt x="114229" y="153084"/>
                </a:lnTo>
                <a:lnTo>
                  <a:pt x="110747" y="154218"/>
                </a:lnTo>
                <a:lnTo>
                  <a:pt x="107080" y="155215"/>
                </a:lnTo>
                <a:lnTo>
                  <a:pt x="107418" y="155145"/>
                </a:lnTo>
                <a:lnTo>
                  <a:pt x="103714" y="155962"/>
                </a:lnTo>
                <a:lnTo>
                  <a:pt x="100067" y="156599"/>
                </a:lnTo>
                <a:lnTo>
                  <a:pt x="96045" y="157099"/>
                </a:lnTo>
                <a:lnTo>
                  <a:pt x="96382" y="157056"/>
                </a:lnTo>
                <a:lnTo>
                  <a:pt x="92368" y="157357"/>
                </a:lnTo>
                <a:lnTo>
                  <a:pt x="88566" y="157446"/>
                </a:lnTo>
                <a:lnTo>
                  <a:pt x="84763" y="157357"/>
                </a:lnTo>
                <a:lnTo>
                  <a:pt x="80749" y="157056"/>
                </a:lnTo>
                <a:lnTo>
                  <a:pt x="81087" y="157099"/>
                </a:lnTo>
                <a:lnTo>
                  <a:pt x="77064" y="156599"/>
                </a:lnTo>
                <a:lnTo>
                  <a:pt x="73417" y="155962"/>
                </a:lnTo>
                <a:lnTo>
                  <a:pt x="69714" y="155145"/>
                </a:lnTo>
                <a:lnTo>
                  <a:pt x="70051" y="155215"/>
                </a:lnTo>
                <a:lnTo>
                  <a:pt x="66385" y="154218"/>
                </a:lnTo>
                <a:lnTo>
                  <a:pt x="62902" y="153084"/>
                </a:lnTo>
                <a:lnTo>
                  <a:pt x="59470" y="151783"/>
                </a:lnTo>
                <a:lnTo>
                  <a:pt x="56234" y="150373"/>
                </a:lnTo>
                <a:lnTo>
                  <a:pt x="52973" y="148756"/>
                </a:lnTo>
                <a:lnTo>
                  <a:pt x="49916" y="147057"/>
                </a:lnTo>
                <a:lnTo>
                  <a:pt x="46895" y="145189"/>
                </a:lnTo>
                <a:lnTo>
                  <a:pt x="41122" y="141030"/>
                </a:lnTo>
                <a:lnTo>
                  <a:pt x="35794" y="136350"/>
                </a:lnTo>
                <a:lnTo>
                  <a:pt x="30878" y="131119"/>
                </a:lnTo>
                <a:lnTo>
                  <a:pt x="28825" y="128600"/>
                </a:lnTo>
                <a:lnTo>
                  <a:pt x="26713" y="125732"/>
                </a:lnTo>
                <a:lnTo>
                  <a:pt x="24759" y="122795"/>
                </a:lnTo>
                <a:lnTo>
                  <a:pt x="22958" y="119750"/>
                </a:lnTo>
                <a:lnTo>
                  <a:pt x="21367" y="116755"/>
                </a:lnTo>
                <a:lnTo>
                  <a:pt x="19876" y="113566"/>
                </a:lnTo>
                <a:lnTo>
                  <a:pt x="18546" y="110305"/>
                </a:lnTo>
                <a:lnTo>
                  <a:pt x="17334" y="106841"/>
                </a:lnTo>
                <a:lnTo>
                  <a:pt x="17432" y="107179"/>
                </a:lnTo>
                <a:lnTo>
                  <a:pt x="16413" y="103703"/>
                </a:lnTo>
                <a:lnTo>
                  <a:pt x="15532" y="100031"/>
                </a:lnTo>
                <a:lnTo>
                  <a:pt x="14873" y="96466"/>
                </a:lnTo>
                <a:lnTo>
                  <a:pt x="14944" y="96832"/>
                </a:lnTo>
                <a:lnTo>
                  <a:pt x="14424" y="92881"/>
                </a:lnTo>
                <a:lnTo>
                  <a:pt x="14452" y="93247"/>
                </a:lnTo>
                <a:lnTo>
                  <a:pt x="14150" y="89352"/>
                </a:lnTo>
                <a:lnTo>
                  <a:pt x="14062" y="85754"/>
                </a:lnTo>
                <a:lnTo>
                  <a:pt x="14150" y="82156"/>
                </a:lnTo>
                <a:lnTo>
                  <a:pt x="14452" y="78261"/>
                </a:lnTo>
                <a:lnTo>
                  <a:pt x="14424" y="78627"/>
                </a:lnTo>
                <a:close/>
              </a:path>
            </a:pathLst>
          </a:custGeom>
          <a:solidFill xmlns:a="http://schemas.openxmlformats.org/drawingml/2006/main">
            <a:srgbClr val="000000"/>
          </a:solidFill>
          <a:ln xmlns:a="http://schemas.openxmlformats.org/drawingml/2006/main" w="0" cap="flat">
            <a:noFill/>
            <a:miter/>
          </a:ln>
        </p:spPr>
      </p:sp>
      <p:sp>
        <p:nvSpPr>
          <p:cNvPr id="893" name="Vector element">
            <a:extLst xmlns:a="http://schemas.openxmlformats.org/drawingml/2006/main">
              <a:ext uri="{FF2B5EF4-FFF2-40B4-BE49-F238E27FC236}">
                <a16:creationId xmlns:a16="http://schemas.microsoft.com/office/drawing/2014/main" id="{3AA81121-1A34-4340-8BA9-CB32EAEDC9CD}"/>
              </a:ext>
            </a:extLst>
          </p:cNvPr>
          <p:cNvSpPr>
            <a:spLocks xmlns:a="http://schemas.openxmlformats.org/drawingml/2006/main" noGrp="1"/>
          </p:cNvSpPr>
          <p:nvPr/>
        </p:nvSpPr>
        <p:spPr>
          <a:xfrm xmlns:a="http://schemas.openxmlformats.org/drawingml/2006/main">
            <a:off x="360873" y="4970973"/>
            <a:ext cx="386596" cy="441423"/>
          </a:xfrm>
          <a:custGeom xmlns:a="http://schemas.openxmlformats.org/drawingml/2006/main">
            <a:pathLst>
              <a:path w="386596" h="441423">
                <a:moveTo>
                  <a:pt x="386343" y="3641"/>
                </a:moveTo>
                <a:lnTo>
                  <a:pt x="385584" y="2179"/>
                </a:lnTo>
                <a:lnTo>
                  <a:pt x="384417" y="1012"/>
                </a:lnTo>
                <a:lnTo>
                  <a:pt x="382955" y="253"/>
                </a:lnTo>
                <a:lnTo>
                  <a:pt x="381324" y="0"/>
                </a:lnTo>
                <a:lnTo>
                  <a:pt x="5272" y="0"/>
                </a:lnTo>
                <a:lnTo>
                  <a:pt x="3641" y="253"/>
                </a:lnTo>
                <a:lnTo>
                  <a:pt x="2179" y="1012"/>
                </a:lnTo>
                <a:lnTo>
                  <a:pt x="1012" y="2179"/>
                </a:lnTo>
                <a:lnTo>
                  <a:pt x="253" y="3641"/>
                </a:lnTo>
                <a:lnTo>
                  <a:pt x="0" y="5272"/>
                </a:lnTo>
                <a:lnTo>
                  <a:pt x="0" y="436151"/>
                </a:lnTo>
                <a:lnTo>
                  <a:pt x="253" y="437782"/>
                </a:lnTo>
                <a:lnTo>
                  <a:pt x="1012" y="439244"/>
                </a:lnTo>
                <a:lnTo>
                  <a:pt x="2179" y="440410"/>
                </a:lnTo>
                <a:lnTo>
                  <a:pt x="3641" y="441169"/>
                </a:lnTo>
                <a:lnTo>
                  <a:pt x="5272" y="441423"/>
                </a:lnTo>
                <a:lnTo>
                  <a:pt x="381324" y="441423"/>
                </a:lnTo>
                <a:lnTo>
                  <a:pt x="382955" y="441169"/>
                </a:lnTo>
                <a:lnTo>
                  <a:pt x="384417" y="440410"/>
                </a:lnTo>
                <a:lnTo>
                  <a:pt x="385584" y="439244"/>
                </a:lnTo>
                <a:lnTo>
                  <a:pt x="386343" y="437782"/>
                </a:lnTo>
                <a:lnTo>
                  <a:pt x="386596" y="436151"/>
                </a:lnTo>
                <a:lnTo>
                  <a:pt x="386596" y="5272"/>
                </a:lnTo>
                <a:lnTo>
                  <a:pt x="386343" y="3641"/>
                </a:lnTo>
                <a:close/>
                <a:moveTo>
                  <a:pt x="10544" y="430879"/>
                </a:moveTo>
                <a:lnTo>
                  <a:pt x="10544" y="10544"/>
                </a:lnTo>
                <a:lnTo>
                  <a:pt x="376053" y="10544"/>
                </a:lnTo>
                <a:lnTo>
                  <a:pt x="376053" y="430879"/>
                </a:lnTo>
                <a:lnTo>
                  <a:pt x="10544" y="430879"/>
                </a:lnTo>
                <a:close/>
              </a:path>
            </a:pathLst>
          </a:custGeom>
          <a:solidFill xmlns:a="http://schemas.openxmlformats.org/drawingml/2006/main">
            <a:srgbClr val="000000">
              <a:alpha val="0"/>
            </a:srgbClr>
          </a:solidFill>
          <a:ln xmlns:a="http://schemas.openxmlformats.org/drawingml/2006/main" w="0" cap="flat">
            <a:noFill/>
            <a:miter/>
          </a:ln>
        </p:spPr>
      </p:sp>
      <p:sp>
        <p:nvSpPr>
          <p:cNvPr id="894" name="Text .">
            <a:extLst xmlns:a="http://schemas.openxmlformats.org/drawingml/2006/main">
              <a:ext uri="{FF2B5EF4-FFF2-40B4-BE49-F238E27FC236}">
                <a16:creationId xmlns:a16="http://schemas.microsoft.com/office/drawing/2014/main" id="{76BA7907-EDDF-4C93-8A50-2A132A9D4F6C}"/>
              </a:ext>
            </a:extLst>
          </p:cNvPr>
          <p:cNvSpPr>
            <a:spLocks xmlns:a="http://schemas.openxmlformats.org/drawingml/2006/main" noGrp="1"/>
          </p:cNvSpPr>
          <p:nvPr/>
        </p:nvSpPr>
        <p:spPr>
          <a:xfrm xmlns:a="http://schemas.openxmlformats.org/drawingml/2006/main">
            <a:off x="451196" y="5100444"/>
            <a:ext cx="25453" cy="25329"/>
          </a:xfrm>
          <a:custGeom xmlns:a="http://schemas.openxmlformats.org/drawingml/2006/main">
            <a:pathLst>
              <a:path w="25453" h="25329">
                <a:moveTo>
                  <a:pt x="0" y="0"/>
                </a:moveTo>
                <a:lnTo>
                  <a:pt x="25453" y="0"/>
                </a:lnTo>
                <a:lnTo>
                  <a:pt x="25453" y="25329"/>
                </a:lnTo>
                <a:lnTo>
                  <a:pt x="0" y="25329"/>
                </a:lnTo>
                <a:lnTo>
                  <a:pt x="0" y="0"/>
                </a:lnTo>
                <a:close/>
              </a:path>
            </a:pathLst>
          </a:custGeom>
          <a:solidFill xmlns:a="http://schemas.openxmlformats.org/drawingml/2006/main">
            <a:srgbClr val="000000"/>
          </a:solidFill>
          <a:ln xmlns:a="http://schemas.openxmlformats.org/drawingml/2006/main" w="0" cap="flat">
            <a:noFill/>
            <a:miter/>
          </a:ln>
        </p:spPr>
      </p:sp>
      <p:sp>
        <p:nvSpPr>
          <p:cNvPr id="895" name="Text .">
            <a:extLst xmlns:a="http://schemas.openxmlformats.org/drawingml/2006/main">
              <a:ext uri="{FF2B5EF4-FFF2-40B4-BE49-F238E27FC236}">
                <a16:creationId xmlns:a16="http://schemas.microsoft.com/office/drawing/2014/main" id="{083F8CC2-DB7B-4941-B2EC-C43D3F9262CA}"/>
              </a:ext>
            </a:extLst>
          </p:cNvPr>
          <p:cNvSpPr>
            <a:spLocks xmlns:a="http://schemas.openxmlformats.org/drawingml/2006/main" noGrp="1"/>
          </p:cNvSpPr>
          <p:nvPr/>
        </p:nvSpPr>
        <p:spPr>
          <a:xfrm xmlns:a="http://schemas.openxmlformats.org/drawingml/2006/main">
            <a:off x="451196" y="5179169"/>
            <a:ext cx="25453" cy="25329"/>
          </a:xfrm>
          <a:custGeom xmlns:a="http://schemas.openxmlformats.org/drawingml/2006/main">
            <a:pathLst>
              <a:path w="25453" h="25329">
                <a:moveTo>
                  <a:pt x="0" y="0"/>
                </a:moveTo>
                <a:lnTo>
                  <a:pt x="25453" y="0"/>
                </a:lnTo>
                <a:lnTo>
                  <a:pt x="25453" y="25329"/>
                </a:lnTo>
                <a:lnTo>
                  <a:pt x="0" y="25329"/>
                </a:lnTo>
                <a:lnTo>
                  <a:pt x="0" y="0"/>
                </a:lnTo>
                <a:close/>
              </a:path>
            </a:pathLst>
          </a:custGeom>
          <a:solidFill xmlns:a="http://schemas.openxmlformats.org/drawingml/2006/main">
            <a:srgbClr val="000000"/>
          </a:solidFill>
          <a:ln xmlns:a="http://schemas.openxmlformats.org/drawingml/2006/main" w="0" cap="flat">
            <a:noFill/>
            <a:miter/>
          </a:ln>
        </p:spPr>
      </p:sp>
      <p:sp>
        <p:nvSpPr>
          <p:cNvPr id="896" name="Text .">
            <a:extLst xmlns:a="http://schemas.openxmlformats.org/drawingml/2006/main">
              <a:ext uri="{FF2B5EF4-FFF2-40B4-BE49-F238E27FC236}">
                <a16:creationId xmlns:a16="http://schemas.microsoft.com/office/drawing/2014/main" id="{191D3565-97C0-479F-B470-5267EACA9C7D}"/>
              </a:ext>
            </a:extLst>
          </p:cNvPr>
          <p:cNvSpPr>
            <a:spLocks xmlns:a="http://schemas.openxmlformats.org/drawingml/2006/main" noGrp="1"/>
          </p:cNvSpPr>
          <p:nvPr/>
        </p:nvSpPr>
        <p:spPr>
          <a:xfrm xmlns:a="http://schemas.openxmlformats.org/drawingml/2006/main">
            <a:off x="451196" y="5258597"/>
            <a:ext cx="25453" cy="25329"/>
          </a:xfrm>
          <a:custGeom xmlns:a="http://schemas.openxmlformats.org/drawingml/2006/main">
            <a:pathLst>
              <a:path w="25453" h="25329">
                <a:moveTo>
                  <a:pt x="0" y="0"/>
                </a:moveTo>
                <a:lnTo>
                  <a:pt x="25453" y="0"/>
                </a:lnTo>
                <a:lnTo>
                  <a:pt x="25453" y="25329"/>
                </a:lnTo>
                <a:lnTo>
                  <a:pt x="0" y="25329"/>
                </a:lnTo>
                <a:lnTo>
                  <a:pt x="0" y="0"/>
                </a:lnTo>
                <a:close/>
              </a:path>
            </a:pathLst>
          </a:custGeom>
          <a:solidFill xmlns:a="http://schemas.openxmlformats.org/drawingml/2006/main">
            <a:srgbClr val="000000"/>
          </a:solidFill>
          <a:ln xmlns:a="http://schemas.openxmlformats.org/drawingml/2006/main" w="0" cap="flat">
            <a:noFill/>
            <a:miter/>
          </a:ln>
        </p:spPr>
      </p:sp>
      <p:sp>
        <p:nvSpPr>
          <p:cNvPr id="897" name="Vector element">
            <a:extLst xmlns:a="http://schemas.openxmlformats.org/drawingml/2006/main">
              <a:ext uri="{FF2B5EF4-FFF2-40B4-BE49-F238E27FC236}">
                <a16:creationId xmlns:a16="http://schemas.microsoft.com/office/drawing/2014/main" id="{AEF9BFDB-309A-4F65-B3BB-111AB2BE54F1}"/>
              </a:ext>
            </a:extLst>
          </p:cNvPr>
          <p:cNvSpPr>
            <a:spLocks xmlns:a="http://schemas.openxmlformats.org/drawingml/2006/main" noGrp="1"/>
          </p:cNvSpPr>
          <p:nvPr/>
        </p:nvSpPr>
        <p:spPr>
          <a:xfrm xmlns:a="http://schemas.openxmlformats.org/drawingml/2006/main">
            <a:off x="255790" y="5473196"/>
            <a:ext cx="163073" cy="157450"/>
          </a:xfrm>
          <a:custGeom xmlns:a="http://schemas.openxmlformats.org/drawingml/2006/main">
            <a:pathLst>
              <a:path w="163073" h="157450">
                <a:moveTo>
                  <a:pt x="281" y="78163"/>
                </a:moveTo>
                <a:cubicBezTo>
                  <a:pt x="0" y="35244"/>
                  <a:pt x="36509" y="0"/>
                  <a:pt x="81537" y="0"/>
                </a:cubicBezTo>
                <a:cubicBezTo>
                  <a:pt x="126565" y="0"/>
                  <a:pt x="163073" y="35244"/>
                  <a:pt x="163073" y="78725"/>
                </a:cubicBezTo>
                <a:cubicBezTo>
                  <a:pt x="163073" y="122207"/>
                  <a:pt x="126565" y="157450"/>
                  <a:pt x="81537" y="157450"/>
                </a:cubicBezTo>
                <a:cubicBezTo>
                  <a:pt x="36509" y="157450"/>
                  <a:pt x="0" y="122207"/>
                  <a:pt x="281" y="78163"/>
                </a:cubicBezTo>
              </a:path>
            </a:pathLst>
          </a:custGeom>
          <a:solidFill xmlns:a="http://schemas.openxmlformats.org/drawingml/2006/main">
            <a:srgbClr val="57A86D"/>
          </a:solidFill>
          <a:ln xmlns:a="http://schemas.openxmlformats.org/drawingml/2006/main" w="0" cap="flat">
            <a:noFill/>
            <a:miter/>
          </a:ln>
        </p:spPr>
      </p:sp>
      <p:sp>
        <p:nvSpPr>
          <p:cNvPr id="898" name="Vector element">
            <a:extLst xmlns:a="http://schemas.openxmlformats.org/drawingml/2006/main">
              <a:ext uri="{FF2B5EF4-FFF2-40B4-BE49-F238E27FC236}">
                <a16:creationId xmlns:a16="http://schemas.microsoft.com/office/drawing/2014/main" id="{0276057B-96AE-48D2-8111-0859C6A3693F}"/>
              </a:ext>
            </a:extLst>
          </p:cNvPr>
          <p:cNvSpPr>
            <a:spLocks xmlns:a="http://schemas.openxmlformats.org/drawingml/2006/main" noGrp="1"/>
          </p:cNvSpPr>
          <p:nvPr/>
        </p:nvSpPr>
        <p:spPr>
          <a:xfrm xmlns:a="http://schemas.openxmlformats.org/drawingml/2006/main">
            <a:off x="248761" y="5466167"/>
            <a:ext cx="177131" cy="171508"/>
          </a:xfrm>
          <a:custGeom xmlns:a="http://schemas.openxmlformats.org/drawingml/2006/main">
            <a:pathLst>
              <a:path w="177131" h="171508">
                <a:moveTo>
                  <a:pt x="4007" y="111326"/>
                </a:moveTo>
                <a:lnTo>
                  <a:pt x="5398" y="115318"/>
                </a:lnTo>
                <a:lnTo>
                  <a:pt x="7001" y="119212"/>
                </a:lnTo>
                <a:lnTo>
                  <a:pt x="8772" y="123022"/>
                </a:lnTo>
                <a:lnTo>
                  <a:pt x="10740" y="126733"/>
                </a:lnTo>
                <a:lnTo>
                  <a:pt x="12877" y="130318"/>
                </a:lnTo>
                <a:lnTo>
                  <a:pt x="15197" y="133804"/>
                </a:lnTo>
                <a:lnTo>
                  <a:pt x="17671" y="137164"/>
                </a:lnTo>
                <a:lnTo>
                  <a:pt x="20356" y="140468"/>
                </a:lnTo>
                <a:lnTo>
                  <a:pt x="26021" y="146485"/>
                </a:lnTo>
                <a:lnTo>
                  <a:pt x="32319" y="152010"/>
                </a:lnTo>
                <a:lnTo>
                  <a:pt x="39067" y="156874"/>
                </a:lnTo>
                <a:lnTo>
                  <a:pt x="42722" y="159151"/>
                </a:lnTo>
                <a:lnTo>
                  <a:pt x="46434" y="161204"/>
                </a:lnTo>
                <a:lnTo>
                  <a:pt x="50258" y="163087"/>
                </a:lnTo>
                <a:lnTo>
                  <a:pt x="54166" y="164802"/>
                </a:lnTo>
                <a:lnTo>
                  <a:pt x="58186" y="166335"/>
                </a:lnTo>
                <a:lnTo>
                  <a:pt x="62291" y="167670"/>
                </a:lnTo>
                <a:lnTo>
                  <a:pt x="66495" y="168823"/>
                </a:lnTo>
                <a:lnTo>
                  <a:pt x="70768" y="169779"/>
                </a:lnTo>
                <a:lnTo>
                  <a:pt x="75126" y="170524"/>
                </a:lnTo>
                <a:lnTo>
                  <a:pt x="79540" y="171072"/>
                </a:lnTo>
                <a:lnTo>
                  <a:pt x="84025" y="171396"/>
                </a:lnTo>
                <a:lnTo>
                  <a:pt x="88566" y="171508"/>
                </a:lnTo>
                <a:lnTo>
                  <a:pt x="93106" y="171396"/>
                </a:lnTo>
                <a:lnTo>
                  <a:pt x="97591" y="171072"/>
                </a:lnTo>
                <a:lnTo>
                  <a:pt x="102005" y="170524"/>
                </a:lnTo>
                <a:lnTo>
                  <a:pt x="106363" y="169779"/>
                </a:lnTo>
                <a:lnTo>
                  <a:pt x="110637" y="168823"/>
                </a:lnTo>
                <a:lnTo>
                  <a:pt x="114840" y="167670"/>
                </a:lnTo>
                <a:lnTo>
                  <a:pt x="118945" y="166335"/>
                </a:lnTo>
                <a:lnTo>
                  <a:pt x="122966" y="164802"/>
                </a:lnTo>
                <a:lnTo>
                  <a:pt x="126874" y="163087"/>
                </a:lnTo>
                <a:lnTo>
                  <a:pt x="130698" y="161204"/>
                </a:lnTo>
                <a:lnTo>
                  <a:pt x="134409" y="159151"/>
                </a:lnTo>
                <a:lnTo>
                  <a:pt x="138064" y="156874"/>
                </a:lnTo>
                <a:lnTo>
                  <a:pt x="144812" y="152010"/>
                </a:lnTo>
                <a:lnTo>
                  <a:pt x="151110" y="146485"/>
                </a:lnTo>
                <a:lnTo>
                  <a:pt x="156775" y="140468"/>
                </a:lnTo>
                <a:lnTo>
                  <a:pt x="159460" y="137164"/>
                </a:lnTo>
                <a:lnTo>
                  <a:pt x="161935" y="133804"/>
                </a:lnTo>
                <a:lnTo>
                  <a:pt x="164254" y="130318"/>
                </a:lnTo>
                <a:lnTo>
                  <a:pt x="166391" y="126733"/>
                </a:lnTo>
                <a:lnTo>
                  <a:pt x="168359" y="123022"/>
                </a:lnTo>
                <a:lnTo>
                  <a:pt x="170130" y="119212"/>
                </a:lnTo>
                <a:lnTo>
                  <a:pt x="171733" y="115318"/>
                </a:lnTo>
                <a:lnTo>
                  <a:pt x="173125" y="111326"/>
                </a:lnTo>
                <a:lnTo>
                  <a:pt x="174334" y="107235"/>
                </a:lnTo>
                <a:lnTo>
                  <a:pt x="175318" y="103074"/>
                </a:lnTo>
                <a:lnTo>
                  <a:pt x="176105" y="98842"/>
                </a:lnTo>
                <a:lnTo>
                  <a:pt x="176667" y="94540"/>
                </a:lnTo>
                <a:lnTo>
                  <a:pt x="177019" y="90168"/>
                </a:lnTo>
                <a:lnTo>
                  <a:pt x="177131" y="85754"/>
                </a:lnTo>
                <a:lnTo>
                  <a:pt x="177019" y="81340"/>
                </a:lnTo>
                <a:lnTo>
                  <a:pt x="176667" y="76968"/>
                </a:lnTo>
                <a:lnTo>
                  <a:pt x="176105" y="72666"/>
                </a:lnTo>
                <a:lnTo>
                  <a:pt x="175318" y="68435"/>
                </a:lnTo>
                <a:lnTo>
                  <a:pt x="174334" y="64273"/>
                </a:lnTo>
                <a:lnTo>
                  <a:pt x="173125" y="60182"/>
                </a:lnTo>
                <a:lnTo>
                  <a:pt x="171733" y="56190"/>
                </a:lnTo>
                <a:lnTo>
                  <a:pt x="170130" y="52296"/>
                </a:lnTo>
                <a:lnTo>
                  <a:pt x="168359" y="48486"/>
                </a:lnTo>
                <a:lnTo>
                  <a:pt x="166391" y="44775"/>
                </a:lnTo>
                <a:lnTo>
                  <a:pt x="164254" y="41190"/>
                </a:lnTo>
                <a:lnTo>
                  <a:pt x="161935" y="37704"/>
                </a:lnTo>
                <a:lnTo>
                  <a:pt x="159460" y="34344"/>
                </a:lnTo>
                <a:lnTo>
                  <a:pt x="156775" y="31040"/>
                </a:lnTo>
                <a:lnTo>
                  <a:pt x="151110" y="25023"/>
                </a:lnTo>
                <a:lnTo>
                  <a:pt x="144812" y="19499"/>
                </a:lnTo>
                <a:lnTo>
                  <a:pt x="138064" y="14634"/>
                </a:lnTo>
                <a:lnTo>
                  <a:pt x="134409" y="12357"/>
                </a:lnTo>
                <a:lnTo>
                  <a:pt x="130698" y="10305"/>
                </a:lnTo>
                <a:lnTo>
                  <a:pt x="126874" y="8421"/>
                </a:lnTo>
                <a:lnTo>
                  <a:pt x="122966" y="6706"/>
                </a:lnTo>
                <a:lnTo>
                  <a:pt x="118945" y="5173"/>
                </a:lnTo>
                <a:lnTo>
                  <a:pt x="114840" y="3838"/>
                </a:lnTo>
                <a:lnTo>
                  <a:pt x="110637" y="2685"/>
                </a:lnTo>
                <a:lnTo>
                  <a:pt x="106363" y="1729"/>
                </a:lnTo>
                <a:lnTo>
                  <a:pt x="102005" y="984"/>
                </a:lnTo>
                <a:lnTo>
                  <a:pt x="97591" y="436"/>
                </a:lnTo>
                <a:lnTo>
                  <a:pt x="93106" y="112"/>
                </a:lnTo>
                <a:lnTo>
                  <a:pt x="88566" y="0"/>
                </a:lnTo>
                <a:lnTo>
                  <a:pt x="84025" y="112"/>
                </a:lnTo>
                <a:lnTo>
                  <a:pt x="79540" y="436"/>
                </a:lnTo>
                <a:lnTo>
                  <a:pt x="75126" y="984"/>
                </a:lnTo>
                <a:lnTo>
                  <a:pt x="70768" y="1729"/>
                </a:lnTo>
                <a:lnTo>
                  <a:pt x="66495" y="2685"/>
                </a:lnTo>
                <a:lnTo>
                  <a:pt x="62291" y="3838"/>
                </a:lnTo>
                <a:lnTo>
                  <a:pt x="58186" y="5173"/>
                </a:lnTo>
                <a:lnTo>
                  <a:pt x="54166" y="6706"/>
                </a:lnTo>
                <a:lnTo>
                  <a:pt x="50258" y="8421"/>
                </a:lnTo>
                <a:lnTo>
                  <a:pt x="46434" y="10305"/>
                </a:lnTo>
                <a:lnTo>
                  <a:pt x="42722" y="12357"/>
                </a:lnTo>
                <a:lnTo>
                  <a:pt x="39067" y="14634"/>
                </a:lnTo>
                <a:lnTo>
                  <a:pt x="32319" y="19499"/>
                </a:lnTo>
                <a:lnTo>
                  <a:pt x="26021" y="25023"/>
                </a:lnTo>
                <a:lnTo>
                  <a:pt x="20356" y="31040"/>
                </a:lnTo>
                <a:lnTo>
                  <a:pt x="17671" y="34344"/>
                </a:lnTo>
                <a:lnTo>
                  <a:pt x="15197" y="37704"/>
                </a:lnTo>
                <a:lnTo>
                  <a:pt x="12877" y="41190"/>
                </a:lnTo>
                <a:lnTo>
                  <a:pt x="10740" y="44775"/>
                </a:lnTo>
                <a:lnTo>
                  <a:pt x="8772" y="48486"/>
                </a:lnTo>
                <a:lnTo>
                  <a:pt x="7001" y="52296"/>
                </a:lnTo>
                <a:lnTo>
                  <a:pt x="5398" y="56190"/>
                </a:lnTo>
                <a:lnTo>
                  <a:pt x="4007" y="60182"/>
                </a:lnTo>
                <a:lnTo>
                  <a:pt x="2798" y="64273"/>
                </a:lnTo>
                <a:lnTo>
                  <a:pt x="1813" y="68435"/>
                </a:lnTo>
                <a:lnTo>
                  <a:pt x="1026" y="72666"/>
                </a:lnTo>
                <a:lnTo>
                  <a:pt x="464" y="76968"/>
                </a:lnTo>
                <a:lnTo>
                  <a:pt x="112" y="81340"/>
                </a:lnTo>
                <a:lnTo>
                  <a:pt x="0" y="85754"/>
                </a:lnTo>
                <a:lnTo>
                  <a:pt x="112" y="90168"/>
                </a:lnTo>
                <a:lnTo>
                  <a:pt x="464" y="94540"/>
                </a:lnTo>
                <a:lnTo>
                  <a:pt x="1026" y="98842"/>
                </a:lnTo>
                <a:lnTo>
                  <a:pt x="1813" y="103074"/>
                </a:lnTo>
                <a:lnTo>
                  <a:pt x="2798" y="107235"/>
                </a:lnTo>
                <a:lnTo>
                  <a:pt x="4007" y="111326"/>
                </a:lnTo>
                <a:close/>
                <a:moveTo>
                  <a:pt x="14424" y="78627"/>
                </a:moveTo>
                <a:lnTo>
                  <a:pt x="14944" y="74676"/>
                </a:lnTo>
                <a:lnTo>
                  <a:pt x="14873" y="75042"/>
                </a:lnTo>
                <a:lnTo>
                  <a:pt x="15592" y="71226"/>
                </a:lnTo>
                <a:lnTo>
                  <a:pt x="16413" y="67805"/>
                </a:lnTo>
                <a:lnTo>
                  <a:pt x="17432" y="64330"/>
                </a:lnTo>
                <a:lnTo>
                  <a:pt x="17334" y="64667"/>
                </a:lnTo>
                <a:lnTo>
                  <a:pt x="18546" y="61203"/>
                </a:lnTo>
                <a:lnTo>
                  <a:pt x="19876" y="57942"/>
                </a:lnTo>
                <a:lnTo>
                  <a:pt x="21367" y="54753"/>
                </a:lnTo>
                <a:lnTo>
                  <a:pt x="22958" y="51759"/>
                </a:lnTo>
                <a:lnTo>
                  <a:pt x="24759" y="48713"/>
                </a:lnTo>
                <a:lnTo>
                  <a:pt x="26713" y="45776"/>
                </a:lnTo>
                <a:lnTo>
                  <a:pt x="28825" y="42908"/>
                </a:lnTo>
                <a:lnTo>
                  <a:pt x="30878" y="40389"/>
                </a:lnTo>
                <a:lnTo>
                  <a:pt x="35794" y="35159"/>
                </a:lnTo>
                <a:lnTo>
                  <a:pt x="41122" y="30478"/>
                </a:lnTo>
                <a:lnTo>
                  <a:pt x="46895" y="26320"/>
                </a:lnTo>
                <a:lnTo>
                  <a:pt x="49916" y="24451"/>
                </a:lnTo>
                <a:lnTo>
                  <a:pt x="52973" y="22752"/>
                </a:lnTo>
                <a:lnTo>
                  <a:pt x="56234" y="21135"/>
                </a:lnTo>
                <a:lnTo>
                  <a:pt x="59470" y="19725"/>
                </a:lnTo>
                <a:lnTo>
                  <a:pt x="62902" y="18425"/>
                </a:lnTo>
                <a:lnTo>
                  <a:pt x="66385" y="17290"/>
                </a:lnTo>
                <a:lnTo>
                  <a:pt x="70051" y="16293"/>
                </a:lnTo>
                <a:lnTo>
                  <a:pt x="69714" y="16364"/>
                </a:lnTo>
                <a:lnTo>
                  <a:pt x="73417" y="15546"/>
                </a:lnTo>
                <a:lnTo>
                  <a:pt x="77064" y="14909"/>
                </a:lnTo>
                <a:lnTo>
                  <a:pt x="81087" y="14409"/>
                </a:lnTo>
                <a:lnTo>
                  <a:pt x="80749" y="14452"/>
                </a:lnTo>
                <a:lnTo>
                  <a:pt x="84763" y="14151"/>
                </a:lnTo>
                <a:lnTo>
                  <a:pt x="88566" y="14062"/>
                </a:lnTo>
                <a:lnTo>
                  <a:pt x="92368" y="14151"/>
                </a:lnTo>
                <a:lnTo>
                  <a:pt x="96382" y="14452"/>
                </a:lnTo>
                <a:lnTo>
                  <a:pt x="96045" y="14409"/>
                </a:lnTo>
                <a:lnTo>
                  <a:pt x="100067" y="14909"/>
                </a:lnTo>
                <a:lnTo>
                  <a:pt x="103714" y="15546"/>
                </a:lnTo>
                <a:lnTo>
                  <a:pt x="107418" y="16364"/>
                </a:lnTo>
                <a:lnTo>
                  <a:pt x="107080" y="16293"/>
                </a:lnTo>
                <a:lnTo>
                  <a:pt x="110747" y="17290"/>
                </a:lnTo>
                <a:lnTo>
                  <a:pt x="114229" y="18425"/>
                </a:lnTo>
                <a:lnTo>
                  <a:pt x="117662" y="19725"/>
                </a:lnTo>
                <a:lnTo>
                  <a:pt x="120897" y="21135"/>
                </a:lnTo>
                <a:lnTo>
                  <a:pt x="124158" y="22752"/>
                </a:lnTo>
                <a:lnTo>
                  <a:pt x="127215" y="24451"/>
                </a:lnTo>
                <a:lnTo>
                  <a:pt x="130236" y="26320"/>
                </a:lnTo>
                <a:lnTo>
                  <a:pt x="136010" y="30478"/>
                </a:lnTo>
                <a:lnTo>
                  <a:pt x="141338" y="35159"/>
                </a:lnTo>
                <a:lnTo>
                  <a:pt x="146253" y="40389"/>
                </a:lnTo>
                <a:lnTo>
                  <a:pt x="148306" y="42908"/>
                </a:lnTo>
                <a:lnTo>
                  <a:pt x="150418" y="45776"/>
                </a:lnTo>
                <a:lnTo>
                  <a:pt x="152372" y="48713"/>
                </a:lnTo>
                <a:lnTo>
                  <a:pt x="154173" y="51759"/>
                </a:lnTo>
                <a:lnTo>
                  <a:pt x="155764" y="54753"/>
                </a:lnTo>
                <a:lnTo>
                  <a:pt x="157256" y="57942"/>
                </a:lnTo>
                <a:lnTo>
                  <a:pt x="158586" y="61203"/>
                </a:lnTo>
                <a:lnTo>
                  <a:pt x="159798" y="64667"/>
                </a:lnTo>
                <a:lnTo>
                  <a:pt x="159699" y="64330"/>
                </a:lnTo>
                <a:lnTo>
                  <a:pt x="160718" y="67805"/>
                </a:lnTo>
                <a:lnTo>
                  <a:pt x="161599" y="71477"/>
                </a:lnTo>
                <a:lnTo>
                  <a:pt x="162258" y="75042"/>
                </a:lnTo>
                <a:lnTo>
                  <a:pt x="162188" y="74676"/>
                </a:lnTo>
                <a:lnTo>
                  <a:pt x="162708" y="78627"/>
                </a:lnTo>
                <a:lnTo>
                  <a:pt x="162680" y="78261"/>
                </a:lnTo>
                <a:lnTo>
                  <a:pt x="162981" y="82156"/>
                </a:lnTo>
                <a:lnTo>
                  <a:pt x="163069" y="85754"/>
                </a:lnTo>
                <a:lnTo>
                  <a:pt x="162981" y="89352"/>
                </a:lnTo>
                <a:lnTo>
                  <a:pt x="162680" y="93247"/>
                </a:lnTo>
                <a:lnTo>
                  <a:pt x="162708" y="92881"/>
                </a:lnTo>
                <a:lnTo>
                  <a:pt x="162188" y="96832"/>
                </a:lnTo>
                <a:lnTo>
                  <a:pt x="162258" y="96466"/>
                </a:lnTo>
                <a:lnTo>
                  <a:pt x="161599" y="100031"/>
                </a:lnTo>
                <a:lnTo>
                  <a:pt x="160718" y="103703"/>
                </a:lnTo>
                <a:lnTo>
                  <a:pt x="159699" y="107179"/>
                </a:lnTo>
                <a:lnTo>
                  <a:pt x="159798" y="106841"/>
                </a:lnTo>
                <a:lnTo>
                  <a:pt x="158586" y="110305"/>
                </a:lnTo>
                <a:lnTo>
                  <a:pt x="157256" y="113566"/>
                </a:lnTo>
                <a:lnTo>
                  <a:pt x="155764" y="116755"/>
                </a:lnTo>
                <a:lnTo>
                  <a:pt x="154173" y="119750"/>
                </a:lnTo>
                <a:lnTo>
                  <a:pt x="152372" y="122795"/>
                </a:lnTo>
                <a:lnTo>
                  <a:pt x="150330" y="125865"/>
                </a:lnTo>
                <a:lnTo>
                  <a:pt x="148302" y="128606"/>
                </a:lnTo>
                <a:lnTo>
                  <a:pt x="146329" y="131038"/>
                </a:lnTo>
                <a:lnTo>
                  <a:pt x="141338" y="136350"/>
                </a:lnTo>
                <a:lnTo>
                  <a:pt x="136010" y="141030"/>
                </a:lnTo>
                <a:lnTo>
                  <a:pt x="130236" y="145189"/>
                </a:lnTo>
                <a:lnTo>
                  <a:pt x="127215" y="147057"/>
                </a:lnTo>
                <a:lnTo>
                  <a:pt x="124158" y="148756"/>
                </a:lnTo>
                <a:lnTo>
                  <a:pt x="120897" y="150373"/>
                </a:lnTo>
                <a:lnTo>
                  <a:pt x="117662" y="151783"/>
                </a:lnTo>
                <a:lnTo>
                  <a:pt x="114229" y="153084"/>
                </a:lnTo>
                <a:lnTo>
                  <a:pt x="110732" y="154223"/>
                </a:lnTo>
                <a:lnTo>
                  <a:pt x="107261" y="155179"/>
                </a:lnTo>
                <a:lnTo>
                  <a:pt x="103467" y="156016"/>
                </a:lnTo>
                <a:lnTo>
                  <a:pt x="103805" y="155960"/>
                </a:lnTo>
                <a:lnTo>
                  <a:pt x="100088" y="156597"/>
                </a:lnTo>
                <a:lnTo>
                  <a:pt x="96045" y="157099"/>
                </a:lnTo>
                <a:lnTo>
                  <a:pt x="96382" y="157056"/>
                </a:lnTo>
                <a:lnTo>
                  <a:pt x="92368" y="157357"/>
                </a:lnTo>
                <a:lnTo>
                  <a:pt x="88566" y="157446"/>
                </a:lnTo>
                <a:lnTo>
                  <a:pt x="84763" y="157357"/>
                </a:lnTo>
                <a:lnTo>
                  <a:pt x="80749" y="157056"/>
                </a:lnTo>
                <a:lnTo>
                  <a:pt x="81087" y="157099"/>
                </a:lnTo>
                <a:lnTo>
                  <a:pt x="77043" y="156597"/>
                </a:lnTo>
                <a:lnTo>
                  <a:pt x="73327" y="155960"/>
                </a:lnTo>
                <a:lnTo>
                  <a:pt x="73664" y="156016"/>
                </a:lnTo>
                <a:lnTo>
                  <a:pt x="69870" y="155179"/>
                </a:lnTo>
                <a:lnTo>
                  <a:pt x="66400" y="154223"/>
                </a:lnTo>
                <a:lnTo>
                  <a:pt x="62902" y="153084"/>
                </a:lnTo>
                <a:lnTo>
                  <a:pt x="59470" y="151783"/>
                </a:lnTo>
                <a:lnTo>
                  <a:pt x="56234" y="150373"/>
                </a:lnTo>
                <a:lnTo>
                  <a:pt x="52973" y="148756"/>
                </a:lnTo>
                <a:lnTo>
                  <a:pt x="49916" y="147057"/>
                </a:lnTo>
                <a:lnTo>
                  <a:pt x="46895" y="145189"/>
                </a:lnTo>
                <a:lnTo>
                  <a:pt x="41122" y="141030"/>
                </a:lnTo>
                <a:lnTo>
                  <a:pt x="35794" y="136350"/>
                </a:lnTo>
                <a:lnTo>
                  <a:pt x="30802" y="131038"/>
                </a:lnTo>
                <a:lnTo>
                  <a:pt x="28829" y="128606"/>
                </a:lnTo>
                <a:lnTo>
                  <a:pt x="26802" y="125865"/>
                </a:lnTo>
                <a:lnTo>
                  <a:pt x="24759" y="122795"/>
                </a:lnTo>
                <a:lnTo>
                  <a:pt x="22958" y="119750"/>
                </a:lnTo>
                <a:lnTo>
                  <a:pt x="21367" y="116755"/>
                </a:lnTo>
                <a:lnTo>
                  <a:pt x="19876" y="113566"/>
                </a:lnTo>
                <a:lnTo>
                  <a:pt x="18546" y="110305"/>
                </a:lnTo>
                <a:lnTo>
                  <a:pt x="17334" y="106841"/>
                </a:lnTo>
                <a:lnTo>
                  <a:pt x="17432" y="107179"/>
                </a:lnTo>
                <a:lnTo>
                  <a:pt x="16413" y="103703"/>
                </a:lnTo>
                <a:lnTo>
                  <a:pt x="15592" y="100282"/>
                </a:lnTo>
                <a:lnTo>
                  <a:pt x="14873" y="96466"/>
                </a:lnTo>
                <a:lnTo>
                  <a:pt x="14944" y="96832"/>
                </a:lnTo>
                <a:lnTo>
                  <a:pt x="14424" y="92881"/>
                </a:lnTo>
                <a:lnTo>
                  <a:pt x="14452" y="93247"/>
                </a:lnTo>
                <a:lnTo>
                  <a:pt x="14150" y="89352"/>
                </a:lnTo>
                <a:lnTo>
                  <a:pt x="14062" y="85754"/>
                </a:lnTo>
                <a:lnTo>
                  <a:pt x="14150" y="82156"/>
                </a:lnTo>
                <a:lnTo>
                  <a:pt x="14452" y="78261"/>
                </a:lnTo>
                <a:lnTo>
                  <a:pt x="14424" y="78627"/>
                </a:lnTo>
                <a:close/>
              </a:path>
            </a:pathLst>
          </a:custGeom>
          <a:solidFill xmlns:a="http://schemas.openxmlformats.org/drawingml/2006/main">
            <a:srgbClr val="000000"/>
          </a:solidFill>
          <a:ln xmlns:a="http://schemas.openxmlformats.org/drawingml/2006/main" w="0" cap="flat">
            <a:noFill/>
            <a:miter/>
          </a:ln>
        </p:spPr>
      </p:sp>
      <p:sp>
        <p:nvSpPr>
          <p:cNvPr id="899" name="Text 2">
            <a:extLst xmlns:a="http://schemas.openxmlformats.org/drawingml/2006/main">
              <a:ext uri="{FF2B5EF4-FFF2-40B4-BE49-F238E27FC236}">
                <a16:creationId xmlns:a16="http://schemas.microsoft.com/office/drawing/2014/main" id="{96604086-F9FA-48C3-A0B3-EDDB369AEB8C}"/>
              </a:ext>
            </a:extLst>
          </p:cNvPr>
          <p:cNvSpPr>
            <a:spLocks xmlns:a="http://schemas.openxmlformats.org/drawingml/2006/main" noGrp="1"/>
          </p:cNvSpPr>
          <p:nvPr/>
        </p:nvSpPr>
        <p:spPr>
          <a:xfrm xmlns:a="http://schemas.openxmlformats.org/drawingml/2006/main">
            <a:off x="658813" y="4125285"/>
            <a:ext cx="61927" cy="95762"/>
          </a:xfrm>
          <a:custGeom xmlns:a="http://schemas.openxmlformats.org/drawingml/2006/main">
            <a:pathLst>
              <a:path w="61927" h="95762">
                <a:moveTo>
                  <a:pt x="61927" y="77633"/>
                </a:moveTo>
                <a:lnTo>
                  <a:pt x="55354" y="95762"/>
                </a:lnTo>
                <a:lnTo>
                  <a:pt x="0" y="95762"/>
                </a:lnTo>
                <a:lnTo>
                  <a:pt x="0" y="93197"/>
                </a:lnTo>
                <a:cubicBezTo>
                  <a:pt x="16283" y="78320"/>
                  <a:pt x="27746" y="66168"/>
                  <a:pt x="34388" y="56744"/>
                </a:cubicBezTo>
                <a:cubicBezTo>
                  <a:pt x="41031" y="47318"/>
                  <a:pt x="44352" y="38701"/>
                  <a:pt x="44352" y="30892"/>
                </a:cubicBezTo>
                <a:cubicBezTo>
                  <a:pt x="44352" y="24933"/>
                  <a:pt x="42530" y="20036"/>
                  <a:pt x="38886" y="16202"/>
                </a:cubicBezTo>
                <a:cubicBezTo>
                  <a:pt x="35242" y="12366"/>
                  <a:pt x="30883" y="10448"/>
                  <a:pt x="25809" y="10448"/>
                </a:cubicBezTo>
                <a:cubicBezTo>
                  <a:pt x="21196" y="10448"/>
                  <a:pt x="17056" y="11803"/>
                  <a:pt x="13389" y="14513"/>
                </a:cubicBezTo>
                <a:cubicBezTo>
                  <a:pt x="9721" y="17223"/>
                  <a:pt x="7011" y="21196"/>
                  <a:pt x="5259" y="26431"/>
                </a:cubicBezTo>
                <a:lnTo>
                  <a:pt x="2698" y="26431"/>
                </a:lnTo>
                <a:cubicBezTo>
                  <a:pt x="3852" y="17919"/>
                  <a:pt x="6815" y="11386"/>
                  <a:pt x="11590" y="6833"/>
                </a:cubicBezTo>
                <a:cubicBezTo>
                  <a:pt x="16364" y="2278"/>
                  <a:pt x="22326" y="0"/>
                  <a:pt x="29476" y="0"/>
                </a:cubicBezTo>
                <a:cubicBezTo>
                  <a:pt x="37087" y="0"/>
                  <a:pt x="43441" y="2445"/>
                  <a:pt x="48538" y="7334"/>
                </a:cubicBezTo>
                <a:cubicBezTo>
                  <a:pt x="53635" y="12224"/>
                  <a:pt x="56184" y="17990"/>
                  <a:pt x="56184" y="24632"/>
                </a:cubicBezTo>
                <a:cubicBezTo>
                  <a:pt x="56184" y="29384"/>
                  <a:pt x="55077" y="34135"/>
                  <a:pt x="52863" y="38886"/>
                </a:cubicBezTo>
                <a:cubicBezTo>
                  <a:pt x="49449" y="46359"/>
                  <a:pt x="43914" y="54270"/>
                  <a:pt x="36257" y="62619"/>
                </a:cubicBezTo>
                <a:cubicBezTo>
                  <a:pt x="24771" y="75166"/>
                  <a:pt x="17598" y="82730"/>
                  <a:pt x="14738" y="85314"/>
                </a:cubicBezTo>
                <a:lnTo>
                  <a:pt x="39232" y="85314"/>
                </a:lnTo>
                <a:cubicBezTo>
                  <a:pt x="44214" y="85314"/>
                  <a:pt x="47708" y="85128"/>
                  <a:pt x="49714" y="84756"/>
                </a:cubicBezTo>
                <a:cubicBezTo>
                  <a:pt x="51721" y="84382"/>
                  <a:pt x="53531" y="83626"/>
                  <a:pt x="55146" y="82485"/>
                </a:cubicBezTo>
                <a:cubicBezTo>
                  <a:pt x="56760" y="81345"/>
                  <a:pt x="58167" y="79728"/>
                  <a:pt x="59367" y="77633"/>
                </a:cubicBezTo>
                <a:lnTo>
                  <a:pt x="61927" y="77633"/>
                </a:lnTo>
                <a:close/>
              </a:path>
            </a:pathLst>
          </a:custGeom>
          <a:solidFill xmlns:a="http://schemas.openxmlformats.org/drawingml/2006/main">
            <a:srgbClr val="000000"/>
          </a:solidFill>
          <a:ln xmlns:a="http://schemas.openxmlformats.org/drawingml/2006/main" w="0" cap="flat">
            <a:noFill/>
            <a:miter/>
          </a:ln>
        </p:spPr>
      </p:sp>
      <p:sp>
        <p:nvSpPr>
          <p:cNvPr id="900" name="Text y">
            <a:extLst xmlns:a="http://schemas.openxmlformats.org/drawingml/2006/main">
              <a:ext uri="{FF2B5EF4-FFF2-40B4-BE49-F238E27FC236}">
                <a16:creationId xmlns:a16="http://schemas.microsoft.com/office/drawing/2014/main" id="{EED079CE-8189-4FD2-A7FF-3452B40629AD}"/>
              </a:ext>
            </a:extLst>
          </p:cNvPr>
          <p:cNvSpPr>
            <a:spLocks xmlns:a="http://schemas.openxmlformats.org/drawingml/2006/main" noGrp="1"/>
          </p:cNvSpPr>
          <p:nvPr/>
        </p:nvSpPr>
        <p:spPr>
          <a:xfrm xmlns:a="http://schemas.openxmlformats.org/drawingml/2006/main">
            <a:off x="523852" y="4051988"/>
            <a:ext cx="118615" cy="161079"/>
          </a:xfrm>
          <a:custGeom xmlns:a="http://schemas.openxmlformats.org/drawingml/2006/main">
            <a:pathLst>
              <a:path w="118615" h="161079">
                <a:moveTo>
                  <a:pt x="0" y="0"/>
                </a:moveTo>
                <a:lnTo>
                  <a:pt x="50648" y="0"/>
                </a:lnTo>
                <a:lnTo>
                  <a:pt x="50648" y="4389"/>
                </a:lnTo>
                <a:lnTo>
                  <a:pt x="48158" y="4389"/>
                </a:lnTo>
                <a:cubicBezTo>
                  <a:pt x="44599" y="4389"/>
                  <a:pt x="41930" y="5160"/>
                  <a:pt x="40151" y="6702"/>
                </a:cubicBezTo>
                <a:cubicBezTo>
                  <a:pt x="38372" y="8244"/>
                  <a:pt x="37482" y="10161"/>
                  <a:pt x="37482" y="12455"/>
                </a:cubicBezTo>
                <a:cubicBezTo>
                  <a:pt x="37482" y="15539"/>
                  <a:pt x="38787" y="19809"/>
                  <a:pt x="41397" y="25265"/>
                </a:cubicBezTo>
                <a:lnTo>
                  <a:pt x="67848" y="80065"/>
                </a:lnTo>
                <a:lnTo>
                  <a:pt x="92164" y="20046"/>
                </a:lnTo>
                <a:cubicBezTo>
                  <a:pt x="93508" y="16804"/>
                  <a:pt x="94180" y="13601"/>
                  <a:pt x="94180" y="10438"/>
                </a:cubicBezTo>
                <a:cubicBezTo>
                  <a:pt x="94180" y="9015"/>
                  <a:pt x="93903" y="7947"/>
                  <a:pt x="93350" y="7235"/>
                </a:cubicBezTo>
                <a:cubicBezTo>
                  <a:pt x="92717" y="6366"/>
                  <a:pt x="91729" y="5674"/>
                  <a:pt x="90384" y="5160"/>
                </a:cubicBezTo>
                <a:cubicBezTo>
                  <a:pt x="89040" y="4646"/>
                  <a:pt x="86668" y="4389"/>
                  <a:pt x="83268" y="4389"/>
                </a:cubicBezTo>
                <a:lnTo>
                  <a:pt x="83268" y="0"/>
                </a:lnTo>
                <a:lnTo>
                  <a:pt x="118615" y="0"/>
                </a:lnTo>
                <a:lnTo>
                  <a:pt x="118615" y="4389"/>
                </a:lnTo>
                <a:cubicBezTo>
                  <a:pt x="115689" y="4705"/>
                  <a:pt x="113435" y="5338"/>
                  <a:pt x="111854" y="6287"/>
                </a:cubicBezTo>
                <a:cubicBezTo>
                  <a:pt x="110272" y="7235"/>
                  <a:pt x="108532" y="9015"/>
                  <a:pt x="106635" y="11624"/>
                </a:cubicBezTo>
                <a:cubicBezTo>
                  <a:pt x="105923" y="12731"/>
                  <a:pt x="104579" y="15776"/>
                  <a:pt x="102602" y="20758"/>
                </a:cubicBezTo>
                <a:lnTo>
                  <a:pt x="58358" y="129171"/>
                </a:lnTo>
                <a:cubicBezTo>
                  <a:pt x="54088" y="139689"/>
                  <a:pt x="48494" y="147636"/>
                  <a:pt x="41574" y="153013"/>
                </a:cubicBezTo>
                <a:cubicBezTo>
                  <a:pt x="34655" y="158390"/>
                  <a:pt x="27993" y="161079"/>
                  <a:pt x="21588" y="161079"/>
                </a:cubicBezTo>
                <a:cubicBezTo>
                  <a:pt x="16922" y="161079"/>
                  <a:pt x="13087" y="159751"/>
                  <a:pt x="10082" y="157094"/>
                </a:cubicBezTo>
                <a:cubicBezTo>
                  <a:pt x="7077" y="154438"/>
                  <a:pt x="5575" y="151391"/>
                  <a:pt x="5575" y="147953"/>
                </a:cubicBezTo>
                <a:cubicBezTo>
                  <a:pt x="5575" y="144672"/>
                  <a:pt x="6662" y="142025"/>
                  <a:pt x="8837" y="140014"/>
                </a:cubicBezTo>
                <a:cubicBezTo>
                  <a:pt x="11011" y="138005"/>
                  <a:pt x="13997" y="137000"/>
                  <a:pt x="17792" y="137000"/>
                </a:cubicBezTo>
                <a:cubicBezTo>
                  <a:pt x="20402" y="137000"/>
                  <a:pt x="23960" y="137870"/>
                  <a:pt x="28468" y="139610"/>
                </a:cubicBezTo>
                <a:cubicBezTo>
                  <a:pt x="31631" y="140796"/>
                  <a:pt x="33608" y="141389"/>
                  <a:pt x="34398" y="141389"/>
                </a:cubicBezTo>
                <a:cubicBezTo>
                  <a:pt x="36771" y="141389"/>
                  <a:pt x="39360" y="140154"/>
                  <a:pt x="42168" y="137686"/>
                </a:cubicBezTo>
                <a:cubicBezTo>
                  <a:pt x="44975" y="135220"/>
                  <a:pt x="47802" y="130445"/>
                  <a:pt x="50648" y="123363"/>
                </a:cubicBezTo>
                <a:lnTo>
                  <a:pt x="58358" y="104381"/>
                </a:lnTo>
                <a:lnTo>
                  <a:pt x="19334" y="22418"/>
                </a:lnTo>
                <a:cubicBezTo>
                  <a:pt x="18148" y="19967"/>
                  <a:pt x="16250" y="16922"/>
                  <a:pt x="13641" y="13285"/>
                </a:cubicBezTo>
                <a:cubicBezTo>
                  <a:pt x="11664" y="10517"/>
                  <a:pt x="10043" y="8659"/>
                  <a:pt x="8777" y="7710"/>
                </a:cubicBezTo>
                <a:cubicBezTo>
                  <a:pt x="6959" y="6445"/>
                  <a:pt x="4033" y="5338"/>
                  <a:pt x="0" y="4389"/>
                </a:cubicBezTo>
                <a:lnTo>
                  <a:pt x="0" y="0"/>
                </a:lnTo>
                <a:close/>
              </a:path>
            </a:pathLst>
          </a:custGeom>
          <a:solidFill xmlns:a="http://schemas.openxmlformats.org/drawingml/2006/main">
            <a:srgbClr val="000000"/>
          </a:solidFill>
          <a:ln xmlns:a="http://schemas.openxmlformats.org/drawingml/2006/main" w="0" cap="flat">
            <a:noFill/>
            <a:miter/>
          </a:ln>
        </p:spPr>
      </p:sp>
      <p:sp>
        <p:nvSpPr>
          <p:cNvPr id="901" name="Text ˆ">
            <a:extLst xmlns:a="http://schemas.openxmlformats.org/drawingml/2006/main">
              <a:ext uri="{FF2B5EF4-FFF2-40B4-BE49-F238E27FC236}">
                <a16:creationId xmlns:a16="http://schemas.microsoft.com/office/drawing/2014/main" id="{E63D2E53-9977-4A3C-8E51-B43273EA40A8}"/>
              </a:ext>
            </a:extLst>
          </p:cNvPr>
          <p:cNvSpPr>
            <a:spLocks xmlns:a="http://schemas.openxmlformats.org/drawingml/2006/main" noGrp="1"/>
          </p:cNvSpPr>
          <p:nvPr/>
        </p:nvSpPr>
        <p:spPr>
          <a:xfrm xmlns:a="http://schemas.openxmlformats.org/drawingml/2006/main">
            <a:off x="544573" y="3984908"/>
            <a:ext cx="66780" cy="39380"/>
          </a:xfrm>
          <a:custGeom xmlns:a="http://schemas.openxmlformats.org/drawingml/2006/main">
            <a:pathLst>
              <a:path w="66780" h="39380">
                <a:moveTo>
                  <a:pt x="22418" y="0"/>
                </a:moveTo>
                <a:lnTo>
                  <a:pt x="44243" y="0"/>
                </a:lnTo>
                <a:lnTo>
                  <a:pt x="66780" y="39380"/>
                </a:lnTo>
                <a:lnTo>
                  <a:pt x="63103" y="39380"/>
                </a:lnTo>
                <a:lnTo>
                  <a:pt x="30721" y="14037"/>
                </a:lnTo>
                <a:lnTo>
                  <a:pt x="3558" y="39380"/>
                </a:lnTo>
                <a:lnTo>
                  <a:pt x="0" y="39380"/>
                </a:lnTo>
                <a:lnTo>
                  <a:pt x="22418" y="0"/>
                </a:lnTo>
                <a:close/>
              </a:path>
            </a:pathLst>
          </a:custGeom>
          <a:solidFill xmlns:a="http://schemas.openxmlformats.org/drawingml/2006/main">
            <a:srgbClr val="000000"/>
          </a:solidFill>
          <a:ln xmlns:a="http://schemas.openxmlformats.org/drawingml/2006/main" w="0" cap="flat">
            <a:noFill/>
            <a:miter/>
          </a:ln>
        </p:spPr>
      </p:sp>
      <p:sp>
        <p:nvSpPr>
          <p:cNvPr id="902" name="Text 3">
            <a:extLst xmlns:a="http://schemas.openxmlformats.org/drawingml/2006/main">
              <a:ext uri="{FF2B5EF4-FFF2-40B4-BE49-F238E27FC236}">
                <a16:creationId xmlns:a16="http://schemas.microsoft.com/office/drawing/2014/main" id="{B88DB3A8-FFEB-4D2D-9D37-D641407859E3}"/>
              </a:ext>
            </a:extLst>
          </p:cNvPr>
          <p:cNvSpPr>
            <a:spLocks xmlns:a="http://schemas.openxmlformats.org/drawingml/2006/main" noGrp="1"/>
          </p:cNvSpPr>
          <p:nvPr/>
        </p:nvSpPr>
        <p:spPr>
          <a:xfrm xmlns:a="http://schemas.openxmlformats.org/drawingml/2006/main">
            <a:off x="657140" y="4474838"/>
            <a:ext cx="53347" cy="97422"/>
          </a:xfrm>
          <a:custGeom xmlns:a="http://schemas.openxmlformats.org/drawingml/2006/main">
            <a:pathLst>
              <a:path w="53347" h="97422">
                <a:moveTo>
                  <a:pt x="1453" y="19720"/>
                </a:moveTo>
                <a:cubicBezTo>
                  <a:pt x="4128" y="13400"/>
                  <a:pt x="7507" y="8534"/>
                  <a:pt x="11590" y="5120"/>
                </a:cubicBezTo>
                <a:cubicBezTo>
                  <a:pt x="15672" y="1707"/>
                  <a:pt x="20758" y="0"/>
                  <a:pt x="26846" y="0"/>
                </a:cubicBezTo>
                <a:cubicBezTo>
                  <a:pt x="34365" y="0"/>
                  <a:pt x="40131" y="2441"/>
                  <a:pt x="44144" y="7324"/>
                </a:cubicBezTo>
                <a:cubicBezTo>
                  <a:pt x="47189" y="10963"/>
                  <a:pt x="48711" y="14856"/>
                  <a:pt x="48711" y="19002"/>
                </a:cubicBezTo>
                <a:cubicBezTo>
                  <a:pt x="48711" y="25819"/>
                  <a:pt x="44421" y="32866"/>
                  <a:pt x="35841" y="40144"/>
                </a:cubicBezTo>
                <a:cubicBezTo>
                  <a:pt x="41607" y="42407"/>
                  <a:pt x="45967" y="45640"/>
                  <a:pt x="48919" y="49842"/>
                </a:cubicBezTo>
                <a:cubicBezTo>
                  <a:pt x="51871" y="54043"/>
                  <a:pt x="53347" y="58983"/>
                  <a:pt x="53347" y="64662"/>
                </a:cubicBezTo>
                <a:cubicBezTo>
                  <a:pt x="53347" y="72789"/>
                  <a:pt x="50764" y="79831"/>
                  <a:pt x="45597" y="85787"/>
                </a:cubicBezTo>
                <a:cubicBezTo>
                  <a:pt x="38863" y="93544"/>
                  <a:pt x="29107" y="97422"/>
                  <a:pt x="16329" y="97422"/>
                </a:cubicBezTo>
                <a:cubicBezTo>
                  <a:pt x="10010" y="97422"/>
                  <a:pt x="5708" y="96638"/>
                  <a:pt x="3425" y="95070"/>
                </a:cubicBezTo>
                <a:cubicBezTo>
                  <a:pt x="1142" y="93501"/>
                  <a:pt x="0" y="91818"/>
                  <a:pt x="0" y="90019"/>
                </a:cubicBezTo>
                <a:cubicBezTo>
                  <a:pt x="0" y="88681"/>
                  <a:pt x="542" y="87505"/>
                  <a:pt x="1626" y="86490"/>
                </a:cubicBezTo>
                <a:cubicBezTo>
                  <a:pt x="2710" y="85475"/>
                  <a:pt x="4013" y="84968"/>
                  <a:pt x="5535" y="84968"/>
                </a:cubicBezTo>
                <a:cubicBezTo>
                  <a:pt x="6689" y="84968"/>
                  <a:pt x="7865" y="85152"/>
                  <a:pt x="9064" y="85521"/>
                </a:cubicBezTo>
                <a:cubicBezTo>
                  <a:pt x="9848" y="85752"/>
                  <a:pt x="11624" y="86594"/>
                  <a:pt x="14392" y="88047"/>
                </a:cubicBezTo>
                <a:cubicBezTo>
                  <a:pt x="17160" y="89500"/>
                  <a:pt x="19074" y="90365"/>
                  <a:pt x="20135" y="90641"/>
                </a:cubicBezTo>
                <a:cubicBezTo>
                  <a:pt x="21842" y="91149"/>
                  <a:pt x="23664" y="91403"/>
                  <a:pt x="25601" y="91403"/>
                </a:cubicBezTo>
                <a:cubicBezTo>
                  <a:pt x="30306" y="91403"/>
                  <a:pt x="34400" y="89578"/>
                  <a:pt x="37883" y="85928"/>
                </a:cubicBezTo>
                <a:cubicBezTo>
                  <a:pt x="41365" y="82278"/>
                  <a:pt x="43107" y="77958"/>
                  <a:pt x="43107" y="72967"/>
                </a:cubicBezTo>
                <a:cubicBezTo>
                  <a:pt x="43107" y="69317"/>
                  <a:pt x="42299" y="65760"/>
                  <a:pt x="40685" y="62294"/>
                </a:cubicBezTo>
                <a:cubicBezTo>
                  <a:pt x="39486" y="59707"/>
                  <a:pt x="38171" y="57744"/>
                  <a:pt x="36741" y="56404"/>
                </a:cubicBezTo>
                <a:cubicBezTo>
                  <a:pt x="34757" y="54555"/>
                  <a:pt x="32036" y="52880"/>
                  <a:pt x="28576" y="51379"/>
                </a:cubicBezTo>
                <a:cubicBezTo>
                  <a:pt x="25117" y="49877"/>
                  <a:pt x="21588" y="49126"/>
                  <a:pt x="17990" y="49126"/>
                </a:cubicBezTo>
                <a:lnTo>
                  <a:pt x="15776" y="49126"/>
                </a:lnTo>
                <a:lnTo>
                  <a:pt x="15776" y="47051"/>
                </a:lnTo>
                <a:cubicBezTo>
                  <a:pt x="19420" y="46589"/>
                  <a:pt x="23076" y="45275"/>
                  <a:pt x="26743" y="43107"/>
                </a:cubicBezTo>
                <a:cubicBezTo>
                  <a:pt x="30410" y="40939"/>
                  <a:pt x="33074" y="38332"/>
                  <a:pt x="34734" y="35288"/>
                </a:cubicBezTo>
                <a:cubicBezTo>
                  <a:pt x="36395" y="32243"/>
                  <a:pt x="37225" y="28899"/>
                  <a:pt x="37225" y="25255"/>
                </a:cubicBezTo>
                <a:cubicBezTo>
                  <a:pt x="37225" y="20504"/>
                  <a:pt x="35738" y="16664"/>
                  <a:pt x="32762" y="13735"/>
                </a:cubicBezTo>
                <a:cubicBezTo>
                  <a:pt x="29787" y="10805"/>
                  <a:pt x="26085" y="9341"/>
                  <a:pt x="21657" y="9341"/>
                </a:cubicBezTo>
                <a:cubicBezTo>
                  <a:pt x="14507" y="9341"/>
                  <a:pt x="8534" y="13170"/>
                  <a:pt x="3736" y="20827"/>
                </a:cubicBezTo>
                <a:lnTo>
                  <a:pt x="1453" y="19720"/>
                </a:lnTo>
                <a:close/>
              </a:path>
            </a:pathLst>
          </a:custGeom>
          <a:solidFill xmlns:a="http://schemas.openxmlformats.org/drawingml/2006/main">
            <a:srgbClr val="000000"/>
          </a:solidFill>
          <a:ln xmlns:a="http://schemas.openxmlformats.org/drawingml/2006/main" w="0" cap="flat">
            <a:noFill/>
            <a:miter/>
          </a:ln>
        </p:spPr>
      </p:sp>
      <p:sp>
        <p:nvSpPr>
          <p:cNvPr id="903" name="Text y">
            <a:extLst xmlns:a="http://schemas.openxmlformats.org/drawingml/2006/main">
              <a:ext uri="{FF2B5EF4-FFF2-40B4-BE49-F238E27FC236}">
                <a16:creationId xmlns:a16="http://schemas.microsoft.com/office/drawing/2014/main" id="{8FBA4BD7-BF68-4BCB-B17C-7E3102B0F9FB}"/>
              </a:ext>
            </a:extLst>
          </p:cNvPr>
          <p:cNvSpPr>
            <a:spLocks xmlns:a="http://schemas.openxmlformats.org/drawingml/2006/main" noGrp="1"/>
          </p:cNvSpPr>
          <p:nvPr/>
        </p:nvSpPr>
        <p:spPr>
          <a:xfrm xmlns:a="http://schemas.openxmlformats.org/drawingml/2006/main">
            <a:off x="523852" y="4401499"/>
            <a:ext cx="118615" cy="161079"/>
          </a:xfrm>
          <a:custGeom xmlns:a="http://schemas.openxmlformats.org/drawingml/2006/main">
            <a:pathLst>
              <a:path w="118615" h="161079">
                <a:moveTo>
                  <a:pt x="0" y="0"/>
                </a:moveTo>
                <a:lnTo>
                  <a:pt x="50648" y="0"/>
                </a:lnTo>
                <a:lnTo>
                  <a:pt x="50648" y="4389"/>
                </a:lnTo>
                <a:lnTo>
                  <a:pt x="48158" y="4389"/>
                </a:lnTo>
                <a:cubicBezTo>
                  <a:pt x="44599" y="4389"/>
                  <a:pt x="41930" y="5160"/>
                  <a:pt x="40151" y="6702"/>
                </a:cubicBezTo>
                <a:cubicBezTo>
                  <a:pt x="38372" y="8244"/>
                  <a:pt x="37482" y="10161"/>
                  <a:pt x="37482" y="12455"/>
                </a:cubicBezTo>
                <a:cubicBezTo>
                  <a:pt x="37482" y="15539"/>
                  <a:pt x="38787" y="19809"/>
                  <a:pt x="41397" y="25265"/>
                </a:cubicBezTo>
                <a:lnTo>
                  <a:pt x="67848" y="80065"/>
                </a:lnTo>
                <a:lnTo>
                  <a:pt x="92164" y="20046"/>
                </a:lnTo>
                <a:cubicBezTo>
                  <a:pt x="93508" y="16804"/>
                  <a:pt x="94180" y="13601"/>
                  <a:pt x="94180" y="10438"/>
                </a:cubicBezTo>
                <a:cubicBezTo>
                  <a:pt x="94180" y="9015"/>
                  <a:pt x="93903" y="7947"/>
                  <a:pt x="93350" y="7235"/>
                </a:cubicBezTo>
                <a:cubicBezTo>
                  <a:pt x="92717" y="6366"/>
                  <a:pt x="91729" y="5674"/>
                  <a:pt x="90384" y="5160"/>
                </a:cubicBezTo>
                <a:cubicBezTo>
                  <a:pt x="89040" y="4646"/>
                  <a:pt x="86668" y="4389"/>
                  <a:pt x="83268" y="4389"/>
                </a:cubicBezTo>
                <a:lnTo>
                  <a:pt x="83268" y="0"/>
                </a:lnTo>
                <a:lnTo>
                  <a:pt x="118615" y="0"/>
                </a:lnTo>
                <a:lnTo>
                  <a:pt x="118615" y="4389"/>
                </a:lnTo>
                <a:cubicBezTo>
                  <a:pt x="115689" y="4705"/>
                  <a:pt x="113435" y="5338"/>
                  <a:pt x="111854" y="6287"/>
                </a:cubicBezTo>
                <a:cubicBezTo>
                  <a:pt x="110272" y="7235"/>
                  <a:pt x="108532" y="9015"/>
                  <a:pt x="106635" y="11624"/>
                </a:cubicBezTo>
                <a:cubicBezTo>
                  <a:pt x="105923" y="12731"/>
                  <a:pt x="104579" y="15776"/>
                  <a:pt x="102602" y="20758"/>
                </a:cubicBezTo>
                <a:lnTo>
                  <a:pt x="58358" y="129171"/>
                </a:lnTo>
                <a:cubicBezTo>
                  <a:pt x="54088" y="139689"/>
                  <a:pt x="48494" y="147636"/>
                  <a:pt x="41574" y="153013"/>
                </a:cubicBezTo>
                <a:cubicBezTo>
                  <a:pt x="34655" y="158390"/>
                  <a:pt x="27993" y="161079"/>
                  <a:pt x="21588" y="161079"/>
                </a:cubicBezTo>
                <a:cubicBezTo>
                  <a:pt x="16922" y="161079"/>
                  <a:pt x="13087" y="159751"/>
                  <a:pt x="10082" y="157094"/>
                </a:cubicBezTo>
                <a:cubicBezTo>
                  <a:pt x="7077" y="154438"/>
                  <a:pt x="5575" y="151391"/>
                  <a:pt x="5575" y="147953"/>
                </a:cubicBezTo>
                <a:cubicBezTo>
                  <a:pt x="5575" y="144672"/>
                  <a:pt x="6662" y="142025"/>
                  <a:pt x="8837" y="140014"/>
                </a:cubicBezTo>
                <a:cubicBezTo>
                  <a:pt x="11011" y="138005"/>
                  <a:pt x="13997" y="137000"/>
                  <a:pt x="17792" y="137000"/>
                </a:cubicBezTo>
                <a:cubicBezTo>
                  <a:pt x="20402" y="137000"/>
                  <a:pt x="23960" y="137870"/>
                  <a:pt x="28468" y="139610"/>
                </a:cubicBezTo>
                <a:cubicBezTo>
                  <a:pt x="31631" y="140796"/>
                  <a:pt x="33608" y="141389"/>
                  <a:pt x="34398" y="141389"/>
                </a:cubicBezTo>
                <a:cubicBezTo>
                  <a:pt x="36771" y="141389"/>
                  <a:pt x="39360" y="140154"/>
                  <a:pt x="42168" y="137686"/>
                </a:cubicBezTo>
                <a:cubicBezTo>
                  <a:pt x="44975" y="135220"/>
                  <a:pt x="47802" y="130445"/>
                  <a:pt x="50648" y="123363"/>
                </a:cubicBezTo>
                <a:lnTo>
                  <a:pt x="58358" y="104381"/>
                </a:lnTo>
                <a:lnTo>
                  <a:pt x="19334" y="22418"/>
                </a:lnTo>
                <a:cubicBezTo>
                  <a:pt x="18148" y="19967"/>
                  <a:pt x="16250" y="16922"/>
                  <a:pt x="13641" y="13285"/>
                </a:cubicBezTo>
                <a:cubicBezTo>
                  <a:pt x="11664" y="10517"/>
                  <a:pt x="10043" y="8659"/>
                  <a:pt x="8777" y="7710"/>
                </a:cubicBezTo>
                <a:cubicBezTo>
                  <a:pt x="6959" y="6445"/>
                  <a:pt x="4033" y="5338"/>
                  <a:pt x="0" y="4389"/>
                </a:cubicBezTo>
                <a:lnTo>
                  <a:pt x="0" y="0"/>
                </a:lnTo>
                <a:close/>
              </a:path>
            </a:pathLst>
          </a:custGeom>
          <a:solidFill xmlns:a="http://schemas.openxmlformats.org/drawingml/2006/main">
            <a:srgbClr val="000000"/>
          </a:solidFill>
          <a:ln xmlns:a="http://schemas.openxmlformats.org/drawingml/2006/main" w="0" cap="flat">
            <a:noFill/>
            <a:miter/>
          </a:ln>
        </p:spPr>
      </p:sp>
      <p:sp>
        <p:nvSpPr>
          <p:cNvPr id="904" name="Text ˆ">
            <a:extLst xmlns:a="http://schemas.openxmlformats.org/drawingml/2006/main">
              <a:ext uri="{FF2B5EF4-FFF2-40B4-BE49-F238E27FC236}">
                <a16:creationId xmlns:a16="http://schemas.microsoft.com/office/drawing/2014/main" id="{8A7A1ED7-DFF7-4C30-90A0-4CE87DC94D2A}"/>
              </a:ext>
            </a:extLst>
          </p:cNvPr>
          <p:cNvSpPr>
            <a:spLocks xmlns:a="http://schemas.openxmlformats.org/drawingml/2006/main" noGrp="1"/>
          </p:cNvSpPr>
          <p:nvPr/>
        </p:nvSpPr>
        <p:spPr>
          <a:xfrm xmlns:a="http://schemas.openxmlformats.org/drawingml/2006/main">
            <a:off x="544573" y="4334419"/>
            <a:ext cx="66780" cy="39380"/>
          </a:xfrm>
          <a:custGeom xmlns:a="http://schemas.openxmlformats.org/drawingml/2006/main">
            <a:pathLst>
              <a:path w="66780" h="39380">
                <a:moveTo>
                  <a:pt x="22418" y="0"/>
                </a:moveTo>
                <a:lnTo>
                  <a:pt x="44243" y="0"/>
                </a:lnTo>
                <a:lnTo>
                  <a:pt x="66780" y="39380"/>
                </a:lnTo>
                <a:lnTo>
                  <a:pt x="63103" y="39380"/>
                </a:lnTo>
                <a:lnTo>
                  <a:pt x="30721" y="14037"/>
                </a:lnTo>
                <a:lnTo>
                  <a:pt x="3558" y="39380"/>
                </a:lnTo>
                <a:lnTo>
                  <a:pt x="0" y="39380"/>
                </a:lnTo>
                <a:lnTo>
                  <a:pt x="22418" y="0"/>
                </a:lnTo>
                <a:close/>
              </a:path>
            </a:pathLst>
          </a:custGeom>
          <a:solidFill xmlns:a="http://schemas.openxmlformats.org/drawingml/2006/main">
            <a:srgbClr val="000000"/>
          </a:solidFill>
          <a:ln xmlns:a="http://schemas.openxmlformats.org/drawingml/2006/main" w="0" cap="flat">
            <a:noFill/>
            <a:miter/>
          </a:ln>
        </p:spPr>
      </p:sp>
      <p:sp>
        <p:nvSpPr>
          <p:cNvPr id="905" name="Text 4">
            <a:extLst xmlns:a="http://schemas.openxmlformats.org/drawingml/2006/main">
              <a:ext uri="{FF2B5EF4-FFF2-40B4-BE49-F238E27FC236}">
                <a16:creationId xmlns:a16="http://schemas.microsoft.com/office/drawing/2014/main" id="{F7DBF487-9CDA-467B-B7B0-0C254463748F}"/>
              </a:ext>
            </a:extLst>
          </p:cNvPr>
          <p:cNvSpPr>
            <a:spLocks xmlns:a="http://schemas.openxmlformats.org/drawingml/2006/main" noGrp="1"/>
          </p:cNvSpPr>
          <p:nvPr/>
        </p:nvSpPr>
        <p:spPr>
          <a:xfrm xmlns:a="http://schemas.openxmlformats.org/drawingml/2006/main">
            <a:off x="666418" y="4844269"/>
            <a:ext cx="63726" cy="95762"/>
          </a:xfrm>
          <a:custGeom xmlns:a="http://schemas.openxmlformats.org/drawingml/2006/main">
            <a:pathLst>
              <a:path w="63726" h="95762">
                <a:moveTo>
                  <a:pt x="63726" y="61166"/>
                </a:moveTo>
                <a:lnTo>
                  <a:pt x="63726" y="70991"/>
                </a:lnTo>
                <a:lnTo>
                  <a:pt x="51133" y="70991"/>
                </a:lnTo>
                <a:lnTo>
                  <a:pt x="51133" y="95762"/>
                </a:lnTo>
                <a:lnTo>
                  <a:pt x="39716" y="95762"/>
                </a:lnTo>
                <a:lnTo>
                  <a:pt x="39716" y="70991"/>
                </a:lnTo>
                <a:lnTo>
                  <a:pt x="0" y="70991"/>
                </a:lnTo>
                <a:lnTo>
                  <a:pt x="0" y="62134"/>
                </a:lnTo>
                <a:lnTo>
                  <a:pt x="43522" y="0"/>
                </a:lnTo>
                <a:lnTo>
                  <a:pt x="51133" y="0"/>
                </a:lnTo>
                <a:lnTo>
                  <a:pt x="51133" y="61166"/>
                </a:lnTo>
                <a:lnTo>
                  <a:pt x="63726" y="61166"/>
                </a:lnTo>
                <a:moveTo>
                  <a:pt x="39716" y="61166"/>
                </a:moveTo>
                <a:lnTo>
                  <a:pt x="39716" y="14600"/>
                </a:lnTo>
                <a:lnTo>
                  <a:pt x="6781" y="61166"/>
                </a:lnTo>
                <a:lnTo>
                  <a:pt x="39716" y="61166"/>
                </a:lnTo>
                <a:close/>
              </a:path>
            </a:pathLst>
          </a:custGeom>
          <a:solidFill xmlns:a="http://schemas.openxmlformats.org/drawingml/2006/main">
            <a:srgbClr val="000000"/>
          </a:solidFill>
          <a:ln xmlns:a="http://schemas.openxmlformats.org/drawingml/2006/main" w="0" cap="flat">
            <a:noFill/>
            <a:miter/>
          </a:ln>
        </p:spPr>
      </p:sp>
      <p:sp>
        <p:nvSpPr>
          <p:cNvPr id="906" name="Text y">
            <a:extLst xmlns:a="http://schemas.openxmlformats.org/drawingml/2006/main">
              <a:ext uri="{FF2B5EF4-FFF2-40B4-BE49-F238E27FC236}">
                <a16:creationId xmlns:a16="http://schemas.microsoft.com/office/drawing/2014/main" id="{C08DA35D-26BB-4ED0-80C7-D64366527692}"/>
              </a:ext>
            </a:extLst>
          </p:cNvPr>
          <p:cNvSpPr>
            <a:spLocks xmlns:a="http://schemas.openxmlformats.org/drawingml/2006/main" noGrp="1"/>
          </p:cNvSpPr>
          <p:nvPr/>
        </p:nvSpPr>
        <p:spPr>
          <a:xfrm xmlns:a="http://schemas.openxmlformats.org/drawingml/2006/main">
            <a:off x="532287" y="4770846"/>
            <a:ext cx="118615" cy="161079"/>
          </a:xfrm>
          <a:custGeom xmlns:a="http://schemas.openxmlformats.org/drawingml/2006/main">
            <a:pathLst>
              <a:path w="118615" h="161079">
                <a:moveTo>
                  <a:pt x="0" y="0"/>
                </a:moveTo>
                <a:lnTo>
                  <a:pt x="50648" y="0"/>
                </a:lnTo>
                <a:lnTo>
                  <a:pt x="50648" y="4389"/>
                </a:lnTo>
                <a:lnTo>
                  <a:pt x="48158" y="4389"/>
                </a:lnTo>
                <a:cubicBezTo>
                  <a:pt x="44599" y="4389"/>
                  <a:pt x="41930" y="5160"/>
                  <a:pt x="40151" y="6702"/>
                </a:cubicBezTo>
                <a:cubicBezTo>
                  <a:pt x="38372" y="8244"/>
                  <a:pt x="37482" y="10161"/>
                  <a:pt x="37482" y="12455"/>
                </a:cubicBezTo>
                <a:cubicBezTo>
                  <a:pt x="37482" y="15539"/>
                  <a:pt x="38787" y="19809"/>
                  <a:pt x="41397" y="25265"/>
                </a:cubicBezTo>
                <a:lnTo>
                  <a:pt x="67848" y="80065"/>
                </a:lnTo>
                <a:lnTo>
                  <a:pt x="92164" y="20046"/>
                </a:lnTo>
                <a:cubicBezTo>
                  <a:pt x="93508" y="16804"/>
                  <a:pt x="94180" y="13601"/>
                  <a:pt x="94180" y="10438"/>
                </a:cubicBezTo>
                <a:cubicBezTo>
                  <a:pt x="94180" y="9015"/>
                  <a:pt x="93903" y="7947"/>
                  <a:pt x="93350" y="7235"/>
                </a:cubicBezTo>
                <a:cubicBezTo>
                  <a:pt x="92717" y="6366"/>
                  <a:pt x="91729" y="5674"/>
                  <a:pt x="90384" y="5160"/>
                </a:cubicBezTo>
                <a:cubicBezTo>
                  <a:pt x="89040" y="4646"/>
                  <a:pt x="86668" y="4389"/>
                  <a:pt x="83268" y="4389"/>
                </a:cubicBezTo>
                <a:lnTo>
                  <a:pt x="83268" y="0"/>
                </a:lnTo>
                <a:lnTo>
                  <a:pt x="118615" y="0"/>
                </a:lnTo>
                <a:lnTo>
                  <a:pt x="118615" y="4389"/>
                </a:lnTo>
                <a:cubicBezTo>
                  <a:pt x="115689" y="4705"/>
                  <a:pt x="113435" y="5338"/>
                  <a:pt x="111854" y="6287"/>
                </a:cubicBezTo>
                <a:cubicBezTo>
                  <a:pt x="110272" y="7235"/>
                  <a:pt x="108532" y="9015"/>
                  <a:pt x="106635" y="11624"/>
                </a:cubicBezTo>
                <a:cubicBezTo>
                  <a:pt x="105923" y="12731"/>
                  <a:pt x="104579" y="15776"/>
                  <a:pt x="102602" y="20758"/>
                </a:cubicBezTo>
                <a:lnTo>
                  <a:pt x="58358" y="129171"/>
                </a:lnTo>
                <a:cubicBezTo>
                  <a:pt x="54088" y="139689"/>
                  <a:pt x="48494" y="147636"/>
                  <a:pt x="41574" y="153013"/>
                </a:cubicBezTo>
                <a:cubicBezTo>
                  <a:pt x="34655" y="158390"/>
                  <a:pt x="27993" y="161079"/>
                  <a:pt x="21588" y="161079"/>
                </a:cubicBezTo>
                <a:cubicBezTo>
                  <a:pt x="16922" y="161079"/>
                  <a:pt x="13087" y="159751"/>
                  <a:pt x="10082" y="157094"/>
                </a:cubicBezTo>
                <a:cubicBezTo>
                  <a:pt x="7077" y="154438"/>
                  <a:pt x="5575" y="151391"/>
                  <a:pt x="5575" y="147953"/>
                </a:cubicBezTo>
                <a:cubicBezTo>
                  <a:pt x="5575" y="144672"/>
                  <a:pt x="6662" y="142025"/>
                  <a:pt x="8837" y="140014"/>
                </a:cubicBezTo>
                <a:cubicBezTo>
                  <a:pt x="11011" y="138005"/>
                  <a:pt x="13997" y="137000"/>
                  <a:pt x="17792" y="137000"/>
                </a:cubicBezTo>
                <a:cubicBezTo>
                  <a:pt x="20402" y="137000"/>
                  <a:pt x="23960" y="137870"/>
                  <a:pt x="28468" y="139610"/>
                </a:cubicBezTo>
                <a:cubicBezTo>
                  <a:pt x="31631" y="140796"/>
                  <a:pt x="33608" y="141389"/>
                  <a:pt x="34398" y="141389"/>
                </a:cubicBezTo>
                <a:cubicBezTo>
                  <a:pt x="36771" y="141389"/>
                  <a:pt x="39360" y="140154"/>
                  <a:pt x="42168" y="137686"/>
                </a:cubicBezTo>
                <a:cubicBezTo>
                  <a:pt x="44975" y="135220"/>
                  <a:pt x="47802" y="130445"/>
                  <a:pt x="50648" y="123363"/>
                </a:cubicBezTo>
                <a:lnTo>
                  <a:pt x="58358" y="104381"/>
                </a:lnTo>
                <a:lnTo>
                  <a:pt x="19334" y="22418"/>
                </a:lnTo>
                <a:cubicBezTo>
                  <a:pt x="18148" y="19967"/>
                  <a:pt x="16250" y="16922"/>
                  <a:pt x="13641" y="13285"/>
                </a:cubicBezTo>
                <a:cubicBezTo>
                  <a:pt x="11664" y="10517"/>
                  <a:pt x="10043" y="8659"/>
                  <a:pt x="8777" y="7710"/>
                </a:cubicBezTo>
                <a:cubicBezTo>
                  <a:pt x="6959" y="6445"/>
                  <a:pt x="4033" y="5338"/>
                  <a:pt x="0" y="4389"/>
                </a:cubicBezTo>
                <a:lnTo>
                  <a:pt x="0" y="0"/>
                </a:lnTo>
                <a:close/>
              </a:path>
            </a:pathLst>
          </a:custGeom>
          <a:solidFill xmlns:a="http://schemas.openxmlformats.org/drawingml/2006/main">
            <a:srgbClr val="000000"/>
          </a:solidFill>
          <a:ln xmlns:a="http://schemas.openxmlformats.org/drawingml/2006/main" w="0" cap="flat">
            <a:noFill/>
            <a:miter/>
          </a:ln>
        </p:spPr>
      </p:sp>
      <p:sp>
        <p:nvSpPr>
          <p:cNvPr id="907" name="Text ˆ">
            <a:extLst xmlns:a="http://schemas.openxmlformats.org/drawingml/2006/main">
              <a:ext uri="{FF2B5EF4-FFF2-40B4-BE49-F238E27FC236}">
                <a16:creationId xmlns:a16="http://schemas.microsoft.com/office/drawing/2014/main" id="{48CA0686-E995-4739-B31B-BE4DAC5BE30F}"/>
              </a:ext>
            </a:extLst>
          </p:cNvPr>
          <p:cNvSpPr>
            <a:spLocks xmlns:a="http://schemas.openxmlformats.org/drawingml/2006/main" noGrp="1"/>
          </p:cNvSpPr>
          <p:nvPr/>
        </p:nvSpPr>
        <p:spPr>
          <a:xfrm xmlns:a="http://schemas.openxmlformats.org/drawingml/2006/main">
            <a:off x="553008" y="4703752"/>
            <a:ext cx="66780" cy="39380"/>
          </a:xfrm>
          <a:custGeom xmlns:a="http://schemas.openxmlformats.org/drawingml/2006/main">
            <a:pathLst>
              <a:path w="66780" h="39380">
                <a:moveTo>
                  <a:pt x="22418" y="0"/>
                </a:moveTo>
                <a:lnTo>
                  <a:pt x="44243" y="0"/>
                </a:lnTo>
                <a:lnTo>
                  <a:pt x="66780" y="39380"/>
                </a:lnTo>
                <a:lnTo>
                  <a:pt x="63103" y="39380"/>
                </a:lnTo>
                <a:lnTo>
                  <a:pt x="30721" y="14037"/>
                </a:lnTo>
                <a:lnTo>
                  <a:pt x="3558" y="39380"/>
                </a:lnTo>
                <a:lnTo>
                  <a:pt x="0" y="39380"/>
                </a:lnTo>
                <a:lnTo>
                  <a:pt x="22418" y="0"/>
                </a:lnTo>
                <a:close/>
              </a:path>
            </a:pathLst>
          </a:custGeom>
          <a:solidFill xmlns:a="http://schemas.openxmlformats.org/drawingml/2006/main">
            <a:srgbClr val="000000"/>
          </a:solidFill>
          <a:ln xmlns:a="http://schemas.openxmlformats.org/drawingml/2006/main" w="0" cap="flat">
            <a:noFill/>
            <a:miter/>
          </a:ln>
        </p:spPr>
      </p:sp>
      <p:sp>
        <p:nvSpPr>
          <p:cNvPr id="908" name="Text n">
            <a:extLst xmlns:a="http://schemas.openxmlformats.org/drawingml/2006/main">
              <a:ext uri="{FF2B5EF4-FFF2-40B4-BE49-F238E27FC236}">
                <a16:creationId xmlns:a16="http://schemas.microsoft.com/office/drawing/2014/main" id="{41E77F2C-82C2-40B2-93EF-15D42A9D3E12}"/>
              </a:ext>
            </a:extLst>
          </p:cNvPr>
          <p:cNvSpPr>
            <a:spLocks xmlns:a="http://schemas.openxmlformats.org/drawingml/2006/main" noGrp="1"/>
          </p:cNvSpPr>
          <p:nvPr/>
        </p:nvSpPr>
        <p:spPr>
          <a:xfrm xmlns:a="http://schemas.openxmlformats.org/drawingml/2006/main">
            <a:off x="655826" y="5586105"/>
            <a:ext cx="69400" cy="65179"/>
          </a:xfrm>
          <a:custGeom xmlns:a="http://schemas.openxmlformats.org/drawingml/2006/main">
            <a:pathLst>
              <a:path w="69400" h="65179">
                <a:moveTo>
                  <a:pt x="22072" y="13423"/>
                </a:moveTo>
                <a:cubicBezTo>
                  <a:pt x="29499" y="4474"/>
                  <a:pt x="36579" y="0"/>
                  <a:pt x="43314" y="0"/>
                </a:cubicBezTo>
                <a:cubicBezTo>
                  <a:pt x="46774" y="0"/>
                  <a:pt x="49749" y="863"/>
                  <a:pt x="52240" y="2590"/>
                </a:cubicBezTo>
                <a:cubicBezTo>
                  <a:pt x="54731" y="4316"/>
                  <a:pt x="56714" y="7158"/>
                  <a:pt x="58190" y="11116"/>
                </a:cubicBezTo>
                <a:cubicBezTo>
                  <a:pt x="59205" y="13877"/>
                  <a:pt x="59713" y="18111"/>
                  <a:pt x="59713" y="23819"/>
                </a:cubicBezTo>
                <a:lnTo>
                  <a:pt x="59713" y="50813"/>
                </a:lnTo>
                <a:cubicBezTo>
                  <a:pt x="59713" y="54817"/>
                  <a:pt x="60036" y="57533"/>
                  <a:pt x="60681" y="58960"/>
                </a:cubicBezTo>
                <a:cubicBezTo>
                  <a:pt x="61189" y="60110"/>
                  <a:pt x="62008" y="61008"/>
                  <a:pt x="63138" y="61652"/>
                </a:cubicBezTo>
                <a:cubicBezTo>
                  <a:pt x="64268" y="62297"/>
                  <a:pt x="66355" y="62619"/>
                  <a:pt x="69400" y="62619"/>
                </a:cubicBezTo>
                <a:lnTo>
                  <a:pt x="69400" y="65179"/>
                </a:lnTo>
                <a:lnTo>
                  <a:pt x="38056" y="65179"/>
                </a:lnTo>
                <a:lnTo>
                  <a:pt x="38056" y="62619"/>
                </a:lnTo>
                <a:lnTo>
                  <a:pt x="39370" y="62619"/>
                </a:lnTo>
                <a:cubicBezTo>
                  <a:pt x="42322" y="62619"/>
                  <a:pt x="44387" y="62171"/>
                  <a:pt x="45563" y="61276"/>
                </a:cubicBezTo>
                <a:cubicBezTo>
                  <a:pt x="46739" y="60381"/>
                  <a:pt x="47558" y="59062"/>
                  <a:pt x="48019" y="57319"/>
                </a:cubicBezTo>
                <a:cubicBezTo>
                  <a:pt x="48204" y="56630"/>
                  <a:pt x="48296" y="54473"/>
                  <a:pt x="48296" y="50847"/>
                </a:cubicBezTo>
                <a:lnTo>
                  <a:pt x="48296" y="25032"/>
                </a:lnTo>
                <a:cubicBezTo>
                  <a:pt x="48296" y="19297"/>
                  <a:pt x="47546" y="15132"/>
                  <a:pt x="46047" y="12539"/>
                </a:cubicBezTo>
                <a:cubicBezTo>
                  <a:pt x="44548" y="9946"/>
                  <a:pt x="42023" y="8649"/>
                  <a:pt x="38471" y="8649"/>
                </a:cubicBezTo>
                <a:cubicBezTo>
                  <a:pt x="32981" y="8649"/>
                  <a:pt x="27515" y="11632"/>
                  <a:pt x="22072" y="17599"/>
                </a:cubicBezTo>
                <a:lnTo>
                  <a:pt x="22072" y="50847"/>
                </a:lnTo>
                <a:cubicBezTo>
                  <a:pt x="22072" y="55116"/>
                  <a:pt x="22326" y="57754"/>
                  <a:pt x="22833" y="58763"/>
                </a:cubicBezTo>
                <a:cubicBezTo>
                  <a:pt x="23479" y="60094"/>
                  <a:pt x="24367" y="61069"/>
                  <a:pt x="25497" y="61689"/>
                </a:cubicBezTo>
                <a:cubicBezTo>
                  <a:pt x="26627" y="62309"/>
                  <a:pt x="28922" y="62619"/>
                  <a:pt x="32382" y="62619"/>
                </a:cubicBezTo>
                <a:lnTo>
                  <a:pt x="32382" y="65179"/>
                </a:lnTo>
                <a:lnTo>
                  <a:pt x="1038" y="65179"/>
                </a:lnTo>
                <a:lnTo>
                  <a:pt x="1038" y="62619"/>
                </a:lnTo>
                <a:lnTo>
                  <a:pt x="2422" y="62619"/>
                </a:lnTo>
                <a:cubicBezTo>
                  <a:pt x="5651" y="62619"/>
                  <a:pt x="7830" y="61802"/>
                  <a:pt x="8960" y="60169"/>
                </a:cubicBezTo>
                <a:cubicBezTo>
                  <a:pt x="10090" y="58534"/>
                  <a:pt x="10656" y="55416"/>
                  <a:pt x="10656" y="50813"/>
                </a:cubicBezTo>
                <a:lnTo>
                  <a:pt x="10656" y="27339"/>
                </a:lnTo>
                <a:cubicBezTo>
                  <a:pt x="10656" y="19746"/>
                  <a:pt x="10483" y="15121"/>
                  <a:pt x="10137" y="13464"/>
                </a:cubicBezTo>
                <a:cubicBezTo>
                  <a:pt x="9791" y="11807"/>
                  <a:pt x="9260" y="10679"/>
                  <a:pt x="8545" y="10080"/>
                </a:cubicBezTo>
                <a:cubicBezTo>
                  <a:pt x="7830" y="9482"/>
                  <a:pt x="6873" y="9183"/>
                  <a:pt x="5674" y="9183"/>
                </a:cubicBezTo>
                <a:cubicBezTo>
                  <a:pt x="4382" y="9183"/>
                  <a:pt x="2837" y="9528"/>
                  <a:pt x="1038" y="10219"/>
                </a:cubicBezTo>
                <a:lnTo>
                  <a:pt x="0" y="7732"/>
                </a:lnTo>
                <a:lnTo>
                  <a:pt x="19097" y="0"/>
                </a:lnTo>
                <a:lnTo>
                  <a:pt x="22072" y="0"/>
                </a:lnTo>
                <a:lnTo>
                  <a:pt x="22072" y="13423"/>
                </a:lnTo>
                <a:close/>
              </a:path>
            </a:pathLst>
          </a:custGeom>
          <a:solidFill xmlns:a="http://schemas.openxmlformats.org/drawingml/2006/main">
            <a:srgbClr val="000000"/>
          </a:solidFill>
          <a:ln xmlns:a="http://schemas.openxmlformats.org/drawingml/2006/main" w="0" cap="flat">
            <a:noFill/>
            <a:miter/>
          </a:ln>
        </p:spPr>
      </p:sp>
      <p:sp>
        <p:nvSpPr>
          <p:cNvPr id="909" name="Text y">
            <a:extLst xmlns:a="http://schemas.openxmlformats.org/drawingml/2006/main">
              <a:ext uri="{FF2B5EF4-FFF2-40B4-BE49-F238E27FC236}">
                <a16:creationId xmlns:a16="http://schemas.microsoft.com/office/drawing/2014/main" id="{F131C7C8-6FA1-4862-B822-AB4FBE250F67}"/>
              </a:ext>
            </a:extLst>
          </p:cNvPr>
          <p:cNvSpPr>
            <a:spLocks xmlns:a="http://schemas.openxmlformats.org/drawingml/2006/main" noGrp="1"/>
          </p:cNvSpPr>
          <p:nvPr/>
        </p:nvSpPr>
        <p:spPr>
          <a:xfrm xmlns:a="http://schemas.openxmlformats.org/drawingml/2006/main">
            <a:off x="522601" y="5481986"/>
            <a:ext cx="118615" cy="161079"/>
          </a:xfrm>
          <a:custGeom xmlns:a="http://schemas.openxmlformats.org/drawingml/2006/main">
            <a:pathLst>
              <a:path w="118615" h="161079">
                <a:moveTo>
                  <a:pt x="0" y="0"/>
                </a:moveTo>
                <a:lnTo>
                  <a:pt x="50648" y="0"/>
                </a:lnTo>
                <a:lnTo>
                  <a:pt x="50648" y="4389"/>
                </a:lnTo>
                <a:lnTo>
                  <a:pt x="48158" y="4389"/>
                </a:lnTo>
                <a:cubicBezTo>
                  <a:pt x="44599" y="4389"/>
                  <a:pt x="41930" y="5160"/>
                  <a:pt x="40151" y="6702"/>
                </a:cubicBezTo>
                <a:cubicBezTo>
                  <a:pt x="38372" y="8244"/>
                  <a:pt x="37482" y="10161"/>
                  <a:pt x="37482" y="12455"/>
                </a:cubicBezTo>
                <a:cubicBezTo>
                  <a:pt x="37482" y="15539"/>
                  <a:pt x="38787" y="19809"/>
                  <a:pt x="41397" y="25265"/>
                </a:cubicBezTo>
                <a:lnTo>
                  <a:pt x="67848" y="80065"/>
                </a:lnTo>
                <a:lnTo>
                  <a:pt x="92164" y="20046"/>
                </a:lnTo>
                <a:cubicBezTo>
                  <a:pt x="93508" y="16804"/>
                  <a:pt x="94180" y="13601"/>
                  <a:pt x="94180" y="10438"/>
                </a:cubicBezTo>
                <a:cubicBezTo>
                  <a:pt x="94180" y="9015"/>
                  <a:pt x="93903" y="7947"/>
                  <a:pt x="93350" y="7235"/>
                </a:cubicBezTo>
                <a:cubicBezTo>
                  <a:pt x="92717" y="6366"/>
                  <a:pt x="91729" y="5674"/>
                  <a:pt x="90384" y="5160"/>
                </a:cubicBezTo>
                <a:cubicBezTo>
                  <a:pt x="89040" y="4646"/>
                  <a:pt x="86668" y="4389"/>
                  <a:pt x="83268" y="4389"/>
                </a:cubicBezTo>
                <a:lnTo>
                  <a:pt x="83268" y="0"/>
                </a:lnTo>
                <a:lnTo>
                  <a:pt x="118615" y="0"/>
                </a:lnTo>
                <a:lnTo>
                  <a:pt x="118615" y="4389"/>
                </a:lnTo>
                <a:cubicBezTo>
                  <a:pt x="115689" y="4705"/>
                  <a:pt x="113435" y="5338"/>
                  <a:pt x="111854" y="6287"/>
                </a:cubicBezTo>
                <a:cubicBezTo>
                  <a:pt x="110272" y="7235"/>
                  <a:pt x="108532" y="9015"/>
                  <a:pt x="106635" y="11624"/>
                </a:cubicBezTo>
                <a:cubicBezTo>
                  <a:pt x="105923" y="12731"/>
                  <a:pt x="104579" y="15776"/>
                  <a:pt x="102602" y="20758"/>
                </a:cubicBezTo>
                <a:lnTo>
                  <a:pt x="58358" y="129171"/>
                </a:lnTo>
                <a:cubicBezTo>
                  <a:pt x="54088" y="139689"/>
                  <a:pt x="48494" y="147636"/>
                  <a:pt x="41574" y="153013"/>
                </a:cubicBezTo>
                <a:cubicBezTo>
                  <a:pt x="34655" y="158390"/>
                  <a:pt x="27993" y="161079"/>
                  <a:pt x="21588" y="161079"/>
                </a:cubicBezTo>
                <a:cubicBezTo>
                  <a:pt x="16922" y="161079"/>
                  <a:pt x="13087" y="159751"/>
                  <a:pt x="10082" y="157094"/>
                </a:cubicBezTo>
                <a:cubicBezTo>
                  <a:pt x="7077" y="154438"/>
                  <a:pt x="5575" y="151391"/>
                  <a:pt x="5575" y="147953"/>
                </a:cubicBezTo>
                <a:cubicBezTo>
                  <a:pt x="5575" y="144672"/>
                  <a:pt x="6662" y="142025"/>
                  <a:pt x="8837" y="140014"/>
                </a:cubicBezTo>
                <a:cubicBezTo>
                  <a:pt x="11011" y="138005"/>
                  <a:pt x="13997" y="137000"/>
                  <a:pt x="17792" y="137000"/>
                </a:cubicBezTo>
                <a:cubicBezTo>
                  <a:pt x="20402" y="137000"/>
                  <a:pt x="23960" y="137870"/>
                  <a:pt x="28468" y="139610"/>
                </a:cubicBezTo>
                <a:cubicBezTo>
                  <a:pt x="31631" y="140796"/>
                  <a:pt x="33608" y="141389"/>
                  <a:pt x="34398" y="141389"/>
                </a:cubicBezTo>
                <a:cubicBezTo>
                  <a:pt x="36771" y="141389"/>
                  <a:pt x="39360" y="140154"/>
                  <a:pt x="42168" y="137686"/>
                </a:cubicBezTo>
                <a:cubicBezTo>
                  <a:pt x="44975" y="135220"/>
                  <a:pt x="47802" y="130445"/>
                  <a:pt x="50648" y="123363"/>
                </a:cubicBezTo>
                <a:lnTo>
                  <a:pt x="58358" y="104381"/>
                </a:lnTo>
                <a:lnTo>
                  <a:pt x="19334" y="22418"/>
                </a:lnTo>
                <a:cubicBezTo>
                  <a:pt x="18148" y="19967"/>
                  <a:pt x="16250" y="16922"/>
                  <a:pt x="13641" y="13285"/>
                </a:cubicBezTo>
                <a:cubicBezTo>
                  <a:pt x="11664" y="10517"/>
                  <a:pt x="10043" y="8659"/>
                  <a:pt x="8777" y="7710"/>
                </a:cubicBezTo>
                <a:cubicBezTo>
                  <a:pt x="6959" y="6445"/>
                  <a:pt x="4033" y="5338"/>
                  <a:pt x="0" y="4389"/>
                </a:cubicBezTo>
                <a:lnTo>
                  <a:pt x="0" y="0"/>
                </a:lnTo>
                <a:close/>
              </a:path>
            </a:pathLst>
          </a:custGeom>
          <a:solidFill xmlns:a="http://schemas.openxmlformats.org/drawingml/2006/main">
            <a:srgbClr val="000000"/>
          </a:solidFill>
          <a:ln xmlns:a="http://schemas.openxmlformats.org/drawingml/2006/main" w="0" cap="flat">
            <a:noFill/>
            <a:miter/>
          </a:ln>
        </p:spPr>
      </p:sp>
      <p:sp>
        <p:nvSpPr>
          <p:cNvPr id="910" name="Text ˆ">
            <a:extLst xmlns:a="http://schemas.openxmlformats.org/drawingml/2006/main">
              <a:ext uri="{FF2B5EF4-FFF2-40B4-BE49-F238E27FC236}">
                <a16:creationId xmlns:a16="http://schemas.microsoft.com/office/drawing/2014/main" id="{354F7E58-59C4-4E1B-A4A8-60ABEDF11602}"/>
              </a:ext>
            </a:extLst>
          </p:cNvPr>
          <p:cNvSpPr>
            <a:spLocks xmlns:a="http://schemas.openxmlformats.org/drawingml/2006/main" noGrp="1"/>
          </p:cNvSpPr>
          <p:nvPr/>
        </p:nvSpPr>
        <p:spPr>
          <a:xfrm xmlns:a="http://schemas.openxmlformats.org/drawingml/2006/main">
            <a:off x="543379" y="5414864"/>
            <a:ext cx="66780" cy="39380"/>
          </a:xfrm>
          <a:custGeom xmlns:a="http://schemas.openxmlformats.org/drawingml/2006/main">
            <a:pathLst>
              <a:path w="66780" h="39380">
                <a:moveTo>
                  <a:pt x="22418" y="0"/>
                </a:moveTo>
                <a:lnTo>
                  <a:pt x="44243" y="0"/>
                </a:lnTo>
                <a:lnTo>
                  <a:pt x="66780" y="39380"/>
                </a:lnTo>
                <a:lnTo>
                  <a:pt x="63103" y="39380"/>
                </a:lnTo>
                <a:lnTo>
                  <a:pt x="30721" y="14037"/>
                </a:lnTo>
                <a:lnTo>
                  <a:pt x="3558" y="39380"/>
                </a:lnTo>
                <a:lnTo>
                  <a:pt x="0" y="39380"/>
                </a:lnTo>
                <a:lnTo>
                  <a:pt x="22418" y="0"/>
                </a:lnTo>
                <a:close/>
              </a:path>
            </a:pathLst>
          </a:custGeom>
          <a:solidFill xmlns:a="http://schemas.openxmlformats.org/drawingml/2006/main">
            <a:srgbClr val="000000"/>
          </a:solidFill>
          <a:ln xmlns:a="http://schemas.openxmlformats.org/drawingml/2006/main" w="0" cap="flat">
            <a:noFill/>
            <a:miter/>
          </a:ln>
        </p:spPr>
      </p:sp>
      <p:sp>
        <p:nvSpPr>
          <p:cNvPr id="911" name="Text Labels">
            <a:extLst xmlns:a="http://schemas.openxmlformats.org/drawingml/2006/main">
              <a:ext uri="{FF2B5EF4-FFF2-40B4-BE49-F238E27FC236}">
                <a16:creationId xmlns:a16="http://schemas.microsoft.com/office/drawing/2014/main" id="{61132436-9E32-475F-83BC-36B4363E360A}"/>
              </a:ext>
            </a:extLst>
          </p:cNvPr>
          <p:cNvSpPr>
            <a:spLocks xmlns:a="http://schemas.openxmlformats.org/drawingml/2006/main" noGrp="1"/>
          </p:cNvSpPr>
          <p:nvPr/>
        </p:nvSpPr>
        <p:spPr>
          <a:xfrm xmlns:a="http://schemas.openxmlformats.org/drawingml/2006/main">
            <a:off x="174606" y="5908185"/>
            <a:ext cx="664320" cy="185906"/>
          </a:xfrm>
          <a:custGeom xmlns:a="http://schemas.openxmlformats.org/drawingml/2006/main">
            <a:pathLst>
              <a:path w="664320" h="185906">
                <a:moveTo>
                  <a:pt x="107405" y="171673"/>
                </a:moveTo>
                <a:cubicBezTo>
                  <a:pt x="98792" y="175439"/>
                  <a:pt x="85471" y="178807"/>
                  <a:pt x="67443" y="181776"/>
                </a:cubicBezTo>
                <a:cubicBezTo>
                  <a:pt x="50947" y="184529"/>
                  <a:pt x="37407" y="185906"/>
                  <a:pt x="26824" y="185906"/>
                </a:cubicBezTo>
                <a:cubicBezTo>
                  <a:pt x="8941" y="185906"/>
                  <a:pt x="0" y="178064"/>
                  <a:pt x="0" y="162380"/>
                </a:cubicBezTo>
                <a:cubicBezTo>
                  <a:pt x="0" y="163621"/>
                  <a:pt x="730" y="152059"/>
                  <a:pt x="2190" y="127694"/>
                </a:cubicBezTo>
                <a:cubicBezTo>
                  <a:pt x="4087" y="96037"/>
                  <a:pt x="5036" y="60804"/>
                  <a:pt x="5036" y="21996"/>
                </a:cubicBezTo>
                <a:cubicBezTo>
                  <a:pt x="5036" y="17838"/>
                  <a:pt x="6478" y="14300"/>
                  <a:pt x="9361" y="11383"/>
                </a:cubicBezTo>
                <a:cubicBezTo>
                  <a:pt x="12244" y="8466"/>
                  <a:pt x="15875" y="7007"/>
                  <a:pt x="20255" y="7007"/>
                </a:cubicBezTo>
                <a:cubicBezTo>
                  <a:pt x="24634" y="7007"/>
                  <a:pt x="28284" y="8465"/>
                  <a:pt x="31203" y="11380"/>
                </a:cubicBezTo>
                <a:cubicBezTo>
                  <a:pt x="34123" y="14295"/>
                  <a:pt x="35583" y="17830"/>
                  <a:pt x="35583" y="21986"/>
                </a:cubicBezTo>
                <a:cubicBezTo>
                  <a:pt x="35583" y="60833"/>
                  <a:pt x="34597" y="96617"/>
                  <a:pt x="32627" y="129340"/>
                </a:cubicBezTo>
                <a:cubicBezTo>
                  <a:pt x="31970" y="135172"/>
                  <a:pt x="31276" y="144101"/>
                  <a:pt x="30546" y="156126"/>
                </a:cubicBezTo>
                <a:cubicBezTo>
                  <a:pt x="47845" y="155836"/>
                  <a:pt x="70034" y="151637"/>
                  <a:pt x="97113" y="143528"/>
                </a:cubicBezTo>
                <a:cubicBezTo>
                  <a:pt x="98792" y="143022"/>
                  <a:pt x="100398" y="142769"/>
                  <a:pt x="101931" y="142769"/>
                </a:cubicBezTo>
                <a:cubicBezTo>
                  <a:pt x="106529" y="142769"/>
                  <a:pt x="110252" y="144454"/>
                  <a:pt x="113098" y="147826"/>
                </a:cubicBezTo>
                <a:cubicBezTo>
                  <a:pt x="115653" y="150830"/>
                  <a:pt x="116930" y="154200"/>
                  <a:pt x="116930" y="157936"/>
                </a:cubicBezTo>
                <a:cubicBezTo>
                  <a:pt x="116930" y="164236"/>
                  <a:pt x="113755" y="168815"/>
                  <a:pt x="107405" y="171673"/>
                </a:cubicBezTo>
                <a:close/>
                <a:moveTo>
                  <a:pt x="222685" y="181964"/>
                </a:moveTo>
                <a:cubicBezTo>
                  <a:pt x="219328" y="181964"/>
                  <a:pt x="214000" y="178716"/>
                  <a:pt x="206701" y="172220"/>
                </a:cubicBezTo>
                <a:cubicBezTo>
                  <a:pt x="199985" y="175432"/>
                  <a:pt x="194073" y="177859"/>
                  <a:pt x="188964" y="179501"/>
                </a:cubicBezTo>
                <a:cubicBezTo>
                  <a:pt x="183855" y="181143"/>
                  <a:pt x="179512" y="181964"/>
                  <a:pt x="175935" y="181964"/>
                </a:cubicBezTo>
                <a:cubicBezTo>
                  <a:pt x="158345" y="181964"/>
                  <a:pt x="145152" y="177252"/>
                  <a:pt x="136356" y="167827"/>
                </a:cubicBezTo>
                <a:cubicBezTo>
                  <a:pt x="127561" y="158402"/>
                  <a:pt x="123163" y="144303"/>
                  <a:pt x="123163" y="125528"/>
                </a:cubicBezTo>
                <a:cubicBezTo>
                  <a:pt x="123163" y="107922"/>
                  <a:pt x="129659" y="92854"/>
                  <a:pt x="142652" y="80325"/>
                </a:cubicBezTo>
                <a:cubicBezTo>
                  <a:pt x="155644" y="67795"/>
                  <a:pt x="171191" y="61531"/>
                  <a:pt x="189292" y="61531"/>
                </a:cubicBezTo>
                <a:cubicBezTo>
                  <a:pt x="196226" y="61531"/>
                  <a:pt x="204255" y="63483"/>
                  <a:pt x="213379" y="67388"/>
                </a:cubicBezTo>
                <a:cubicBezTo>
                  <a:pt x="224401" y="72091"/>
                  <a:pt x="229911" y="77553"/>
                  <a:pt x="229911" y="83773"/>
                </a:cubicBezTo>
                <a:cubicBezTo>
                  <a:pt x="229911" y="86378"/>
                  <a:pt x="229072" y="88657"/>
                  <a:pt x="227393" y="90609"/>
                </a:cubicBezTo>
                <a:cubicBezTo>
                  <a:pt x="226663" y="93502"/>
                  <a:pt x="226098" y="97136"/>
                  <a:pt x="225696" y="101513"/>
                </a:cubicBezTo>
                <a:cubicBezTo>
                  <a:pt x="225295" y="105888"/>
                  <a:pt x="225094" y="111005"/>
                  <a:pt x="225094" y="116865"/>
                </a:cubicBezTo>
                <a:cubicBezTo>
                  <a:pt x="225094" y="130681"/>
                  <a:pt x="226079" y="140627"/>
                  <a:pt x="228050" y="146703"/>
                </a:cubicBezTo>
                <a:cubicBezTo>
                  <a:pt x="228269" y="147353"/>
                  <a:pt x="229948" y="151115"/>
                  <a:pt x="233086" y="157987"/>
                </a:cubicBezTo>
                <a:cubicBezTo>
                  <a:pt x="235933" y="164207"/>
                  <a:pt x="237356" y="167751"/>
                  <a:pt x="237356" y="168618"/>
                </a:cubicBezTo>
                <a:cubicBezTo>
                  <a:pt x="237356" y="172452"/>
                  <a:pt x="235878" y="175635"/>
                  <a:pt x="232922" y="178167"/>
                </a:cubicBezTo>
                <a:cubicBezTo>
                  <a:pt x="229966" y="180699"/>
                  <a:pt x="226554" y="181964"/>
                  <a:pt x="222685" y="181964"/>
                </a:cubicBezTo>
                <a:moveTo>
                  <a:pt x="195533" y="108062"/>
                </a:moveTo>
                <a:cubicBezTo>
                  <a:pt x="195533" y="105726"/>
                  <a:pt x="195697" y="103044"/>
                  <a:pt x="196026" y="100015"/>
                </a:cubicBezTo>
                <a:cubicBezTo>
                  <a:pt x="196354" y="96986"/>
                  <a:pt x="196847" y="93610"/>
                  <a:pt x="197504" y="89887"/>
                </a:cubicBezTo>
                <a:cubicBezTo>
                  <a:pt x="196044" y="89157"/>
                  <a:pt x="194748" y="88628"/>
                  <a:pt x="193617" y="88300"/>
                </a:cubicBezTo>
                <a:cubicBezTo>
                  <a:pt x="192486" y="87971"/>
                  <a:pt x="191519" y="87807"/>
                  <a:pt x="190716" y="87807"/>
                </a:cubicBezTo>
                <a:cubicBezTo>
                  <a:pt x="180789" y="87807"/>
                  <a:pt x="172103" y="91694"/>
                  <a:pt x="164658" y="99467"/>
                </a:cubicBezTo>
                <a:cubicBezTo>
                  <a:pt x="157213" y="107241"/>
                  <a:pt x="153491" y="116237"/>
                  <a:pt x="153491" y="126455"/>
                </a:cubicBezTo>
                <a:cubicBezTo>
                  <a:pt x="153491" y="136236"/>
                  <a:pt x="155242" y="143590"/>
                  <a:pt x="158746" y="148517"/>
                </a:cubicBezTo>
                <a:cubicBezTo>
                  <a:pt x="162250" y="153444"/>
                  <a:pt x="167505" y="155907"/>
                  <a:pt x="174512" y="155907"/>
                </a:cubicBezTo>
                <a:cubicBezTo>
                  <a:pt x="179037" y="155907"/>
                  <a:pt x="183325" y="155159"/>
                  <a:pt x="187376" y="153663"/>
                </a:cubicBezTo>
                <a:cubicBezTo>
                  <a:pt x="191427" y="152166"/>
                  <a:pt x="195241" y="149958"/>
                  <a:pt x="198818" y="147039"/>
                </a:cubicBezTo>
                <a:cubicBezTo>
                  <a:pt x="196628" y="129667"/>
                  <a:pt x="195533" y="116675"/>
                  <a:pt x="195533" y="108062"/>
                </a:cubicBezTo>
                <a:close/>
                <a:moveTo>
                  <a:pt x="305322" y="180432"/>
                </a:moveTo>
                <a:cubicBezTo>
                  <a:pt x="295103" y="180432"/>
                  <a:pt x="285395" y="178643"/>
                  <a:pt x="276199" y="175067"/>
                </a:cubicBezTo>
                <a:cubicBezTo>
                  <a:pt x="273498" y="177768"/>
                  <a:pt x="270213" y="179118"/>
                  <a:pt x="266345" y="179118"/>
                </a:cubicBezTo>
                <a:cubicBezTo>
                  <a:pt x="262403" y="179118"/>
                  <a:pt x="259028" y="177804"/>
                  <a:pt x="256218" y="175176"/>
                </a:cubicBezTo>
                <a:cubicBezTo>
                  <a:pt x="253407" y="172546"/>
                  <a:pt x="252002" y="169258"/>
                  <a:pt x="252002" y="165312"/>
                </a:cubicBezTo>
                <a:cubicBezTo>
                  <a:pt x="252002" y="163561"/>
                  <a:pt x="252112" y="160877"/>
                  <a:pt x="252331" y="157262"/>
                </a:cubicBezTo>
                <a:cubicBezTo>
                  <a:pt x="252550" y="153647"/>
                  <a:pt x="252659" y="150963"/>
                  <a:pt x="252659" y="149211"/>
                </a:cubicBezTo>
                <a:lnTo>
                  <a:pt x="252659" y="25086"/>
                </a:lnTo>
                <a:cubicBezTo>
                  <a:pt x="252659" y="19828"/>
                  <a:pt x="253827" y="15153"/>
                  <a:pt x="256163" y="11061"/>
                </a:cubicBezTo>
                <a:cubicBezTo>
                  <a:pt x="259082" y="5877"/>
                  <a:pt x="263243" y="3285"/>
                  <a:pt x="268644" y="3285"/>
                </a:cubicBezTo>
                <a:cubicBezTo>
                  <a:pt x="276454" y="3285"/>
                  <a:pt x="280359" y="7518"/>
                  <a:pt x="280359" y="15985"/>
                </a:cubicBezTo>
                <a:cubicBezTo>
                  <a:pt x="280359" y="16934"/>
                  <a:pt x="280231" y="18448"/>
                  <a:pt x="279976" y="20528"/>
                </a:cubicBezTo>
                <a:cubicBezTo>
                  <a:pt x="279720" y="22609"/>
                  <a:pt x="279593" y="24123"/>
                  <a:pt x="279593" y="25072"/>
                </a:cubicBezTo>
                <a:lnTo>
                  <a:pt x="279593" y="67005"/>
                </a:lnTo>
                <a:cubicBezTo>
                  <a:pt x="284994" y="64012"/>
                  <a:pt x="290176" y="61768"/>
                  <a:pt x="295140" y="60272"/>
                </a:cubicBezTo>
                <a:cubicBezTo>
                  <a:pt x="300103" y="58775"/>
                  <a:pt x="304884" y="58027"/>
                  <a:pt x="309482" y="58027"/>
                </a:cubicBezTo>
                <a:cubicBezTo>
                  <a:pt x="326635" y="58027"/>
                  <a:pt x="340503" y="64274"/>
                  <a:pt x="351087" y="76766"/>
                </a:cubicBezTo>
                <a:cubicBezTo>
                  <a:pt x="360940" y="88454"/>
                  <a:pt x="365867" y="102626"/>
                  <a:pt x="365867" y="119284"/>
                </a:cubicBezTo>
                <a:cubicBezTo>
                  <a:pt x="365867" y="136234"/>
                  <a:pt x="360137" y="150589"/>
                  <a:pt x="348678" y="162350"/>
                </a:cubicBezTo>
                <a:cubicBezTo>
                  <a:pt x="336999" y="174404"/>
                  <a:pt x="322547" y="180432"/>
                  <a:pt x="305322" y="180432"/>
                </a:cubicBezTo>
                <a:moveTo>
                  <a:pt x="309482" y="86055"/>
                </a:moveTo>
                <a:cubicBezTo>
                  <a:pt x="305687" y="86055"/>
                  <a:pt x="301307" y="87150"/>
                  <a:pt x="296344" y="89340"/>
                </a:cubicBezTo>
                <a:cubicBezTo>
                  <a:pt x="291381" y="91530"/>
                  <a:pt x="285797" y="94814"/>
                  <a:pt x="279593" y="99194"/>
                </a:cubicBezTo>
                <a:cubicBezTo>
                  <a:pt x="279520" y="106128"/>
                  <a:pt x="279520" y="121638"/>
                  <a:pt x="279593" y="145725"/>
                </a:cubicBezTo>
                <a:cubicBezTo>
                  <a:pt x="289592" y="150031"/>
                  <a:pt x="298169" y="152184"/>
                  <a:pt x="305322" y="152184"/>
                </a:cubicBezTo>
                <a:cubicBezTo>
                  <a:pt x="314591" y="152184"/>
                  <a:pt x="322219" y="149064"/>
                  <a:pt x="328204" y="142824"/>
                </a:cubicBezTo>
                <a:cubicBezTo>
                  <a:pt x="334189" y="136583"/>
                  <a:pt x="337182" y="128718"/>
                  <a:pt x="337182" y="119229"/>
                </a:cubicBezTo>
                <a:cubicBezTo>
                  <a:pt x="337182" y="109741"/>
                  <a:pt x="334737" y="101894"/>
                  <a:pt x="329846" y="95690"/>
                </a:cubicBezTo>
                <a:cubicBezTo>
                  <a:pt x="324737" y="89267"/>
                  <a:pt x="317949" y="86055"/>
                  <a:pt x="309482" y="86055"/>
                </a:cubicBezTo>
                <a:close/>
                <a:moveTo>
                  <a:pt x="442048" y="180870"/>
                </a:moveTo>
                <a:cubicBezTo>
                  <a:pt x="424603" y="180870"/>
                  <a:pt x="410334" y="176706"/>
                  <a:pt x="399239" y="168378"/>
                </a:cubicBezTo>
                <a:cubicBezTo>
                  <a:pt x="386977" y="159172"/>
                  <a:pt x="380846" y="146204"/>
                  <a:pt x="380846" y="129473"/>
                </a:cubicBezTo>
                <a:cubicBezTo>
                  <a:pt x="380846" y="110991"/>
                  <a:pt x="385700" y="95357"/>
                  <a:pt x="395407" y="82572"/>
                </a:cubicBezTo>
                <a:cubicBezTo>
                  <a:pt x="406210" y="68399"/>
                  <a:pt x="420772" y="61312"/>
                  <a:pt x="439092" y="61312"/>
                </a:cubicBezTo>
                <a:cubicBezTo>
                  <a:pt x="451792" y="61312"/>
                  <a:pt x="462339" y="63355"/>
                  <a:pt x="470733" y="67443"/>
                </a:cubicBezTo>
                <a:cubicBezTo>
                  <a:pt x="481755" y="72844"/>
                  <a:pt x="487266" y="81238"/>
                  <a:pt x="487266" y="92625"/>
                </a:cubicBezTo>
                <a:cubicBezTo>
                  <a:pt x="487266" y="100653"/>
                  <a:pt x="482777" y="107770"/>
                  <a:pt x="473799" y="113974"/>
                </a:cubicBezTo>
                <a:cubicBezTo>
                  <a:pt x="469711" y="116821"/>
                  <a:pt x="461500" y="120981"/>
                  <a:pt x="449165" y="126455"/>
                </a:cubicBezTo>
                <a:lnTo>
                  <a:pt x="412268" y="142769"/>
                </a:lnTo>
                <a:cubicBezTo>
                  <a:pt x="415772" y="146564"/>
                  <a:pt x="420005" y="149411"/>
                  <a:pt x="424968" y="151309"/>
                </a:cubicBezTo>
                <a:cubicBezTo>
                  <a:pt x="429932" y="153206"/>
                  <a:pt x="435625" y="154155"/>
                  <a:pt x="442048" y="154155"/>
                </a:cubicBezTo>
                <a:cubicBezTo>
                  <a:pt x="451829" y="154155"/>
                  <a:pt x="460113" y="152148"/>
                  <a:pt x="466901" y="148134"/>
                </a:cubicBezTo>
                <a:cubicBezTo>
                  <a:pt x="472959" y="144557"/>
                  <a:pt x="477813" y="142769"/>
                  <a:pt x="481463" y="142769"/>
                </a:cubicBezTo>
                <a:cubicBezTo>
                  <a:pt x="489054" y="142769"/>
                  <a:pt x="492849" y="146465"/>
                  <a:pt x="492849" y="153858"/>
                </a:cubicBezTo>
                <a:cubicBezTo>
                  <a:pt x="492849" y="162204"/>
                  <a:pt x="486755" y="169011"/>
                  <a:pt x="474565" y="174280"/>
                </a:cubicBezTo>
                <a:cubicBezTo>
                  <a:pt x="464347" y="178673"/>
                  <a:pt x="453508" y="180870"/>
                  <a:pt x="442048" y="180870"/>
                </a:cubicBezTo>
                <a:moveTo>
                  <a:pt x="439092" y="87807"/>
                </a:moveTo>
                <a:cubicBezTo>
                  <a:pt x="432304" y="87807"/>
                  <a:pt x="426501" y="90070"/>
                  <a:pt x="421684" y="94595"/>
                </a:cubicBezTo>
                <a:cubicBezTo>
                  <a:pt x="416867" y="99121"/>
                  <a:pt x="412998" y="105909"/>
                  <a:pt x="410078" y="114960"/>
                </a:cubicBezTo>
                <a:cubicBezTo>
                  <a:pt x="418326" y="111383"/>
                  <a:pt x="426538" y="107843"/>
                  <a:pt x="434713" y="104339"/>
                </a:cubicBezTo>
                <a:cubicBezTo>
                  <a:pt x="444566" y="99887"/>
                  <a:pt x="452413" y="95763"/>
                  <a:pt x="458252" y="91968"/>
                </a:cubicBezTo>
                <a:cubicBezTo>
                  <a:pt x="453362" y="89194"/>
                  <a:pt x="446975" y="87807"/>
                  <a:pt x="439092" y="87807"/>
                </a:cubicBezTo>
                <a:close/>
                <a:moveTo>
                  <a:pt x="546408" y="159825"/>
                </a:moveTo>
                <a:cubicBezTo>
                  <a:pt x="546408" y="173709"/>
                  <a:pt x="541372" y="180651"/>
                  <a:pt x="531299" y="180651"/>
                </a:cubicBezTo>
                <a:cubicBezTo>
                  <a:pt x="526920" y="180651"/>
                  <a:pt x="523307" y="179262"/>
                  <a:pt x="520460" y="176483"/>
                </a:cubicBezTo>
                <a:cubicBezTo>
                  <a:pt x="517614" y="173707"/>
                  <a:pt x="516191" y="170128"/>
                  <a:pt x="516191" y="165744"/>
                </a:cubicBezTo>
                <a:lnTo>
                  <a:pt x="516191" y="14141"/>
                </a:lnTo>
                <a:cubicBezTo>
                  <a:pt x="516191" y="9903"/>
                  <a:pt x="517723" y="6431"/>
                  <a:pt x="520789" y="3726"/>
                </a:cubicBezTo>
                <a:cubicBezTo>
                  <a:pt x="523708" y="1242"/>
                  <a:pt x="527322" y="0"/>
                  <a:pt x="531628" y="0"/>
                </a:cubicBezTo>
                <a:cubicBezTo>
                  <a:pt x="535934" y="0"/>
                  <a:pt x="539474" y="1298"/>
                  <a:pt x="542248" y="3894"/>
                </a:cubicBezTo>
                <a:cubicBezTo>
                  <a:pt x="545022" y="6487"/>
                  <a:pt x="546408" y="9903"/>
                  <a:pt x="546408" y="14141"/>
                </a:cubicBezTo>
                <a:lnTo>
                  <a:pt x="546408" y="159825"/>
                </a:lnTo>
                <a:close/>
                <a:moveTo>
                  <a:pt x="651620" y="95690"/>
                </a:moveTo>
                <a:cubicBezTo>
                  <a:pt x="644394" y="95690"/>
                  <a:pt x="640051" y="92661"/>
                  <a:pt x="638591" y="86603"/>
                </a:cubicBezTo>
                <a:cubicBezTo>
                  <a:pt x="635672" y="86092"/>
                  <a:pt x="632679" y="85836"/>
                  <a:pt x="629613" y="85836"/>
                </a:cubicBezTo>
                <a:cubicBezTo>
                  <a:pt x="612023" y="85836"/>
                  <a:pt x="603227" y="88245"/>
                  <a:pt x="603227" y="93062"/>
                </a:cubicBezTo>
                <a:cubicBezTo>
                  <a:pt x="603227" y="95909"/>
                  <a:pt x="608519" y="99741"/>
                  <a:pt x="619103" y="104558"/>
                </a:cubicBezTo>
                <a:cubicBezTo>
                  <a:pt x="633555" y="111201"/>
                  <a:pt x="643336" y="116383"/>
                  <a:pt x="648445" y="120105"/>
                </a:cubicBezTo>
                <a:cubicBezTo>
                  <a:pt x="659028" y="127769"/>
                  <a:pt x="664320" y="136419"/>
                  <a:pt x="664320" y="146053"/>
                </a:cubicBezTo>
                <a:cubicBezTo>
                  <a:pt x="664320" y="158608"/>
                  <a:pt x="658481" y="168133"/>
                  <a:pt x="646803" y="174629"/>
                </a:cubicBezTo>
                <a:cubicBezTo>
                  <a:pt x="637387" y="179811"/>
                  <a:pt x="625818" y="182402"/>
                  <a:pt x="612096" y="182402"/>
                </a:cubicBezTo>
                <a:cubicBezTo>
                  <a:pt x="602388" y="182402"/>
                  <a:pt x="593520" y="180906"/>
                  <a:pt x="585491" y="177914"/>
                </a:cubicBezTo>
                <a:cubicBezTo>
                  <a:pt x="574542" y="173826"/>
                  <a:pt x="569068" y="167804"/>
                  <a:pt x="569068" y="159848"/>
                </a:cubicBezTo>
                <a:cubicBezTo>
                  <a:pt x="569068" y="152549"/>
                  <a:pt x="573411" y="148900"/>
                  <a:pt x="582097" y="148900"/>
                </a:cubicBezTo>
                <a:cubicBezTo>
                  <a:pt x="585454" y="148900"/>
                  <a:pt x="590308" y="149958"/>
                  <a:pt x="596658" y="152075"/>
                </a:cubicBezTo>
                <a:cubicBezTo>
                  <a:pt x="603008" y="154192"/>
                  <a:pt x="607899" y="155250"/>
                  <a:pt x="611329" y="155250"/>
                </a:cubicBezTo>
                <a:cubicBezTo>
                  <a:pt x="626146" y="155250"/>
                  <a:pt x="633591" y="152257"/>
                  <a:pt x="633664" y="146272"/>
                </a:cubicBezTo>
                <a:cubicBezTo>
                  <a:pt x="633664" y="142550"/>
                  <a:pt x="628519" y="138426"/>
                  <a:pt x="618227" y="133900"/>
                </a:cubicBezTo>
                <a:cubicBezTo>
                  <a:pt x="603191" y="127258"/>
                  <a:pt x="593556" y="122477"/>
                  <a:pt x="589323" y="119558"/>
                </a:cubicBezTo>
                <a:cubicBezTo>
                  <a:pt x="579031" y="112332"/>
                  <a:pt x="573885" y="103525"/>
                  <a:pt x="573885" y="93138"/>
                </a:cubicBezTo>
                <a:cubicBezTo>
                  <a:pt x="573885" y="78435"/>
                  <a:pt x="581659" y="68523"/>
                  <a:pt x="597206" y="63402"/>
                </a:cubicBezTo>
                <a:cubicBezTo>
                  <a:pt x="606330" y="60403"/>
                  <a:pt x="620198" y="58903"/>
                  <a:pt x="638810" y="58903"/>
                </a:cubicBezTo>
                <a:cubicBezTo>
                  <a:pt x="646109" y="58903"/>
                  <a:pt x="651510" y="59854"/>
                  <a:pt x="655014" y="61757"/>
                </a:cubicBezTo>
                <a:cubicBezTo>
                  <a:pt x="659831" y="64320"/>
                  <a:pt x="662240" y="69043"/>
                  <a:pt x="662240" y="75925"/>
                </a:cubicBezTo>
                <a:cubicBezTo>
                  <a:pt x="662240" y="89102"/>
                  <a:pt x="658700" y="95690"/>
                  <a:pt x="651620" y="95690"/>
                </a:cubicBezTo>
                <a:close/>
              </a:path>
            </a:pathLst>
          </a:custGeom>
          <a:solidFill xmlns:a="http://schemas.openxmlformats.org/drawingml/2006/main">
            <a:srgbClr val="000000"/>
          </a:solidFill>
          <a:ln xmlns:a="http://schemas.openxmlformats.org/drawingml/2006/main" w="0" cap="flat">
            <a:noFill/>
            <a:miter/>
          </a:ln>
        </p:spPr>
      </p:sp>
      <p:sp>
        <p:nvSpPr>
          <p:cNvPr id="912" name="Vector element">
            <a:extLst xmlns:a="http://schemas.openxmlformats.org/drawingml/2006/main">
              <a:ext uri="{FF2B5EF4-FFF2-40B4-BE49-F238E27FC236}">
                <a16:creationId xmlns:a16="http://schemas.microsoft.com/office/drawing/2014/main" id="{45F9CB19-D745-4956-8582-28CF22199C92}"/>
              </a:ext>
            </a:extLst>
          </p:cNvPr>
          <p:cNvSpPr>
            <a:spLocks xmlns:a="http://schemas.openxmlformats.org/drawingml/2006/main" noGrp="1"/>
          </p:cNvSpPr>
          <p:nvPr/>
        </p:nvSpPr>
        <p:spPr>
          <a:xfrm xmlns:a="http://schemas.openxmlformats.org/drawingml/2006/main">
            <a:off x="911597" y="4223436"/>
            <a:ext cx="622771" cy="378864"/>
          </a:xfrm>
          <a:custGeom xmlns:a="http://schemas.openxmlformats.org/drawingml/2006/main">
            <a:pathLst>
              <a:path w="622771" h="378864">
                <a:moveTo>
                  <a:pt x="47657" y="3037"/>
                </a:moveTo>
                <a:lnTo>
                  <a:pt x="41429" y="5328"/>
                </a:lnTo>
                <a:lnTo>
                  <a:pt x="35497" y="8182"/>
                </a:lnTo>
                <a:lnTo>
                  <a:pt x="29901" y="11584"/>
                </a:lnTo>
                <a:lnTo>
                  <a:pt x="24672" y="15492"/>
                </a:lnTo>
                <a:lnTo>
                  <a:pt x="19864" y="19864"/>
                </a:lnTo>
                <a:lnTo>
                  <a:pt x="15492" y="24672"/>
                </a:lnTo>
                <a:lnTo>
                  <a:pt x="11584" y="29901"/>
                </a:lnTo>
                <a:lnTo>
                  <a:pt x="8182" y="35497"/>
                </a:lnTo>
                <a:lnTo>
                  <a:pt x="5328" y="41429"/>
                </a:lnTo>
                <a:lnTo>
                  <a:pt x="3037" y="47657"/>
                </a:lnTo>
                <a:lnTo>
                  <a:pt x="1392" y="54081"/>
                </a:lnTo>
                <a:lnTo>
                  <a:pt x="773" y="57511"/>
                </a:lnTo>
                <a:lnTo>
                  <a:pt x="351" y="60899"/>
                </a:lnTo>
                <a:lnTo>
                  <a:pt x="84" y="64344"/>
                </a:lnTo>
                <a:lnTo>
                  <a:pt x="0" y="67746"/>
                </a:lnTo>
                <a:lnTo>
                  <a:pt x="0" y="311119"/>
                </a:lnTo>
                <a:lnTo>
                  <a:pt x="84" y="314521"/>
                </a:lnTo>
                <a:lnTo>
                  <a:pt x="351" y="317965"/>
                </a:lnTo>
                <a:lnTo>
                  <a:pt x="773" y="321353"/>
                </a:lnTo>
                <a:lnTo>
                  <a:pt x="1392" y="324783"/>
                </a:lnTo>
                <a:lnTo>
                  <a:pt x="3037" y="331207"/>
                </a:lnTo>
                <a:lnTo>
                  <a:pt x="5328" y="337435"/>
                </a:lnTo>
                <a:lnTo>
                  <a:pt x="8182" y="343368"/>
                </a:lnTo>
                <a:lnTo>
                  <a:pt x="11584" y="348963"/>
                </a:lnTo>
                <a:lnTo>
                  <a:pt x="15492" y="354192"/>
                </a:lnTo>
                <a:lnTo>
                  <a:pt x="19864" y="359000"/>
                </a:lnTo>
                <a:lnTo>
                  <a:pt x="24672" y="363372"/>
                </a:lnTo>
                <a:lnTo>
                  <a:pt x="29901" y="367280"/>
                </a:lnTo>
                <a:lnTo>
                  <a:pt x="35497" y="370682"/>
                </a:lnTo>
                <a:lnTo>
                  <a:pt x="41429" y="373536"/>
                </a:lnTo>
                <a:lnTo>
                  <a:pt x="47657" y="375828"/>
                </a:lnTo>
                <a:lnTo>
                  <a:pt x="54081" y="377473"/>
                </a:lnTo>
                <a:lnTo>
                  <a:pt x="57511" y="378091"/>
                </a:lnTo>
                <a:lnTo>
                  <a:pt x="60899" y="378513"/>
                </a:lnTo>
                <a:lnTo>
                  <a:pt x="64344" y="378780"/>
                </a:lnTo>
                <a:lnTo>
                  <a:pt x="67647" y="378864"/>
                </a:lnTo>
                <a:lnTo>
                  <a:pt x="68013" y="364806"/>
                </a:lnTo>
                <a:lnTo>
                  <a:pt x="65117" y="364741"/>
                </a:lnTo>
                <a:lnTo>
                  <a:pt x="62212" y="364516"/>
                </a:lnTo>
                <a:lnTo>
                  <a:pt x="59582" y="364176"/>
                </a:lnTo>
                <a:lnTo>
                  <a:pt x="57081" y="363730"/>
                </a:lnTo>
                <a:lnTo>
                  <a:pt x="51823" y="362374"/>
                </a:lnTo>
                <a:lnTo>
                  <a:pt x="46949" y="360599"/>
                </a:lnTo>
                <a:lnTo>
                  <a:pt x="42239" y="358337"/>
                </a:lnTo>
                <a:lnTo>
                  <a:pt x="37771" y="355621"/>
                </a:lnTo>
                <a:lnTo>
                  <a:pt x="33676" y="352559"/>
                </a:lnTo>
                <a:lnTo>
                  <a:pt x="29814" y="349050"/>
                </a:lnTo>
                <a:lnTo>
                  <a:pt x="26305" y="345188"/>
                </a:lnTo>
                <a:lnTo>
                  <a:pt x="23287" y="341152"/>
                </a:lnTo>
                <a:lnTo>
                  <a:pt x="20526" y="336622"/>
                </a:lnTo>
                <a:lnTo>
                  <a:pt x="18265" y="331915"/>
                </a:lnTo>
                <a:lnTo>
                  <a:pt x="16490" y="327041"/>
                </a:lnTo>
                <a:lnTo>
                  <a:pt x="15134" y="321783"/>
                </a:lnTo>
                <a:lnTo>
                  <a:pt x="14688" y="319282"/>
                </a:lnTo>
                <a:lnTo>
                  <a:pt x="14348" y="316652"/>
                </a:lnTo>
                <a:lnTo>
                  <a:pt x="14123" y="313747"/>
                </a:lnTo>
                <a:lnTo>
                  <a:pt x="14058" y="310851"/>
                </a:lnTo>
                <a:lnTo>
                  <a:pt x="14058" y="68013"/>
                </a:lnTo>
                <a:lnTo>
                  <a:pt x="14123" y="65117"/>
                </a:lnTo>
                <a:lnTo>
                  <a:pt x="14348" y="62212"/>
                </a:lnTo>
                <a:lnTo>
                  <a:pt x="14688" y="59582"/>
                </a:lnTo>
                <a:lnTo>
                  <a:pt x="15134" y="57081"/>
                </a:lnTo>
                <a:lnTo>
                  <a:pt x="16490" y="51823"/>
                </a:lnTo>
                <a:lnTo>
                  <a:pt x="18265" y="46949"/>
                </a:lnTo>
                <a:lnTo>
                  <a:pt x="20528" y="42239"/>
                </a:lnTo>
                <a:lnTo>
                  <a:pt x="23243" y="37771"/>
                </a:lnTo>
                <a:lnTo>
                  <a:pt x="26305" y="33676"/>
                </a:lnTo>
                <a:lnTo>
                  <a:pt x="29814" y="29814"/>
                </a:lnTo>
                <a:lnTo>
                  <a:pt x="33676" y="26305"/>
                </a:lnTo>
                <a:lnTo>
                  <a:pt x="37771" y="23243"/>
                </a:lnTo>
                <a:lnTo>
                  <a:pt x="42239" y="20528"/>
                </a:lnTo>
                <a:lnTo>
                  <a:pt x="46949" y="18265"/>
                </a:lnTo>
                <a:lnTo>
                  <a:pt x="51823" y="16490"/>
                </a:lnTo>
                <a:lnTo>
                  <a:pt x="57081" y="15134"/>
                </a:lnTo>
                <a:lnTo>
                  <a:pt x="59582" y="14688"/>
                </a:lnTo>
                <a:lnTo>
                  <a:pt x="62212" y="14348"/>
                </a:lnTo>
                <a:lnTo>
                  <a:pt x="65117" y="14123"/>
                </a:lnTo>
                <a:lnTo>
                  <a:pt x="68013" y="14058"/>
                </a:lnTo>
                <a:lnTo>
                  <a:pt x="67647" y="0"/>
                </a:lnTo>
                <a:lnTo>
                  <a:pt x="64344" y="84"/>
                </a:lnTo>
                <a:lnTo>
                  <a:pt x="60899" y="351"/>
                </a:lnTo>
                <a:lnTo>
                  <a:pt x="57511" y="773"/>
                </a:lnTo>
                <a:lnTo>
                  <a:pt x="54081" y="1392"/>
                </a:lnTo>
                <a:lnTo>
                  <a:pt x="47657" y="3037"/>
                </a:lnTo>
                <a:close/>
                <a:moveTo>
                  <a:pt x="568690" y="377473"/>
                </a:moveTo>
                <a:lnTo>
                  <a:pt x="575115" y="375828"/>
                </a:lnTo>
                <a:lnTo>
                  <a:pt x="581342" y="373536"/>
                </a:lnTo>
                <a:lnTo>
                  <a:pt x="587275" y="370682"/>
                </a:lnTo>
                <a:lnTo>
                  <a:pt x="592870" y="367280"/>
                </a:lnTo>
                <a:lnTo>
                  <a:pt x="598099" y="363372"/>
                </a:lnTo>
                <a:lnTo>
                  <a:pt x="602907" y="359000"/>
                </a:lnTo>
                <a:lnTo>
                  <a:pt x="607293" y="354192"/>
                </a:lnTo>
                <a:lnTo>
                  <a:pt x="611187" y="348963"/>
                </a:lnTo>
                <a:lnTo>
                  <a:pt x="614590" y="343368"/>
                </a:lnTo>
                <a:lnTo>
                  <a:pt x="617443" y="337435"/>
                </a:lnTo>
                <a:lnTo>
                  <a:pt x="619735" y="331207"/>
                </a:lnTo>
                <a:lnTo>
                  <a:pt x="621380" y="324783"/>
                </a:lnTo>
                <a:lnTo>
                  <a:pt x="621998" y="321353"/>
                </a:lnTo>
                <a:lnTo>
                  <a:pt x="622420" y="317965"/>
                </a:lnTo>
                <a:lnTo>
                  <a:pt x="622687" y="314521"/>
                </a:lnTo>
                <a:lnTo>
                  <a:pt x="622771" y="311119"/>
                </a:lnTo>
                <a:lnTo>
                  <a:pt x="622771" y="67746"/>
                </a:lnTo>
                <a:lnTo>
                  <a:pt x="622687" y="64344"/>
                </a:lnTo>
                <a:lnTo>
                  <a:pt x="622420" y="60899"/>
                </a:lnTo>
                <a:lnTo>
                  <a:pt x="621998" y="57511"/>
                </a:lnTo>
                <a:lnTo>
                  <a:pt x="621380" y="54081"/>
                </a:lnTo>
                <a:lnTo>
                  <a:pt x="619735" y="47657"/>
                </a:lnTo>
                <a:lnTo>
                  <a:pt x="617443" y="41429"/>
                </a:lnTo>
                <a:lnTo>
                  <a:pt x="614590" y="35497"/>
                </a:lnTo>
                <a:lnTo>
                  <a:pt x="611187" y="29901"/>
                </a:lnTo>
                <a:lnTo>
                  <a:pt x="607293" y="24672"/>
                </a:lnTo>
                <a:lnTo>
                  <a:pt x="602907" y="19864"/>
                </a:lnTo>
                <a:lnTo>
                  <a:pt x="598099" y="15492"/>
                </a:lnTo>
                <a:lnTo>
                  <a:pt x="592870" y="11584"/>
                </a:lnTo>
                <a:lnTo>
                  <a:pt x="587275" y="8182"/>
                </a:lnTo>
                <a:lnTo>
                  <a:pt x="581342" y="5328"/>
                </a:lnTo>
                <a:lnTo>
                  <a:pt x="575115" y="3037"/>
                </a:lnTo>
                <a:lnTo>
                  <a:pt x="568690" y="1392"/>
                </a:lnTo>
                <a:lnTo>
                  <a:pt x="565260" y="773"/>
                </a:lnTo>
                <a:lnTo>
                  <a:pt x="561872" y="351"/>
                </a:lnTo>
                <a:lnTo>
                  <a:pt x="558428" y="84"/>
                </a:lnTo>
                <a:lnTo>
                  <a:pt x="555124" y="0"/>
                </a:lnTo>
                <a:lnTo>
                  <a:pt x="554758" y="14058"/>
                </a:lnTo>
                <a:lnTo>
                  <a:pt x="557654" y="14123"/>
                </a:lnTo>
                <a:lnTo>
                  <a:pt x="560559" y="14348"/>
                </a:lnTo>
                <a:lnTo>
                  <a:pt x="563189" y="14688"/>
                </a:lnTo>
                <a:lnTo>
                  <a:pt x="565690" y="15134"/>
                </a:lnTo>
                <a:lnTo>
                  <a:pt x="570948" y="16490"/>
                </a:lnTo>
                <a:lnTo>
                  <a:pt x="575822" y="18265"/>
                </a:lnTo>
                <a:lnTo>
                  <a:pt x="580533" y="20528"/>
                </a:lnTo>
                <a:lnTo>
                  <a:pt x="585000" y="23243"/>
                </a:lnTo>
                <a:lnTo>
                  <a:pt x="589095" y="26305"/>
                </a:lnTo>
                <a:lnTo>
                  <a:pt x="592957" y="29814"/>
                </a:lnTo>
                <a:lnTo>
                  <a:pt x="596466" y="33676"/>
                </a:lnTo>
                <a:lnTo>
                  <a:pt x="599528" y="37771"/>
                </a:lnTo>
                <a:lnTo>
                  <a:pt x="602244" y="42239"/>
                </a:lnTo>
                <a:lnTo>
                  <a:pt x="604506" y="46949"/>
                </a:lnTo>
                <a:lnTo>
                  <a:pt x="606282" y="51823"/>
                </a:lnTo>
                <a:lnTo>
                  <a:pt x="607637" y="57081"/>
                </a:lnTo>
                <a:lnTo>
                  <a:pt x="608083" y="59582"/>
                </a:lnTo>
                <a:lnTo>
                  <a:pt x="608423" y="62212"/>
                </a:lnTo>
                <a:lnTo>
                  <a:pt x="608648" y="65117"/>
                </a:lnTo>
                <a:lnTo>
                  <a:pt x="608713" y="68013"/>
                </a:lnTo>
                <a:lnTo>
                  <a:pt x="608713" y="310851"/>
                </a:lnTo>
                <a:lnTo>
                  <a:pt x="608648" y="313747"/>
                </a:lnTo>
                <a:lnTo>
                  <a:pt x="608423" y="316652"/>
                </a:lnTo>
                <a:lnTo>
                  <a:pt x="608083" y="319282"/>
                </a:lnTo>
                <a:lnTo>
                  <a:pt x="607637" y="321783"/>
                </a:lnTo>
                <a:lnTo>
                  <a:pt x="606282" y="327041"/>
                </a:lnTo>
                <a:lnTo>
                  <a:pt x="604506" y="331915"/>
                </a:lnTo>
                <a:lnTo>
                  <a:pt x="602245" y="336622"/>
                </a:lnTo>
                <a:lnTo>
                  <a:pt x="599485" y="341152"/>
                </a:lnTo>
                <a:lnTo>
                  <a:pt x="596466" y="345188"/>
                </a:lnTo>
                <a:lnTo>
                  <a:pt x="592957" y="349050"/>
                </a:lnTo>
                <a:lnTo>
                  <a:pt x="589095" y="352559"/>
                </a:lnTo>
                <a:lnTo>
                  <a:pt x="585000" y="355621"/>
                </a:lnTo>
                <a:lnTo>
                  <a:pt x="580533" y="358337"/>
                </a:lnTo>
                <a:lnTo>
                  <a:pt x="575822" y="360599"/>
                </a:lnTo>
                <a:lnTo>
                  <a:pt x="570948" y="362374"/>
                </a:lnTo>
                <a:lnTo>
                  <a:pt x="565690" y="363730"/>
                </a:lnTo>
                <a:lnTo>
                  <a:pt x="563189" y="364176"/>
                </a:lnTo>
                <a:lnTo>
                  <a:pt x="560559" y="364516"/>
                </a:lnTo>
                <a:lnTo>
                  <a:pt x="557654" y="364741"/>
                </a:lnTo>
                <a:lnTo>
                  <a:pt x="554758" y="364806"/>
                </a:lnTo>
                <a:lnTo>
                  <a:pt x="555124" y="378864"/>
                </a:lnTo>
                <a:lnTo>
                  <a:pt x="558428" y="378780"/>
                </a:lnTo>
                <a:lnTo>
                  <a:pt x="561872" y="378513"/>
                </a:lnTo>
                <a:lnTo>
                  <a:pt x="565260" y="378091"/>
                </a:lnTo>
                <a:lnTo>
                  <a:pt x="568690" y="377473"/>
                </a:lnTo>
                <a:close/>
              </a:path>
            </a:pathLst>
          </a:custGeom>
          <a:solidFill xmlns:a="http://schemas.openxmlformats.org/drawingml/2006/main">
            <a:srgbClr val="000000"/>
          </a:solidFill>
          <a:ln xmlns:a="http://schemas.openxmlformats.org/drawingml/2006/main" w="0" cap="flat">
            <a:noFill/>
            <a:miter/>
          </a:ln>
        </p:spPr>
      </p:sp>
      <p:sp>
        <p:nvSpPr>
          <p:cNvPr id="913" name="Text MLP">
            <a:extLst xmlns:a="http://schemas.openxmlformats.org/drawingml/2006/main">
              <a:ext uri="{FF2B5EF4-FFF2-40B4-BE49-F238E27FC236}">
                <a16:creationId xmlns:a16="http://schemas.microsoft.com/office/drawing/2014/main" id="{DD97A97C-5435-4E84-ACE8-BE095FCCC2D0}"/>
              </a:ext>
            </a:extLst>
          </p:cNvPr>
          <p:cNvSpPr>
            <a:spLocks xmlns:a="http://schemas.openxmlformats.org/drawingml/2006/main" noGrp="1"/>
          </p:cNvSpPr>
          <p:nvPr/>
        </p:nvSpPr>
        <p:spPr>
          <a:xfrm xmlns:a="http://schemas.openxmlformats.org/drawingml/2006/main">
            <a:off x="1040501" y="4361128"/>
            <a:ext cx="367988" cy="160674"/>
          </a:xfrm>
          <a:custGeom xmlns:a="http://schemas.openxmlformats.org/drawingml/2006/main">
            <a:pathLst>
              <a:path w="367988" h="160674">
                <a:moveTo>
                  <a:pt x="145918" y="159517"/>
                </a:moveTo>
                <a:cubicBezTo>
                  <a:pt x="142446" y="159517"/>
                  <a:pt x="139585" y="157717"/>
                  <a:pt x="137335" y="154116"/>
                </a:cubicBezTo>
                <a:cubicBezTo>
                  <a:pt x="135406" y="151030"/>
                  <a:pt x="133670" y="145886"/>
                  <a:pt x="132127" y="138685"/>
                </a:cubicBezTo>
                <a:lnTo>
                  <a:pt x="128655" y="122097"/>
                </a:lnTo>
                <a:cubicBezTo>
                  <a:pt x="126019" y="111810"/>
                  <a:pt x="121840" y="89113"/>
                  <a:pt x="116118" y="54008"/>
                </a:cubicBezTo>
                <a:lnTo>
                  <a:pt x="96829" y="112163"/>
                </a:lnTo>
                <a:lnTo>
                  <a:pt x="91139" y="130488"/>
                </a:lnTo>
                <a:cubicBezTo>
                  <a:pt x="88824" y="137753"/>
                  <a:pt x="86413" y="143700"/>
                  <a:pt x="83906" y="148330"/>
                </a:cubicBezTo>
                <a:cubicBezTo>
                  <a:pt x="81205" y="153216"/>
                  <a:pt x="77572" y="155659"/>
                  <a:pt x="73007" y="155659"/>
                </a:cubicBezTo>
                <a:cubicBezTo>
                  <a:pt x="69214" y="155659"/>
                  <a:pt x="66224" y="153602"/>
                  <a:pt x="64038" y="149487"/>
                </a:cubicBezTo>
                <a:cubicBezTo>
                  <a:pt x="62624" y="146786"/>
                  <a:pt x="61338" y="143347"/>
                  <a:pt x="60181" y="139167"/>
                </a:cubicBezTo>
                <a:lnTo>
                  <a:pt x="57384" y="128462"/>
                </a:lnTo>
                <a:cubicBezTo>
                  <a:pt x="50890" y="105766"/>
                  <a:pt x="45168" y="81462"/>
                  <a:pt x="40217" y="55551"/>
                </a:cubicBezTo>
                <a:lnTo>
                  <a:pt x="36745" y="72815"/>
                </a:lnTo>
                <a:lnTo>
                  <a:pt x="24304" y="123737"/>
                </a:lnTo>
                <a:cubicBezTo>
                  <a:pt x="23789" y="129716"/>
                  <a:pt x="22182" y="138557"/>
                  <a:pt x="19482" y="150258"/>
                </a:cubicBezTo>
                <a:cubicBezTo>
                  <a:pt x="17553" y="155273"/>
                  <a:pt x="14370" y="157781"/>
                  <a:pt x="9934" y="157781"/>
                </a:cubicBezTo>
                <a:cubicBezTo>
                  <a:pt x="6783" y="157781"/>
                  <a:pt x="4276" y="156656"/>
                  <a:pt x="2411" y="154405"/>
                </a:cubicBezTo>
                <a:cubicBezTo>
                  <a:pt x="804" y="152477"/>
                  <a:pt x="0" y="150098"/>
                  <a:pt x="0" y="147269"/>
                </a:cubicBezTo>
                <a:cubicBezTo>
                  <a:pt x="0" y="136531"/>
                  <a:pt x="2218" y="123351"/>
                  <a:pt x="6655" y="107727"/>
                </a:cubicBezTo>
                <a:lnTo>
                  <a:pt x="17263" y="68860"/>
                </a:lnTo>
                <a:lnTo>
                  <a:pt x="22857" y="38481"/>
                </a:lnTo>
                <a:cubicBezTo>
                  <a:pt x="25686" y="24272"/>
                  <a:pt x="28676" y="14981"/>
                  <a:pt x="31826" y="10609"/>
                </a:cubicBezTo>
                <a:cubicBezTo>
                  <a:pt x="34398" y="6880"/>
                  <a:pt x="37581" y="5015"/>
                  <a:pt x="41374" y="5015"/>
                </a:cubicBezTo>
                <a:cubicBezTo>
                  <a:pt x="45553" y="5015"/>
                  <a:pt x="48672" y="7394"/>
                  <a:pt x="50729" y="12152"/>
                </a:cubicBezTo>
                <a:cubicBezTo>
                  <a:pt x="53237" y="17874"/>
                  <a:pt x="55937" y="29544"/>
                  <a:pt x="58830" y="47161"/>
                </a:cubicBezTo>
                <a:cubicBezTo>
                  <a:pt x="62238" y="68314"/>
                  <a:pt x="67542" y="91203"/>
                  <a:pt x="74743" y="115828"/>
                </a:cubicBezTo>
                <a:cubicBezTo>
                  <a:pt x="84259" y="91074"/>
                  <a:pt x="92489" y="65292"/>
                  <a:pt x="99433" y="38481"/>
                </a:cubicBezTo>
                <a:lnTo>
                  <a:pt x="102326" y="24400"/>
                </a:lnTo>
                <a:cubicBezTo>
                  <a:pt x="103483" y="18742"/>
                  <a:pt x="104994" y="14177"/>
                  <a:pt x="106859" y="10705"/>
                </a:cubicBezTo>
                <a:cubicBezTo>
                  <a:pt x="109367" y="6012"/>
                  <a:pt x="112806" y="3665"/>
                  <a:pt x="117178" y="3665"/>
                </a:cubicBezTo>
                <a:cubicBezTo>
                  <a:pt x="122708" y="3665"/>
                  <a:pt x="126919" y="8969"/>
                  <a:pt x="129812" y="19578"/>
                </a:cubicBezTo>
                <a:cubicBezTo>
                  <a:pt x="130841" y="23243"/>
                  <a:pt x="132095" y="30830"/>
                  <a:pt x="133574" y="42339"/>
                </a:cubicBezTo>
                <a:cubicBezTo>
                  <a:pt x="137367" y="71400"/>
                  <a:pt x="142093" y="96218"/>
                  <a:pt x="147751" y="116793"/>
                </a:cubicBezTo>
                <a:lnTo>
                  <a:pt x="152477" y="133381"/>
                </a:lnTo>
                <a:cubicBezTo>
                  <a:pt x="154920" y="142254"/>
                  <a:pt x="156141" y="147719"/>
                  <a:pt x="156141" y="149776"/>
                </a:cubicBezTo>
                <a:cubicBezTo>
                  <a:pt x="156141" y="152541"/>
                  <a:pt x="155097" y="154855"/>
                  <a:pt x="153007" y="156720"/>
                </a:cubicBezTo>
                <a:cubicBezTo>
                  <a:pt x="150917" y="158585"/>
                  <a:pt x="148555" y="159517"/>
                  <a:pt x="145918" y="159517"/>
                </a:cubicBezTo>
                <a:close/>
                <a:moveTo>
                  <a:pt x="261669" y="147751"/>
                </a:moveTo>
                <a:cubicBezTo>
                  <a:pt x="254404" y="151159"/>
                  <a:pt x="242992" y="154213"/>
                  <a:pt x="227432" y="156913"/>
                </a:cubicBezTo>
                <a:cubicBezTo>
                  <a:pt x="213094" y="159420"/>
                  <a:pt x="201392" y="160674"/>
                  <a:pt x="192327" y="160674"/>
                </a:cubicBezTo>
                <a:cubicBezTo>
                  <a:pt x="185833" y="160674"/>
                  <a:pt x="181172" y="159677"/>
                  <a:pt x="178343" y="157681"/>
                </a:cubicBezTo>
                <a:cubicBezTo>
                  <a:pt x="174485" y="154981"/>
                  <a:pt x="172556" y="150027"/>
                  <a:pt x="172556" y="142820"/>
                </a:cubicBezTo>
                <a:lnTo>
                  <a:pt x="174485" y="110879"/>
                </a:lnTo>
                <a:cubicBezTo>
                  <a:pt x="176157" y="81414"/>
                  <a:pt x="176992" y="48732"/>
                  <a:pt x="176992" y="12833"/>
                </a:cubicBezTo>
                <a:cubicBezTo>
                  <a:pt x="176992" y="10066"/>
                  <a:pt x="177909" y="7718"/>
                  <a:pt x="179741" y="5790"/>
                </a:cubicBezTo>
                <a:cubicBezTo>
                  <a:pt x="181573" y="3859"/>
                  <a:pt x="183840" y="2893"/>
                  <a:pt x="186540" y="2893"/>
                </a:cubicBezTo>
                <a:cubicBezTo>
                  <a:pt x="189305" y="2893"/>
                  <a:pt x="191603" y="3858"/>
                  <a:pt x="193436" y="5787"/>
                </a:cubicBezTo>
                <a:cubicBezTo>
                  <a:pt x="195268" y="7715"/>
                  <a:pt x="196185" y="10062"/>
                  <a:pt x="196185" y="12827"/>
                </a:cubicBezTo>
                <a:cubicBezTo>
                  <a:pt x="196185" y="49154"/>
                  <a:pt x="195317" y="82202"/>
                  <a:pt x="193581" y="111970"/>
                </a:cubicBezTo>
                <a:lnTo>
                  <a:pt x="192327" y="126630"/>
                </a:lnTo>
                <a:cubicBezTo>
                  <a:pt x="191812" y="131966"/>
                  <a:pt x="191620" y="136692"/>
                  <a:pt x="191748" y="140807"/>
                </a:cubicBezTo>
                <a:cubicBezTo>
                  <a:pt x="208529" y="141000"/>
                  <a:pt x="229747" y="137046"/>
                  <a:pt x="255401" y="128944"/>
                </a:cubicBezTo>
                <a:cubicBezTo>
                  <a:pt x="256494" y="128623"/>
                  <a:pt x="257522" y="128462"/>
                  <a:pt x="258487" y="128462"/>
                </a:cubicBezTo>
                <a:cubicBezTo>
                  <a:pt x="261251" y="128462"/>
                  <a:pt x="263566" y="129560"/>
                  <a:pt x="265431" y="131756"/>
                </a:cubicBezTo>
                <a:cubicBezTo>
                  <a:pt x="267038" y="133760"/>
                  <a:pt x="267842" y="136054"/>
                  <a:pt x="267842" y="138640"/>
                </a:cubicBezTo>
                <a:cubicBezTo>
                  <a:pt x="267842" y="142775"/>
                  <a:pt x="265784" y="145812"/>
                  <a:pt x="261669" y="147751"/>
                </a:cubicBezTo>
                <a:close/>
                <a:moveTo>
                  <a:pt x="310893" y="94900"/>
                </a:moveTo>
                <a:cubicBezTo>
                  <a:pt x="309093" y="94900"/>
                  <a:pt x="305171" y="94482"/>
                  <a:pt x="299127" y="93646"/>
                </a:cubicBezTo>
                <a:cubicBezTo>
                  <a:pt x="298613" y="103369"/>
                  <a:pt x="298356" y="120402"/>
                  <a:pt x="298356" y="144746"/>
                </a:cubicBezTo>
                <a:cubicBezTo>
                  <a:pt x="298356" y="147322"/>
                  <a:pt x="297520" y="149496"/>
                  <a:pt x="295848" y="151268"/>
                </a:cubicBezTo>
                <a:cubicBezTo>
                  <a:pt x="294176" y="153038"/>
                  <a:pt x="292087" y="153923"/>
                  <a:pt x="289579" y="153923"/>
                </a:cubicBezTo>
                <a:cubicBezTo>
                  <a:pt x="287007" y="153923"/>
                  <a:pt x="284886" y="153039"/>
                  <a:pt x="283214" y="151271"/>
                </a:cubicBezTo>
                <a:cubicBezTo>
                  <a:pt x="281542" y="149501"/>
                  <a:pt x="280706" y="147329"/>
                  <a:pt x="280706" y="144755"/>
                </a:cubicBezTo>
                <a:lnTo>
                  <a:pt x="280706" y="116383"/>
                </a:lnTo>
                <a:cubicBezTo>
                  <a:pt x="280706" y="106925"/>
                  <a:pt x="281285" y="93608"/>
                  <a:pt x="282442" y="76431"/>
                </a:cubicBezTo>
                <a:cubicBezTo>
                  <a:pt x="283728" y="57838"/>
                  <a:pt x="284436" y="44521"/>
                  <a:pt x="284564" y="36480"/>
                </a:cubicBezTo>
                <a:lnTo>
                  <a:pt x="284564" y="23161"/>
                </a:lnTo>
                <a:cubicBezTo>
                  <a:pt x="284564" y="16792"/>
                  <a:pt x="284950" y="12160"/>
                  <a:pt x="285722" y="9265"/>
                </a:cubicBezTo>
                <a:cubicBezTo>
                  <a:pt x="287200" y="3603"/>
                  <a:pt x="290351" y="1157"/>
                  <a:pt x="295173" y="1929"/>
                </a:cubicBezTo>
                <a:cubicBezTo>
                  <a:pt x="297230" y="1286"/>
                  <a:pt x="300156" y="804"/>
                  <a:pt x="303949" y="482"/>
                </a:cubicBezTo>
                <a:cubicBezTo>
                  <a:pt x="307743" y="161"/>
                  <a:pt x="312404" y="0"/>
                  <a:pt x="317934" y="0"/>
                </a:cubicBezTo>
                <a:cubicBezTo>
                  <a:pt x="329700" y="0"/>
                  <a:pt x="340726" y="4018"/>
                  <a:pt x="351014" y="12055"/>
                </a:cubicBezTo>
                <a:cubicBezTo>
                  <a:pt x="362330" y="20928"/>
                  <a:pt x="367988" y="31601"/>
                  <a:pt x="367988" y="44074"/>
                </a:cubicBezTo>
                <a:cubicBezTo>
                  <a:pt x="367988" y="60020"/>
                  <a:pt x="361944" y="72718"/>
                  <a:pt x="349856" y="82170"/>
                </a:cubicBezTo>
                <a:cubicBezTo>
                  <a:pt x="339055" y="90657"/>
                  <a:pt x="326067" y="94900"/>
                  <a:pt x="310893" y="94900"/>
                </a:cubicBezTo>
                <a:moveTo>
                  <a:pt x="315715" y="18324"/>
                </a:moveTo>
                <a:cubicBezTo>
                  <a:pt x="312886" y="18324"/>
                  <a:pt x="310363" y="18388"/>
                  <a:pt x="308145" y="18517"/>
                </a:cubicBezTo>
                <a:cubicBezTo>
                  <a:pt x="305926" y="18646"/>
                  <a:pt x="304046" y="18839"/>
                  <a:pt x="302503" y="19096"/>
                </a:cubicBezTo>
                <a:lnTo>
                  <a:pt x="302310" y="36811"/>
                </a:lnTo>
                <a:lnTo>
                  <a:pt x="300284" y="75132"/>
                </a:lnTo>
                <a:lnTo>
                  <a:pt x="310893" y="76383"/>
                </a:lnTo>
                <a:cubicBezTo>
                  <a:pt x="321695" y="76383"/>
                  <a:pt x="330793" y="73655"/>
                  <a:pt x="338187" y="68200"/>
                </a:cubicBezTo>
                <a:cubicBezTo>
                  <a:pt x="346288" y="62229"/>
                  <a:pt x="350338" y="54173"/>
                  <a:pt x="350338" y="44032"/>
                </a:cubicBezTo>
                <a:cubicBezTo>
                  <a:pt x="350338" y="36843"/>
                  <a:pt x="346481" y="30649"/>
                  <a:pt x="338765" y="25449"/>
                </a:cubicBezTo>
                <a:cubicBezTo>
                  <a:pt x="331628" y="20699"/>
                  <a:pt x="323945" y="18324"/>
                  <a:pt x="315715" y="18324"/>
                </a:cubicBezTo>
                <a:close/>
              </a:path>
            </a:pathLst>
          </a:custGeom>
          <a:solidFill xmlns:a="http://schemas.openxmlformats.org/drawingml/2006/main">
            <a:srgbClr val="000000"/>
          </a:solidFill>
          <a:ln xmlns:a="http://schemas.openxmlformats.org/drawingml/2006/main" w="0" cap="flat">
            <a:noFill/>
            <a:miter/>
          </a:ln>
        </p:spPr>
      </p:sp>
      <p:sp>
        <p:nvSpPr>
          <p:cNvPr id="914" name="R15|500">
            <a:extLst xmlns:a="http://schemas.openxmlformats.org/drawingml/2006/main">
              <a:ext uri="{FF2B5EF4-FFF2-40B4-BE49-F238E27FC236}">
                <a16:creationId xmlns:a16="http://schemas.microsoft.com/office/drawing/2014/main" id="{6EE744D0-BBCF-4C7B-BB7E-DD28A01C10F1}"/>
              </a:ext>
            </a:extLst>
          </p:cNvPr>
          <p:cNvSpPr>
            <a:spLocks xmlns:a="http://schemas.openxmlformats.org/drawingml/2006/main" noGrp="1"/>
          </p:cNvSpPr>
          <p:nvPr/>
        </p:nvSpPr>
        <p:spPr>
          <a:xfrm xmlns:a="http://schemas.openxmlformats.org/drawingml/2006/main">
            <a:off x="1664470" y="4430147"/>
            <a:ext cx="1645094" cy="815025"/>
          </a:xfrm>
          <a:prstGeom xmlns:a="http://schemas.openxmlformats.org/drawingml/2006/main" prst="roundRect">
            <a:avLst>
              <a:gd name="adj" fmla="val 22050"/>
            </a:avLst>
          </a:prstGeom>
          <a:solidFill xmlns:a="http://schemas.openxmlformats.org/drawingml/2006/main">
            <a:srgbClr val="FAFAFA"/>
          </a:solidFill>
          <a:ln xmlns:a="http://schemas.openxmlformats.org/drawingml/2006/main" w="9216">
            <a:solidFill>
              <a:srgbClr val="C4C4C4"/>
            </a:solidFill>
          </a:ln>
          <ns9:effectLst xmlns:ns9="http://schemas.openxmlformats.org/drawingml/2006/main">
            <ns9:outerShdw blurRad="23000" dist="21000" dir="2700000" algn="ctr" rotWithShape="0">
              <ns9:srgbClr val="000000">
                <ns9:alpha val="20000"/>
              </ns9:srgbClr>
            </ns9:outerShdw>
          </ns9:effectLst>
        </p:spPr>
      </p:sp>
      <p:sp>
        <p:nvSpPr>
          <p:cNvPr id="915" name="Vector element">
            <a:extLst xmlns:a="http://schemas.openxmlformats.org/drawingml/2006/main">
              <a:ext uri="{FF2B5EF4-FFF2-40B4-BE49-F238E27FC236}">
                <a16:creationId xmlns:a16="http://schemas.microsoft.com/office/drawing/2014/main" id="{F7C23554-C57A-431C-9F54-48AAB783AC98}"/>
              </a:ext>
            </a:extLst>
          </p:cNvPr>
          <p:cNvSpPr>
            <a:spLocks xmlns:a="http://schemas.openxmlformats.org/drawingml/2006/main" noGrp="1"/>
          </p:cNvSpPr>
          <p:nvPr/>
        </p:nvSpPr>
        <p:spPr>
          <a:xfrm xmlns:a="http://schemas.openxmlformats.org/drawingml/2006/main">
            <a:off x="2841767" y="3735622"/>
            <a:ext cx="134254" cy="127928"/>
          </a:xfrm>
          <a:custGeom xmlns:a="http://schemas.openxmlformats.org/drawingml/2006/main">
            <a:pathLst>
              <a:path w="134254" h="127928">
                <a:moveTo>
                  <a:pt x="422" y="64667"/>
                </a:moveTo>
                <a:cubicBezTo>
                  <a:pt x="0" y="28636"/>
                  <a:pt x="30056" y="0"/>
                  <a:pt x="67127" y="0"/>
                </a:cubicBezTo>
                <a:cubicBezTo>
                  <a:pt x="104198" y="0"/>
                  <a:pt x="134254" y="28636"/>
                  <a:pt x="134254" y="63964"/>
                </a:cubicBezTo>
                <a:cubicBezTo>
                  <a:pt x="134254" y="99292"/>
                  <a:pt x="104198" y="127928"/>
                  <a:pt x="67127" y="127928"/>
                </a:cubicBezTo>
                <a:cubicBezTo>
                  <a:pt x="30056" y="127928"/>
                  <a:pt x="0" y="99292"/>
                  <a:pt x="422" y="64667"/>
                </a:cubicBezTo>
              </a:path>
            </a:pathLst>
          </a:custGeom>
          <a:solidFill xmlns:a="http://schemas.openxmlformats.org/drawingml/2006/main">
            <a:srgbClr val="2B6192"/>
          </a:solidFill>
          <a:ln xmlns:a="http://schemas.openxmlformats.org/drawingml/2006/main" w="0" cap="flat">
            <a:noFill/>
            <a:miter/>
          </a:ln>
        </p:spPr>
      </p:sp>
      <p:sp>
        <p:nvSpPr>
          <p:cNvPr id="916" name="Vector element">
            <a:extLst xmlns:a="http://schemas.openxmlformats.org/drawingml/2006/main">
              <a:ext uri="{FF2B5EF4-FFF2-40B4-BE49-F238E27FC236}">
                <a16:creationId xmlns:a16="http://schemas.microsoft.com/office/drawing/2014/main" id="{6C0EB0E6-3721-47F0-8372-116645C91EB3}"/>
              </a:ext>
            </a:extLst>
          </p:cNvPr>
          <p:cNvSpPr>
            <a:spLocks xmlns:a="http://schemas.openxmlformats.org/drawingml/2006/main" noGrp="1"/>
          </p:cNvSpPr>
          <p:nvPr/>
        </p:nvSpPr>
        <p:spPr>
          <a:xfrm xmlns:a="http://schemas.openxmlformats.org/drawingml/2006/main">
            <a:off x="2834738" y="3728593"/>
            <a:ext cx="148312" cy="141986"/>
          </a:xfrm>
          <a:custGeom xmlns:a="http://schemas.openxmlformats.org/drawingml/2006/main">
            <a:pathLst>
              <a:path w="148312" h="141986">
                <a:moveTo>
                  <a:pt x="2348" y="88805"/>
                </a:moveTo>
                <a:lnTo>
                  <a:pt x="3388" y="92277"/>
                </a:lnTo>
                <a:lnTo>
                  <a:pt x="5876" y="98744"/>
                </a:lnTo>
                <a:lnTo>
                  <a:pt x="9011" y="104971"/>
                </a:lnTo>
                <a:lnTo>
                  <a:pt x="12751" y="110820"/>
                </a:lnTo>
                <a:lnTo>
                  <a:pt x="17038" y="116288"/>
                </a:lnTo>
                <a:lnTo>
                  <a:pt x="21832" y="121321"/>
                </a:lnTo>
                <a:lnTo>
                  <a:pt x="27104" y="125876"/>
                </a:lnTo>
                <a:lnTo>
                  <a:pt x="32811" y="129953"/>
                </a:lnTo>
                <a:lnTo>
                  <a:pt x="38927" y="133481"/>
                </a:lnTo>
                <a:lnTo>
                  <a:pt x="45393" y="136461"/>
                </a:lnTo>
                <a:lnTo>
                  <a:pt x="52198" y="138823"/>
                </a:lnTo>
                <a:lnTo>
                  <a:pt x="59198" y="140538"/>
                </a:lnTo>
                <a:lnTo>
                  <a:pt x="62924" y="141185"/>
                </a:lnTo>
                <a:lnTo>
                  <a:pt x="66621" y="141621"/>
                </a:lnTo>
                <a:lnTo>
                  <a:pt x="70361" y="141902"/>
                </a:lnTo>
                <a:lnTo>
                  <a:pt x="74156" y="141986"/>
                </a:lnTo>
                <a:lnTo>
                  <a:pt x="77952" y="141902"/>
                </a:lnTo>
                <a:lnTo>
                  <a:pt x="81691" y="141621"/>
                </a:lnTo>
                <a:lnTo>
                  <a:pt x="85389" y="141185"/>
                </a:lnTo>
                <a:lnTo>
                  <a:pt x="89114" y="140538"/>
                </a:lnTo>
                <a:lnTo>
                  <a:pt x="96115" y="138823"/>
                </a:lnTo>
                <a:lnTo>
                  <a:pt x="102919" y="136461"/>
                </a:lnTo>
                <a:lnTo>
                  <a:pt x="109386" y="133481"/>
                </a:lnTo>
                <a:lnTo>
                  <a:pt x="115501" y="129953"/>
                </a:lnTo>
                <a:lnTo>
                  <a:pt x="121208" y="125876"/>
                </a:lnTo>
                <a:lnTo>
                  <a:pt x="126480" y="121321"/>
                </a:lnTo>
                <a:lnTo>
                  <a:pt x="131274" y="116288"/>
                </a:lnTo>
                <a:lnTo>
                  <a:pt x="135562" y="110820"/>
                </a:lnTo>
                <a:lnTo>
                  <a:pt x="139301" y="104971"/>
                </a:lnTo>
                <a:lnTo>
                  <a:pt x="142436" y="98744"/>
                </a:lnTo>
                <a:lnTo>
                  <a:pt x="144924" y="92277"/>
                </a:lnTo>
                <a:lnTo>
                  <a:pt x="145965" y="88805"/>
                </a:lnTo>
                <a:lnTo>
                  <a:pt x="146794" y="85360"/>
                </a:lnTo>
                <a:lnTo>
                  <a:pt x="147455" y="81846"/>
                </a:lnTo>
                <a:lnTo>
                  <a:pt x="147933" y="78275"/>
                </a:lnTo>
                <a:lnTo>
                  <a:pt x="148214" y="74662"/>
                </a:lnTo>
                <a:lnTo>
                  <a:pt x="148312" y="70993"/>
                </a:lnTo>
                <a:lnTo>
                  <a:pt x="148214" y="67324"/>
                </a:lnTo>
                <a:lnTo>
                  <a:pt x="147933" y="63711"/>
                </a:lnTo>
                <a:lnTo>
                  <a:pt x="147455" y="60140"/>
                </a:lnTo>
                <a:lnTo>
                  <a:pt x="146794" y="56626"/>
                </a:lnTo>
                <a:lnTo>
                  <a:pt x="145965" y="53182"/>
                </a:lnTo>
                <a:lnTo>
                  <a:pt x="144924" y="49709"/>
                </a:lnTo>
                <a:lnTo>
                  <a:pt x="142436" y="43243"/>
                </a:lnTo>
                <a:lnTo>
                  <a:pt x="139301" y="37015"/>
                </a:lnTo>
                <a:lnTo>
                  <a:pt x="135562" y="31167"/>
                </a:lnTo>
                <a:lnTo>
                  <a:pt x="131274" y="25698"/>
                </a:lnTo>
                <a:lnTo>
                  <a:pt x="126480" y="20665"/>
                </a:lnTo>
                <a:lnTo>
                  <a:pt x="121208" y="16111"/>
                </a:lnTo>
                <a:lnTo>
                  <a:pt x="115501" y="12034"/>
                </a:lnTo>
                <a:lnTo>
                  <a:pt x="109386" y="8505"/>
                </a:lnTo>
                <a:lnTo>
                  <a:pt x="102919" y="5525"/>
                </a:lnTo>
                <a:lnTo>
                  <a:pt x="96115" y="3163"/>
                </a:lnTo>
                <a:lnTo>
                  <a:pt x="89114" y="1448"/>
                </a:lnTo>
                <a:lnTo>
                  <a:pt x="85389" y="815"/>
                </a:lnTo>
                <a:lnTo>
                  <a:pt x="81691" y="366"/>
                </a:lnTo>
                <a:lnTo>
                  <a:pt x="77952" y="84"/>
                </a:lnTo>
                <a:lnTo>
                  <a:pt x="74156" y="0"/>
                </a:lnTo>
                <a:lnTo>
                  <a:pt x="70361" y="84"/>
                </a:lnTo>
                <a:lnTo>
                  <a:pt x="66621" y="366"/>
                </a:lnTo>
                <a:lnTo>
                  <a:pt x="62924" y="815"/>
                </a:lnTo>
                <a:lnTo>
                  <a:pt x="59198" y="1448"/>
                </a:lnTo>
                <a:lnTo>
                  <a:pt x="52198" y="3163"/>
                </a:lnTo>
                <a:lnTo>
                  <a:pt x="45393" y="5525"/>
                </a:lnTo>
                <a:lnTo>
                  <a:pt x="38927" y="8505"/>
                </a:lnTo>
                <a:lnTo>
                  <a:pt x="32811" y="12034"/>
                </a:lnTo>
                <a:lnTo>
                  <a:pt x="27104" y="16111"/>
                </a:lnTo>
                <a:lnTo>
                  <a:pt x="21832" y="20665"/>
                </a:lnTo>
                <a:lnTo>
                  <a:pt x="17038" y="25698"/>
                </a:lnTo>
                <a:lnTo>
                  <a:pt x="12751" y="31167"/>
                </a:lnTo>
                <a:lnTo>
                  <a:pt x="9011" y="37015"/>
                </a:lnTo>
                <a:lnTo>
                  <a:pt x="5876" y="43243"/>
                </a:lnTo>
                <a:lnTo>
                  <a:pt x="3388" y="49709"/>
                </a:lnTo>
                <a:lnTo>
                  <a:pt x="2348" y="53182"/>
                </a:lnTo>
                <a:lnTo>
                  <a:pt x="1518" y="56626"/>
                </a:lnTo>
                <a:lnTo>
                  <a:pt x="858" y="60140"/>
                </a:lnTo>
                <a:lnTo>
                  <a:pt x="380" y="63711"/>
                </a:lnTo>
                <a:lnTo>
                  <a:pt x="98" y="67324"/>
                </a:lnTo>
                <a:lnTo>
                  <a:pt x="0" y="70993"/>
                </a:lnTo>
                <a:lnTo>
                  <a:pt x="98" y="74662"/>
                </a:lnTo>
                <a:lnTo>
                  <a:pt x="380" y="78275"/>
                </a:lnTo>
                <a:lnTo>
                  <a:pt x="858" y="81846"/>
                </a:lnTo>
                <a:lnTo>
                  <a:pt x="1518" y="85360"/>
                </a:lnTo>
                <a:lnTo>
                  <a:pt x="2348" y="88805"/>
                </a:lnTo>
                <a:close/>
                <a:moveTo>
                  <a:pt x="14371" y="65148"/>
                </a:moveTo>
                <a:lnTo>
                  <a:pt x="14775" y="62179"/>
                </a:lnTo>
                <a:lnTo>
                  <a:pt x="14705" y="62544"/>
                </a:lnTo>
                <a:lnTo>
                  <a:pt x="15233" y="59728"/>
                </a:lnTo>
                <a:lnTo>
                  <a:pt x="15970" y="56668"/>
                </a:lnTo>
                <a:lnTo>
                  <a:pt x="15886" y="57019"/>
                </a:lnTo>
                <a:lnTo>
                  <a:pt x="16745" y="54120"/>
                </a:lnTo>
                <a:lnTo>
                  <a:pt x="18740" y="48941"/>
                </a:lnTo>
                <a:lnTo>
                  <a:pt x="21278" y="43939"/>
                </a:lnTo>
                <a:lnTo>
                  <a:pt x="24214" y="39332"/>
                </a:lnTo>
                <a:lnTo>
                  <a:pt x="27679" y="34910"/>
                </a:lnTo>
                <a:lnTo>
                  <a:pt x="31499" y="30904"/>
                </a:lnTo>
                <a:lnTo>
                  <a:pt x="35822" y="27155"/>
                </a:lnTo>
                <a:lnTo>
                  <a:pt x="40343" y="23927"/>
                </a:lnTo>
                <a:lnTo>
                  <a:pt x="45308" y="21047"/>
                </a:lnTo>
                <a:lnTo>
                  <a:pt x="50626" y="18598"/>
                </a:lnTo>
                <a:lnTo>
                  <a:pt x="56277" y="16629"/>
                </a:lnTo>
                <a:lnTo>
                  <a:pt x="62108" y="15203"/>
                </a:lnTo>
                <a:lnTo>
                  <a:pt x="64804" y="14744"/>
                </a:lnTo>
                <a:lnTo>
                  <a:pt x="68053" y="14350"/>
                </a:lnTo>
                <a:lnTo>
                  <a:pt x="71077" y="14137"/>
                </a:lnTo>
                <a:lnTo>
                  <a:pt x="74156" y="14062"/>
                </a:lnTo>
                <a:lnTo>
                  <a:pt x="77235" y="14137"/>
                </a:lnTo>
                <a:lnTo>
                  <a:pt x="80259" y="14350"/>
                </a:lnTo>
                <a:lnTo>
                  <a:pt x="83508" y="14744"/>
                </a:lnTo>
                <a:lnTo>
                  <a:pt x="86204" y="15203"/>
                </a:lnTo>
                <a:lnTo>
                  <a:pt x="92036" y="16629"/>
                </a:lnTo>
                <a:lnTo>
                  <a:pt x="97687" y="18598"/>
                </a:lnTo>
                <a:lnTo>
                  <a:pt x="103004" y="21047"/>
                </a:lnTo>
                <a:lnTo>
                  <a:pt x="107969" y="23927"/>
                </a:lnTo>
                <a:lnTo>
                  <a:pt x="112491" y="27155"/>
                </a:lnTo>
                <a:lnTo>
                  <a:pt x="116813" y="30904"/>
                </a:lnTo>
                <a:lnTo>
                  <a:pt x="120634" y="34910"/>
                </a:lnTo>
                <a:lnTo>
                  <a:pt x="124098" y="39332"/>
                </a:lnTo>
                <a:lnTo>
                  <a:pt x="127034" y="43939"/>
                </a:lnTo>
                <a:lnTo>
                  <a:pt x="129573" y="48941"/>
                </a:lnTo>
                <a:lnTo>
                  <a:pt x="131571" y="54127"/>
                </a:lnTo>
                <a:lnTo>
                  <a:pt x="132372" y="56791"/>
                </a:lnTo>
                <a:lnTo>
                  <a:pt x="133080" y="59728"/>
                </a:lnTo>
                <a:lnTo>
                  <a:pt x="133608" y="62544"/>
                </a:lnTo>
                <a:lnTo>
                  <a:pt x="133537" y="62179"/>
                </a:lnTo>
                <a:lnTo>
                  <a:pt x="133941" y="65148"/>
                </a:lnTo>
                <a:lnTo>
                  <a:pt x="134178" y="68183"/>
                </a:lnTo>
                <a:lnTo>
                  <a:pt x="134250" y="70993"/>
                </a:lnTo>
                <a:lnTo>
                  <a:pt x="134178" y="73803"/>
                </a:lnTo>
                <a:lnTo>
                  <a:pt x="133941" y="76838"/>
                </a:lnTo>
                <a:lnTo>
                  <a:pt x="133537" y="79808"/>
                </a:lnTo>
                <a:lnTo>
                  <a:pt x="133608" y="79442"/>
                </a:lnTo>
                <a:lnTo>
                  <a:pt x="133080" y="82258"/>
                </a:lnTo>
                <a:lnTo>
                  <a:pt x="132372" y="85196"/>
                </a:lnTo>
                <a:lnTo>
                  <a:pt x="131571" y="87859"/>
                </a:lnTo>
                <a:lnTo>
                  <a:pt x="129573" y="93046"/>
                </a:lnTo>
                <a:lnTo>
                  <a:pt x="127034" y="98047"/>
                </a:lnTo>
                <a:lnTo>
                  <a:pt x="124098" y="102654"/>
                </a:lnTo>
                <a:lnTo>
                  <a:pt x="120634" y="107076"/>
                </a:lnTo>
                <a:lnTo>
                  <a:pt x="116813" y="111082"/>
                </a:lnTo>
                <a:lnTo>
                  <a:pt x="112491" y="114831"/>
                </a:lnTo>
                <a:lnTo>
                  <a:pt x="107969" y="118059"/>
                </a:lnTo>
                <a:lnTo>
                  <a:pt x="103004" y="120940"/>
                </a:lnTo>
                <a:lnTo>
                  <a:pt x="97687" y="123388"/>
                </a:lnTo>
                <a:lnTo>
                  <a:pt x="92036" y="125357"/>
                </a:lnTo>
                <a:lnTo>
                  <a:pt x="86204" y="126783"/>
                </a:lnTo>
                <a:lnTo>
                  <a:pt x="83508" y="127242"/>
                </a:lnTo>
                <a:lnTo>
                  <a:pt x="80259" y="127637"/>
                </a:lnTo>
                <a:lnTo>
                  <a:pt x="77235" y="127849"/>
                </a:lnTo>
                <a:lnTo>
                  <a:pt x="74156" y="127924"/>
                </a:lnTo>
                <a:lnTo>
                  <a:pt x="71077" y="127849"/>
                </a:lnTo>
                <a:lnTo>
                  <a:pt x="68053" y="127637"/>
                </a:lnTo>
                <a:lnTo>
                  <a:pt x="64804" y="127242"/>
                </a:lnTo>
                <a:lnTo>
                  <a:pt x="62108" y="126783"/>
                </a:lnTo>
                <a:lnTo>
                  <a:pt x="56277" y="125357"/>
                </a:lnTo>
                <a:lnTo>
                  <a:pt x="50626" y="123388"/>
                </a:lnTo>
                <a:lnTo>
                  <a:pt x="45308" y="120940"/>
                </a:lnTo>
                <a:lnTo>
                  <a:pt x="40343" y="118059"/>
                </a:lnTo>
                <a:lnTo>
                  <a:pt x="35822" y="114831"/>
                </a:lnTo>
                <a:lnTo>
                  <a:pt x="31499" y="111082"/>
                </a:lnTo>
                <a:lnTo>
                  <a:pt x="27679" y="107076"/>
                </a:lnTo>
                <a:lnTo>
                  <a:pt x="24214" y="102654"/>
                </a:lnTo>
                <a:lnTo>
                  <a:pt x="21278" y="98047"/>
                </a:lnTo>
                <a:lnTo>
                  <a:pt x="18740" y="93046"/>
                </a:lnTo>
                <a:lnTo>
                  <a:pt x="16745" y="87866"/>
                </a:lnTo>
                <a:lnTo>
                  <a:pt x="15886" y="84967"/>
                </a:lnTo>
                <a:lnTo>
                  <a:pt x="15970" y="85318"/>
                </a:lnTo>
                <a:lnTo>
                  <a:pt x="15233" y="82258"/>
                </a:lnTo>
                <a:lnTo>
                  <a:pt x="14705" y="79442"/>
                </a:lnTo>
                <a:lnTo>
                  <a:pt x="14775" y="79808"/>
                </a:lnTo>
                <a:lnTo>
                  <a:pt x="14371" y="76838"/>
                </a:lnTo>
                <a:lnTo>
                  <a:pt x="14135" y="73803"/>
                </a:lnTo>
                <a:lnTo>
                  <a:pt x="14063" y="70993"/>
                </a:lnTo>
                <a:lnTo>
                  <a:pt x="14135" y="68183"/>
                </a:lnTo>
                <a:lnTo>
                  <a:pt x="14371" y="65148"/>
                </a:lnTo>
                <a:close/>
              </a:path>
            </a:pathLst>
          </a:custGeom>
          <a:solidFill xmlns:a="http://schemas.openxmlformats.org/drawingml/2006/main">
            <a:srgbClr val="000000"/>
          </a:solidFill>
          <a:ln xmlns:a="http://schemas.openxmlformats.org/drawingml/2006/main" w="0" cap="flat">
            <a:noFill/>
            <a:miter/>
          </a:ln>
        </p:spPr>
      </p:sp>
      <p:sp>
        <p:nvSpPr>
          <p:cNvPr id="917" name="Text e">
            <a:extLst xmlns:a="http://schemas.openxmlformats.org/drawingml/2006/main">
              <a:ext uri="{FF2B5EF4-FFF2-40B4-BE49-F238E27FC236}">
                <a16:creationId xmlns:a16="http://schemas.microsoft.com/office/drawing/2014/main" id="{EA4BC0CB-3420-4330-9B55-5B2A51CFB3FC}"/>
              </a:ext>
            </a:extLst>
          </p:cNvPr>
          <p:cNvSpPr>
            <a:spLocks xmlns:a="http://schemas.openxmlformats.org/drawingml/2006/main" noGrp="1"/>
          </p:cNvSpPr>
          <p:nvPr/>
        </p:nvSpPr>
        <p:spPr>
          <a:xfrm xmlns:a="http://schemas.openxmlformats.org/drawingml/2006/main">
            <a:off x="2801328" y="3315461"/>
            <a:ext cx="107626" cy="136528"/>
          </a:xfrm>
          <a:custGeom xmlns:a="http://schemas.openxmlformats.org/drawingml/2006/main">
            <a:pathLst>
              <a:path w="107626" h="136528">
                <a:moveTo>
                  <a:pt x="107626" y="63585"/>
                </a:moveTo>
                <a:lnTo>
                  <a:pt x="37022" y="63585"/>
                </a:lnTo>
                <a:cubicBezTo>
                  <a:pt x="37848" y="80696"/>
                  <a:pt x="42390" y="94220"/>
                  <a:pt x="50647" y="104155"/>
                </a:cubicBezTo>
                <a:cubicBezTo>
                  <a:pt x="56978" y="111790"/>
                  <a:pt x="64594" y="115608"/>
                  <a:pt x="73494" y="115608"/>
                </a:cubicBezTo>
                <a:cubicBezTo>
                  <a:pt x="78999" y="115608"/>
                  <a:pt x="83999" y="114071"/>
                  <a:pt x="88495" y="110998"/>
                </a:cubicBezTo>
                <a:cubicBezTo>
                  <a:pt x="92991" y="107924"/>
                  <a:pt x="97808" y="102396"/>
                  <a:pt x="102946" y="94413"/>
                </a:cubicBezTo>
                <a:lnTo>
                  <a:pt x="107626" y="97441"/>
                </a:lnTo>
                <a:cubicBezTo>
                  <a:pt x="100653" y="111663"/>
                  <a:pt x="92945" y="121733"/>
                  <a:pt x="84504" y="127651"/>
                </a:cubicBezTo>
                <a:cubicBezTo>
                  <a:pt x="76063" y="133569"/>
                  <a:pt x="66291" y="136528"/>
                  <a:pt x="55189" y="136528"/>
                </a:cubicBezTo>
                <a:cubicBezTo>
                  <a:pt x="36105" y="136528"/>
                  <a:pt x="21654" y="129180"/>
                  <a:pt x="11836" y="114486"/>
                </a:cubicBezTo>
                <a:cubicBezTo>
                  <a:pt x="3945" y="102638"/>
                  <a:pt x="0" y="87943"/>
                  <a:pt x="0" y="70401"/>
                </a:cubicBezTo>
                <a:cubicBezTo>
                  <a:pt x="0" y="48908"/>
                  <a:pt x="5803" y="31802"/>
                  <a:pt x="17410" y="19083"/>
                </a:cubicBezTo>
                <a:cubicBezTo>
                  <a:pt x="29017" y="6361"/>
                  <a:pt x="42619" y="0"/>
                  <a:pt x="58217" y="0"/>
                </a:cubicBezTo>
                <a:cubicBezTo>
                  <a:pt x="71246" y="0"/>
                  <a:pt x="82554" y="5345"/>
                  <a:pt x="92142" y="16034"/>
                </a:cubicBezTo>
                <a:cubicBezTo>
                  <a:pt x="101731" y="26723"/>
                  <a:pt x="106892" y="42573"/>
                  <a:pt x="107626" y="63585"/>
                </a:cubicBezTo>
                <a:moveTo>
                  <a:pt x="73769" y="54501"/>
                </a:moveTo>
                <a:cubicBezTo>
                  <a:pt x="73769" y="39729"/>
                  <a:pt x="72966" y="29590"/>
                  <a:pt x="71361" y="24085"/>
                </a:cubicBezTo>
                <a:cubicBezTo>
                  <a:pt x="69755" y="18580"/>
                  <a:pt x="67255" y="14405"/>
                  <a:pt x="63860" y="11561"/>
                </a:cubicBezTo>
                <a:cubicBezTo>
                  <a:pt x="61933" y="9909"/>
                  <a:pt x="59364" y="9083"/>
                  <a:pt x="56153" y="9083"/>
                </a:cubicBezTo>
                <a:cubicBezTo>
                  <a:pt x="51381" y="9083"/>
                  <a:pt x="47482" y="11423"/>
                  <a:pt x="44454" y="16103"/>
                </a:cubicBezTo>
                <a:cubicBezTo>
                  <a:pt x="39041" y="24269"/>
                  <a:pt x="36334" y="35462"/>
                  <a:pt x="36334" y="49684"/>
                </a:cubicBezTo>
                <a:lnTo>
                  <a:pt x="36334" y="54501"/>
                </a:lnTo>
                <a:lnTo>
                  <a:pt x="73769" y="54501"/>
                </a:lnTo>
                <a:close/>
              </a:path>
            </a:pathLst>
          </a:custGeom>
          <a:solidFill xmlns:a="http://schemas.openxmlformats.org/drawingml/2006/main">
            <a:srgbClr val="C44037"/>
          </a:solidFill>
          <a:ln xmlns:a="http://schemas.openxmlformats.org/drawingml/2006/main" w="0" cap="flat">
            <a:noFill/>
            <a:miter/>
          </a:ln>
        </p:spPr>
      </p:sp>
      <p:sp>
        <p:nvSpPr>
          <p:cNvPr id="918" name="Text 1">
            <a:extLst xmlns:a="http://schemas.openxmlformats.org/drawingml/2006/main">
              <a:ext uri="{FF2B5EF4-FFF2-40B4-BE49-F238E27FC236}">
                <a16:creationId xmlns:a16="http://schemas.microsoft.com/office/drawing/2014/main" id="{CDBD2BAD-FB08-4C09-9C39-510CDCEFDAA4}"/>
              </a:ext>
            </a:extLst>
          </p:cNvPr>
          <p:cNvSpPr>
            <a:spLocks xmlns:a="http://schemas.openxmlformats.org/drawingml/2006/main" noGrp="1"/>
          </p:cNvSpPr>
          <p:nvPr/>
        </p:nvSpPr>
        <p:spPr>
          <a:xfrm xmlns:a="http://schemas.openxmlformats.org/drawingml/2006/main">
            <a:off x="2927572" y="3381340"/>
            <a:ext cx="65069" cy="123027"/>
          </a:xfrm>
          <a:custGeom xmlns:a="http://schemas.openxmlformats.org/drawingml/2006/main">
            <a:pathLst>
              <a:path w="65069" h="123027">
                <a:moveTo>
                  <a:pt x="47291" y="0"/>
                </a:moveTo>
                <a:lnTo>
                  <a:pt x="47291" y="98493"/>
                </a:lnTo>
                <a:cubicBezTo>
                  <a:pt x="47291" y="105963"/>
                  <a:pt x="47617" y="110729"/>
                  <a:pt x="48269" y="112791"/>
                </a:cubicBezTo>
                <a:cubicBezTo>
                  <a:pt x="48920" y="114852"/>
                  <a:pt x="50283" y="116540"/>
                  <a:pt x="52358" y="117855"/>
                </a:cubicBezTo>
                <a:cubicBezTo>
                  <a:pt x="54432" y="119170"/>
                  <a:pt x="57750" y="119827"/>
                  <a:pt x="62314" y="119827"/>
                </a:cubicBezTo>
                <a:lnTo>
                  <a:pt x="65069" y="119827"/>
                </a:lnTo>
                <a:lnTo>
                  <a:pt x="65069" y="123027"/>
                </a:lnTo>
                <a:lnTo>
                  <a:pt x="1600" y="123027"/>
                </a:lnTo>
                <a:lnTo>
                  <a:pt x="1600" y="119827"/>
                </a:lnTo>
                <a:lnTo>
                  <a:pt x="4800" y="119827"/>
                </a:lnTo>
                <a:cubicBezTo>
                  <a:pt x="9956" y="119827"/>
                  <a:pt x="13630" y="119230"/>
                  <a:pt x="15823" y="118035"/>
                </a:cubicBezTo>
                <a:cubicBezTo>
                  <a:pt x="18016" y="116839"/>
                  <a:pt x="19497" y="115195"/>
                  <a:pt x="20267" y="113104"/>
                </a:cubicBezTo>
                <a:cubicBezTo>
                  <a:pt x="21038" y="111012"/>
                  <a:pt x="21423" y="106141"/>
                  <a:pt x="21423" y="98493"/>
                </a:cubicBezTo>
                <a:lnTo>
                  <a:pt x="21423" y="36090"/>
                </a:lnTo>
                <a:cubicBezTo>
                  <a:pt x="21423" y="30520"/>
                  <a:pt x="21156" y="27038"/>
                  <a:pt x="20623" y="25645"/>
                </a:cubicBezTo>
                <a:cubicBezTo>
                  <a:pt x="20090" y="24253"/>
                  <a:pt x="19097" y="23068"/>
                  <a:pt x="17645" y="22090"/>
                </a:cubicBezTo>
                <a:cubicBezTo>
                  <a:pt x="16193" y="21112"/>
                  <a:pt x="14519" y="20623"/>
                  <a:pt x="12623" y="20623"/>
                </a:cubicBezTo>
                <a:cubicBezTo>
                  <a:pt x="9600" y="20623"/>
                  <a:pt x="5926" y="21571"/>
                  <a:pt x="1600" y="23468"/>
                </a:cubicBezTo>
                <a:lnTo>
                  <a:pt x="0" y="20267"/>
                </a:lnTo>
                <a:lnTo>
                  <a:pt x="44357" y="0"/>
                </a:lnTo>
                <a:lnTo>
                  <a:pt x="47291" y="0"/>
                </a:lnTo>
                <a:close/>
              </a:path>
            </a:pathLst>
          </a:custGeom>
          <a:solidFill xmlns:a="http://schemas.openxmlformats.org/drawingml/2006/main">
            <a:srgbClr val="C44037"/>
          </a:solidFill>
          <a:ln xmlns:a="http://schemas.openxmlformats.org/drawingml/2006/main" w="0" cap="flat">
            <a:noFill/>
            <a:miter/>
          </a:ln>
        </p:spPr>
      </p:sp>
      <p:sp>
        <p:nvSpPr>
          <p:cNvPr id="919" name="Text e">
            <a:extLst xmlns:a="http://schemas.openxmlformats.org/drawingml/2006/main">
              <a:ext uri="{FF2B5EF4-FFF2-40B4-BE49-F238E27FC236}">
                <a16:creationId xmlns:a16="http://schemas.microsoft.com/office/drawing/2014/main" id="{12964B00-AD45-4BA4-88A3-E68CB333C368}"/>
              </a:ext>
            </a:extLst>
          </p:cNvPr>
          <p:cNvSpPr>
            <a:spLocks xmlns:a="http://schemas.openxmlformats.org/drawingml/2006/main" noGrp="1"/>
          </p:cNvSpPr>
          <p:nvPr/>
        </p:nvSpPr>
        <p:spPr>
          <a:xfrm xmlns:a="http://schemas.openxmlformats.org/drawingml/2006/main">
            <a:off x="2578508" y="4071081"/>
            <a:ext cx="107626" cy="136528"/>
          </a:xfrm>
          <a:custGeom xmlns:a="http://schemas.openxmlformats.org/drawingml/2006/main">
            <a:pathLst>
              <a:path w="107626" h="136528">
                <a:moveTo>
                  <a:pt x="107626" y="63585"/>
                </a:moveTo>
                <a:lnTo>
                  <a:pt x="37022" y="63585"/>
                </a:lnTo>
                <a:cubicBezTo>
                  <a:pt x="37848" y="80696"/>
                  <a:pt x="42390" y="94220"/>
                  <a:pt x="50647" y="104155"/>
                </a:cubicBezTo>
                <a:cubicBezTo>
                  <a:pt x="56978" y="111790"/>
                  <a:pt x="64594" y="115608"/>
                  <a:pt x="73494" y="115608"/>
                </a:cubicBezTo>
                <a:cubicBezTo>
                  <a:pt x="78999" y="115608"/>
                  <a:pt x="83999" y="114071"/>
                  <a:pt x="88495" y="110998"/>
                </a:cubicBezTo>
                <a:cubicBezTo>
                  <a:pt x="92991" y="107924"/>
                  <a:pt x="97808" y="102396"/>
                  <a:pt x="102946" y="94413"/>
                </a:cubicBezTo>
                <a:lnTo>
                  <a:pt x="107626" y="97441"/>
                </a:lnTo>
                <a:cubicBezTo>
                  <a:pt x="100653" y="111663"/>
                  <a:pt x="92945" y="121733"/>
                  <a:pt x="84504" y="127651"/>
                </a:cubicBezTo>
                <a:cubicBezTo>
                  <a:pt x="76063" y="133569"/>
                  <a:pt x="66291" y="136528"/>
                  <a:pt x="55189" y="136528"/>
                </a:cubicBezTo>
                <a:cubicBezTo>
                  <a:pt x="36105" y="136528"/>
                  <a:pt x="21654" y="129180"/>
                  <a:pt x="11836" y="114486"/>
                </a:cubicBezTo>
                <a:cubicBezTo>
                  <a:pt x="3945" y="102638"/>
                  <a:pt x="0" y="87943"/>
                  <a:pt x="0" y="70401"/>
                </a:cubicBezTo>
                <a:cubicBezTo>
                  <a:pt x="0" y="48908"/>
                  <a:pt x="5803" y="31802"/>
                  <a:pt x="17410" y="19083"/>
                </a:cubicBezTo>
                <a:cubicBezTo>
                  <a:pt x="29017" y="6361"/>
                  <a:pt x="42619" y="0"/>
                  <a:pt x="58217" y="0"/>
                </a:cubicBezTo>
                <a:cubicBezTo>
                  <a:pt x="71246" y="0"/>
                  <a:pt x="82554" y="5345"/>
                  <a:pt x="92142" y="16034"/>
                </a:cubicBezTo>
                <a:cubicBezTo>
                  <a:pt x="101731" y="26723"/>
                  <a:pt x="106892" y="42573"/>
                  <a:pt x="107626" y="63585"/>
                </a:cubicBezTo>
                <a:moveTo>
                  <a:pt x="73769" y="54501"/>
                </a:moveTo>
                <a:cubicBezTo>
                  <a:pt x="73769" y="39729"/>
                  <a:pt x="72966" y="29590"/>
                  <a:pt x="71361" y="24085"/>
                </a:cubicBezTo>
                <a:cubicBezTo>
                  <a:pt x="69755" y="18580"/>
                  <a:pt x="67255" y="14405"/>
                  <a:pt x="63860" y="11561"/>
                </a:cubicBezTo>
                <a:cubicBezTo>
                  <a:pt x="61933" y="9909"/>
                  <a:pt x="59364" y="9083"/>
                  <a:pt x="56153" y="9083"/>
                </a:cubicBezTo>
                <a:cubicBezTo>
                  <a:pt x="51381" y="9083"/>
                  <a:pt x="47482" y="11423"/>
                  <a:pt x="44454" y="16103"/>
                </a:cubicBezTo>
                <a:cubicBezTo>
                  <a:pt x="39041" y="24269"/>
                  <a:pt x="36334" y="35462"/>
                  <a:pt x="36334" y="49684"/>
                </a:cubicBezTo>
                <a:lnTo>
                  <a:pt x="36334" y="54501"/>
                </a:lnTo>
                <a:lnTo>
                  <a:pt x="73769" y="54501"/>
                </a:lnTo>
                <a:close/>
              </a:path>
            </a:pathLst>
          </a:custGeom>
          <a:solidFill xmlns:a="http://schemas.openxmlformats.org/drawingml/2006/main">
            <a:srgbClr val="2E54A1"/>
          </a:solidFill>
          <a:ln xmlns:a="http://schemas.openxmlformats.org/drawingml/2006/main" w="0" cap="flat">
            <a:noFill/>
            <a:miter/>
          </a:ln>
        </p:spPr>
      </p:sp>
      <p:sp>
        <p:nvSpPr>
          <p:cNvPr id="920" name="Text 2">
            <a:extLst xmlns:a="http://schemas.openxmlformats.org/drawingml/2006/main">
              <a:ext uri="{FF2B5EF4-FFF2-40B4-BE49-F238E27FC236}">
                <a16:creationId xmlns:a16="http://schemas.microsoft.com/office/drawing/2014/main" id="{97E7FE46-ACDD-4F07-81F2-8B03449BD353}"/>
              </a:ext>
            </a:extLst>
          </p:cNvPr>
          <p:cNvSpPr>
            <a:spLocks xmlns:a="http://schemas.openxmlformats.org/drawingml/2006/main" noGrp="1"/>
          </p:cNvSpPr>
          <p:nvPr/>
        </p:nvSpPr>
        <p:spPr>
          <a:xfrm xmlns:a="http://schemas.openxmlformats.org/drawingml/2006/main">
            <a:off x="2697196" y="4136960"/>
            <a:ext cx="77692" cy="123027"/>
          </a:xfrm>
          <a:custGeom xmlns:a="http://schemas.openxmlformats.org/drawingml/2006/main">
            <a:pathLst>
              <a:path w="77692" h="123027">
                <a:moveTo>
                  <a:pt x="70936" y="123027"/>
                </a:moveTo>
                <a:lnTo>
                  <a:pt x="0" y="123027"/>
                </a:lnTo>
                <a:lnTo>
                  <a:pt x="0" y="121071"/>
                </a:lnTo>
                <a:cubicBezTo>
                  <a:pt x="21749" y="95196"/>
                  <a:pt x="34950" y="77789"/>
                  <a:pt x="39602" y="68850"/>
                </a:cubicBezTo>
                <a:cubicBezTo>
                  <a:pt x="44254" y="59909"/>
                  <a:pt x="46580" y="51175"/>
                  <a:pt x="46580" y="42649"/>
                </a:cubicBezTo>
                <a:cubicBezTo>
                  <a:pt x="46580" y="36432"/>
                  <a:pt x="44654" y="31266"/>
                  <a:pt x="40802" y="27151"/>
                </a:cubicBezTo>
                <a:cubicBezTo>
                  <a:pt x="36950" y="23036"/>
                  <a:pt x="32238" y="20979"/>
                  <a:pt x="26668" y="20979"/>
                </a:cubicBezTo>
                <a:cubicBezTo>
                  <a:pt x="17541" y="20979"/>
                  <a:pt x="10460" y="25535"/>
                  <a:pt x="5422" y="34649"/>
                </a:cubicBezTo>
                <a:lnTo>
                  <a:pt x="2133" y="33496"/>
                </a:lnTo>
                <a:cubicBezTo>
                  <a:pt x="5334" y="22093"/>
                  <a:pt x="10193" y="13661"/>
                  <a:pt x="16712" y="8198"/>
                </a:cubicBezTo>
                <a:cubicBezTo>
                  <a:pt x="23231" y="2733"/>
                  <a:pt x="30757" y="0"/>
                  <a:pt x="39290" y="0"/>
                </a:cubicBezTo>
                <a:cubicBezTo>
                  <a:pt x="45394" y="0"/>
                  <a:pt x="50965" y="1422"/>
                  <a:pt x="56002" y="4267"/>
                </a:cubicBezTo>
                <a:cubicBezTo>
                  <a:pt x="61039" y="7111"/>
                  <a:pt x="64980" y="11008"/>
                  <a:pt x="67825" y="15956"/>
                </a:cubicBezTo>
                <a:cubicBezTo>
                  <a:pt x="70669" y="20905"/>
                  <a:pt x="72092" y="25542"/>
                  <a:pt x="72092" y="29868"/>
                </a:cubicBezTo>
                <a:cubicBezTo>
                  <a:pt x="72092" y="37750"/>
                  <a:pt x="69899" y="45750"/>
                  <a:pt x="65514" y="53869"/>
                </a:cubicBezTo>
                <a:cubicBezTo>
                  <a:pt x="59528" y="64832"/>
                  <a:pt x="46461" y="80122"/>
                  <a:pt x="26312" y="99737"/>
                </a:cubicBezTo>
                <a:lnTo>
                  <a:pt x="52358" y="99737"/>
                </a:lnTo>
                <a:cubicBezTo>
                  <a:pt x="58758" y="99737"/>
                  <a:pt x="62921" y="99471"/>
                  <a:pt x="64847" y="98937"/>
                </a:cubicBezTo>
                <a:cubicBezTo>
                  <a:pt x="66773" y="98404"/>
                  <a:pt x="68358" y="97500"/>
                  <a:pt x="69603" y="96226"/>
                </a:cubicBezTo>
                <a:cubicBezTo>
                  <a:pt x="70847" y="94952"/>
                  <a:pt x="72477" y="92270"/>
                  <a:pt x="74492" y="88181"/>
                </a:cubicBezTo>
                <a:lnTo>
                  <a:pt x="77692" y="88181"/>
                </a:lnTo>
                <a:lnTo>
                  <a:pt x="70936" y="123027"/>
                </a:lnTo>
                <a:close/>
              </a:path>
            </a:pathLst>
          </a:custGeom>
          <a:solidFill xmlns:a="http://schemas.openxmlformats.org/drawingml/2006/main">
            <a:srgbClr val="2E54A1"/>
          </a:solidFill>
          <a:ln xmlns:a="http://schemas.openxmlformats.org/drawingml/2006/main" w="0" cap="flat">
            <a:noFill/>
            <a:miter/>
          </a:ln>
        </p:spPr>
      </p:sp>
      <p:sp>
        <p:nvSpPr>
          <p:cNvPr id="921" name="Text e">
            <a:extLst xmlns:a="http://schemas.openxmlformats.org/drawingml/2006/main">
              <a:ext uri="{FF2B5EF4-FFF2-40B4-BE49-F238E27FC236}">
                <a16:creationId xmlns:a16="http://schemas.microsoft.com/office/drawing/2014/main" id="{A8C99BC6-2C01-4CE1-A8A5-A77D10B5BA47}"/>
              </a:ext>
            </a:extLst>
          </p:cNvPr>
          <p:cNvSpPr>
            <a:spLocks xmlns:a="http://schemas.openxmlformats.org/drawingml/2006/main" noGrp="1"/>
          </p:cNvSpPr>
          <p:nvPr/>
        </p:nvSpPr>
        <p:spPr>
          <a:xfrm xmlns:a="http://schemas.openxmlformats.org/drawingml/2006/main">
            <a:off x="3088112" y="4077407"/>
            <a:ext cx="107626" cy="136528"/>
          </a:xfrm>
          <a:custGeom xmlns:a="http://schemas.openxmlformats.org/drawingml/2006/main">
            <a:pathLst>
              <a:path w="107626" h="136528">
                <a:moveTo>
                  <a:pt x="107626" y="63585"/>
                </a:moveTo>
                <a:lnTo>
                  <a:pt x="37022" y="63585"/>
                </a:lnTo>
                <a:cubicBezTo>
                  <a:pt x="37848" y="80696"/>
                  <a:pt x="42390" y="94220"/>
                  <a:pt x="50647" y="104155"/>
                </a:cubicBezTo>
                <a:cubicBezTo>
                  <a:pt x="56978" y="111790"/>
                  <a:pt x="64594" y="115608"/>
                  <a:pt x="73494" y="115608"/>
                </a:cubicBezTo>
                <a:cubicBezTo>
                  <a:pt x="78999" y="115608"/>
                  <a:pt x="83999" y="114071"/>
                  <a:pt x="88495" y="110998"/>
                </a:cubicBezTo>
                <a:cubicBezTo>
                  <a:pt x="92991" y="107924"/>
                  <a:pt x="97808" y="102396"/>
                  <a:pt x="102946" y="94413"/>
                </a:cubicBezTo>
                <a:lnTo>
                  <a:pt x="107626" y="97441"/>
                </a:lnTo>
                <a:cubicBezTo>
                  <a:pt x="100653" y="111663"/>
                  <a:pt x="92945" y="121733"/>
                  <a:pt x="84504" y="127651"/>
                </a:cubicBezTo>
                <a:cubicBezTo>
                  <a:pt x="76063" y="133569"/>
                  <a:pt x="66291" y="136528"/>
                  <a:pt x="55189" y="136528"/>
                </a:cubicBezTo>
                <a:cubicBezTo>
                  <a:pt x="36105" y="136528"/>
                  <a:pt x="21654" y="129180"/>
                  <a:pt x="11836" y="114486"/>
                </a:cubicBezTo>
                <a:cubicBezTo>
                  <a:pt x="3945" y="102638"/>
                  <a:pt x="0" y="87943"/>
                  <a:pt x="0" y="70401"/>
                </a:cubicBezTo>
                <a:cubicBezTo>
                  <a:pt x="0" y="48908"/>
                  <a:pt x="5803" y="31802"/>
                  <a:pt x="17410" y="19083"/>
                </a:cubicBezTo>
                <a:cubicBezTo>
                  <a:pt x="29017" y="6361"/>
                  <a:pt x="42619" y="0"/>
                  <a:pt x="58217" y="0"/>
                </a:cubicBezTo>
                <a:cubicBezTo>
                  <a:pt x="71246" y="0"/>
                  <a:pt x="82554" y="5345"/>
                  <a:pt x="92142" y="16034"/>
                </a:cubicBezTo>
                <a:cubicBezTo>
                  <a:pt x="101731" y="26723"/>
                  <a:pt x="106892" y="42573"/>
                  <a:pt x="107626" y="63585"/>
                </a:cubicBezTo>
                <a:moveTo>
                  <a:pt x="73769" y="54501"/>
                </a:moveTo>
                <a:cubicBezTo>
                  <a:pt x="73769" y="39729"/>
                  <a:pt x="72966" y="29590"/>
                  <a:pt x="71361" y="24085"/>
                </a:cubicBezTo>
                <a:cubicBezTo>
                  <a:pt x="69755" y="18580"/>
                  <a:pt x="67255" y="14405"/>
                  <a:pt x="63860" y="11561"/>
                </a:cubicBezTo>
                <a:cubicBezTo>
                  <a:pt x="61933" y="9909"/>
                  <a:pt x="59364" y="9083"/>
                  <a:pt x="56153" y="9083"/>
                </a:cubicBezTo>
                <a:cubicBezTo>
                  <a:pt x="51381" y="9083"/>
                  <a:pt x="47482" y="11423"/>
                  <a:pt x="44454" y="16103"/>
                </a:cubicBezTo>
                <a:cubicBezTo>
                  <a:pt x="39041" y="24269"/>
                  <a:pt x="36334" y="35462"/>
                  <a:pt x="36334" y="49684"/>
                </a:cubicBezTo>
                <a:lnTo>
                  <a:pt x="36334" y="54501"/>
                </a:lnTo>
                <a:lnTo>
                  <a:pt x="73769" y="54501"/>
                </a:lnTo>
                <a:close/>
              </a:path>
            </a:pathLst>
          </a:custGeom>
          <a:solidFill xmlns:a="http://schemas.openxmlformats.org/drawingml/2006/main">
            <a:srgbClr val="E57C53"/>
          </a:solidFill>
          <a:ln xmlns:a="http://schemas.openxmlformats.org/drawingml/2006/main" w="0" cap="flat">
            <a:noFill/>
            <a:miter/>
          </a:ln>
        </p:spPr>
      </p:sp>
      <p:sp>
        <p:nvSpPr>
          <p:cNvPr id="922" name="Text 3">
            <a:extLst xmlns:a="http://schemas.openxmlformats.org/drawingml/2006/main">
              <a:ext uri="{FF2B5EF4-FFF2-40B4-BE49-F238E27FC236}">
                <a16:creationId xmlns:a16="http://schemas.microsoft.com/office/drawing/2014/main" id="{242AA8E7-5FF2-4FF7-B818-1DD7AFF05B89}"/>
              </a:ext>
            </a:extLst>
          </p:cNvPr>
          <p:cNvSpPr>
            <a:spLocks xmlns:a="http://schemas.openxmlformats.org/drawingml/2006/main" noGrp="1"/>
          </p:cNvSpPr>
          <p:nvPr/>
        </p:nvSpPr>
        <p:spPr>
          <a:xfrm xmlns:a="http://schemas.openxmlformats.org/drawingml/2006/main">
            <a:off x="3205289" y="4143286"/>
            <a:ext cx="77603" cy="125694"/>
          </a:xfrm>
          <a:custGeom xmlns:a="http://schemas.openxmlformats.org/drawingml/2006/main">
            <a:pathLst>
              <a:path w="77603" h="125694">
                <a:moveTo>
                  <a:pt x="24001" y="62580"/>
                </a:moveTo>
                <a:lnTo>
                  <a:pt x="24001" y="59380"/>
                </a:lnTo>
                <a:cubicBezTo>
                  <a:pt x="30757" y="57428"/>
                  <a:pt x="35438" y="55610"/>
                  <a:pt x="38046" y="53924"/>
                </a:cubicBezTo>
                <a:cubicBezTo>
                  <a:pt x="40653" y="52239"/>
                  <a:pt x="42905" y="49667"/>
                  <a:pt x="44802" y="46207"/>
                </a:cubicBezTo>
                <a:cubicBezTo>
                  <a:pt x="46698" y="42748"/>
                  <a:pt x="47646" y="39244"/>
                  <a:pt x="47646" y="35696"/>
                </a:cubicBezTo>
                <a:cubicBezTo>
                  <a:pt x="47646" y="30788"/>
                  <a:pt x="45854" y="26575"/>
                  <a:pt x="42268" y="23056"/>
                </a:cubicBezTo>
                <a:cubicBezTo>
                  <a:pt x="38683" y="19538"/>
                  <a:pt x="34224" y="17778"/>
                  <a:pt x="28890" y="17778"/>
                </a:cubicBezTo>
                <a:cubicBezTo>
                  <a:pt x="20593" y="17778"/>
                  <a:pt x="13541" y="22193"/>
                  <a:pt x="7734" y="31023"/>
                </a:cubicBezTo>
                <a:lnTo>
                  <a:pt x="4445" y="29868"/>
                </a:lnTo>
                <a:cubicBezTo>
                  <a:pt x="8711" y="19942"/>
                  <a:pt x="14178" y="12482"/>
                  <a:pt x="20845" y="7489"/>
                </a:cubicBezTo>
                <a:cubicBezTo>
                  <a:pt x="27512" y="2496"/>
                  <a:pt x="34935" y="0"/>
                  <a:pt x="43113" y="0"/>
                </a:cubicBezTo>
                <a:cubicBezTo>
                  <a:pt x="51469" y="0"/>
                  <a:pt x="58358" y="2548"/>
                  <a:pt x="63780" y="7645"/>
                </a:cubicBezTo>
                <a:cubicBezTo>
                  <a:pt x="69203" y="12741"/>
                  <a:pt x="71914" y="18697"/>
                  <a:pt x="71914" y="25512"/>
                </a:cubicBezTo>
                <a:cubicBezTo>
                  <a:pt x="71914" y="29957"/>
                  <a:pt x="70655" y="34238"/>
                  <a:pt x="68136" y="38357"/>
                </a:cubicBezTo>
                <a:cubicBezTo>
                  <a:pt x="65617" y="42476"/>
                  <a:pt x="61662" y="46106"/>
                  <a:pt x="56269" y="49246"/>
                </a:cubicBezTo>
                <a:cubicBezTo>
                  <a:pt x="63203" y="52628"/>
                  <a:pt x="68492" y="56796"/>
                  <a:pt x="72136" y="61750"/>
                </a:cubicBezTo>
                <a:cubicBezTo>
                  <a:pt x="75781" y="66704"/>
                  <a:pt x="77603" y="72919"/>
                  <a:pt x="77603" y="80395"/>
                </a:cubicBezTo>
                <a:cubicBezTo>
                  <a:pt x="77603" y="92973"/>
                  <a:pt x="73055" y="103668"/>
                  <a:pt x="63958" y="112479"/>
                </a:cubicBezTo>
                <a:cubicBezTo>
                  <a:pt x="54861" y="121289"/>
                  <a:pt x="42668" y="125694"/>
                  <a:pt x="27379" y="125694"/>
                </a:cubicBezTo>
                <a:cubicBezTo>
                  <a:pt x="17186" y="125694"/>
                  <a:pt x="9749" y="123998"/>
                  <a:pt x="5067" y="120608"/>
                </a:cubicBezTo>
                <a:cubicBezTo>
                  <a:pt x="1689" y="118230"/>
                  <a:pt x="0" y="115167"/>
                  <a:pt x="0" y="111418"/>
                </a:cubicBezTo>
                <a:cubicBezTo>
                  <a:pt x="0" y="108683"/>
                  <a:pt x="978" y="106349"/>
                  <a:pt x="2933" y="104415"/>
                </a:cubicBezTo>
                <a:cubicBezTo>
                  <a:pt x="4889" y="102482"/>
                  <a:pt x="7141" y="101515"/>
                  <a:pt x="9689" y="101515"/>
                </a:cubicBezTo>
                <a:cubicBezTo>
                  <a:pt x="11645" y="101515"/>
                  <a:pt x="13482" y="101932"/>
                  <a:pt x="15201" y="102765"/>
                </a:cubicBezTo>
                <a:cubicBezTo>
                  <a:pt x="16149" y="103243"/>
                  <a:pt x="19512" y="105850"/>
                  <a:pt x="25290" y="110588"/>
                </a:cubicBezTo>
                <a:cubicBezTo>
                  <a:pt x="31068" y="115325"/>
                  <a:pt x="36476" y="117694"/>
                  <a:pt x="41513" y="117694"/>
                </a:cubicBezTo>
                <a:cubicBezTo>
                  <a:pt x="45898" y="117694"/>
                  <a:pt x="49661" y="115957"/>
                  <a:pt x="52802" y="112485"/>
                </a:cubicBezTo>
                <a:cubicBezTo>
                  <a:pt x="55943" y="109013"/>
                  <a:pt x="57513" y="104605"/>
                  <a:pt x="57513" y="99262"/>
                </a:cubicBezTo>
                <a:cubicBezTo>
                  <a:pt x="57513" y="91130"/>
                  <a:pt x="54669" y="83637"/>
                  <a:pt x="48980" y="76781"/>
                </a:cubicBezTo>
                <a:cubicBezTo>
                  <a:pt x="43291" y="69925"/>
                  <a:pt x="34964" y="65191"/>
                  <a:pt x="24001" y="62580"/>
                </a:cubicBezTo>
                <a:close/>
              </a:path>
            </a:pathLst>
          </a:custGeom>
          <a:solidFill xmlns:a="http://schemas.openxmlformats.org/drawingml/2006/main">
            <a:srgbClr val="E57C53"/>
          </a:solidFill>
          <a:ln xmlns:a="http://schemas.openxmlformats.org/drawingml/2006/main" w="0" cap="flat">
            <a:noFill/>
            <a:miter/>
          </a:ln>
        </p:spPr>
      </p:sp>
      <p:sp>
        <p:nvSpPr>
          <p:cNvPr id="923" name="Vector element">
            <a:extLst xmlns:a="http://schemas.openxmlformats.org/drawingml/2006/main">
              <a:ext uri="{FF2B5EF4-FFF2-40B4-BE49-F238E27FC236}">
                <a16:creationId xmlns:a16="http://schemas.microsoft.com/office/drawing/2014/main" id="{A1F90F25-A645-4BC6-88CD-884B5955EAEA}"/>
              </a:ext>
            </a:extLst>
          </p:cNvPr>
          <p:cNvSpPr>
            <a:spLocks xmlns:a="http://schemas.openxmlformats.org/drawingml/2006/main" noGrp="1"/>
          </p:cNvSpPr>
          <p:nvPr/>
        </p:nvSpPr>
        <p:spPr>
          <a:xfrm xmlns:a="http://schemas.openxmlformats.org/drawingml/2006/main">
            <a:off x="2863191" y="3464752"/>
            <a:ext cx="87821" cy="270167"/>
          </a:xfrm>
          <a:custGeom xmlns:a="http://schemas.openxmlformats.org/drawingml/2006/main">
            <a:pathLst>
              <a:path w="87821" h="270167">
                <a:moveTo>
                  <a:pt x="56345" y="70768"/>
                </a:moveTo>
                <a:lnTo>
                  <a:pt x="58355" y="506"/>
                </a:lnTo>
                <a:lnTo>
                  <a:pt x="40782" y="0"/>
                </a:lnTo>
                <a:lnTo>
                  <a:pt x="38772" y="70262"/>
                </a:lnTo>
                <a:lnTo>
                  <a:pt x="56345" y="70768"/>
                </a:lnTo>
                <a:close/>
                <a:moveTo>
                  <a:pt x="54826" y="123458"/>
                </a:moveTo>
                <a:lnTo>
                  <a:pt x="37268" y="122966"/>
                </a:lnTo>
                <a:lnTo>
                  <a:pt x="35258" y="193214"/>
                </a:lnTo>
                <a:lnTo>
                  <a:pt x="52816" y="193720"/>
                </a:lnTo>
                <a:lnTo>
                  <a:pt x="54826" y="123458"/>
                </a:lnTo>
                <a:close/>
                <a:moveTo>
                  <a:pt x="14958" y="190135"/>
                </a:moveTo>
                <a:lnTo>
                  <a:pt x="13130" y="188743"/>
                </a:lnTo>
                <a:lnTo>
                  <a:pt x="11007" y="187886"/>
                </a:lnTo>
                <a:lnTo>
                  <a:pt x="8730" y="187591"/>
                </a:lnTo>
                <a:lnTo>
                  <a:pt x="6467" y="187914"/>
                </a:lnTo>
                <a:lnTo>
                  <a:pt x="4344" y="188800"/>
                </a:lnTo>
                <a:lnTo>
                  <a:pt x="2545" y="190205"/>
                </a:lnTo>
                <a:lnTo>
                  <a:pt x="1153" y="192033"/>
                </a:lnTo>
                <a:lnTo>
                  <a:pt x="295" y="194156"/>
                </a:lnTo>
                <a:lnTo>
                  <a:pt x="0" y="196433"/>
                </a:lnTo>
                <a:lnTo>
                  <a:pt x="323" y="198710"/>
                </a:lnTo>
                <a:lnTo>
                  <a:pt x="1209" y="200819"/>
                </a:lnTo>
                <a:lnTo>
                  <a:pt x="41837" y="270167"/>
                </a:lnTo>
                <a:lnTo>
                  <a:pt x="86373" y="203265"/>
                </a:lnTo>
                <a:lnTo>
                  <a:pt x="87371" y="201199"/>
                </a:lnTo>
                <a:lnTo>
                  <a:pt x="87821" y="198949"/>
                </a:lnTo>
                <a:lnTo>
                  <a:pt x="87666" y="196658"/>
                </a:lnTo>
                <a:lnTo>
                  <a:pt x="86921" y="194493"/>
                </a:lnTo>
                <a:lnTo>
                  <a:pt x="85642" y="192595"/>
                </a:lnTo>
                <a:lnTo>
                  <a:pt x="83927" y="191077"/>
                </a:lnTo>
                <a:lnTo>
                  <a:pt x="81860" y="190065"/>
                </a:lnTo>
                <a:lnTo>
                  <a:pt x="79611" y="189629"/>
                </a:lnTo>
                <a:lnTo>
                  <a:pt x="77319" y="189784"/>
                </a:lnTo>
                <a:lnTo>
                  <a:pt x="75154" y="190515"/>
                </a:lnTo>
                <a:lnTo>
                  <a:pt x="73242" y="191794"/>
                </a:lnTo>
                <a:lnTo>
                  <a:pt x="71738" y="193523"/>
                </a:lnTo>
                <a:lnTo>
                  <a:pt x="42786" y="237018"/>
                </a:lnTo>
                <a:lnTo>
                  <a:pt x="16378" y="191934"/>
                </a:lnTo>
                <a:lnTo>
                  <a:pt x="14958" y="190135"/>
                </a:lnTo>
                <a:close/>
              </a:path>
            </a:pathLst>
          </a:custGeom>
          <a:solidFill xmlns:a="http://schemas.openxmlformats.org/drawingml/2006/main">
            <a:srgbClr val="4874CB"/>
          </a:solidFill>
          <a:ln xmlns:a="http://schemas.openxmlformats.org/drawingml/2006/main" w="0" cap="flat">
            <a:noFill/>
            <a:miter/>
          </a:ln>
        </p:spPr>
      </p:sp>
      <p:sp>
        <p:nvSpPr>
          <p:cNvPr id="924" name="Vector element">
            <a:extLst xmlns:a="http://schemas.openxmlformats.org/drawingml/2006/main">
              <a:ext uri="{FF2B5EF4-FFF2-40B4-BE49-F238E27FC236}">
                <a16:creationId xmlns:a16="http://schemas.microsoft.com/office/drawing/2014/main" id="{694C3F24-C882-40ED-8F3F-EC0D8D39A77F}"/>
              </a:ext>
            </a:extLst>
          </p:cNvPr>
          <p:cNvSpPr>
            <a:spLocks xmlns:a="http://schemas.openxmlformats.org/drawingml/2006/main" noGrp="1"/>
          </p:cNvSpPr>
          <p:nvPr/>
        </p:nvSpPr>
        <p:spPr>
          <a:xfrm xmlns:a="http://schemas.openxmlformats.org/drawingml/2006/main">
            <a:off x="2633426" y="3871282"/>
            <a:ext cx="243485" cy="182108"/>
          </a:xfrm>
          <a:custGeom xmlns:a="http://schemas.openxmlformats.org/drawingml/2006/main">
            <a:pathLst>
              <a:path w="243485" h="182108">
                <a:moveTo>
                  <a:pt x="198275" y="22310"/>
                </a:moveTo>
                <a:lnTo>
                  <a:pt x="208678" y="36467"/>
                </a:lnTo>
                <a:lnTo>
                  <a:pt x="210637" y="35028"/>
                </a:lnTo>
                <a:lnTo>
                  <a:pt x="197445" y="68182"/>
                </a:lnTo>
                <a:lnTo>
                  <a:pt x="196883" y="70403"/>
                </a:lnTo>
                <a:lnTo>
                  <a:pt x="196911" y="72694"/>
                </a:lnTo>
                <a:lnTo>
                  <a:pt x="197544" y="74901"/>
                </a:lnTo>
                <a:lnTo>
                  <a:pt x="198710" y="76869"/>
                </a:lnTo>
                <a:lnTo>
                  <a:pt x="200355" y="78472"/>
                </a:lnTo>
                <a:lnTo>
                  <a:pt x="202366" y="79597"/>
                </a:lnTo>
                <a:lnTo>
                  <a:pt x="204587" y="80159"/>
                </a:lnTo>
                <a:lnTo>
                  <a:pt x="206878" y="80117"/>
                </a:lnTo>
                <a:lnTo>
                  <a:pt x="209085" y="79498"/>
                </a:lnTo>
                <a:lnTo>
                  <a:pt x="211053" y="78317"/>
                </a:lnTo>
                <a:lnTo>
                  <a:pt x="212656" y="76673"/>
                </a:lnTo>
                <a:lnTo>
                  <a:pt x="213767" y="74676"/>
                </a:lnTo>
                <a:lnTo>
                  <a:pt x="243485" y="0"/>
                </a:lnTo>
                <a:lnTo>
                  <a:pt x="163340" y="6017"/>
                </a:lnTo>
                <a:lnTo>
                  <a:pt x="161091" y="6481"/>
                </a:lnTo>
                <a:lnTo>
                  <a:pt x="159053" y="7521"/>
                </a:lnTo>
                <a:lnTo>
                  <a:pt x="157338" y="9039"/>
                </a:lnTo>
                <a:lnTo>
                  <a:pt x="156086" y="10965"/>
                </a:lnTo>
                <a:lnTo>
                  <a:pt x="155369" y="13144"/>
                </a:lnTo>
                <a:lnTo>
                  <a:pt x="155243" y="15436"/>
                </a:lnTo>
                <a:lnTo>
                  <a:pt x="155707" y="17685"/>
                </a:lnTo>
                <a:lnTo>
                  <a:pt x="156733" y="19723"/>
                </a:lnTo>
                <a:lnTo>
                  <a:pt x="158265" y="21439"/>
                </a:lnTo>
                <a:lnTo>
                  <a:pt x="160191" y="22690"/>
                </a:lnTo>
                <a:lnTo>
                  <a:pt x="162370" y="23407"/>
                </a:lnTo>
                <a:lnTo>
                  <a:pt x="164662" y="23533"/>
                </a:lnTo>
                <a:lnTo>
                  <a:pt x="200245" y="20862"/>
                </a:lnTo>
                <a:lnTo>
                  <a:pt x="198275" y="22310"/>
                </a:lnTo>
                <a:close/>
                <a:moveTo>
                  <a:pt x="99137" y="95117"/>
                </a:moveTo>
                <a:lnTo>
                  <a:pt x="109540" y="109287"/>
                </a:lnTo>
                <a:lnTo>
                  <a:pt x="166194" y="67675"/>
                </a:lnTo>
                <a:lnTo>
                  <a:pt x="155791" y="53519"/>
                </a:lnTo>
                <a:lnTo>
                  <a:pt x="99137" y="95117"/>
                </a:lnTo>
                <a:close/>
                <a:moveTo>
                  <a:pt x="0" y="167937"/>
                </a:moveTo>
                <a:lnTo>
                  <a:pt x="10403" y="182108"/>
                </a:lnTo>
                <a:lnTo>
                  <a:pt x="67057" y="140496"/>
                </a:lnTo>
                <a:lnTo>
                  <a:pt x="56654" y="126326"/>
                </a:lnTo>
                <a:lnTo>
                  <a:pt x="0" y="167937"/>
                </a:lnTo>
                <a:close/>
              </a:path>
            </a:pathLst>
          </a:custGeom>
          <a:solidFill xmlns:a="http://schemas.openxmlformats.org/drawingml/2006/main">
            <a:srgbClr val="4874CB"/>
          </a:solidFill>
          <a:ln xmlns:a="http://schemas.openxmlformats.org/drawingml/2006/main" w="0" cap="flat">
            <a:noFill/>
            <a:miter/>
          </a:ln>
        </p:spPr>
      </p:sp>
      <p:sp>
        <p:nvSpPr>
          <p:cNvPr id="925" name="Vector element">
            <a:extLst xmlns:a="http://schemas.openxmlformats.org/drawingml/2006/main">
              <a:ext uri="{FF2B5EF4-FFF2-40B4-BE49-F238E27FC236}">
                <a16:creationId xmlns:a16="http://schemas.microsoft.com/office/drawing/2014/main" id="{DBD82929-0252-4F4F-A03E-53CBA092F1D6}"/>
              </a:ext>
            </a:extLst>
          </p:cNvPr>
          <p:cNvSpPr>
            <a:spLocks xmlns:a="http://schemas.openxmlformats.org/drawingml/2006/main" noGrp="1"/>
          </p:cNvSpPr>
          <p:nvPr/>
        </p:nvSpPr>
        <p:spPr>
          <a:xfrm xmlns:a="http://schemas.openxmlformats.org/drawingml/2006/main">
            <a:off x="2940876" y="3869174"/>
            <a:ext cx="189516" cy="181377"/>
          </a:xfrm>
          <a:custGeom xmlns:a="http://schemas.openxmlformats.org/drawingml/2006/main">
            <a:pathLst>
              <a:path w="189516" h="181377">
                <a:moveTo>
                  <a:pt x="77460" y="33599"/>
                </a:moveTo>
                <a:lnTo>
                  <a:pt x="79709" y="33163"/>
                </a:lnTo>
                <a:lnTo>
                  <a:pt x="81776" y="32165"/>
                </a:lnTo>
                <a:lnTo>
                  <a:pt x="83505" y="30675"/>
                </a:lnTo>
                <a:lnTo>
                  <a:pt x="84798" y="28777"/>
                </a:lnTo>
                <a:lnTo>
                  <a:pt x="85543" y="26598"/>
                </a:lnTo>
                <a:lnTo>
                  <a:pt x="85712" y="24320"/>
                </a:lnTo>
                <a:lnTo>
                  <a:pt x="85276" y="22057"/>
                </a:lnTo>
                <a:lnTo>
                  <a:pt x="84278" y="20005"/>
                </a:lnTo>
                <a:lnTo>
                  <a:pt x="82774" y="18261"/>
                </a:lnTo>
                <a:lnTo>
                  <a:pt x="80876" y="16982"/>
                </a:lnTo>
                <a:lnTo>
                  <a:pt x="78711" y="16223"/>
                </a:lnTo>
                <a:lnTo>
                  <a:pt x="0" y="0"/>
                </a:lnTo>
                <a:lnTo>
                  <a:pt x="19906" y="77867"/>
                </a:lnTo>
                <a:lnTo>
                  <a:pt x="20764" y="79990"/>
                </a:lnTo>
                <a:lnTo>
                  <a:pt x="22141" y="81832"/>
                </a:lnTo>
                <a:lnTo>
                  <a:pt x="23941" y="83252"/>
                </a:lnTo>
                <a:lnTo>
                  <a:pt x="26050" y="84151"/>
                </a:lnTo>
                <a:lnTo>
                  <a:pt x="28327" y="84475"/>
                </a:lnTo>
                <a:lnTo>
                  <a:pt x="30604" y="84194"/>
                </a:lnTo>
                <a:lnTo>
                  <a:pt x="32727" y="83350"/>
                </a:lnTo>
                <a:lnTo>
                  <a:pt x="34569" y="81972"/>
                </a:lnTo>
                <a:lnTo>
                  <a:pt x="35975" y="80173"/>
                </a:lnTo>
                <a:lnTo>
                  <a:pt x="36888" y="78064"/>
                </a:lnTo>
                <a:lnTo>
                  <a:pt x="37212" y="75787"/>
                </a:lnTo>
                <a:lnTo>
                  <a:pt x="36930" y="73510"/>
                </a:lnTo>
                <a:lnTo>
                  <a:pt x="23992" y="22885"/>
                </a:lnTo>
                <a:lnTo>
                  <a:pt x="75168" y="33430"/>
                </a:lnTo>
                <a:lnTo>
                  <a:pt x="77460" y="33599"/>
                </a:lnTo>
                <a:close/>
                <a:moveTo>
                  <a:pt x="49667" y="35229"/>
                </a:moveTo>
                <a:lnTo>
                  <a:pt x="37535" y="47952"/>
                </a:lnTo>
                <a:lnTo>
                  <a:pt x="88397" y="96466"/>
                </a:lnTo>
                <a:lnTo>
                  <a:pt x="100515" y="83758"/>
                </a:lnTo>
                <a:lnTo>
                  <a:pt x="49667" y="35229"/>
                </a:lnTo>
                <a:close/>
                <a:moveTo>
                  <a:pt x="138669" y="120140"/>
                </a:moveTo>
                <a:lnTo>
                  <a:pt x="126536" y="132863"/>
                </a:lnTo>
                <a:lnTo>
                  <a:pt x="177398" y="181377"/>
                </a:lnTo>
                <a:lnTo>
                  <a:pt x="189516" y="168668"/>
                </a:lnTo>
                <a:lnTo>
                  <a:pt x="138669" y="120140"/>
                </a:lnTo>
                <a:close/>
              </a:path>
            </a:pathLst>
          </a:custGeom>
          <a:solidFill xmlns:a="http://schemas.openxmlformats.org/drawingml/2006/main">
            <a:srgbClr val="4874CB"/>
          </a:solidFill>
          <a:ln xmlns:a="http://schemas.openxmlformats.org/drawingml/2006/main" w="0" cap="flat">
            <a:noFill/>
            <a:miter/>
          </a:ln>
        </p:spPr>
      </p:sp>
      <p:sp>
        <p:nvSpPr>
          <p:cNvPr id="926" name="Text e">
            <a:extLst xmlns:a="http://schemas.openxmlformats.org/drawingml/2006/main">
              <a:ext uri="{FF2B5EF4-FFF2-40B4-BE49-F238E27FC236}">
                <a16:creationId xmlns:a16="http://schemas.microsoft.com/office/drawing/2014/main" id="{ADD91AAD-DEC6-4A62-B47E-7F012E2D0E47}"/>
              </a:ext>
            </a:extLst>
          </p:cNvPr>
          <p:cNvSpPr>
            <a:spLocks xmlns:a="http://schemas.openxmlformats.org/drawingml/2006/main" noGrp="1"/>
          </p:cNvSpPr>
          <p:nvPr/>
        </p:nvSpPr>
        <p:spPr>
          <a:xfrm xmlns:a="http://schemas.openxmlformats.org/drawingml/2006/main">
            <a:off x="1701286" y="4074595"/>
            <a:ext cx="107626" cy="136528"/>
          </a:xfrm>
          <a:custGeom xmlns:a="http://schemas.openxmlformats.org/drawingml/2006/main">
            <a:pathLst>
              <a:path w="107626" h="136528">
                <a:moveTo>
                  <a:pt x="107626" y="63585"/>
                </a:moveTo>
                <a:lnTo>
                  <a:pt x="37022" y="63585"/>
                </a:lnTo>
                <a:cubicBezTo>
                  <a:pt x="37848" y="80696"/>
                  <a:pt x="42390" y="94220"/>
                  <a:pt x="50647" y="104155"/>
                </a:cubicBezTo>
                <a:cubicBezTo>
                  <a:pt x="56978" y="111790"/>
                  <a:pt x="64594" y="115608"/>
                  <a:pt x="73494" y="115608"/>
                </a:cubicBezTo>
                <a:cubicBezTo>
                  <a:pt x="78999" y="115608"/>
                  <a:pt x="83999" y="114071"/>
                  <a:pt x="88495" y="110998"/>
                </a:cubicBezTo>
                <a:cubicBezTo>
                  <a:pt x="92991" y="107924"/>
                  <a:pt x="97808" y="102396"/>
                  <a:pt x="102946" y="94413"/>
                </a:cubicBezTo>
                <a:lnTo>
                  <a:pt x="107626" y="97441"/>
                </a:lnTo>
                <a:cubicBezTo>
                  <a:pt x="100653" y="111663"/>
                  <a:pt x="92945" y="121733"/>
                  <a:pt x="84504" y="127651"/>
                </a:cubicBezTo>
                <a:cubicBezTo>
                  <a:pt x="76063" y="133569"/>
                  <a:pt x="66291" y="136528"/>
                  <a:pt x="55189" y="136528"/>
                </a:cubicBezTo>
                <a:cubicBezTo>
                  <a:pt x="36105" y="136528"/>
                  <a:pt x="21654" y="129180"/>
                  <a:pt x="11836" y="114486"/>
                </a:cubicBezTo>
                <a:cubicBezTo>
                  <a:pt x="3945" y="102638"/>
                  <a:pt x="0" y="87943"/>
                  <a:pt x="0" y="70401"/>
                </a:cubicBezTo>
                <a:cubicBezTo>
                  <a:pt x="0" y="48908"/>
                  <a:pt x="5803" y="31802"/>
                  <a:pt x="17410" y="19083"/>
                </a:cubicBezTo>
                <a:cubicBezTo>
                  <a:pt x="29017" y="6361"/>
                  <a:pt x="42619" y="0"/>
                  <a:pt x="58217" y="0"/>
                </a:cubicBezTo>
                <a:cubicBezTo>
                  <a:pt x="71246" y="0"/>
                  <a:pt x="82554" y="5345"/>
                  <a:pt x="92142" y="16034"/>
                </a:cubicBezTo>
                <a:cubicBezTo>
                  <a:pt x="101731" y="26723"/>
                  <a:pt x="106892" y="42573"/>
                  <a:pt x="107626" y="63585"/>
                </a:cubicBezTo>
                <a:moveTo>
                  <a:pt x="73769" y="54501"/>
                </a:moveTo>
                <a:cubicBezTo>
                  <a:pt x="73769" y="39729"/>
                  <a:pt x="72966" y="29590"/>
                  <a:pt x="71361" y="24085"/>
                </a:cubicBezTo>
                <a:cubicBezTo>
                  <a:pt x="69755" y="18580"/>
                  <a:pt x="67255" y="14405"/>
                  <a:pt x="63860" y="11561"/>
                </a:cubicBezTo>
                <a:cubicBezTo>
                  <a:pt x="61933" y="9909"/>
                  <a:pt x="59364" y="9083"/>
                  <a:pt x="56153" y="9083"/>
                </a:cubicBezTo>
                <a:cubicBezTo>
                  <a:pt x="51381" y="9083"/>
                  <a:pt x="47482" y="11423"/>
                  <a:pt x="44454" y="16103"/>
                </a:cubicBezTo>
                <a:cubicBezTo>
                  <a:pt x="39041" y="24269"/>
                  <a:pt x="36334" y="35462"/>
                  <a:pt x="36334" y="49684"/>
                </a:cubicBezTo>
                <a:lnTo>
                  <a:pt x="36334" y="54501"/>
                </a:lnTo>
                <a:lnTo>
                  <a:pt x="73769" y="54501"/>
                </a:lnTo>
                <a:close/>
              </a:path>
            </a:pathLst>
          </a:custGeom>
          <a:solidFill xmlns:a="http://schemas.openxmlformats.org/drawingml/2006/main">
            <a:srgbClr val="C44037"/>
          </a:solidFill>
          <a:ln xmlns:a="http://schemas.openxmlformats.org/drawingml/2006/main" w="0" cap="flat">
            <a:noFill/>
            <a:miter/>
          </a:ln>
        </p:spPr>
      </p:sp>
      <p:sp>
        <p:nvSpPr>
          <p:cNvPr id="927" name="Text 1">
            <a:extLst xmlns:a="http://schemas.openxmlformats.org/drawingml/2006/main">
              <a:ext uri="{FF2B5EF4-FFF2-40B4-BE49-F238E27FC236}">
                <a16:creationId xmlns:a16="http://schemas.microsoft.com/office/drawing/2014/main" id="{67D1F6D3-0DC6-437B-8A25-34DD1D3DB01C}"/>
              </a:ext>
            </a:extLst>
          </p:cNvPr>
          <p:cNvSpPr>
            <a:spLocks xmlns:a="http://schemas.openxmlformats.org/drawingml/2006/main" noGrp="1"/>
          </p:cNvSpPr>
          <p:nvPr/>
        </p:nvSpPr>
        <p:spPr>
          <a:xfrm xmlns:a="http://schemas.openxmlformats.org/drawingml/2006/main">
            <a:off x="1827530" y="4140474"/>
            <a:ext cx="65069" cy="123027"/>
          </a:xfrm>
          <a:custGeom xmlns:a="http://schemas.openxmlformats.org/drawingml/2006/main">
            <a:pathLst>
              <a:path w="65069" h="123027">
                <a:moveTo>
                  <a:pt x="47291" y="0"/>
                </a:moveTo>
                <a:lnTo>
                  <a:pt x="47291" y="98493"/>
                </a:lnTo>
                <a:cubicBezTo>
                  <a:pt x="47291" y="105963"/>
                  <a:pt x="47617" y="110729"/>
                  <a:pt x="48269" y="112791"/>
                </a:cubicBezTo>
                <a:cubicBezTo>
                  <a:pt x="48920" y="114852"/>
                  <a:pt x="50283" y="116540"/>
                  <a:pt x="52358" y="117855"/>
                </a:cubicBezTo>
                <a:cubicBezTo>
                  <a:pt x="54432" y="119170"/>
                  <a:pt x="57750" y="119827"/>
                  <a:pt x="62314" y="119827"/>
                </a:cubicBezTo>
                <a:lnTo>
                  <a:pt x="65069" y="119827"/>
                </a:lnTo>
                <a:lnTo>
                  <a:pt x="65069" y="123027"/>
                </a:lnTo>
                <a:lnTo>
                  <a:pt x="1600" y="123027"/>
                </a:lnTo>
                <a:lnTo>
                  <a:pt x="1600" y="119827"/>
                </a:lnTo>
                <a:lnTo>
                  <a:pt x="4800" y="119827"/>
                </a:lnTo>
                <a:cubicBezTo>
                  <a:pt x="9956" y="119827"/>
                  <a:pt x="13630" y="119230"/>
                  <a:pt x="15823" y="118035"/>
                </a:cubicBezTo>
                <a:cubicBezTo>
                  <a:pt x="18016" y="116839"/>
                  <a:pt x="19497" y="115195"/>
                  <a:pt x="20267" y="113104"/>
                </a:cubicBezTo>
                <a:cubicBezTo>
                  <a:pt x="21038" y="111012"/>
                  <a:pt x="21423" y="106141"/>
                  <a:pt x="21423" y="98493"/>
                </a:cubicBezTo>
                <a:lnTo>
                  <a:pt x="21423" y="36090"/>
                </a:lnTo>
                <a:cubicBezTo>
                  <a:pt x="21423" y="30520"/>
                  <a:pt x="21156" y="27038"/>
                  <a:pt x="20623" y="25645"/>
                </a:cubicBezTo>
                <a:cubicBezTo>
                  <a:pt x="20090" y="24253"/>
                  <a:pt x="19097" y="23068"/>
                  <a:pt x="17645" y="22090"/>
                </a:cubicBezTo>
                <a:cubicBezTo>
                  <a:pt x="16193" y="21112"/>
                  <a:pt x="14519" y="20623"/>
                  <a:pt x="12623" y="20623"/>
                </a:cubicBezTo>
                <a:cubicBezTo>
                  <a:pt x="9600" y="20623"/>
                  <a:pt x="5926" y="21571"/>
                  <a:pt x="1600" y="23468"/>
                </a:cubicBezTo>
                <a:lnTo>
                  <a:pt x="0" y="20267"/>
                </a:lnTo>
                <a:lnTo>
                  <a:pt x="44357" y="0"/>
                </a:lnTo>
                <a:lnTo>
                  <a:pt x="47291" y="0"/>
                </a:lnTo>
                <a:close/>
              </a:path>
            </a:pathLst>
          </a:custGeom>
          <a:solidFill xmlns:a="http://schemas.openxmlformats.org/drawingml/2006/main">
            <a:srgbClr val="C44037"/>
          </a:solidFill>
          <a:ln xmlns:a="http://schemas.openxmlformats.org/drawingml/2006/main" w="0" cap="flat">
            <a:noFill/>
            <a:miter/>
          </a:ln>
        </p:spPr>
      </p:sp>
      <p:sp>
        <p:nvSpPr>
          <p:cNvPr id="928" name="Vector element">
            <a:extLst xmlns:a="http://schemas.openxmlformats.org/drawingml/2006/main">
              <a:ext uri="{FF2B5EF4-FFF2-40B4-BE49-F238E27FC236}">
                <a16:creationId xmlns:a16="http://schemas.microsoft.com/office/drawing/2014/main" id="{C621910D-4590-46E4-9E92-A2F4EBC0F16C}"/>
              </a:ext>
            </a:extLst>
          </p:cNvPr>
          <p:cNvSpPr>
            <a:spLocks xmlns:a="http://schemas.openxmlformats.org/drawingml/2006/main" noGrp="1"/>
          </p:cNvSpPr>
          <p:nvPr/>
        </p:nvSpPr>
        <p:spPr>
          <a:xfrm xmlns:a="http://schemas.openxmlformats.org/drawingml/2006/main">
            <a:off x="2228133" y="3897993"/>
            <a:ext cx="139175" cy="131443"/>
          </a:xfrm>
          <a:custGeom xmlns:a="http://schemas.openxmlformats.org/drawingml/2006/main">
            <a:pathLst>
              <a:path w="139175" h="131443">
                <a:moveTo>
                  <a:pt x="0" y="65932"/>
                </a:moveTo>
                <a:cubicBezTo>
                  <a:pt x="703" y="29423"/>
                  <a:pt x="31701" y="0"/>
                  <a:pt x="69939" y="0"/>
                </a:cubicBezTo>
                <a:cubicBezTo>
                  <a:pt x="108177" y="0"/>
                  <a:pt x="139175" y="29423"/>
                  <a:pt x="139175" y="65721"/>
                </a:cubicBezTo>
                <a:cubicBezTo>
                  <a:pt x="139175" y="102019"/>
                  <a:pt x="108177" y="131443"/>
                  <a:pt x="69939" y="131443"/>
                </a:cubicBezTo>
                <a:cubicBezTo>
                  <a:pt x="31701" y="131443"/>
                  <a:pt x="703" y="102019"/>
                  <a:pt x="0" y="65932"/>
                </a:cubicBezTo>
              </a:path>
            </a:pathLst>
          </a:custGeom>
          <a:solidFill xmlns:a="http://schemas.openxmlformats.org/drawingml/2006/main">
            <a:srgbClr val="726595"/>
          </a:solidFill>
          <a:ln xmlns:a="http://schemas.openxmlformats.org/drawingml/2006/main" w="0" cap="flat">
            <a:noFill/>
            <a:miter/>
          </a:ln>
        </p:spPr>
      </p:sp>
      <p:sp>
        <p:nvSpPr>
          <p:cNvPr id="929" name="Vector element">
            <a:extLst xmlns:a="http://schemas.openxmlformats.org/drawingml/2006/main">
              <a:ext uri="{FF2B5EF4-FFF2-40B4-BE49-F238E27FC236}">
                <a16:creationId xmlns:a16="http://schemas.microsoft.com/office/drawing/2014/main" id="{2D4A1BBF-0239-4940-8DD0-09555B11D16F}"/>
              </a:ext>
            </a:extLst>
          </p:cNvPr>
          <p:cNvSpPr>
            <a:spLocks xmlns:a="http://schemas.openxmlformats.org/drawingml/2006/main" noGrp="1"/>
          </p:cNvSpPr>
          <p:nvPr/>
        </p:nvSpPr>
        <p:spPr>
          <a:xfrm xmlns:a="http://schemas.openxmlformats.org/drawingml/2006/main">
            <a:off x="2221807" y="3890964"/>
            <a:ext cx="152530" cy="145501"/>
          </a:xfrm>
          <a:custGeom xmlns:a="http://schemas.openxmlformats.org/drawingml/2006/main">
            <a:pathLst>
              <a:path w="152530" h="145501">
                <a:moveTo>
                  <a:pt x="2418" y="91012"/>
                </a:moveTo>
                <a:lnTo>
                  <a:pt x="3486" y="94568"/>
                </a:lnTo>
                <a:lnTo>
                  <a:pt x="6045" y="101190"/>
                </a:lnTo>
                <a:lnTo>
                  <a:pt x="9278" y="107572"/>
                </a:lnTo>
                <a:lnTo>
                  <a:pt x="13116" y="113575"/>
                </a:lnTo>
                <a:lnTo>
                  <a:pt x="17530" y="119170"/>
                </a:lnTo>
                <a:lnTo>
                  <a:pt x="22465" y="124329"/>
                </a:lnTo>
                <a:lnTo>
                  <a:pt x="27891" y="128997"/>
                </a:lnTo>
                <a:lnTo>
                  <a:pt x="33753" y="133172"/>
                </a:lnTo>
                <a:lnTo>
                  <a:pt x="40037" y="136799"/>
                </a:lnTo>
                <a:lnTo>
                  <a:pt x="46701" y="139835"/>
                </a:lnTo>
                <a:lnTo>
                  <a:pt x="53603" y="142239"/>
                </a:lnTo>
                <a:lnTo>
                  <a:pt x="57301" y="143237"/>
                </a:lnTo>
                <a:lnTo>
                  <a:pt x="60970" y="144039"/>
                </a:lnTo>
                <a:lnTo>
                  <a:pt x="64709" y="144671"/>
                </a:lnTo>
                <a:lnTo>
                  <a:pt x="68505" y="145135"/>
                </a:lnTo>
                <a:lnTo>
                  <a:pt x="72371" y="145402"/>
                </a:lnTo>
                <a:lnTo>
                  <a:pt x="76265" y="145501"/>
                </a:lnTo>
                <a:lnTo>
                  <a:pt x="80159" y="145402"/>
                </a:lnTo>
                <a:lnTo>
                  <a:pt x="84011" y="145135"/>
                </a:lnTo>
                <a:lnTo>
                  <a:pt x="87821" y="144671"/>
                </a:lnTo>
                <a:lnTo>
                  <a:pt x="91560" y="144039"/>
                </a:lnTo>
                <a:lnTo>
                  <a:pt x="95229" y="143237"/>
                </a:lnTo>
                <a:lnTo>
                  <a:pt x="98926" y="142239"/>
                </a:lnTo>
                <a:lnTo>
                  <a:pt x="105829" y="139835"/>
                </a:lnTo>
                <a:lnTo>
                  <a:pt x="112492" y="136799"/>
                </a:lnTo>
                <a:lnTo>
                  <a:pt x="118776" y="133172"/>
                </a:lnTo>
                <a:lnTo>
                  <a:pt x="124639" y="128997"/>
                </a:lnTo>
                <a:lnTo>
                  <a:pt x="130065" y="124329"/>
                </a:lnTo>
                <a:lnTo>
                  <a:pt x="134999" y="119170"/>
                </a:lnTo>
                <a:lnTo>
                  <a:pt x="139414" y="113575"/>
                </a:lnTo>
                <a:lnTo>
                  <a:pt x="143251" y="107572"/>
                </a:lnTo>
                <a:lnTo>
                  <a:pt x="146485" y="101190"/>
                </a:lnTo>
                <a:lnTo>
                  <a:pt x="149043" y="94568"/>
                </a:lnTo>
                <a:lnTo>
                  <a:pt x="150112" y="91012"/>
                </a:lnTo>
                <a:lnTo>
                  <a:pt x="150969" y="87483"/>
                </a:lnTo>
                <a:lnTo>
                  <a:pt x="151644" y="83870"/>
                </a:lnTo>
                <a:lnTo>
                  <a:pt x="152136" y="80215"/>
                </a:lnTo>
                <a:lnTo>
                  <a:pt x="152431" y="76504"/>
                </a:lnTo>
                <a:lnTo>
                  <a:pt x="152530" y="72750"/>
                </a:lnTo>
                <a:lnTo>
                  <a:pt x="152431" y="68997"/>
                </a:lnTo>
                <a:lnTo>
                  <a:pt x="152136" y="65286"/>
                </a:lnTo>
                <a:lnTo>
                  <a:pt x="151644" y="61630"/>
                </a:lnTo>
                <a:lnTo>
                  <a:pt x="150969" y="58018"/>
                </a:lnTo>
                <a:lnTo>
                  <a:pt x="150112" y="54489"/>
                </a:lnTo>
                <a:lnTo>
                  <a:pt x="149043" y="50932"/>
                </a:lnTo>
                <a:lnTo>
                  <a:pt x="146485" y="44311"/>
                </a:lnTo>
                <a:lnTo>
                  <a:pt x="143251" y="37929"/>
                </a:lnTo>
                <a:lnTo>
                  <a:pt x="139414" y="31926"/>
                </a:lnTo>
                <a:lnTo>
                  <a:pt x="134999" y="26331"/>
                </a:lnTo>
                <a:lnTo>
                  <a:pt x="130065" y="21171"/>
                </a:lnTo>
                <a:lnTo>
                  <a:pt x="124639" y="16504"/>
                </a:lnTo>
                <a:lnTo>
                  <a:pt x="118776" y="12329"/>
                </a:lnTo>
                <a:lnTo>
                  <a:pt x="112492" y="8702"/>
                </a:lnTo>
                <a:lnTo>
                  <a:pt x="105829" y="5665"/>
                </a:lnTo>
                <a:lnTo>
                  <a:pt x="98926" y="3261"/>
                </a:lnTo>
                <a:lnTo>
                  <a:pt x="95229" y="2263"/>
                </a:lnTo>
                <a:lnTo>
                  <a:pt x="91560" y="1462"/>
                </a:lnTo>
                <a:lnTo>
                  <a:pt x="87821" y="829"/>
                </a:lnTo>
                <a:lnTo>
                  <a:pt x="84011" y="366"/>
                </a:lnTo>
                <a:lnTo>
                  <a:pt x="80159" y="84"/>
                </a:lnTo>
                <a:lnTo>
                  <a:pt x="76265" y="0"/>
                </a:lnTo>
                <a:lnTo>
                  <a:pt x="72371" y="84"/>
                </a:lnTo>
                <a:lnTo>
                  <a:pt x="68505" y="366"/>
                </a:lnTo>
                <a:lnTo>
                  <a:pt x="64709" y="829"/>
                </a:lnTo>
                <a:lnTo>
                  <a:pt x="60970" y="1462"/>
                </a:lnTo>
                <a:lnTo>
                  <a:pt x="57301" y="2263"/>
                </a:lnTo>
                <a:lnTo>
                  <a:pt x="53603" y="3261"/>
                </a:lnTo>
                <a:lnTo>
                  <a:pt x="46701" y="5665"/>
                </a:lnTo>
                <a:lnTo>
                  <a:pt x="40037" y="8702"/>
                </a:lnTo>
                <a:lnTo>
                  <a:pt x="33753" y="12329"/>
                </a:lnTo>
                <a:lnTo>
                  <a:pt x="27891" y="16504"/>
                </a:lnTo>
                <a:lnTo>
                  <a:pt x="22465" y="21171"/>
                </a:lnTo>
                <a:lnTo>
                  <a:pt x="17530" y="26331"/>
                </a:lnTo>
                <a:lnTo>
                  <a:pt x="13116" y="31926"/>
                </a:lnTo>
                <a:lnTo>
                  <a:pt x="9278" y="37929"/>
                </a:lnTo>
                <a:lnTo>
                  <a:pt x="6045" y="44311"/>
                </a:lnTo>
                <a:lnTo>
                  <a:pt x="3486" y="50932"/>
                </a:lnTo>
                <a:lnTo>
                  <a:pt x="2418" y="54489"/>
                </a:lnTo>
                <a:lnTo>
                  <a:pt x="1560" y="58018"/>
                </a:lnTo>
                <a:lnTo>
                  <a:pt x="886" y="61630"/>
                </a:lnTo>
                <a:lnTo>
                  <a:pt x="394" y="65286"/>
                </a:lnTo>
                <a:lnTo>
                  <a:pt x="98" y="68997"/>
                </a:lnTo>
                <a:lnTo>
                  <a:pt x="0" y="72750"/>
                </a:lnTo>
                <a:lnTo>
                  <a:pt x="98" y="76504"/>
                </a:lnTo>
                <a:lnTo>
                  <a:pt x="394" y="80215"/>
                </a:lnTo>
                <a:lnTo>
                  <a:pt x="886" y="83870"/>
                </a:lnTo>
                <a:lnTo>
                  <a:pt x="1560" y="87483"/>
                </a:lnTo>
                <a:lnTo>
                  <a:pt x="2418" y="91012"/>
                </a:lnTo>
                <a:close/>
                <a:moveTo>
                  <a:pt x="14386" y="66712"/>
                </a:moveTo>
                <a:lnTo>
                  <a:pt x="14760" y="63891"/>
                </a:lnTo>
                <a:lnTo>
                  <a:pt x="15275" y="61132"/>
                </a:lnTo>
                <a:lnTo>
                  <a:pt x="16013" y="58102"/>
                </a:lnTo>
                <a:lnTo>
                  <a:pt x="16762" y="55582"/>
                </a:lnTo>
                <a:lnTo>
                  <a:pt x="18909" y="50022"/>
                </a:lnTo>
                <a:lnTo>
                  <a:pt x="21463" y="44974"/>
                </a:lnTo>
                <a:lnTo>
                  <a:pt x="24560" y="40127"/>
                </a:lnTo>
                <a:lnTo>
                  <a:pt x="28131" y="35585"/>
                </a:lnTo>
                <a:lnTo>
                  <a:pt x="32172" y="31365"/>
                </a:lnTo>
                <a:lnTo>
                  <a:pt x="36567" y="27574"/>
                </a:lnTo>
                <a:lnTo>
                  <a:pt x="41320" y="24200"/>
                </a:lnTo>
                <a:lnTo>
                  <a:pt x="46447" y="21232"/>
                </a:lnTo>
                <a:lnTo>
                  <a:pt x="51895" y="18742"/>
                </a:lnTo>
                <a:lnTo>
                  <a:pt x="57665" y="16730"/>
                </a:lnTo>
                <a:lnTo>
                  <a:pt x="60528" y="15956"/>
                </a:lnTo>
                <a:lnTo>
                  <a:pt x="63518" y="15290"/>
                </a:lnTo>
                <a:lnTo>
                  <a:pt x="66855" y="14727"/>
                </a:lnTo>
                <a:lnTo>
                  <a:pt x="69938" y="14363"/>
                </a:lnTo>
                <a:lnTo>
                  <a:pt x="73088" y="14137"/>
                </a:lnTo>
                <a:lnTo>
                  <a:pt x="76265" y="14062"/>
                </a:lnTo>
                <a:lnTo>
                  <a:pt x="79442" y="14137"/>
                </a:lnTo>
                <a:lnTo>
                  <a:pt x="82592" y="14363"/>
                </a:lnTo>
                <a:lnTo>
                  <a:pt x="85675" y="14727"/>
                </a:lnTo>
                <a:lnTo>
                  <a:pt x="89012" y="15290"/>
                </a:lnTo>
                <a:lnTo>
                  <a:pt x="92002" y="15956"/>
                </a:lnTo>
                <a:lnTo>
                  <a:pt x="94864" y="16730"/>
                </a:lnTo>
                <a:lnTo>
                  <a:pt x="100635" y="18742"/>
                </a:lnTo>
                <a:lnTo>
                  <a:pt x="106082" y="21232"/>
                </a:lnTo>
                <a:lnTo>
                  <a:pt x="111210" y="24200"/>
                </a:lnTo>
                <a:lnTo>
                  <a:pt x="115963" y="27574"/>
                </a:lnTo>
                <a:lnTo>
                  <a:pt x="120357" y="31365"/>
                </a:lnTo>
                <a:lnTo>
                  <a:pt x="124399" y="35585"/>
                </a:lnTo>
                <a:lnTo>
                  <a:pt x="127970" y="40127"/>
                </a:lnTo>
                <a:lnTo>
                  <a:pt x="131067" y="44974"/>
                </a:lnTo>
                <a:lnTo>
                  <a:pt x="133621" y="50022"/>
                </a:lnTo>
                <a:lnTo>
                  <a:pt x="135768" y="55582"/>
                </a:lnTo>
                <a:lnTo>
                  <a:pt x="136517" y="58102"/>
                </a:lnTo>
                <a:lnTo>
                  <a:pt x="137254" y="61132"/>
                </a:lnTo>
                <a:lnTo>
                  <a:pt x="137770" y="63891"/>
                </a:lnTo>
                <a:lnTo>
                  <a:pt x="138144" y="66712"/>
                </a:lnTo>
                <a:lnTo>
                  <a:pt x="138394" y="69836"/>
                </a:lnTo>
                <a:lnTo>
                  <a:pt x="138467" y="72750"/>
                </a:lnTo>
                <a:lnTo>
                  <a:pt x="138394" y="75665"/>
                </a:lnTo>
                <a:lnTo>
                  <a:pt x="138144" y="78788"/>
                </a:lnTo>
                <a:lnTo>
                  <a:pt x="137770" y="81610"/>
                </a:lnTo>
                <a:lnTo>
                  <a:pt x="137254" y="84369"/>
                </a:lnTo>
                <a:lnTo>
                  <a:pt x="136517" y="87399"/>
                </a:lnTo>
                <a:lnTo>
                  <a:pt x="135768" y="89919"/>
                </a:lnTo>
                <a:lnTo>
                  <a:pt x="133621" y="95479"/>
                </a:lnTo>
                <a:lnTo>
                  <a:pt x="131067" y="100527"/>
                </a:lnTo>
                <a:lnTo>
                  <a:pt x="127970" y="105373"/>
                </a:lnTo>
                <a:lnTo>
                  <a:pt x="124399" y="109916"/>
                </a:lnTo>
                <a:lnTo>
                  <a:pt x="120357" y="114135"/>
                </a:lnTo>
                <a:lnTo>
                  <a:pt x="115963" y="117927"/>
                </a:lnTo>
                <a:lnTo>
                  <a:pt x="111210" y="121301"/>
                </a:lnTo>
                <a:lnTo>
                  <a:pt x="106082" y="124269"/>
                </a:lnTo>
                <a:lnTo>
                  <a:pt x="100635" y="126759"/>
                </a:lnTo>
                <a:lnTo>
                  <a:pt x="94864" y="128771"/>
                </a:lnTo>
                <a:lnTo>
                  <a:pt x="92002" y="129545"/>
                </a:lnTo>
                <a:lnTo>
                  <a:pt x="89012" y="130211"/>
                </a:lnTo>
                <a:lnTo>
                  <a:pt x="85675" y="130774"/>
                </a:lnTo>
                <a:lnTo>
                  <a:pt x="82592" y="131137"/>
                </a:lnTo>
                <a:lnTo>
                  <a:pt x="79442" y="131363"/>
                </a:lnTo>
                <a:lnTo>
                  <a:pt x="76265" y="131439"/>
                </a:lnTo>
                <a:lnTo>
                  <a:pt x="73088" y="131363"/>
                </a:lnTo>
                <a:lnTo>
                  <a:pt x="69938" y="131137"/>
                </a:lnTo>
                <a:lnTo>
                  <a:pt x="66855" y="130774"/>
                </a:lnTo>
                <a:lnTo>
                  <a:pt x="63518" y="130211"/>
                </a:lnTo>
                <a:lnTo>
                  <a:pt x="60528" y="129545"/>
                </a:lnTo>
                <a:lnTo>
                  <a:pt x="57665" y="128771"/>
                </a:lnTo>
                <a:lnTo>
                  <a:pt x="51895" y="126759"/>
                </a:lnTo>
                <a:lnTo>
                  <a:pt x="46447" y="124269"/>
                </a:lnTo>
                <a:lnTo>
                  <a:pt x="41320" y="121301"/>
                </a:lnTo>
                <a:lnTo>
                  <a:pt x="36567" y="117927"/>
                </a:lnTo>
                <a:lnTo>
                  <a:pt x="32172" y="114135"/>
                </a:lnTo>
                <a:lnTo>
                  <a:pt x="28131" y="109916"/>
                </a:lnTo>
                <a:lnTo>
                  <a:pt x="24560" y="105373"/>
                </a:lnTo>
                <a:lnTo>
                  <a:pt x="21463" y="100527"/>
                </a:lnTo>
                <a:lnTo>
                  <a:pt x="18909" y="95479"/>
                </a:lnTo>
                <a:lnTo>
                  <a:pt x="16762" y="89919"/>
                </a:lnTo>
                <a:lnTo>
                  <a:pt x="16013" y="87399"/>
                </a:lnTo>
                <a:lnTo>
                  <a:pt x="15275" y="84369"/>
                </a:lnTo>
                <a:lnTo>
                  <a:pt x="14760" y="81610"/>
                </a:lnTo>
                <a:lnTo>
                  <a:pt x="14386" y="78788"/>
                </a:lnTo>
                <a:lnTo>
                  <a:pt x="14135" y="75665"/>
                </a:lnTo>
                <a:lnTo>
                  <a:pt x="14063" y="72750"/>
                </a:lnTo>
                <a:lnTo>
                  <a:pt x="14135" y="69836"/>
                </a:lnTo>
                <a:lnTo>
                  <a:pt x="14386" y="66712"/>
                </a:lnTo>
                <a:close/>
              </a:path>
            </a:pathLst>
          </a:custGeom>
          <a:solidFill xmlns:a="http://schemas.openxmlformats.org/drawingml/2006/main">
            <a:srgbClr val="000000"/>
          </a:solidFill>
          <a:ln xmlns:a="http://schemas.openxmlformats.org/drawingml/2006/main" w="0" cap="flat">
            <a:noFill/>
            <a:miter/>
          </a:ln>
        </p:spPr>
      </p:sp>
      <p:sp>
        <p:nvSpPr>
          <p:cNvPr id="930" name="Vector element">
            <a:extLst xmlns:a="http://schemas.openxmlformats.org/drawingml/2006/main">
              <a:ext uri="{FF2B5EF4-FFF2-40B4-BE49-F238E27FC236}">
                <a16:creationId xmlns:a16="http://schemas.microsoft.com/office/drawing/2014/main" id="{12574E07-25FD-47CC-9B66-767BD0B6B2CC}"/>
              </a:ext>
            </a:extLst>
          </p:cNvPr>
          <p:cNvSpPr>
            <a:spLocks xmlns:a="http://schemas.openxmlformats.org/drawingml/2006/main" noGrp="1"/>
          </p:cNvSpPr>
          <p:nvPr/>
        </p:nvSpPr>
        <p:spPr>
          <a:xfrm xmlns:a="http://schemas.openxmlformats.org/drawingml/2006/main">
            <a:off x="1965121" y="3513688"/>
            <a:ext cx="263982" cy="435856"/>
          </a:xfrm>
          <a:custGeom xmlns:a="http://schemas.openxmlformats.org/drawingml/2006/main">
            <a:pathLst>
              <a:path w="263982" h="435856">
                <a:moveTo>
                  <a:pt x="0" y="50258"/>
                </a:moveTo>
                <a:lnTo>
                  <a:pt x="267" y="63346"/>
                </a:lnTo>
                <a:lnTo>
                  <a:pt x="1195" y="76574"/>
                </a:lnTo>
                <a:lnTo>
                  <a:pt x="2769" y="89943"/>
                </a:lnTo>
                <a:lnTo>
                  <a:pt x="4977" y="103425"/>
                </a:lnTo>
                <a:lnTo>
                  <a:pt x="7816" y="117019"/>
                </a:lnTo>
                <a:lnTo>
                  <a:pt x="11275" y="130684"/>
                </a:lnTo>
                <a:lnTo>
                  <a:pt x="15351" y="144418"/>
                </a:lnTo>
                <a:lnTo>
                  <a:pt x="20019" y="158209"/>
                </a:lnTo>
                <a:lnTo>
                  <a:pt x="25290" y="172028"/>
                </a:lnTo>
                <a:lnTo>
                  <a:pt x="31139" y="185861"/>
                </a:lnTo>
                <a:lnTo>
                  <a:pt x="37563" y="199709"/>
                </a:lnTo>
                <a:lnTo>
                  <a:pt x="44564" y="213528"/>
                </a:lnTo>
                <a:lnTo>
                  <a:pt x="52113" y="227333"/>
                </a:lnTo>
                <a:lnTo>
                  <a:pt x="60239" y="241067"/>
                </a:lnTo>
                <a:lnTo>
                  <a:pt x="68898" y="254760"/>
                </a:lnTo>
                <a:lnTo>
                  <a:pt x="78092" y="268354"/>
                </a:lnTo>
                <a:lnTo>
                  <a:pt x="87835" y="281864"/>
                </a:lnTo>
                <a:lnTo>
                  <a:pt x="98083" y="295261"/>
                </a:lnTo>
                <a:lnTo>
                  <a:pt x="108865" y="308518"/>
                </a:lnTo>
                <a:lnTo>
                  <a:pt x="120154" y="321620"/>
                </a:lnTo>
                <a:lnTo>
                  <a:pt x="131949" y="334567"/>
                </a:lnTo>
                <a:lnTo>
                  <a:pt x="144236" y="347332"/>
                </a:lnTo>
                <a:lnTo>
                  <a:pt x="157028" y="359900"/>
                </a:lnTo>
                <a:lnTo>
                  <a:pt x="170285" y="372243"/>
                </a:lnTo>
                <a:lnTo>
                  <a:pt x="184034" y="384361"/>
                </a:lnTo>
                <a:lnTo>
                  <a:pt x="198247" y="396226"/>
                </a:lnTo>
                <a:lnTo>
                  <a:pt x="212923" y="407810"/>
                </a:lnTo>
                <a:lnTo>
                  <a:pt x="228050" y="419112"/>
                </a:lnTo>
                <a:lnTo>
                  <a:pt x="240125" y="427702"/>
                </a:lnTo>
                <a:lnTo>
                  <a:pt x="252131" y="435856"/>
                </a:lnTo>
                <a:lnTo>
                  <a:pt x="263982" y="418410"/>
                </a:lnTo>
                <a:lnTo>
                  <a:pt x="252182" y="410399"/>
                </a:lnTo>
                <a:lnTo>
                  <a:pt x="240364" y="401990"/>
                </a:lnTo>
                <a:lnTo>
                  <a:pt x="240561" y="402144"/>
                </a:lnTo>
                <a:lnTo>
                  <a:pt x="225870" y="391167"/>
                </a:lnTo>
                <a:lnTo>
                  <a:pt x="211596" y="379892"/>
                </a:lnTo>
                <a:lnTo>
                  <a:pt x="197722" y="368320"/>
                </a:lnTo>
                <a:lnTo>
                  <a:pt x="184343" y="356526"/>
                </a:lnTo>
                <a:lnTo>
                  <a:pt x="184554" y="356709"/>
                </a:lnTo>
                <a:lnTo>
                  <a:pt x="171692" y="344746"/>
                </a:lnTo>
                <a:lnTo>
                  <a:pt x="159123" y="332402"/>
                </a:lnTo>
                <a:lnTo>
                  <a:pt x="159334" y="332599"/>
                </a:lnTo>
                <a:lnTo>
                  <a:pt x="147330" y="320134"/>
                </a:lnTo>
                <a:lnTo>
                  <a:pt x="135901" y="307598"/>
                </a:lnTo>
                <a:lnTo>
                  <a:pt x="124948" y="294867"/>
                </a:lnTo>
                <a:lnTo>
                  <a:pt x="125131" y="295092"/>
                </a:lnTo>
                <a:lnTo>
                  <a:pt x="114545" y="282075"/>
                </a:lnTo>
                <a:lnTo>
                  <a:pt x="114728" y="282314"/>
                </a:lnTo>
                <a:lnTo>
                  <a:pt x="104841" y="269403"/>
                </a:lnTo>
                <a:lnTo>
                  <a:pt x="95299" y="256152"/>
                </a:lnTo>
                <a:lnTo>
                  <a:pt x="95468" y="256419"/>
                </a:lnTo>
                <a:lnTo>
                  <a:pt x="86457" y="243078"/>
                </a:lnTo>
                <a:lnTo>
                  <a:pt x="86626" y="243345"/>
                </a:lnTo>
                <a:lnTo>
                  <a:pt x="78177" y="230000"/>
                </a:lnTo>
                <a:lnTo>
                  <a:pt x="70458" y="216913"/>
                </a:lnTo>
                <a:lnTo>
                  <a:pt x="63294" y="203837"/>
                </a:lnTo>
                <a:lnTo>
                  <a:pt x="56589" y="190606"/>
                </a:lnTo>
                <a:lnTo>
                  <a:pt x="50342" y="177145"/>
                </a:lnTo>
                <a:lnTo>
                  <a:pt x="50482" y="177483"/>
                </a:lnTo>
                <a:lnTo>
                  <a:pt x="44775" y="163987"/>
                </a:lnTo>
                <a:lnTo>
                  <a:pt x="44930" y="164339"/>
                </a:lnTo>
                <a:lnTo>
                  <a:pt x="39823" y="150950"/>
                </a:lnTo>
                <a:lnTo>
                  <a:pt x="35464" y="138074"/>
                </a:lnTo>
                <a:lnTo>
                  <a:pt x="31623" y="125105"/>
                </a:lnTo>
                <a:lnTo>
                  <a:pt x="28372" y="112288"/>
                </a:lnTo>
                <a:lnTo>
                  <a:pt x="25719" y="99571"/>
                </a:lnTo>
                <a:lnTo>
                  <a:pt x="23618" y="86766"/>
                </a:lnTo>
                <a:lnTo>
                  <a:pt x="23674" y="87244"/>
                </a:lnTo>
                <a:lnTo>
                  <a:pt x="22207" y="74787"/>
                </a:lnTo>
                <a:lnTo>
                  <a:pt x="21337" y="62485"/>
                </a:lnTo>
                <a:lnTo>
                  <a:pt x="21088" y="50168"/>
                </a:lnTo>
                <a:lnTo>
                  <a:pt x="21463" y="38405"/>
                </a:lnTo>
                <a:lnTo>
                  <a:pt x="22447" y="26913"/>
                </a:lnTo>
                <a:lnTo>
                  <a:pt x="24081" y="15379"/>
                </a:lnTo>
                <a:lnTo>
                  <a:pt x="23997" y="15829"/>
                </a:lnTo>
                <a:lnTo>
                  <a:pt x="25094" y="9953"/>
                </a:lnTo>
                <a:lnTo>
                  <a:pt x="25023" y="10262"/>
                </a:lnTo>
                <a:lnTo>
                  <a:pt x="26289" y="4456"/>
                </a:lnTo>
                <a:lnTo>
                  <a:pt x="5679" y="0"/>
                </a:lnTo>
                <a:lnTo>
                  <a:pt x="4386" y="5961"/>
                </a:lnTo>
                <a:lnTo>
                  <a:pt x="3233" y="12202"/>
                </a:lnTo>
                <a:lnTo>
                  <a:pt x="1476" y="24630"/>
                </a:lnTo>
                <a:lnTo>
                  <a:pt x="394" y="37352"/>
                </a:lnTo>
                <a:lnTo>
                  <a:pt x="0" y="50258"/>
                </a:lnTo>
                <a:close/>
              </a:path>
            </a:pathLst>
          </a:custGeom>
          <a:solidFill xmlns:a="http://schemas.openxmlformats.org/drawingml/2006/main">
            <a:srgbClr val="F4B5BC"/>
          </a:solidFill>
          <a:ln xmlns:a="http://schemas.openxmlformats.org/drawingml/2006/main" w="0" cap="flat">
            <a:noFill/>
            <a:miter/>
          </a:ln>
        </p:spPr>
      </p:sp>
      <p:sp>
        <p:nvSpPr>
          <p:cNvPr id="931" name="Vector element">
            <a:extLst xmlns:a="http://schemas.openxmlformats.org/drawingml/2006/main">
              <a:ext uri="{FF2B5EF4-FFF2-40B4-BE49-F238E27FC236}">
                <a16:creationId xmlns:a16="http://schemas.microsoft.com/office/drawing/2014/main" id="{6BF56A71-8D95-46B3-A448-0BF121884F2E}"/>
              </a:ext>
            </a:extLst>
          </p:cNvPr>
          <p:cNvSpPr>
            <a:spLocks xmlns:a="http://schemas.openxmlformats.org/drawingml/2006/main" noGrp="1"/>
          </p:cNvSpPr>
          <p:nvPr/>
        </p:nvSpPr>
        <p:spPr>
          <a:xfrm xmlns:a="http://schemas.openxmlformats.org/drawingml/2006/main">
            <a:off x="1837376" y="3682089"/>
            <a:ext cx="168725" cy="293096"/>
          </a:xfrm>
          <a:custGeom xmlns:a="http://schemas.openxmlformats.org/drawingml/2006/main">
            <a:pathLst>
              <a:path w="168725" h="293096">
                <a:moveTo>
                  <a:pt x="11654" y="292899"/>
                </a:moveTo>
                <a:lnTo>
                  <a:pt x="15604" y="292492"/>
                </a:lnTo>
                <a:lnTo>
                  <a:pt x="19541" y="291887"/>
                </a:lnTo>
                <a:lnTo>
                  <a:pt x="23435" y="291072"/>
                </a:lnTo>
                <a:lnTo>
                  <a:pt x="27315" y="290046"/>
                </a:lnTo>
                <a:lnTo>
                  <a:pt x="31265" y="288808"/>
                </a:lnTo>
                <a:lnTo>
                  <a:pt x="38702" y="285870"/>
                </a:lnTo>
                <a:lnTo>
                  <a:pt x="46096" y="282173"/>
                </a:lnTo>
                <a:lnTo>
                  <a:pt x="53322" y="277801"/>
                </a:lnTo>
                <a:lnTo>
                  <a:pt x="60379" y="272782"/>
                </a:lnTo>
                <a:lnTo>
                  <a:pt x="67254" y="267145"/>
                </a:lnTo>
                <a:lnTo>
                  <a:pt x="73959" y="260917"/>
                </a:lnTo>
                <a:lnTo>
                  <a:pt x="80482" y="254113"/>
                </a:lnTo>
                <a:lnTo>
                  <a:pt x="86837" y="246747"/>
                </a:lnTo>
                <a:lnTo>
                  <a:pt x="93008" y="238860"/>
                </a:lnTo>
                <a:lnTo>
                  <a:pt x="99011" y="230453"/>
                </a:lnTo>
                <a:lnTo>
                  <a:pt x="104817" y="221555"/>
                </a:lnTo>
                <a:lnTo>
                  <a:pt x="110426" y="212164"/>
                </a:lnTo>
                <a:lnTo>
                  <a:pt x="115838" y="202309"/>
                </a:lnTo>
                <a:lnTo>
                  <a:pt x="121054" y="192005"/>
                </a:lnTo>
                <a:lnTo>
                  <a:pt x="126058" y="181264"/>
                </a:lnTo>
                <a:lnTo>
                  <a:pt x="130838" y="170116"/>
                </a:lnTo>
                <a:lnTo>
                  <a:pt x="135393" y="158547"/>
                </a:lnTo>
                <a:lnTo>
                  <a:pt x="139723" y="146611"/>
                </a:lnTo>
                <a:lnTo>
                  <a:pt x="143800" y="134282"/>
                </a:lnTo>
                <a:lnTo>
                  <a:pt x="147638" y="121616"/>
                </a:lnTo>
                <a:lnTo>
                  <a:pt x="151194" y="108598"/>
                </a:lnTo>
                <a:lnTo>
                  <a:pt x="154498" y="95271"/>
                </a:lnTo>
                <a:lnTo>
                  <a:pt x="157520" y="81635"/>
                </a:lnTo>
                <a:lnTo>
                  <a:pt x="160248" y="67718"/>
                </a:lnTo>
                <a:lnTo>
                  <a:pt x="162680" y="53519"/>
                </a:lnTo>
                <a:lnTo>
                  <a:pt x="164802" y="39067"/>
                </a:lnTo>
                <a:lnTo>
                  <a:pt x="166616" y="24363"/>
                </a:lnTo>
                <a:lnTo>
                  <a:pt x="168092" y="9489"/>
                </a:lnTo>
                <a:lnTo>
                  <a:pt x="168725" y="1715"/>
                </a:lnTo>
                <a:lnTo>
                  <a:pt x="147708" y="0"/>
                </a:lnTo>
                <a:lnTo>
                  <a:pt x="147075" y="7676"/>
                </a:lnTo>
                <a:lnTo>
                  <a:pt x="147103" y="7493"/>
                </a:lnTo>
                <a:lnTo>
                  <a:pt x="145647" y="22096"/>
                </a:lnTo>
                <a:lnTo>
                  <a:pt x="143884" y="36368"/>
                </a:lnTo>
                <a:lnTo>
                  <a:pt x="143926" y="36115"/>
                </a:lnTo>
                <a:lnTo>
                  <a:pt x="141839" y="50278"/>
                </a:lnTo>
                <a:lnTo>
                  <a:pt x="139516" y="63830"/>
                </a:lnTo>
                <a:lnTo>
                  <a:pt x="136841" y="77460"/>
                </a:lnTo>
                <a:lnTo>
                  <a:pt x="136897" y="77207"/>
                </a:lnTo>
                <a:lnTo>
                  <a:pt x="133931" y="90590"/>
                </a:lnTo>
                <a:lnTo>
                  <a:pt x="134001" y="90337"/>
                </a:lnTo>
                <a:lnTo>
                  <a:pt x="130754" y="103411"/>
                </a:lnTo>
                <a:lnTo>
                  <a:pt x="130824" y="103158"/>
                </a:lnTo>
                <a:lnTo>
                  <a:pt x="127338" y="115909"/>
                </a:lnTo>
                <a:lnTo>
                  <a:pt x="127408" y="115641"/>
                </a:lnTo>
                <a:lnTo>
                  <a:pt x="123698" y="127911"/>
                </a:lnTo>
                <a:lnTo>
                  <a:pt x="119746" y="139835"/>
                </a:lnTo>
                <a:lnTo>
                  <a:pt x="119845" y="139568"/>
                </a:lnTo>
                <a:lnTo>
                  <a:pt x="115627" y="151236"/>
                </a:lnTo>
                <a:lnTo>
                  <a:pt x="115726" y="150955"/>
                </a:lnTo>
                <a:lnTo>
                  <a:pt x="111375" y="161998"/>
                </a:lnTo>
                <a:lnTo>
                  <a:pt x="106868" y="172523"/>
                </a:lnTo>
                <a:lnTo>
                  <a:pt x="102024" y="182912"/>
                </a:lnTo>
                <a:lnTo>
                  <a:pt x="97113" y="192637"/>
                </a:lnTo>
                <a:lnTo>
                  <a:pt x="97268" y="192314"/>
                </a:lnTo>
                <a:lnTo>
                  <a:pt x="92093" y="201746"/>
                </a:lnTo>
                <a:lnTo>
                  <a:pt x="87024" y="210224"/>
                </a:lnTo>
                <a:lnTo>
                  <a:pt x="81694" y="218407"/>
                </a:lnTo>
                <a:lnTo>
                  <a:pt x="76143" y="226209"/>
                </a:lnTo>
                <a:lnTo>
                  <a:pt x="70551" y="233353"/>
                </a:lnTo>
                <a:lnTo>
                  <a:pt x="64938" y="239847"/>
                </a:lnTo>
                <a:lnTo>
                  <a:pt x="59217" y="245831"/>
                </a:lnTo>
                <a:lnTo>
                  <a:pt x="53308" y="251314"/>
                </a:lnTo>
                <a:lnTo>
                  <a:pt x="47619" y="255982"/>
                </a:lnTo>
                <a:lnTo>
                  <a:pt x="41755" y="260155"/>
                </a:lnTo>
                <a:lnTo>
                  <a:pt x="35818" y="263743"/>
                </a:lnTo>
                <a:lnTo>
                  <a:pt x="30007" y="266636"/>
                </a:lnTo>
                <a:lnTo>
                  <a:pt x="24273" y="268898"/>
                </a:lnTo>
                <a:lnTo>
                  <a:pt x="21430" y="269790"/>
                </a:lnTo>
                <a:lnTo>
                  <a:pt x="18662" y="270520"/>
                </a:lnTo>
                <a:lnTo>
                  <a:pt x="15760" y="271134"/>
                </a:lnTo>
                <a:lnTo>
                  <a:pt x="12894" y="271574"/>
                </a:lnTo>
                <a:lnTo>
                  <a:pt x="10048" y="271869"/>
                </a:lnTo>
                <a:lnTo>
                  <a:pt x="7250" y="272008"/>
                </a:lnTo>
                <a:lnTo>
                  <a:pt x="4479" y="271997"/>
                </a:lnTo>
                <a:lnTo>
                  <a:pt x="1265" y="271798"/>
                </a:lnTo>
                <a:lnTo>
                  <a:pt x="0" y="292857"/>
                </a:lnTo>
                <a:lnTo>
                  <a:pt x="3697" y="293082"/>
                </a:lnTo>
                <a:lnTo>
                  <a:pt x="7690" y="293096"/>
                </a:lnTo>
                <a:lnTo>
                  <a:pt x="11654" y="292899"/>
                </a:lnTo>
                <a:close/>
              </a:path>
            </a:pathLst>
          </a:custGeom>
          <a:solidFill xmlns:a="http://schemas.openxmlformats.org/drawingml/2006/main">
            <a:srgbClr val="F4B5BC"/>
          </a:solidFill>
          <a:ln xmlns:a="http://schemas.openxmlformats.org/drawingml/2006/main" w="0" cap="flat">
            <a:noFill/>
            <a:miter/>
          </a:ln>
        </p:spPr>
      </p:sp>
      <p:sp>
        <p:nvSpPr>
          <p:cNvPr id="932" name="Vector element">
            <a:extLst xmlns:a="http://schemas.openxmlformats.org/drawingml/2006/main">
              <a:ext uri="{FF2B5EF4-FFF2-40B4-BE49-F238E27FC236}">
                <a16:creationId xmlns:a16="http://schemas.microsoft.com/office/drawing/2014/main" id="{2012D579-AFB4-4CE9-BB6E-F1B8DF25097A}"/>
              </a:ext>
            </a:extLst>
          </p:cNvPr>
          <p:cNvSpPr>
            <a:spLocks xmlns:a="http://schemas.openxmlformats.org/drawingml/2006/main" noGrp="1"/>
          </p:cNvSpPr>
          <p:nvPr/>
        </p:nvSpPr>
        <p:spPr>
          <a:xfrm xmlns:a="http://schemas.openxmlformats.org/drawingml/2006/main">
            <a:off x="1904095" y="3382765"/>
            <a:ext cx="138472" cy="131443"/>
          </a:xfrm>
          <a:custGeom xmlns:a="http://schemas.openxmlformats.org/drawingml/2006/main">
            <a:pathLst>
              <a:path w="138472" h="131443">
                <a:moveTo>
                  <a:pt x="141" y="64948"/>
                </a:moveTo>
                <a:cubicBezTo>
                  <a:pt x="0" y="29423"/>
                  <a:pt x="30998" y="0"/>
                  <a:pt x="69236" y="0"/>
                </a:cubicBezTo>
                <a:cubicBezTo>
                  <a:pt x="107474" y="0"/>
                  <a:pt x="138472" y="29423"/>
                  <a:pt x="138472" y="65721"/>
                </a:cubicBezTo>
                <a:cubicBezTo>
                  <a:pt x="138472" y="102019"/>
                  <a:pt x="107474" y="131443"/>
                  <a:pt x="69236" y="131443"/>
                </a:cubicBezTo>
                <a:cubicBezTo>
                  <a:pt x="30998" y="131443"/>
                  <a:pt x="0" y="102019"/>
                  <a:pt x="141" y="64948"/>
                </a:cubicBezTo>
              </a:path>
            </a:pathLst>
          </a:custGeom>
          <a:solidFill xmlns:a="http://schemas.openxmlformats.org/drawingml/2006/main">
            <a:srgbClr val="FFA84F"/>
          </a:solidFill>
          <a:ln xmlns:a="http://schemas.openxmlformats.org/drawingml/2006/main" w="0" cap="flat">
            <a:noFill/>
            <a:miter/>
          </a:ln>
        </p:spPr>
      </p:sp>
      <p:sp>
        <p:nvSpPr>
          <p:cNvPr id="933" name="Vector element">
            <a:extLst xmlns:a="http://schemas.openxmlformats.org/drawingml/2006/main">
              <a:ext uri="{FF2B5EF4-FFF2-40B4-BE49-F238E27FC236}">
                <a16:creationId xmlns:a16="http://schemas.microsoft.com/office/drawing/2014/main" id="{7D45ECFB-F3FF-4069-83E2-BCF4D3E6AB5C}"/>
              </a:ext>
            </a:extLst>
          </p:cNvPr>
          <p:cNvSpPr>
            <a:spLocks xmlns:a="http://schemas.openxmlformats.org/drawingml/2006/main" noGrp="1"/>
          </p:cNvSpPr>
          <p:nvPr/>
        </p:nvSpPr>
        <p:spPr>
          <a:xfrm xmlns:a="http://schemas.openxmlformats.org/drawingml/2006/main">
            <a:off x="1897066" y="3375736"/>
            <a:ext cx="152530" cy="145501"/>
          </a:xfrm>
          <a:custGeom xmlns:a="http://schemas.openxmlformats.org/drawingml/2006/main">
            <a:pathLst>
              <a:path w="152530" h="145501">
                <a:moveTo>
                  <a:pt x="2418" y="91012"/>
                </a:moveTo>
                <a:lnTo>
                  <a:pt x="3486" y="94568"/>
                </a:lnTo>
                <a:lnTo>
                  <a:pt x="6045" y="101190"/>
                </a:lnTo>
                <a:lnTo>
                  <a:pt x="9278" y="107572"/>
                </a:lnTo>
                <a:lnTo>
                  <a:pt x="13116" y="113575"/>
                </a:lnTo>
                <a:lnTo>
                  <a:pt x="17530" y="119170"/>
                </a:lnTo>
                <a:lnTo>
                  <a:pt x="22465" y="124329"/>
                </a:lnTo>
                <a:lnTo>
                  <a:pt x="27891" y="128997"/>
                </a:lnTo>
                <a:lnTo>
                  <a:pt x="33753" y="133172"/>
                </a:lnTo>
                <a:lnTo>
                  <a:pt x="40037" y="136799"/>
                </a:lnTo>
                <a:lnTo>
                  <a:pt x="46701" y="139835"/>
                </a:lnTo>
                <a:lnTo>
                  <a:pt x="53603" y="142239"/>
                </a:lnTo>
                <a:lnTo>
                  <a:pt x="57301" y="143237"/>
                </a:lnTo>
                <a:lnTo>
                  <a:pt x="60970" y="144039"/>
                </a:lnTo>
                <a:lnTo>
                  <a:pt x="64709" y="144671"/>
                </a:lnTo>
                <a:lnTo>
                  <a:pt x="68505" y="145135"/>
                </a:lnTo>
                <a:lnTo>
                  <a:pt x="72371" y="145402"/>
                </a:lnTo>
                <a:lnTo>
                  <a:pt x="76265" y="145501"/>
                </a:lnTo>
                <a:lnTo>
                  <a:pt x="80159" y="145402"/>
                </a:lnTo>
                <a:lnTo>
                  <a:pt x="84025" y="145135"/>
                </a:lnTo>
                <a:lnTo>
                  <a:pt x="87821" y="144671"/>
                </a:lnTo>
                <a:lnTo>
                  <a:pt x="91560" y="144039"/>
                </a:lnTo>
                <a:lnTo>
                  <a:pt x="95229" y="143237"/>
                </a:lnTo>
                <a:lnTo>
                  <a:pt x="98926" y="142239"/>
                </a:lnTo>
                <a:lnTo>
                  <a:pt x="105829" y="139835"/>
                </a:lnTo>
                <a:lnTo>
                  <a:pt x="112492" y="136799"/>
                </a:lnTo>
                <a:lnTo>
                  <a:pt x="118776" y="133172"/>
                </a:lnTo>
                <a:lnTo>
                  <a:pt x="124639" y="128997"/>
                </a:lnTo>
                <a:lnTo>
                  <a:pt x="130065" y="124329"/>
                </a:lnTo>
                <a:lnTo>
                  <a:pt x="134999" y="119170"/>
                </a:lnTo>
                <a:lnTo>
                  <a:pt x="139414" y="113575"/>
                </a:lnTo>
                <a:lnTo>
                  <a:pt x="143251" y="107572"/>
                </a:lnTo>
                <a:lnTo>
                  <a:pt x="146485" y="101190"/>
                </a:lnTo>
                <a:lnTo>
                  <a:pt x="149043" y="94568"/>
                </a:lnTo>
                <a:lnTo>
                  <a:pt x="150112" y="91012"/>
                </a:lnTo>
                <a:lnTo>
                  <a:pt x="150969" y="87483"/>
                </a:lnTo>
                <a:lnTo>
                  <a:pt x="151644" y="83870"/>
                </a:lnTo>
                <a:lnTo>
                  <a:pt x="152136" y="80215"/>
                </a:lnTo>
                <a:lnTo>
                  <a:pt x="152431" y="76504"/>
                </a:lnTo>
                <a:lnTo>
                  <a:pt x="152530" y="72750"/>
                </a:lnTo>
                <a:lnTo>
                  <a:pt x="152431" y="68997"/>
                </a:lnTo>
                <a:lnTo>
                  <a:pt x="152136" y="65286"/>
                </a:lnTo>
                <a:lnTo>
                  <a:pt x="151644" y="61630"/>
                </a:lnTo>
                <a:lnTo>
                  <a:pt x="150969" y="58018"/>
                </a:lnTo>
                <a:lnTo>
                  <a:pt x="150112" y="54489"/>
                </a:lnTo>
                <a:lnTo>
                  <a:pt x="149043" y="50932"/>
                </a:lnTo>
                <a:lnTo>
                  <a:pt x="146485" y="44311"/>
                </a:lnTo>
                <a:lnTo>
                  <a:pt x="143251" y="37929"/>
                </a:lnTo>
                <a:lnTo>
                  <a:pt x="139414" y="31926"/>
                </a:lnTo>
                <a:lnTo>
                  <a:pt x="134999" y="26331"/>
                </a:lnTo>
                <a:lnTo>
                  <a:pt x="130065" y="21171"/>
                </a:lnTo>
                <a:lnTo>
                  <a:pt x="124639" y="16504"/>
                </a:lnTo>
                <a:lnTo>
                  <a:pt x="118776" y="12329"/>
                </a:lnTo>
                <a:lnTo>
                  <a:pt x="112492" y="8702"/>
                </a:lnTo>
                <a:lnTo>
                  <a:pt x="105829" y="5665"/>
                </a:lnTo>
                <a:lnTo>
                  <a:pt x="98926" y="3261"/>
                </a:lnTo>
                <a:lnTo>
                  <a:pt x="95229" y="2263"/>
                </a:lnTo>
                <a:lnTo>
                  <a:pt x="91560" y="1462"/>
                </a:lnTo>
                <a:lnTo>
                  <a:pt x="87821" y="829"/>
                </a:lnTo>
                <a:lnTo>
                  <a:pt x="84025" y="366"/>
                </a:lnTo>
                <a:lnTo>
                  <a:pt x="80159" y="98"/>
                </a:lnTo>
                <a:lnTo>
                  <a:pt x="76265" y="0"/>
                </a:lnTo>
                <a:lnTo>
                  <a:pt x="72371" y="98"/>
                </a:lnTo>
                <a:lnTo>
                  <a:pt x="68505" y="366"/>
                </a:lnTo>
                <a:lnTo>
                  <a:pt x="64709" y="829"/>
                </a:lnTo>
                <a:lnTo>
                  <a:pt x="60970" y="1462"/>
                </a:lnTo>
                <a:lnTo>
                  <a:pt x="57301" y="2263"/>
                </a:lnTo>
                <a:lnTo>
                  <a:pt x="53603" y="3261"/>
                </a:lnTo>
                <a:lnTo>
                  <a:pt x="46701" y="5665"/>
                </a:lnTo>
                <a:lnTo>
                  <a:pt x="40037" y="8702"/>
                </a:lnTo>
                <a:lnTo>
                  <a:pt x="33753" y="12329"/>
                </a:lnTo>
                <a:lnTo>
                  <a:pt x="27891" y="16504"/>
                </a:lnTo>
                <a:lnTo>
                  <a:pt x="22465" y="21171"/>
                </a:lnTo>
                <a:lnTo>
                  <a:pt x="17530" y="26331"/>
                </a:lnTo>
                <a:lnTo>
                  <a:pt x="13116" y="31926"/>
                </a:lnTo>
                <a:lnTo>
                  <a:pt x="9278" y="37929"/>
                </a:lnTo>
                <a:lnTo>
                  <a:pt x="6045" y="44311"/>
                </a:lnTo>
                <a:lnTo>
                  <a:pt x="3486" y="50932"/>
                </a:lnTo>
                <a:lnTo>
                  <a:pt x="2418" y="54489"/>
                </a:lnTo>
                <a:lnTo>
                  <a:pt x="1560" y="58018"/>
                </a:lnTo>
                <a:lnTo>
                  <a:pt x="886" y="61630"/>
                </a:lnTo>
                <a:lnTo>
                  <a:pt x="394" y="65286"/>
                </a:lnTo>
                <a:lnTo>
                  <a:pt x="98" y="68997"/>
                </a:lnTo>
                <a:lnTo>
                  <a:pt x="0" y="72750"/>
                </a:lnTo>
                <a:lnTo>
                  <a:pt x="98" y="76504"/>
                </a:lnTo>
                <a:lnTo>
                  <a:pt x="394" y="80215"/>
                </a:lnTo>
                <a:lnTo>
                  <a:pt x="886" y="83870"/>
                </a:lnTo>
                <a:lnTo>
                  <a:pt x="1560" y="87483"/>
                </a:lnTo>
                <a:lnTo>
                  <a:pt x="2418" y="91012"/>
                </a:lnTo>
                <a:close/>
                <a:moveTo>
                  <a:pt x="14386" y="66712"/>
                </a:moveTo>
                <a:lnTo>
                  <a:pt x="14760" y="63891"/>
                </a:lnTo>
                <a:lnTo>
                  <a:pt x="15275" y="61132"/>
                </a:lnTo>
                <a:lnTo>
                  <a:pt x="16013" y="58102"/>
                </a:lnTo>
                <a:lnTo>
                  <a:pt x="16762" y="55582"/>
                </a:lnTo>
                <a:lnTo>
                  <a:pt x="18909" y="50022"/>
                </a:lnTo>
                <a:lnTo>
                  <a:pt x="21463" y="44974"/>
                </a:lnTo>
                <a:lnTo>
                  <a:pt x="24560" y="40127"/>
                </a:lnTo>
                <a:lnTo>
                  <a:pt x="28131" y="35585"/>
                </a:lnTo>
                <a:lnTo>
                  <a:pt x="32172" y="31365"/>
                </a:lnTo>
                <a:lnTo>
                  <a:pt x="36567" y="27574"/>
                </a:lnTo>
                <a:lnTo>
                  <a:pt x="41320" y="24200"/>
                </a:lnTo>
                <a:lnTo>
                  <a:pt x="46447" y="21232"/>
                </a:lnTo>
                <a:lnTo>
                  <a:pt x="51895" y="18742"/>
                </a:lnTo>
                <a:lnTo>
                  <a:pt x="57665" y="16730"/>
                </a:lnTo>
                <a:lnTo>
                  <a:pt x="60528" y="15956"/>
                </a:lnTo>
                <a:lnTo>
                  <a:pt x="63518" y="15290"/>
                </a:lnTo>
                <a:lnTo>
                  <a:pt x="66855" y="14727"/>
                </a:lnTo>
                <a:lnTo>
                  <a:pt x="69938" y="14363"/>
                </a:lnTo>
                <a:lnTo>
                  <a:pt x="73088" y="14137"/>
                </a:lnTo>
                <a:lnTo>
                  <a:pt x="76265" y="14062"/>
                </a:lnTo>
                <a:lnTo>
                  <a:pt x="79442" y="14137"/>
                </a:lnTo>
                <a:lnTo>
                  <a:pt x="82592" y="14363"/>
                </a:lnTo>
                <a:lnTo>
                  <a:pt x="85675" y="14727"/>
                </a:lnTo>
                <a:lnTo>
                  <a:pt x="89012" y="15290"/>
                </a:lnTo>
                <a:lnTo>
                  <a:pt x="92002" y="15956"/>
                </a:lnTo>
                <a:lnTo>
                  <a:pt x="94864" y="16730"/>
                </a:lnTo>
                <a:lnTo>
                  <a:pt x="100635" y="18742"/>
                </a:lnTo>
                <a:lnTo>
                  <a:pt x="106082" y="21232"/>
                </a:lnTo>
                <a:lnTo>
                  <a:pt x="111210" y="24200"/>
                </a:lnTo>
                <a:lnTo>
                  <a:pt x="115963" y="27574"/>
                </a:lnTo>
                <a:lnTo>
                  <a:pt x="120357" y="31365"/>
                </a:lnTo>
                <a:lnTo>
                  <a:pt x="124399" y="35585"/>
                </a:lnTo>
                <a:lnTo>
                  <a:pt x="127970" y="40127"/>
                </a:lnTo>
                <a:lnTo>
                  <a:pt x="131067" y="44974"/>
                </a:lnTo>
                <a:lnTo>
                  <a:pt x="133621" y="50022"/>
                </a:lnTo>
                <a:lnTo>
                  <a:pt x="135768" y="55582"/>
                </a:lnTo>
                <a:lnTo>
                  <a:pt x="136517" y="58102"/>
                </a:lnTo>
                <a:lnTo>
                  <a:pt x="137254" y="61132"/>
                </a:lnTo>
                <a:lnTo>
                  <a:pt x="137770" y="63891"/>
                </a:lnTo>
                <a:lnTo>
                  <a:pt x="138144" y="66712"/>
                </a:lnTo>
                <a:lnTo>
                  <a:pt x="138394" y="69836"/>
                </a:lnTo>
                <a:lnTo>
                  <a:pt x="138467" y="72750"/>
                </a:lnTo>
                <a:lnTo>
                  <a:pt x="138394" y="75665"/>
                </a:lnTo>
                <a:lnTo>
                  <a:pt x="138144" y="78788"/>
                </a:lnTo>
                <a:lnTo>
                  <a:pt x="137770" y="81610"/>
                </a:lnTo>
                <a:lnTo>
                  <a:pt x="137254" y="84369"/>
                </a:lnTo>
                <a:lnTo>
                  <a:pt x="136517" y="87399"/>
                </a:lnTo>
                <a:lnTo>
                  <a:pt x="135768" y="89919"/>
                </a:lnTo>
                <a:lnTo>
                  <a:pt x="133621" y="95479"/>
                </a:lnTo>
                <a:lnTo>
                  <a:pt x="131067" y="100527"/>
                </a:lnTo>
                <a:lnTo>
                  <a:pt x="127970" y="105373"/>
                </a:lnTo>
                <a:lnTo>
                  <a:pt x="124399" y="109916"/>
                </a:lnTo>
                <a:lnTo>
                  <a:pt x="120357" y="114135"/>
                </a:lnTo>
                <a:lnTo>
                  <a:pt x="115963" y="117927"/>
                </a:lnTo>
                <a:lnTo>
                  <a:pt x="111210" y="121301"/>
                </a:lnTo>
                <a:lnTo>
                  <a:pt x="106082" y="124269"/>
                </a:lnTo>
                <a:lnTo>
                  <a:pt x="100635" y="126759"/>
                </a:lnTo>
                <a:lnTo>
                  <a:pt x="94864" y="128771"/>
                </a:lnTo>
                <a:lnTo>
                  <a:pt x="92002" y="129545"/>
                </a:lnTo>
                <a:lnTo>
                  <a:pt x="89012" y="130211"/>
                </a:lnTo>
                <a:lnTo>
                  <a:pt x="85675" y="130774"/>
                </a:lnTo>
                <a:lnTo>
                  <a:pt x="82592" y="131137"/>
                </a:lnTo>
                <a:lnTo>
                  <a:pt x="79442" y="131363"/>
                </a:lnTo>
                <a:lnTo>
                  <a:pt x="76265" y="131439"/>
                </a:lnTo>
                <a:lnTo>
                  <a:pt x="73088" y="131363"/>
                </a:lnTo>
                <a:lnTo>
                  <a:pt x="69938" y="131137"/>
                </a:lnTo>
                <a:lnTo>
                  <a:pt x="66855" y="130774"/>
                </a:lnTo>
                <a:lnTo>
                  <a:pt x="63518" y="130211"/>
                </a:lnTo>
                <a:lnTo>
                  <a:pt x="60528" y="129545"/>
                </a:lnTo>
                <a:lnTo>
                  <a:pt x="57665" y="128771"/>
                </a:lnTo>
                <a:lnTo>
                  <a:pt x="51895" y="126759"/>
                </a:lnTo>
                <a:lnTo>
                  <a:pt x="46447" y="124269"/>
                </a:lnTo>
                <a:lnTo>
                  <a:pt x="41320" y="121301"/>
                </a:lnTo>
                <a:lnTo>
                  <a:pt x="36567" y="117927"/>
                </a:lnTo>
                <a:lnTo>
                  <a:pt x="32172" y="114135"/>
                </a:lnTo>
                <a:lnTo>
                  <a:pt x="28131" y="109916"/>
                </a:lnTo>
                <a:lnTo>
                  <a:pt x="24560" y="105373"/>
                </a:lnTo>
                <a:lnTo>
                  <a:pt x="21463" y="100527"/>
                </a:lnTo>
                <a:lnTo>
                  <a:pt x="18909" y="95479"/>
                </a:lnTo>
                <a:lnTo>
                  <a:pt x="16762" y="89919"/>
                </a:lnTo>
                <a:lnTo>
                  <a:pt x="16013" y="87399"/>
                </a:lnTo>
                <a:lnTo>
                  <a:pt x="15275" y="84369"/>
                </a:lnTo>
                <a:lnTo>
                  <a:pt x="14760" y="81610"/>
                </a:lnTo>
                <a:lnTo>
                  <a:pt x="14386" y="78788"/>
                </a:lnTo>
                <a:lnTo>
                  <a:pt x="14135" y="75665"/>
                </a:lnTo>
                <a:lnTo>
                  <a:pt x="14063" y="72750"/>
                </a:lnTo>
                <a:lnTo>
                  <a:pt x="14135" y="69836"/>
                </a:lnTo>
                <a:lnTo>
                  <a:pt x="14386" y="66712"/>
                </a:lnTo>
                <a:close/>
              </a:path>
            </a:pathLst>
          </a:custGeom>
          <a:solidFill xmlns:a="http://schemas.openxmlformats.org/drawingml/2006/main">
            <a:srgbClr val="000000"/>
          </a:solidFill>
          <a:ln xmlns:a="http://schemas.openxmlformats.org/drawingml/2006/main" w="0" cap="flat">
            <a:noFill/>
            <a:miter/>
          </a:ln>
        </p:spPr>
      </p:sp>
      <p:sp>
        <p:nvSpPr>
          <p:cNvPr id="934" name="Text e">
            <a:extLst xmlns:a="http://schemas.openxmlformats.org/drawingml/2006/main">
              <a:ext uri="{FF2B5EF4-FFF2-40B4-BE49-F238E27FC236}">
                <a16:creationId xmlns:a16="http://schemas.microsoft.com/office/drawing/2014/main" id="{6EA2CC26-7561-4EE6-84CC-1EE55AB25DEF}"/>
              </a:ext>
            </a:extLst>
          </p:cNvPr>
          <p:cNvSpPr>
            <a:spLocks xmlns:a="http://schemas.openxmlformats.org/drawingml/2006/main" noGrp="1"/>
          </p:cNvSpPr>
          <p:nvPr/>
        </p:nvSpPr>
        <p:spPr>
          <a:xfrm xmlns:a="http://schemas.openxmlformats.org/drawingml/2006/main">
            <a:off x="2264310" y="4074595"/>
            <a:ext cx="107626" cy="136528"/>
          </a:xfrm>
          <a:custGeom xmlns:a="http://schemas.openxmlformats.org/drawingml/2006/main">
            <a:pathLst>
              <a:path w="107626" h="136528">
                <a:moveTo>
                  <a:pt x="107626" y="63585"/>
                </a:moveTo>
                <a:lnTo>
                  <a:pt x="37022" y="63585"/>
                </a:lnTo>
                <a:cubicBezTo>
                  <a:pt x="37848" y="80696"/>
                  <a:pt x="42390" y="94220"/>
                  <a:pt x="50647" y="104155"/>
                </a:cubicBezTo>
                <a:cubicBezTo>
                  <a:pt x="56978" y="111790"/>
                  <a:pt x="64594" y="115608"/>
                  <a:pt x="73494" y="115608"/>
                </a:cubicBezTo>
                <a:cubicBezTo>
                  <a:pt x="78999" y="115608"/>
                  <a:pt x="83999" y="114071"/>
                  <a:pt x="88495" y="110998"/>
                </a:cubicBezTo>
                <a:cubicBezTo>
                  <a:pt x="92991" y="107924"/>
                  <a:pt x="97808" y="102396"/>
                  <a:pt x="102946" y="94413"/>
                </a:cubicBezTo>
                <a:lnTo>
                  <a:pt x="107626" y="97441"/>
                </a:lnTo>
                <a:cubicBezTo>
                  <a:pt x="100653" y="111663"/>
                  <a:pt x="92945" y="121733"/>
                  <a:pt x="84504" y="127651"/>
                </a:cubicBezTo>
                <a:cubicBezTo>
                  <a:pt x="76063" y="133569"/>
                  <a:pt x="66291" y="136528"/>
                  <a:pt x="55189" y="136528"/>
                </a:cubicBezTo>
                <a:cubicBezTo>
                  <a:pt x="36105" y="136528"/>
                  <a:pt x="21654" y="129180"/>
                  <a:pt x="11836" y="114486"/>
                </a:cubicBezTo>
                <a:cubicBezTo>
                  <a:pt x="3945" y="102638"/>
                  <a:pt x="0" y="87943"/>
                  <a:pt x="0" y="70401"/>
                </a:cubicBezTo>
                <a:cubicBezTo>
                  <a:pt x="0" y="48908"/>
                  <a:pt x="5803" y="31802"/>
                  <a:pt x="17410" y="19083"/>
                </a:cubicBezTo>
                <a:cubicBezTo>
                  <a:pt x="29017" y="6361"/>
                  <a:pt x="42619" y="0"/>
                  <a:pt x="58217" y="0"/>
                </a:cubicBezTo>
                <a:cubicBezTo>
                  <a:pt x="71246" y="0"/>
                  <a:pt x="82554" y="5345"/>
                  <a:pt x="92142" y="16034"/>
                </a:cubicBezTo>
                <a:cubicBezTo>
                  <a:pt x="101731" y="26723"/>
                  <a:pt x="106892" y="42573"/>
                  <a:pt x="107626" y="63585"/>
                </a:cubicBezTo>
                <a:moveTo>
                  <a:pt x="73769" y="54501"/>
                </a:moveTo>
                <a:cubicBezTo>
                  <a:pt x="73769" y="39729"/>
                  <a:pt x="72966" y="29590"/>
                  <a:pt x="71361" y="24085"/>
                </a:cubicBezTo>
                <a:cubicBezTo>
                  <a:pt x="69755" y="18580"/>
                  <a:pt x="67255" y="14405"/>
                  <a:pt x="63860" y="11561"/>
                </a:cubicBezTo>
                <a:cubicBezTo>
                  <a:pt x="61933" y="9909"/>
                  <a:pt x="59364" y="9083"/>
                  <a:pt x="56153" y="9083"/>
                </a:cubicBezTo>
                <a:cubicBezTo>
                  <a:pt x="51381" y="9083"/>
                  <a:pt x="47482" y="11423"/>
                  <a:pt x="44454" y="16103"/>
                </a:cubicBezTo>
                <a:cubicBezTo>
                  <a:pt x="39041" y="24269"/>
                  <a:pt x="36334" y="35462"/>
                  <a:pt x="36334" y="49684"/>
                </a:cubicBezTo>
                <a:lnTo>
                  <a:pt x="36334" y="54501"/>
                </a:lnTo>
                <a:lnTo>
                  <a:pt x="73769" y="54501"/>
                </a:lnTo>
                <a:close/>
              </a:path>
            </a:pathLst>
          </a:custGeom>
          <a:solidFill xmlns:a="http://schemas.openxmlformats.org/drawingml/2006/main">
            <a:srgbClr val="E57C53"/>
          </a:solidFill>
          <a:ln xmlns:a="http://schemas.openxmlformats.org/drawingml/2006/main" w="0" cap="flat">
            <a:noFill/>
            <a:miter/>
          </a:ln>
        </p:spPr>
      </p:sp>
      <p:sp>
        <p:nvSpPr>
          <p:cNvPr id="935" name="Text 3">
            <a:extLst xmlns:a="http://schemas.openxmlformats.org/drawingml/2006/main">
              <a:ext uri="{FF2B5EF4-FFF2-40B4-BE49-F238E27FC236}">
                <a16:creationId xmlns:a16="http://schemas.microsoft.com/office/drawing/2014/main" id="{D71E19A7-0CBD-4FFA-A991-69C71CE2E604}"/>
              </a:ext>
            </a:extLst>
          </p:cNvPr>
          <p:cNvSpPr>
            <a:spLocks xmlns:a="http://schemas.openxmlformats.org/drawingml/2006/main" noGrp="1"/>
          </p:cNvSpPr>
          <p:nvPr/>
        </p:nvSpPr>
        <p:spPr>
          <a:xfrm xmlns:a="http://schemas.openxmlformats.org/drawingml/2006/main">
            <a:off x="2381487" y="4140474"/>
            <a:ext cx="77603" cy="125694"/>
          </a:xfrm>
          <a:custGeom xmlns:a="http://schemas.openxmlformats.org/drawingml/2006/main">
            <a:pathLst>
              <a:path w="77603" h="125694">
                <a:moveTo>
                  <a:pt x="24001" y="62580"/>
                </a:moveTo>
                <a:lnTo>
                  <a:pt x="24001" y="59380"/>
                </a:lnTo>
                <a:cubicBezTo>
                  <a:pt x="30757" y="57428"/>
                  <a:pt x="35438" y="55610"/>
                  <a:pt x="38046" y="53924"/>
                </a:cubicBezTo>
                <a:cubicBezTo>
                  <a:pt x="40653" y="52239"/>
                  <a:pt x="42905" y="49667"/>
                  <a:pt x="44802" y="46207"/>
                </a:cubicBezTo>
                <a:cubicBezTo>
                  <a:pt x="46698" y="42748"/>
                  <a:pt x="47646" y="39244"/>
                  <a:pt x="47646" y="35696"/>
                </a:cubicBezTo>
                <a:cubicBezTo>
                  <a:pt x="47646" y="30788"/>
                  <a:pt x="45854" y="26575"/>
                  <a:pt x="42268" y="23056"/>
                </a:cubicBezTo>
                <a:cubicBezTo>
                  <a:pt x="38683" y="19538"/>
                  <a:pt x="34224" y="17778"/>
                  <a:pt x="28890" y="17778"/>
                </a:cubicBezTo>
                <a:cubicBezTo>
                  <a:pt x="20593" y="17778"/>
                  <a:pt x="13541" y="22193"/>
                  <a:pt x="7734" y="31023"/>
                </a:cubicBezTo>
                <a:lnTo>
                  <a:pt x="4445" y="29868"/>
                </a:lnTo>
                <a:cubicBezTo>
                  <a:pt x="8711" y="19942"/>
                  <a:pt x="14178" y="12482"/>
                  <a:pt x="20845" y="7489"/>
                </a:cubicBezTo>
                <a:cubicBezTo>
                  <a:pt x="27512" y="2496"/>
                  <a:pt x="34935" y="0"/>
                  <a:pt x="43113" y="0"/>
                </a:cubicBezTo>
                <a:cubicBezTo>
                  <a:pt x="51469" y="0"/>
                  <a:pt x="58358" y="2548"/>
                  <a:pt x="63780" y="7645"/>
                </a:cubicBezTo>
                <a:cubicBezTo>
                  <a:pt x="69203" y="12741"/>
                  <a:pt x="71914" y="18697"/>
                  <a:pt x="71914" y="25512"/>
                </a:cubicBezTo>
                <a:cubicBezTo>
                  <a:pt x="71914" y="29957"/>
                  <a:pt x="70655" y="34238"/>
                  <a:pt x="68136" y="38357"/>
                </a:cubicBezTo>
                <a:cubicBezTo>
                  <a:pt x="65617" y="42476"/>
                  <a:pt x="61662" y="46106"/>
                  <a:pt x="56269" y="49246"/>
                </a:cubicBezTo>
                <a:cubicBezTo>
                  <a:pt x="63203" y="52628"/>
                  <a:pt x="68492" y="56796"/>
                  <a:pt x="72136" y="61750"/>
                </a:cubicBezTo>
                <a:cubicBezTo>
                  <a:pt x="75781" y="66704"/>
                  <a:pt x="77603" y="72919"/>
                  <a:pt x="77603" y="80395"/>
                </a:cubicBezTo>
                <a:cubicBezTo>
                  <a:pt x="77603" y="92973"/>
                  <a:pt x="73055" y="103668"/>
                  <a:pt x="63958" y="112479"/>
                </a:cubicBezTo>
                <a:cubicBezTo>
                  <a:pt x="54861" y="121289"/>
                  <a:pt x="42668" y="125694"/>
                  <a:pt x="27379" y="125694"/>
                </a:cubicBezTo>
                <a:cubicBezTo>
                  <a:pt x="17186" y="125694"/>
                  <a:pt x="9749" y="123998"/>
                  <a:pt x="5067" y="120608"/>
                </a:cubicBezTo>
                <a:cubicBezTo>
                  <a:pt x="1689" y="118230"/>
                  <a:pt x="0" y="115167"/>
                  <a:pt x="0" y="111418"/>
                </a:cubicBezTo>
                <a:cubicBezTo>
                  <a:pt x="0" y="108683"/>
                  <a:pt x="978" y="106349"/>
                  <a:pt x="2933" y="104415"/>
                </a:cubicBezTo>
                <a:cubicBezTo>
                  <a:pt x="4889" y="102482"/>
                  <a:pt x="7141" y="101515"/>
                  <a:pt x="9689" y="101515"/>
                </a:cubicBezTo>
                <a:cubicBezTo>
                  <a:pt x="11645" y="101515"/>
                  <a:pt x="13482" y="101932"/>
                  <a:pt x="15201" y="102765"/>
                </a:cubicBezTo>
                <a:cubicBezTo>
                  <a:pt x="16149" y="103243"/>
                  <a:pt x="19512" y="105850"/>
                  <a:pt x="25290" y="110588"/>
                </a:cubicBezTo>
                <a:cubicBezTo>
                  <a:pt x="31068" y="115325"/>
                  <a:pt x="36476" y="117694"/>
                  <a:pt x="41513" y="117694"/>
                </a:cubicBezTo>
                <a:cubicBezTo>
                  <a:pt x="45898" y="117694"/>
                  <a:pt x="49661" y="115957"/>
                  <a:pt x="52802" y="112485"/>
                </a:cubicBezTo>
                <a:cubicBezTo>
                  <a:pt x="55943" y="109013"/>
                  <a:pt x="57513" y="104605"/>
                  <a:pt x="57513" y="99262"/>
                </a:cubicBezTo>
                <a:cubicBezTo>
                  <a:pt x="57513" y="91130"/>
                  <a:pt x="54669" y="83637"/>
                  <a:pt x="48980" y="76781"/>
                </a:cubicBezTo>
                <a:cubicBezTo>
                  <a:pt x="43291" y="69925"/>
                  <a:pt x="34964" y="65191"/>
                  <a:pt x="24001" y="62580"/>
                </a:cubicBezTo>
                <a:close/>
              </a:path>
            </a:pathLst>
          </a:custGeom>
          <a:solidFill xmlns:a="http://schemas.openxmlformats.org/drawingml/2006/main">
            <a:srgbClr val="E57C53"/>
          </a:solidFill>
          <a:ln xmlns:a="http://schemas.openxmlformats.org/drawingml/2006/main" w="0" cap="flat">
            <a:noFill/>
            <a:miter/>
          </a:ln>
        </p:spPr>
      </p:sp>
      <p:sp>
        <p:nvSpPr>
          <p:cNvPr id="936" name="Vector element">
            <a:extLst xmlns:a="http://schemas.openxmlformats.org/drawingml/2006/main">
              <a:ext uri="{FF2B5EF4-FFF2-40B4-BE49-F238E27FC236}">
                <a16:creationId xmlns:a16="http://schemas.microsoft.com/office/drawing/2014/main" id="{ABF5059D-4788-4DCB-9DB6-A96947185061}"/>
              </a:ext>
            </a:extLst>
          </p:cNvPr>
          <p:cNvSpPr>
            <a:spLocks xmlns:a="http://schemas.openxmlformats.org/drawingml/2006/main" noGrp="1"/>
          </p:cNvSpPr>
          <p:nvPr/>
        </p:nvSpPr>
        <p:spPr>
          <a:xfrm xmlns:a="http://schemas.openxmlformats.org/drawingml/2006/main">
            <a:off x="2010683" y="3533327"/>
            <a:ext cx="86063" cy="186128"/>
          </a:xfrm>
          <a:custGeom xmlns:a="http://schemas.openxmlformats.org/drawingml/2006/main">
            <a:pathLst>
              <a:path w="86063" h="186128">
                <a:moveTo>
                  <a:pt x="24250" y="72441"/>
                </a:moveTo>
                <a:lnTo>
                  <a:pt x="41373" y="68519"/>
                </a:lnTo>
                <a:lnTo>
                  <a:pt x="25684" y="0"/>
                </a:lnTo>
                <a:lnTo>
                  <a:pt x="8561" y="3936"/>
                </a:lnTo>
                <a:lnTo>
                  <a:pt x="24250" y="72441"/>
                </a:lnTo>
                <a:close/>
                <a:moveTo>
                  <a:pt x="53139" y="119915"/>
                </a:moveTo>
                <a:lnTo>
                  <a:pt x="36017" y="123837"/>
                </a:lnTo>
                <a:lnTo>
                  <a:pt x="40194" y="142065"/>
                </a:lnTo>
                <a:lnTo>
                  <a:pt x="15014" y="116794"/>
                </a:lnTo>
                <a:lnTo>
                  <a:pt x="13186" y="115402"/>
                </a:lnTo>
                <a:lnTo>
                  <a:pt x="11078" y="114517"/>
                </a:lnTo>
                <a:lnTo>
                  <a:pt x="8800" y="114222"/>
                </a:lnTo>
                <a:lnTo>
                  <a:pt x="6523" y="114517"/>
                </a:lnTo>
                <a:lnTo>
                  <a:pt x="4400" y="115388"/>
                </a:lnTo>
                <a:lnTo>
                  <a:pt x="2587" y="116780"/>
                </a:lnTo>
                <a:lnTo>
                  <a:pt x="1181" y="118594"/>
                </a:lnTo>
                <a:lnTo>
                  <a:pt x="309" y="120716"/>
                </a:lnTo>
                <a:lnTo>
                  <a:pt x="0" y="122980"/>
                </a:lnTo>
                <a:lnTo>
                  <a:pt x="295" y="125257"/>
                </a:lnTo>
                <a:lnTo>
                  <a:pt x="1167" y="127380"/>
                </a:lnTo>
                <a:lnTo>
                  <a:pt x="2559" y="129207"/>
                </a:lnTo>
                <a:lnTo>
                  <a:pt x="59297" y="186128"/>
                </a:lnTo>
                <a:lnTo>
                  <a:pt x="85599" y="110187"/>
                </a:lnTo>
                <a:lnTo>
                  <a:pt x="86063" y="107938"/>
                </a:lnTo>
                <a:lnTo>
                  <a:pt x="85937" y="105646"/>
                </a:lnTo>
                <a:lnTo>
                  <a:pt x="85206" y="103467"/>
                </a:lnTo>
                <a:lnTo>
                  <a:pt x="83941" y="101555"/>
                </a:lnTo>
                <a:lnTo>
                  <a:pt x="82225" y="100037"/>
                </a:lnTo>
                <a:lnTo>
                  <a:pt x="80173" y="99011"/>
                </a:lnTo>
                <a:lnTo>
                  <a:pt x="77938" y="98547"/>
                </a:lnTo>
                <a:lnTo>
                  <a:pt x="75646" y="98687"/>
                </a:lnTo>
                <a:lnTo>
                  <a:pt x="73467" y="99404"/>
                </a:lnTo>
                <a:lnTo>
                  <a:pt x="71555" y="100670"/>
                </a:lnTo>
                <a:lnTo>
                  <a:pt x="70023" y="102385"/>
                </a:lnTo>
                <a:lnTo>
                  <a:pt x="68997" y="104437"/>
                </a:lnTo>
                <a:lnTo>
                  <a:pt x="57318" y="138149"/>
                </a:lnTo>
                <a:lnTo>
                  <a:pt x="53139" y="119915"/>
                </a:lnTo>
                <a:close/>
              </a:path>
            </a:pathLst>
          </a:custGeom>
          <a:solidFill xmlns:a="http://schemas.openxmlformats.org/drawingml/2006/main">
            <a:srgbClr val="4874CB"/>
          </a:solidFill>
          <a:ln xmlns:a="http://schemas.openxmlformats.org/drawingml/2006/main" w="0" cap="flat">
            <a:noFill/>
            <a:miter/>
          </a:ln>
        </p:spPr>
      </p:sp>
      <p:sp>
        <p:nvSpPr>
          <p:cNvPr id="937" name="Vector element">
            <a:extLst xmlns:a="http://schemas.openxmlformats.org/drawingml/2006/main">
              <a:ext uri="{FF2B5EF4-FFF2-40B4-BE49-F238E27FC236}">
                <a16:creationId xmlns:a16="http://schemas.microsoft.com/office/drawing/2014/main" id="{5131FAED-158E-47FC-AD62-245835A57D2C}"/>
              </a:ext>
            </a:extLst>
          </p:cNvPr>
          <p:cNvSpPr>
            <a:spLocks xmlns:a="http://schemas.openxmlformats.org/drawingml/2006/main" noGrp="1"/>
          </p:cNvSpPr>
          <p:nvPr/>
        </p:nvSpPr>
        <p:spPr>
          <a:xfrm xmlns:a="http://schemas.openxmlformats.org/drawingml/2006/main">
            <a:off x="1816303" y="3725782"/>
            <a:ext cx="151363" cy="253832"/>
          </a:xfrm>
          <a:custGeom xmlns:a="http://schemas.openxmlformats.org/drawingml/2006/main">
            <a:pathLst>
              <a:path w="151363" h="253832">
                <a:moveTo>
                  <a:pt x="131714" y="37033"/>
                </a:moveTo>
                <a:lnTo>
                  <a:pt x="133819" y="81115"/>
                </a:lnTo>
                <a:lnTo>
                  <a:pt x="134226" y="83378"/>
                </a:lnTo>
                <a:lnTo>
                  <a:pt x="135196" y="85445"/>
                </a:lnTo>
                <a:lnTo>
                  <a:pt x="136686" y="87202"/>
                </a:lnTo>
                <a:lnTo>
                  <a:pt x="138570" y="88509"/>
                </a:lnTo>
                <a:lnTo>
                  <a:pt x="140721" y="89283"/>
                </a:lnTo>
                <a:lnTo>
                  <a:pt x="143012" y="89479"/>
                </a:lnTo>
                <a:lnTo>
                  <a:pt x="145276" y="89072"/>
                </a:lnTo>
                <a:lnTo>
                  <a:pt x="147342" y="88088"/>
                </a:lnTo>
                <a:lnTo>
                  <a:pt x="149100" y="86612"/>
                </a:lnTo>
                <a:lnTo>
                  <a:pt x="150407" y="84728"/>
                </a:lnTo>
                <a:lnTo>
                  <a:pt x="151180" y="82563"/>
                </a:lnTo>
                <a:lnTo>
                  <a:pt x="151363" y="80271"/>
                </a:lnTo>
                <a:lnTo>
                  <a:pt x="147539" y="0"/>
                </a:lnTo>
                <a:lnTo>
                  <a:pt x="77052" y="38617"/>
                </a:lnTo>
                <a:lnTo>
                  <a:pt x="75211" y="39981"/>
                </a:lnTo>
                <a:lnTo>
                  <a:pt x="73777" y="41766"/>
                </a:lnTo>
                <a:lnTo>
                  <a:pt x="72849" y="43861"/>
                </a:lnTo>
                <a:lnTo>
                  <a:pt x="72497" y="46124"/>
                </a:lnTo>
                <a:lnTo>
                  <a:pt x="72750" y="48416"/>
                </a:lnTo>
                <a:lnTo>
                  <a:pt x="73580" y="50553"/>
                </a:lnTo>
                <a:lnTo>
                  <a:pt x="74929" y="52394"/>
                </a:lnTo>
                <a:lnTo>
                  <a:pt x="76715" y="53842"/>
                </a:lnTo>
                <a:lnTo>
                  <a:pt x="78823" y="54756"/>
                </a:lnTo>
                <a:lnTo>
                  <a:pt x="81087" y="55108"/>
                </a:lnTo>
                <a:lnTo>
                  <a:pt x="83364" y="54869"/>
                </a:lnTo>
                <a:lnTo>
                  <a:pt x="85501" y="54025"/>
                </a:lnTo>
                <a:lnTo>
                  <a:pt x="124206" y="32825"/>
                </a:lnTo>
                <a:lnTo>
                  <a:pt x="131714" y="37033"/>
                </a:lnTo>
                <a:close/>
                <a:moveTo>
                  <a:pt x="60140" y="137938"/>
                </a:moveTo>
                <a:lnTo>
                  <a:pt x="75478" y="146527"/>
                </a:lnTo>
                <a:lnTo>
                  <a:pt x="109850" y="85220"/>
                </a:lnTo>
                <a:lnTo>
                  <a:pt x="94512" y="76616"/>
                </a:lnTo>
                <a:lnTo>
                  <a:pt x="60140" y="137938"/>
                </a:lnTo>
                <a:close/>
                <a:moveTo>
                  <a:pt x="0" y="245228"/>
                </a:moveTo>
                <a:lnTo>
                  <a:pt x="15323" y="253832"/>
                </a:lnTo>
                <a:lnTo>
                  <a:pt x="49695" y="192511"/>
                </a:lnTo>
                <a:lnTo>
                  <a:pt x="34372" y="183921"/>
                </a:lnTo>
                <a:lnTo>
                  <a:pt x="0" y="245228"/>
                </a:lnTo>
                <a:close/>
              </a:path>
            </a:pathLst>
          </a:custGeom>
          <a:solidFill xmlns:a="http://schemas.openxmlformats.org/drawingml/2006/main">
            <a:srgbClr val="4874CB"/>
          </a:solidFill>
          <a:ln xmlns:a="http://schemas.openxmlformats.org/drawingml/2006/main" w="0" cap="flat">
            <a:noFill/>
            <a:miter/>
          </a:ln>
        </p:spPr>
      </p:sp>
      <p:sp>
        <p:nvSpPr>
          <p:cNvPr id="938" name="Vector element">
            <a:extLst xmlns:a="http://schemas.openxmlformats.org/drawingml/2006/main">
              <a:ext uri="{FF2B5EF4-FFF2-40B4-BE49-F238E27FC236}">
                <a16:creationId xmlns:a16="http://schemas.microsoft.com/office/drawing/2014/main" id="{D1306428-D2EA-4E92-80A2-8917D9F992F6}"/>
              </a:ext>
            </a:extLst>
          </p:cNvPr>
          <p:cNvSpPr>
            <a:spLocks xmlns:a="http://schemas.openxmlformats.org/drawingml/2006/main" noGrp="1"/>
          </p:cNvSpPr>
          <p:nvPr/>
        </p:nvSpPr>
        <p:spPr>
          <a:xfrm xmlns:a="http://schemas.openxmlformats.org/drawingml/2006/main">
            <a:off x="2027806" y="3800289"/>
            <a:ext cx="179324" cy="190177"/>
          </a:xfrm>
          <a:custGeom xmlns:a="http://schemas.openxmlformats.org/drawingml/2006/main">
            <a:pathLst>
              <a:path w="179324" h="190177">
                <a:moveTo>
                  <a:pt x="75492" y="37802"/>
                </a:moveTo>
                <a:lnTo>
                  <a:pt x="77769" y="37507"/>
                </a:lnTo>
                <a:lnTo>
                  <a:pt x="79878" y="36621"/>
                </a:lnTo>
                <a:lnTo>
                  <a:pt x="81691" y="35215"/>
                </a:lnTo>
                <a:lnTo>
                  <a:pt x="83083" y="33388"/>
                </a:lnTo>
                <a:lnTo>
                  <a:pt x="83955" y="31265"/>
                </a:lnTo>
                <a:lnTo>
                  <a:pt x="84250" y="28988"/>
                </a:lnTo>
                <a:lnTo>
                  <a:pt x="83941" y="26724"/>
                </a:lnTo>
                <a:lnTo>
                  <a:pt x="83055" y="24602"/>
                </a:lnTo>
                <a:lnTo>
                  <a:pt x="81649" y="22788"/>
                </a:lnTo>
                <a:lnTo>
                  <a:pt x="79822" y="21396"/>
                </a:lnTo>
                <a:lnTo>
                  <a:pt x="77699" y="20525"/>
                </a:lnTo>
                <a:lnTo>
                  <a:pt x="0" y="0"/>
                </a:lnTo>
                <a:lnTo>
                  <a:pt x="15604" y="78838"/>
                </a:lnTo>
                <a:lnTo>
                  <a:pt x="16335" y="81017"/>
                </a:lnTo>
                <a:lnTo>
                  <a:pt x="17601" y="82928"/>
                </a:lnTo>
                <a:lnTo>
                  <a:pt x="19330" y="84433"/>
                </a:lnTo>
                <a:lnTo>
                  <a:pt x="21382" y="85459"/>
                </a:lnTo>
                <a:lnTo>
                  <a:pt x="23632" y="85909"/>
                </a:lnTo>
                <a:lnTo>
                  <a:pt x="25923" y="85754"/>
                </a:lnTo>
                <a:lnTo>
                  <a:pt x="28088" y="85023"/>
                </a:lnTo>
                <a:lnTo>
                  <a:pt x="30000" y="83744"/>
                </a:lnTo>
                <a:lnTo>
                  <a:pt x="31518" y="82029"/>
                </a:lnTo>
                <a:lnTo>
                  <a:pt x="32530" y="79962"/>
                </a:lnTo>
                <a:lnTo>
                  <a:pt x="32980" y="77727"/>
                </a:lnTo>
                <a:lnTo>
                  <a:pt x="32840" y="75435"/>
                </a:lnTo>
                <a:lnTo>
                  <a:pt x="22693" y="24170"/>
                </a:lnTo>
                <a:lnTo>
                  <a:pt x="73214" y="37521"/>
                </a:lnTo>
                <a:lnTo>
                  <a:pt x="75492" y="37802"/>
                </a:lnTo>
                <a:close/>
                <a:moveTo>
                  <a:pt x="47010" y="37226"/>
                </a:moveTo>
                <a:lnTo>
                  <a:pt x="34203" y="49259"/>
                </a:lnTo>
                <a:lnTo>
                  <a:pt x="82310" y="100501"/>
                </a:lnTo>
                <a:lnTo>
                  <a:pt x="95117" y="88467"/>
                </a:lnTo>
                <a:lnTo>
                  <a:pt x="47010" y="37226"/>
                </a:lnTo>
                <a:close/>
                <a:moveTo>
                  <a:pt x="131204" y="126902"/>
                </a:moveTo>
                <a:lnTo>
                  <a:pt x="118397" y="138936"/>
                </a:lnTo>
                <a:lnTo>
                  <a:pt x="166503" y="190177"/>
                </a:lnTo>
                <a:lnTo>
                  <a:pt x="179324" y="178144"/>
                </a:lnTo>
                <a:lnTo>
                  <a:pt x="131204" y="126902"/>
                </a:lnTo>
                <a:close/>
              </a:path>
            </a:pathLst>
          </a:custGeom>
          <a:solidFill xmlns:a="http://schemas.openxmlformats.org/drawingml/2006/main">
            <a:srgbClr val="4874CB"/>
          </a:solidFill>
          <a:ln xmlns:a="http://schemas.openxmlformats.org/drawingml/2006/main" w="0" cap="flat">
            <a:noFill/>
            <a:miter/>
          </a:ln>
        </p:spPr>
      </p:sp>
      <p:sp>
        <p:nvSpPr>
          <p:cNvPr id="939" name="Text ...">
            <a:extLst xmlns:a="http://schemas.openxmlformats.org/drawingml/2006/main">
              <a:ext uri="{FF2B5EF4-FFF2-40B4-BE49-F238E27FC236}">
                <a16:creationId xmlns:a16="http://schemas.microsoft.com/office/drawing/2014/main" id="{48C2CB2E-4B8F-4785-8C09-0B532FBE4367}"/>
              </a:ext>
            </a:extLst>
          </p:cNvPr>
          <p:cNvSpPr>
            <a:spLocks xmlns:a="http://schemas.openxmlformats.org/drawingml/2006/main" noGrp="1"/>
          </p:cNvSpPr>
          <p:nvPr/>
        </p:nvSpPr>
        <p:spPr>
          <a:xfrm xmlns:a="http://schemas.openxmlformats.org/drawingml/2006/main">
            <a:off x="1995258" y="4176896"/>
            <a:ext cx="165909" cy="25453"/>
          </a:xfrm>
          <a:custGeom xmlns:a="http://schemas.openxmlformats.org/drawingml/2006/main">
            <a:pathLst>
              <a:path w="165909" h="25453">
                <a:moveTo>
                  <a:pt x="0" y="25453"/>
                </a:moveTo>
                <a:lnTo>
                  <a:pt x="0" y="0"/>
                </a:lnTo>
                <a:lnTo>
                  <a:pt x="25329" y="0"/>
                </a:lnTo>
                <a:lnTo>
                  <a:pt x="25329" y="25453"/>
                </a:lnTo>
                <a:lnTo>
                  <a:pt x="0" y="25453"/>
                </a:lnTo>
                <a:close/>
                <a:moveTo>
                  <a:pt x="70290" y="25453"/>
                </a:moveTo>
                <a:lnTo>
                  <a:pt x="70290" y="0"/>
                </a:lnTo>
                <a:lnTo>
                  <a:pt x="95619" y="0"/>
                </a:lnTo>
                <a:lnTo>
                  <a:pt x="95619" y="25453"/>
                </a:lnTo>
                <a:lnTo>
                  <a:pt x="70290" y="25453"/>
                </a:lnTo>
                <a:close/>
                <a:moveTo>
                  <a:pt x="140580" y="25453"/>
                </a:moveTo>
                <a:lnTo>
                  <a:pt x="140580" y="0"/>
                </a:lnTo>
                <a:lnTo>
                  <a:pt x="165909" y="0"/>
                </a:lnTo>
                <a:lnTo>
                  <a:pt x="165909" y="25453"/>
                </a:lnTo>
                <a:lnTo>
                  <a:pt x="140580" y="25453"/>
                </a:lnTo>
                <a:close/>
              </a:path>
            </a:pathLst>
          </a:custGeom>
          <a:solidFill xmlns:a="http://schemas.openxmlformats.org/drawingml/2006/main">
            <a:srgbClr val="000000"/>
          </a:solidFill>
          <a:ln xmlns:a="http://schemas.openxmlformats.org/drawingml/2006/main" w="0" cap="flat">
            <a:noFill/>
            <a:miter/>
          </a:ln>
        </p:spPr>
      </p:sp>
      <p:sp>
        <p:nvSpPr>
          <p:cNvPr id="940" name="Vector element">
            <a:extLst xmlns:a="http://schemas.openxmlformats.org/drawingml/2006/main">
              <a:ext uri="{FF2B5EF4-FFF2-40B4-BE49-F238E27FC236}">
                <a16:creationId xmlns:a16="http://schemas.microsoft.com/office/drawing/2014/main" id="{EE6DA388-10B5-444C-9BB0-AF84449BAC07}"/>
              </a:ext>
            </a:extLst>
          </p:cNvPr>
          <p:cNvSpPr>
            <a:spLocks xmlns:a="http://schemas.openxmlformats.org/drawingml/2006/main" noGrp="1"/>
          </p:cNvSpPr>
          <p:nvPr/>
        </p:nvSpPr>
        <p:spPr>
          <a:xfrm xmlns:a="http://schemas.openxmlformats.org/drawingml/2006/main">
            <a:off x="1719935" y="3925406"/>
            <a:ext cx="138472" cy="131443"/>
          </a:xfrm>
          <a:custGeom xmlns:a="http://schemas.openxmlformats.org/drawingml/2006/main">
            <a:pathLst>
              <a:path w="138472" h="131443">
                <a:moveTo>
                  <a:pt x="422" y="65510"/>
                </a:moveTo>
                <a:cubicBezTo>
                  <a:pt x="0" y="29423"/>
                  <a:pt x="30998" y="0"/>
                  <a:pt x="69236" y="0"/>
                </a:cubicBezTo>
                <a:cubicBezTo>
                  <a:pt x="107474" y="0"/>
                  <a:pt x="138472" y="29423"/>
                  <a:pt x="138472" y="65721"/>
                </a:cubicBezTo>
                <a:cubicBezTo>
                  <a:pt x="138472" y="102019"/>
                  <a:pt x="107474" y="131443"/>
                  <a:pt x="69236" y="131443"/>
                </a:cubicBezTo>
                <a:cubicBezTo>
                  <a:pt x="30998" y="131443"/>
                  <a:pt x="0" y="102019"/>
                  <a:pt x="422" y="65510"/>
                </a:cubicBezTo>
              </a:path>
            </a:pathLst>
          </a:custGeom>
          <a:solidFill xmlns:a="http://schemas.openxmlformats.org/drawingml/2006/main">
            <a:srgbClr val="2B6192"/>
          </a:solidFill>
          <a:ln xmlns:a="http://schemas.openxmlformats.org/drawingml/2006/main" w="0" cap="flat">
            <a:noFill/>
            <a:miter/>
          </a:ln>
        </p:spPr>
      </p:sp>
      <p:sp>
        <p:nvSpPr>
          <p:cNvPr id="941" name="Vector element">
            <a:extLst xmlns:a="http://schemas.openxmlformats.org/drawingml/2006/main">
              <a:ext uri="{FF2B5EF4-FFF2-40B4-BE49-F238E27FC236}">
                <a16:creationId xmlns:a16="http://schemas.microsoft.com/office/drawing/2014/main" id="{19A7079B-8C24-4B21-88EB-5D98BB581B5C}"/>
              </a:ext>
            </a:extLst>
          </p:cNvPr>
          <p:cNvSpPr>
            <a:spLocks xmlns:a="http://schemas.openxmlformats.org/drawingml/2006/main" noGrp="1"/>
          </p:cNvSpPr>
          <p:nvPr/>
        </p:nvSpPr>
        <p:spPr>
          <a:xfrm xmlns:a="http://schemas.openxmlformats.org/drawingml/2006/main">
            <a:off x="1712906" y="3918377"/>
            <a:ext cx="152530" cy="145501"/>
          </a:xfrm>
          <a:custGeom xmlns:a="http://schemas.openxmlformats.org/drawingml/2006/main">
            <a:pathLst>
              <a:path w="152530" h="145501">
                <a:moveTo>
                  <a:pt x="2418" y="91012"/>
                </a:moveTo>
                <a:lnTo>
                  <a:pt x="3486" y="94568"/>
                </a:lnTo>
                <a:lnTo>
                  <a:pt x="6045" y="101190"/>
                </a:lnTo>
                <a:lnTo>
                  <a:pt x="9278" y="107572"/>
                </a:lnTo>
                <a:lnTo>
                  <a:pt x="13116" y="113575"/>
                </a:lnTo>
                <a:lnTo>
                  <a:pt x="17530" y="119170"/>
                </a:lnTo>
                <a:lnTo>
                  <a:pt x="22465" y="124329"/>
                </a:lnTo>
                <a:lnTo>
                  <a:pt x="27891" y="128997"/>
                </a:lnTo>
                <a:lnTo>
                  <a:pt x="33753" y="133172"/>
                </a:lnTo>
                <a:lnTo>
                  <a:pt x="40037" y="136799"/>
                </a:lnTo>
                <a:lnTo>
                  <a:pt x="46701" y="139835"/>
                </a:lnTo>
                <a:lnTo>
                  <a:pt x="53603" y="142239"/>
                </a:lnTo>
                <a:lnTo>
                  <a:pt x="57301" y="143237"/>
                </a:lnTo>
                <a:lnTo>
                  <a:pt x="60970" y="144039"/>
                </a:lnTo>
                <a:lnTo>
                  <a:pt x="64709" y="144671"/>
                </a:lnTo>
                <a:lnTo>
                  <a:pt x="68505" y="145135"/>
                </a:lnTo>
                <a:lnTo>
                  <a:pt x="72371" y="145402"/>
                </a:lnTo>
                <a:lnTo>
                  <a:pt x="76265" y="145501"/>
                </a:lnTo>
                <a:lnTo>
                  <a:pt x="80159" y="145402"/>
                </a:lnTo>
                <a:lnTo>
                  <a:pt x="84025" y="145135"/>
                </a:lnTo>
                <a:lnTo>
                  <a:pt x="87821" y="144671"/>
                </a:lnTo>
                <a:lnTo>
                  <a:pt x="91560" y="144039"/>
                </a:lnTo>
                <a:lnTo>
                  <a:pt x="95229" y="143237"/>
                </a:lnTo>
                <a:lnTo>
                  <a:pt x="98926" y="142239"/>
                </a:lnTo>
                <a:lnTo>
                  <a:pt x="105829" y="139835"/>
                </a:lnTo>
                <a:lnTo>
                  <a:pt x="112492" y="136799"/>
                </a:lnTo>
                <a:lnTo>
                  <a:pt x="118776" y="133172"/>
                </a:lnTo>
                <a:lnTo>
                  <a:pt x="124639" y="128997"/>
                </a:lnTo>
                <a:lnTo>
                  <a:pt x="130065" y="124329"/>
                </a:lnTo>
                <a:lnTo>
                  <a:pt x="134999" y="119170"/>
                </a:lnTo>
                <a:lnTo>
                  <a:pt x="139414" y="113575"/>
                </a:lnTo>
                <a:lnTo>
                  <a:pt x="143251" y="107572"/>
                </a:lnTo>
                <a:lnTo>
                  <a:pt x="146485" y="101190"/>
                </a:lnTo>
                <a:lnTo>
                  <a:pt x="149043" y="94568"/>
                </a:lnTo>
                <a:lnTo>
                  <a:pt x="150112" y="91012"/>
                </a:lnTo>
                <a:lnTo>
                  <a:pt x="150969" y="87483"/>
                </a:lnTo>
                <a:lnTo>
                  <a:pt x="151644" y="83870"/>
                </a:lnTo>
                <a:lnTo>
                  <a:pt x="152136" y="80215"/>
                </a:lnTo>
                <a:lnTo>
                  <a:pt x="152431" y="76504"/>
                </a:lnTo>
                <a:lnTo>
                  <a:pt x="152530" y="72750"/>
                </a:lnTo>
                <a:lnTo>
                  <a:pt x="152431" y="68997"/>
                </a:lnTo>
                <a:lnTo>
                  <a:pt x="152136" y="65286"/>
                </a:lnTo>
                <a:lnTo>
                  <a:pt x="151644" y="61630"/>
                </a:lnTo>
                <a:lnTo>
                  <a:pt x="150969" y="58018"/>
                </a:lnTo>
                <a:lnTo>
                  <a:pt x="150112" y="54489"/>
                </a:lnTo>
                <a:lnTo>
                  <a:pt x="149043" y="50932"/>
                </a:lnTo>
                <a:lnTo>
                  <a:pt x="146485" y="44311"/>
                </a:lnTo>
                <a:lnTo>
                  <a:pt x="143251" y="37929"/>
                </a:lnTo>
                <a:lnTo>
                  <a:pt x="139414" y="31926"/>
                </a:lnTo>
                <a:lnTo>
                  <a:pt x="134999" y="26331"/>
                </a:lnTo>
                <a:lnTo>
                  <a:pt x="130065" y="21171"/>
                </a:lnTo>
                <a:lnTo>
                  <a:pt x="124639" y="16504"/>
                </a:lnTo>
                <a:lnTo>
                  <a:pt x="118776" y="12329"/>
                </a:lnTo>
                <a:lnTo>
                  <a:pt x="112492" y="8702"/>
                </a:lnTo>
                <a:lnTo>
                  <a:pt x="105829" y="5665"/>
                </a:lnTo>
                <a:lnTo>
                  <a:pt x="98926" y="3261"/>
                </a:lnTo>
                <a:lnTo>
                  <a:pt x="95229" y="2263"/>
                </a:lnTo>
                <a:lnTo>
                  <a:pt x="91560" y="1462"/>
                </a:lnTo>
                <a:lnTo>
                  <a:pt x="87821" y="829"/>
                </a:lnTo>
                <a:lnTo>
                  <a:pt x="84025" y="366"/>
                </a:lnTo>
                <a:lnTo>
                  <a:pt x="80159" y="98"/>
                </a:lnTo>
                <a:lnTo>
                  <a:pt x="76265" y="0"/>
                </a:lnTo>
                <a:lnTo>
                  <a:pt x="72371" y="98"/>
                </a:lnTo>
                <a:lnTo>
                  <a:pt x="68505" y="366"/>
                </a:lnTo>
                <a:lnTo>
                  <a:pt x="64709" y="829"/>
                </a:lnTo>
                <a:lnTo>
                  <a:pt x="60970" y="1462"/>
                </a:lnTo>
                <a:lnTo>
                  <a:pt x="57301" y="2263"/>
                </a:lnTo>
                <a:lnTo>
                  <a:pt x="53603" y="3261"/>
                </a:lnTo>
                <a:lnTo>
                  <a:pt x="46701" y="5665"/>
                </a:lnTo>
                <a:lnTo>
                  <a:pt x="40037" y="8702"/>
                </a:lnTo>
                <a:lnTo>
                  <a:pt x="33753" y="12329"/>
                </a:lnTo>
                <a:lnTo>
                  <a:pt x="27891" y="16504"/>
                </a:lnTo>
                <a:lnTo>
                  <a:pt x="22465" y="21171"/>
                </a:lnTo>
                <a:lnTo>
                  <a:pt x="17530" y="26331"/>
                </a:lnTo>
                <a:lnTo>
                  <a:pt x="13116" y="31926"/>
                </a:lnTo>
                <a:lnTo>
                  <a:pt x="9278" y="37929"/>
                </a:lnTo>
                <a:lnTo>
                  <a:pt x="6045" y="44311"/>
                </a:lnTo>
                <a:lnTo>
                  <a:pt x="3486" y="50932"/>
                </a:lnTo>
                <a:lnTo>
                  <a:pt x="2418" y="54489"/>
                </a:lnTo>
                <a:lnTo>
                  <a:pt x="1560" y="58018"/>
                </a:lnTo>
                <a:lnTo>
                  <a:pt x="886" y="61630"/>
                </a:lnTo>
                <a:lnTo>
                  <a:pt x="394" y="65286"/>
                </a:lnTo>
                <a:lnTo>
                  <a:pt x="98" y="68997"/>
                </a:lnTo>
                <a:lnTo>
                  <a:pt x="0" y="72750"/>
                </a:lnTo>
                <a:lnTo>
                  <a:pt x="98" y="76504"/>
                </a:lnTo>
                <a:lnTo>
                  <a:pt x="394" y="80215"/>
                </a:lnTo>
                <a:lnTo>
                  <a:pt x="886" y="83870"/>
                </a:lnTo>
                <a:lnTo>
                  <a:pt x="1560" y="87483"/>
                </a:lnTo>
                <a:lnTo>
                  <a:pt x="2418" y="91012"/>
                </a:lnTo>
                <a:close/>
                <a:moveTo>
                  <a:pt x="14386" y="66712"/>
                </a:moveTo>
                <a:lnTo>
                  <a:pt x="14760" y="63891"/>
                </a:lnTo>
                <a:lnTo>
                  <a:pt x="15275" y="61132"/>
                </a:lnTo>
                <a:lnTo>
                  <a:pt x="16013" y="58102"/>
                </a:lnTo>
                <a:lnTo>
                  <a:pt x="16762" y="55582"/>
                </a:lnTo>
                <a:lnTo>
                  <a:pt x="18909" y="50022"/>
                </a:lnTo>
                <a:lnTo>
                  <a:pt x="21463" y="44974"/>
                </a:lnTo>
                <a:lnTo>
                  <a:pt x="24560" y="40127"/>
                </a:lnTo>
                <a:lnTo>
                  <a:pt x="28131" y="35585"/>
                </a:lnTo>
                <a:lnTo>
                  <a:pt x="32172" y="31365"/>
                </a:lnTo>
                <a:lnTo>
                  <a:pt x="36567" y="27574"/>
                </a:lnTo>
                <a:lnTo>
                  <a:pt x="41320" y="24200"/>
                </a:lnTo>
                <a:lnTo>
                  <a:pt x="46447" y="21232"/>
                </a:lnTo>
                <a:lnTo>
                  <a:pt x="51890" y="18745"/>
                </a:lnTo>
                <a:lnTo>
                  <a:pt x="57841" y="16682"/>
                </a:lnTo>
                <a:lnTo>
                  <a:pt x="60528" y="15956"/>
                </a:lnTo>
                <a:lnTo>
                  <a:pt x="63518" y="15290"/>
                </a:lnTo>
                <a:lnTo>
                  <a:pt x="66855" y="14727"/>
                </a:lnTo>
                <a:lnTo>
                  <a:pt x="69938" y="14363"/>
                </a:lnTo>
                <a:lnTo>
                  <a:pt x="73088" y="14137"/>
                </a:lnTo>
                <a:lnTo>
                  <a:pt x="76265" y="14062"/>
                </a:lnTo>
                <a:lnTo>
                  <a:pt x="79442" y="14137"/>
                </a:lnTo>
                <a:lnTo>
                  <a:pt x="82592" y="14363"/>
                </a:lnTo>
                <a:lnTo>
                  <a:pt x="85675" y="14727"/>
                </a:lnTo>
                <a:lnTo>
                  <a:pt x="89012" y="15290"/>
                </a:lnTo>
                <a:lnTo>
                  <a:pt x="92002" y="15956"/>
                </a:lnTo>
                <a:lnTo>
                  <a:pt x="94689" y="16682"/>
                </a:lnTo>
                <a:lnTo>
                  <a:pt x="100640" y="18745"/>
                </a:lnTo>
                <a:lnTo>
                  <a:pt x="106082" y="21232"/>
                </a:lnTo>
                <a:lnTo>
                  <a:pt x="111210" y="24200"/>
                </a:lnTo>
                <a:lnTo>
                  <a:pt x="115963" y="27574"/>
                </a:lnTo>
                <a:lnTo>
                  <a:pt x="120357" y="31365"/>
                </a:lnTo>
                <a:lnTo>
                  <a:pt x="124399" y="35585"/>
                </a:lnTo>
                <a:lnTo>
                  <a:pt x="127970" y="40127"/>
                </a:lnTo>
                <a:lnTo>
                  <a:pt x="131067" y="44974"/>
                </a:lnTo>
                <a:lnTo>
                  <a:pt x="133621" y="50022"/>
                </a:lnTo>
                <a:lnTo>
                  <a:pt x="135768" y="55582"/>
                </a:lnTo>
                <a:lnTo>
                  <a:pt x="136517" y="58102"/>
                </a:lnTo>
                <a:lnTo>
                  <a:pt x="137254" y="61132"/>
                </a:lnTo>
                <a:lnTo>
                  <a:pt x="137770" y="63891"/>
                </a:lnTo>
                <a:lnTo>
                  <a:pt x="138144" y="66712"/>
                </a:lnTo>
                <a:lnTo>
                  <a:pt x="138394" y="69836"/>
                </a:lnTo>
                <a:lnTo>
                  <a:pt x="138467" y="72750"/>
                </a:lnTo>
                <a:lnTo>
                  <a:pt x="138394" y="75665"/>
                </a:lnTo>
                <a:lnTo>
                  <a:pt x="138144" y="78788"/>
                </a:lnTo>
                <a:lnTo>
                  <a:pt x="137770" y="81610"/>
                </a:lnTo>
                <a:lnTo>
                  <a:pt x="137254" y="84369"/>
                </a:lnTo>
                <a:lnTo>
                  <a:pt x="136517" y="87399"/>
                </a:lnTo>
                <a:lnTo>
                  <a:pt x="135768" y="89919"/>
                </a:lnTo>
                <a:lnTo>
                  <a:pt x="133621" y="95479"/>
                </a:lnTo>
                <a:lnTo>
                  <a:pt x="131067" y="100527"/>
                </a:lnTo>
                <a:lnTo>
                  <a:pt x="127970" y="105373"/>
                </a:lnTo>
                <a:lnTo>
                  <a:pt x="124399" y="109916"/>
                </a:lnTo>
                <a:lnTo>
                  <a:pt x="120357" y="114135"/>
                </a:lnTo>
                <a:lnTo>
                  <a:pt x="115963" y="117927"/>
                </a:lnTo>
                <a:lnTo>
                  <a:pt x="111210" y="121301"/>
                </a:lnTo>
                <a:lnTo>
                  <a:pt x="106082" y="124269"/>
                </a:lnTo>
                <a:lnTo>
                  <a:pt x="100635" y="126759"/>
                </a:lnTo>
                <a:lnTo>
                  <a:pt x="94864" y="128771"/>
                </a:lnTo>
                <a:lnTo>
                  <a:pt x="92002" y="129545"/>
                </a:lnTo>
                <a:lnTo>
                  <a:pt x="89012" y="130211"/>
                </a:lnTo>
                <a:lnTo>
                  <a:pt x="85675" y="130774"/>
                </a:lnTo>
                <a:lnTo>
                  <a:pt x="82592" y="131137"/>
                </a:lnTo>
                <a:lnTo>
                  <a:pt x="79442" y="131363"/>
                </a:lnTo>
                <a:lnTo>
                  <a:pt x="76265" y="131439"/>
                </a:lnTo>
                <a:lnTo>
                  <a:pt x="73088" y="131363"/>
                </a:lnTo>
                <a:lnTo>
                  <a:pt x="69938" y="131137"/>
                </a:lnTo>
                <a:lnTo>
                  <a:pt x="66855" y="130774"/>
                </a:lnTo>
                <a:lnTo>
                  <a:pt x="63518" y="130211"/>
                </a:lnTo>
                <a:lnTo>
                  <a:pt x="60528" y="129545"/>
                </a:lnTo>
                <a:lnTo>
                  <a:pt x="57665" y="128771"/>
                </a:lnTo>
                <a:lnTo>
                  <a:pt x="51895" y="126759"/>
                </a:lnTo>
                <a:lnTo>
                  <a:pt x="46447" y="124269"/>
                </a:lnTo>
                <a:lnTo>
                  <a:pt x="41320" y="121301"/>
                </a:lnTo>
                <a:lnTo>
                  <a:pt x="36567" y="117927"/>
                </a:lnTo>
                <a:lnTo>
                  <a:pt x="32172" y="114135"/>
                </a:lnTo>
                <a:lnTo>
                  <a:pt x="28131" y="109916"/>
                </a:lnTo>
                <a:lnTo>
                  <a:pt x="24560" y="105373"/>
                </a:lnTo>
                <a:lnTo>
                  <a:pt x="21463" y="100527"/>
                </a:lnTo>
                <a:lnTo>
                  <a:pt x="18909" y="95479"/>
                </a:lnTo>
                <a:lnTo>
                  <a:pt x="16762" y="89919"/>
                </a:lnTo>
                <a:lnTo>
                  <a:pt x="16013" y="87399"/>
                </a:lnTo>
                <a:lnTo>
                  <a:pt x="15275" y="84369"/>
                </a:lnTo>
                <a:lnTo>
                  <a:pt x="14760" y="81610"/>
                </a:lnTo>
                <a:lnTo>
                  <a:pt x="14386" y="78788"/>
                </a:lnTo>
                <a:lnTo>
                  <a:pt x="14135" y="75665"/>
                </a:lnTo>
                <a:lnTo>
                  <a:pt x="14063" y="72750"/>
                </a:lnTo>
                <a:lnTo>
                  <a:pt x="14135" y="69836"/>
                </a:lnTo>
                <a:lnTo>
                  <a:pt x="14386" y="66712"/>
                </a:lnTo>
                <a:close/>
              </a:path>
            </a:pathLst>
          </a:custGeom>
          <a:solidFill xmlns:a="http://schemas.openxmlformats.org/drawingml/2006/main">
            <a:srgbClr val="000000"/>
          </a:solidFill>
          <a:ln xmlns:a="http://schemas.openxmlformats.org/drawingml/2006/main" w="0" cap="flat">
            <a:noFill/>
            <a:miter/>
          </a:ln>
        </p:spPr>
      </p:sp>
      <p:sp>
        <p:nvSpPr>
          <p:cNvPr id="942" name="R16|Pattern 667">
            <a:extLst xmlns:a="http://schemas.openxmlformats.org/drawingml/2006/main">
              <a:ext uri="{FF2B5EF4-FFF2-40B4-BE49-F238E27FC236}">
                <a16:creationId xmlns:a16="http://schemas.microsoft.com/office/drawing/2014/main" id="{94B59668-2E42-4CC1-ACC0-53A72D0A604B}"/>
              </a:ext>
            </a:extLst>
          </p:cNvPr>
          <p:cNvSpPr>
            <a:spLocks xmlns:a="http://schemas.openxmlformats.org/drawingml/2006/main" noGrp="1"/>
          </p:cNvSpPr>
          <p:nvPr/>
        </p:nvSpPr>
        <p:spPr>
          <a:xfrm xmlns:a="http://schemas.openxmlformats.org/drawingml/2006/main">
            <a:off x="964596" y="4645459"/>
            <a:ext cx="479098" cy="244610"/>
          </a:xfrm>
          <a:custGeom xmlns:a="http://schemas.openxmlformats.org/drawingml/2006/main">
            <a:pathLst>
              <a:path w="479098" h="244610">
                <a:moveTo>
                  <a:pt x="479098" y="61152"/>
                </a:moveTo>
                <a:lnTo>
                  <a:pt x="143729" y="61152"/>
                </a:lnTo>
                <a:lnTo>
                  <a:pt x="143729" y="0"/>
                </a:lnTo>
                <a:lnTo>
                  <a:pt x="0" y="122305"/>
                </a:lnTo>
                <a:lnTo>
                  <a:pt x="143729" y="244610"/>
                </a:lnTo>
                <a:lnTo>
                  <a:pt x="143729" y="183457"/>
                </a:lnTo>
                <a:lnTo>
                  <a:pt x="479098" y="183457"/>
                </a:lnTo>
                <a:close/>
              </a:path>
            </a:pathLst>
          </a:custGeom>
          <a:ln xmlns:a="http://schemas.openxmlformats.org/drawingml/2006/main" w="0">
            <a:noFill/>
          </a:ln>
          <ns11:pattFill xmlns:ns11="http://schemas.openxmlformats.org/drawingml/2006/main" prst="lgCheck">
            <ns11:fgClr>
              <ns11:srgbClr val="06AADC"/>
            </ns11:fgClr>
            <ns11:bgClr>
              <ns11:srgbClr val="FFFFFF"/>
            </ns11:bgClr>
          </ns11:pattFill>
        </p:spPr>
      </p:sp>
      <p:sp>
        <p:nvSpPr>
          <p:cNvPr id="943" name="Vector element">
            <a:extLst xmlns:a="http://schemas.openxmlformats.org/drawingml/2006/main">
              <a:ext uri="{FF2B5EF4-FFF2-40B4-BE49-F238E27FC236}">
                <a16:creationId xmlns:a16="http://schemas.microsoft.com/office/drawing/2014/main" id="{F6D744E1-3DB4-4C9A-921D-67ADA3445644}"/>
              </a:ext>
            </a:extLst>
          </p:cNvPr>
          <p:cNvSpPr>
            <a:spLocks xmlns:a="http://schemas.openxmlformats.org/drawingml/2006/main" noGrp="1"/>
          </p:cNvSpPr>
          <p:nvPr/>
        </p:nvSpPr>
        <p:spPr>
          <a:xfrm xmlns:a="http://schemas.openxmlformats.org/drawingml/2006/main">
            <a:off x="953364" y="4631134"/>
            <a:ext cx="496657" cy="274104"/>
          </a:xfrm>
          <a:custGeom xmlns:a="http://schemas.openxmlformats.org/drawingml/2006/main">
            <a:pathLst>
              <a:path w="496657" h="274104">
                <a:moveTo>
                  <a:pt x="175768" y="68702"/>
                </a:moveTo>
                <a:lnTo>
                  <a:pt x="175768" y="0"/>
                </a:lnTo>
                <a:lnTo>
                  <a:pt x="0" y="137052"/>
                </a:lnTo>
                <a:lnTo>
                  <a:pt x="175768" y="274104"/>
                </a:lnTo>
                <a:lnTo>
                  <a:pt x="175768" y="205416"/>
                </a:lnTo>
                <a:lnTo>
                  <a:pt x="496657" y="205416"/>
                </a:lnTo>
                <a:lnTo>
                  <a:pt x="496657" y="68702"/>
                </a:lnTo>
                <a:lnTo>
                  <a:pt x="175768" y="68702"/>
                </a:lnTo>
                <a:close/>
                <a:moveTo>
                  <a:pt x="161710" y="82760"/>
                </a:moveTo>
                <a:lnTo>
                  <a:pt x="482599" y="82760"/>
                </a:lnTo>
                <a:lnTo>
                  <a:pt x="482599" y="191358"/>
                </a:lnTo>
                <a:lnTo>
                  <a:pt x="161710" y="191358"/>
                </a:lnTo>
                <a:lnTo>
                  <a:pt x="161710" y="245313"/>
                </a:lnTo>
                <a:lnTo>
                  <a:pt x="22863" y="137052"/>
                </a:lnTo>
                <a:lnTo>
                  <a:pt x="161710" y="28791"/>
                </a:lnTo>
                <a:lnTo>
                  <a:pt x="161710" y="82760"/>
                </a:lnTo>
                <a:close/>
              </a:path>
            </a:pathLst>
          </a:custGeom>
          <a:solidFill xmlns:a="http://schemas.openxmlformats.org/drawingml/2006/main">
            <a:srgbClr val="3B3838"/>
          </a:solidFill>
          <a:ln xmlns:a="http://schemas.openxmlformats.org/drawingml/2006/main" w="0" cap="flat">
            <a:noFill/>
            <a:miter/>
          </a:ln>
        </p:spPr>
      </p:sp>
      <p:sp>
        <p:nvSpPr>
          <p:cNvPr id="944" name="R17|Pattern 668">
            <a:extLst xmlns:a="http://schemas.openxmlformats.org/drawingml/2006/main">
              <a:ext uri="{FF2B5EF4-FFF2-40B4-BE49-F238E27FC236}">
                <a16:creationId xmlns:a16="http://schemas.microsoft.com/office/drawing/2014/main" id="{92A25E43-8FE3-47E3-B867-50AB0AC03840}"/>
              </a:ext>
            </a:extLst>
          </p:cNvPr>
          <p:cNvSpPr>
            <a:spLocks xmlns:a="http://schemas.openxmlformats.org/drawingml/2006/main" noGrp="1"/>
          </p:cNvSpPr>
          <p:nvPr/>
        </p:nvSpPr>
        <p:spPr>
          <a:xfrm xmlns:a="http://schemas.openxmlformats.org/drawingml/2006/main">
            <a:off x="3316226" y="4638711"/>
            <a:ext cx="359324" cy="244610"/>
          </a:xfrm>
          <a:custGeom xmlns:a="http://schemas.openxmlformats.org/drawingml/2006/main">
            <a:pathLst>
              <a:path w="359324" h="244610">
                <a:moveTo>
                  <a:pt x="359324" y="61152"/>
                </a:moveTo>
                <a:lnTo>
                  <a:pt x="107797" y="61152"/>
                </a:lnTo>
                <a:lnTo>
                  <a:pt x="107797" y="0"/>
                </a:lnTo>
                <a:lnTo>
                  <a:pt x="0" y="122305"/>
                </a:lnTo>
                <a:lnTo>
                  <a:pt x="107797" y="244610"/>
                </a:lnTo>
                <a:lnTo>
                  <a:pt x="107797" y="183457"/>
                </a:lnTo>
                <a:lnTo>
                  <a:pt x="359324" y="183457"/>
                </a:lnTo>
                <a:close/>
              </a:path>
            </a:pathLst>
          </a:custGeom>
          <a:ln xmlns:a="http://schemas.openxmlformats.org/drawingml/2006/main" w="0">
            <a:noFill/>
          </a:ln>
          <ns12:pattFill xmlns:ns12="http://schemas.openxmlformats.org/drawingml/2006/main" prst="lgCheck">
            <ns12:fgClr>
              <ns12:srgbClr val="06AADC"/>
            </ns12:fgClr>
            <ns12:bgClr>
              <ns12:srgbClr val="FFFFFF"/>
            </ns12:bgClr>
          </ns12:pattFill>
        </p:spPr>
      </p:sp>
      <p:sp>
        <p:nvSpPr>
          <p:cNvPr id="945" name="Vector element">
            <a:extLst xmlns:a="http://schemas.openxmlformats.org/drawingml/2006/main">
              <a:ext uri="{FF2B5EF4-FFF2-40B4-BE49-F238E27FC236}">
                <a16:creationId xmlns:a16="http://schemas.microsoft.com/office/drawing/2014/main" id="{99202CB7-58A1-4934-B58D-712F7B1C7D93}"/>
              </a:ext>
            </a:extLst>
          </p:cNvPr>
          <p:cNvSpPr>
            <a:spLocks xmlns:a="http://schemas.openxmlformats.org/drawingml/2006/main" noGrp="1"/>
          </p:cNvSpPr>
          <p:nvPr/>
        </p:nvSpPr>
        <p:spPr>
          <a:xfrm xmlns:a="http://schemas.openxmlformats.org/drawingml/2006/main">
            <a:off x="3305331" y="4623753"/>
            <a:ext cx="377107" cy="274104"/>
          </a:xfrm>
          <a:custGeom xmlns:a="http://schemas.openxmlformats.org/drawingml/2006/main">
            <a:pathLst>
              <a:path w="377107" h="274104">
                <a:moveTo>
                  <a:pt x="175768" y="68702"/>
                </a:moveTo>
                <a:lnTo>
                  <a:pt x="175768" y="0"/>
                </a:lnTo>
                <a:lnTo>
                  <a:pt x="0" y="137052"/>
                </a:lnTo>
                <a:lnTo>
                  <a:pt x="175768" y="274104"/>
                </a:lnTo>
                <a:lnTo>
                  <a:pt x="175768" y="205416"/>
                </a:lnTo>
                <a:lnTo>
                  <a:pt x="377107" y="205416"/>
                </a:lnTo>
                <a:lnTo>
                  <a:pt x="377107" y="68702"/>
                </a:lnTo>
                <a:lnTo>
                  <a:pt x="175768" y="68702"/>
                </a:lnTo>
                <a:close/>
                <a:moveTo>
                  <a:pt x="161710" y="82760"/>
                </a:moveTo>
                <a:lnTo>
                  <a:pt x="363049" y="82760"/>
                </a:lnTo>
                <a:lnTo>
                  <a:pt x="363049" y="191358"/>
                </a:lnTo>
                <a:lnTo>
                  <a:pt x="161710" y="191358"/>
                </a:lnTo>
                <a:lnTo>
                  <a:pt x="161710" y="245323"/>
                </a:lnTo>
                <a:lnTo>
                  <a:pt x="22862" y="137052"/>
                </a:lnTo>
                <a:lnTo>
                  <a:pt x="161710" y="28781"/>
                </a:lnTo>
                <a:lnTo>
                  <a:pt x="161710" y="82760"/>
                </a:lnTo>
                <a:close/>
              </a:path>
            </a:pathLst>
          </a:custGeom>
          <a:solidFill xmlns:a="http://schemas.openxmlformats.org/drawingml/2006/main">
            <a:srgbClr val="3B3838"/>
          </a:solidFill>
          <a:ln xmlns:a="http://schemas.openxmlformats.org/drawingml/2006/main" w="0" cap="flat">
            <a:noFill/>
            <a:miter/>
          </a:ln>
        </p:spPr>
      </p:sp>
      <p:sp>
        <p:nvSpPr>
          <p:cNvPr id="946" name="Vector element">
            <a:extLst xmlns:a="http://schemas.openxmlformats.org/drawingml/2006/main">
              <a:ext uri="{FF2B5EF4-FFF2-40B4-BE49-F238E27FC236}">
                <a16:creationId xmlns:a16="http://schemas.microsoft.com/office/drawing/2014/main" id="{196342EE-C189-4C2F-8B48-4BE6E3C845F0}"/>
              </a:ext>
            </a:extLst>
          </p:cNvPr>
          <p:cNvSpPr>
            <a:spLocks xmlns:a="http://schemas.openxmlformats.org/drawingml/2006/main" noGrp="1"/>
          </p:cNvSpPr>
          <p:nvPr/>
        </p:nvSpPr>
        <p:spPr>
          <a:xfrm xmlns:a="http://schemas.openxmlformats.org/drawingml/2006/main">
            <a:off x="1504425" y="5386683"/>
            <a:ext cx="470944" cy="529468"/>
          </a:xfrm>
          <a:custGeom xmlns:a="http://schemas.openxmlformats.org/drawingml/2006/main">
            <a:pathLst>
              <a:path w="470944" h="529468">
                <a:moveTo>
                  <a:pt x="0" y="50370"/>
                </a:moveTo>
                <a:lnTo>
                  <a:pt x="366" y="63486"/>
                </a:lnTo>
                <a:lnTo>
                  <a:pt x="1378" y="76743"/>
                </a:lnTo>
                <a:lnTo>
                  <a:pt x="3065" y="90140"/>
                </a:lnTo>
                <a:lnTo>
                  <a:pt x="5370" y="103664"/>
                </a:lnTo>
                <a:lnTo>
                  <a:pt x="8308" y="117286"/>
                </a:lnTo>
                <a:lnTo>
                  <a:pt x="11879" y="130993"/>
                </a:lnTo>
                <a:lnTo>
                  <a:pt x="16054" y="144770"/>
                </a:lnTo>
                <a:lnTo>
                  <a:pt x="20834" y="158589"/>
                </a:lnTo>
                <a:lnTo>
                  <a:pt x="26204" y="172450"/>
                </a:lnTo>
                <a:lnTo>
                  <a:pt x="32165" y="186339"/>
                </a:lnTo>
                <a:lnTo>
                  <a:pt x="38702" y="200229"/>
                </a:lnTo>
                <a:lnTo>
                  <a:pt x="45815" y="214104"/>
                </a:lnTo>
                <a:lnTo>
                  <a:pt x="53477" y="227951"/>
                </a:lnTo>
                <a:lnTo>
                  <a:pt x="61715" y="241742"/>
                </a:lnTo>
                <a:lnTo>
                  <a:pt x="70487" y="255491"/>
                </a:lnTo>
                <a:lnTo>
                  <a:pt x="79793" y="269141"/>
                </a:lnTo>
                <a:lnTo>
                  <a:pt x="89648" y="282707"/>
                </a:lnTo>
                <a:lnTo>
                  <a:pt x="100023" y="296161"/>
                </a:lnTo>
                <a:lnTo>
                  <a:pt x="110918" y="309488"/>
                </a:lnTo>
                <a:lnTo>
                  <a:pt x="122319" y="322660"/>
                </a:lnTo>
                <a:lnTo>
                  <a:pt x="134240" y="335678"/>
                </a:lnTo>
                <a:lnTo>
                  <a:pt x="146639" y="348513"/>
                </a:lnTo>
                <a:lnTo>
                  <a:pt x="159545" y="361151"/>
                </a:lnTo>
                <a:lnTo>
                  <a:pt x="172928" y="373564"/>
                </a:lnTo>
                <a:lnTo>
                  <a:pt x="186789" y="385753"/>
                </a:lnTo>
                <a:lnTo>
                  <a:pt x="201114" y="397702"/>
                </a:lnTo>
                <a:lnTo>
                  <a:pt x="215917" y="409370"/>
                </a:lnTo>
                <a:lnTo>
                  <a:pt x="231156" y="420757"/>
                </a:lnTo>
                <a:lnTo>
                  <a:pt x="245538" y="430949"/>
                </a:lnTo>
                <a:lnTo>
                  <a:pt x="260032" y="440677"/>
                </a:lnTo>
                <a:lnTo>
                  <a:pt x="274610" y="449956"/>
                </a:lnTo>
                <a:lnTo>
                  <a:pt x="289272" y="458798"/>
                </a:lnTo>
                <a:lnTo>
                  <a:pt x="304005" y="467191"/>
                </a:lnTo>
                <a:lnTo>
                  <a:pt x="318794" y="475120"/>
                </a:lnTo>
                <a:lnTo>
                  <a:pt x="333625" y="482613"/>
                </a:lnTo>
                <a:lnTo>
                  <a:pt x="348471" y="489642"/>
                </a:lnTo>
                <a:lnTo>
                  <a:pt x="363316" y="496221"/>
                </a:lnTo>
                <a:lnTo>
                  <a:pt x="378161" y="502350"/>
                </a:lnTo>
                <a:lnTo>
                  <a:pt x="392993" y="508030"/>
                </a:lnTo>
                <a:lnTo>
                  <a:pt x="407782" y="513231"/>
                </a:lnTo>
                <a:lnTo>
                  <a:pt x="422529" y="517997"/>
                </a:lnTo>
                <a:lnTo>
                  <a:pt x="437205" y="522284"/>
                </a:lnTo>
                <a:lnTo>
                  <a:pt x="451811" y="526122"/>
                </a:lnTo>
                <a:lnTo>
                  <a:pt x="466165" y="529468"/>
                </a:lnTo>
                <a:lnTo>
                  <a:pt x="470944" y="508929"/>
                </a:lnTo>
                <a:lnTo>
                  <a:pt x="456972" y="505682"/>
                </a:lnTo>
                <a:lnTo>
                  <a:pt x="442771" y="501947"/>
                </a:lnTo>
                <a:lnTo>
                  <a:pt x="428799" y="497857"/>
                </a:lnTo>
                <a:lnTo>
                  <a:pt x="414389" y="493212"/>
                </a:lnTo>
                <a:lnTo>
                  <a:pt x="414670" y="493297"/>
                </a:lnTo>
                <a:lnTo>
                  <a:pt x="400254" y="488222"/>
                </a:lnTo>
                <a:lnTo>
                  <a:pt x="386020" y="482786"/>
                </a:lnTo>
                <a:lnTo>
                  <a:pt x="371484" y="476779"/>
                </a:lnTo>
                <a:lnTo>
                  <a:pt x="371737" y="476891"/>
                </a:lnTo>
                <a:lnTo>
                  <a:pt x="357160" y="470437"/>
                </a:lnTo>
                <a:lnTo>
                  <a:pt x="342763" y="463606"/>
                </a:lnTo>
                <a:lnTo>
                  <a:pt x="343002" y="463733"/>
                </a:lnTo>
                <a:lnTo>
                  <a:pt x="328424" y="456366"/>
                </a:lnTo>
                <a:lnTo>
                  <a:pt x="328649" y="456479"/>
                </a:lnTo>
                <a:lnTo>
                  <a:pt x="314099" y="448662"/>
                </a:lnTo>
                <a:lnTo>
                  <a:pt x="314324" y="448803"/>
                </a:lnTo>
                <a:lnTo>
                  <a:pt x="299830" y="440537"/>
                </a:lnTo>
                <a:lnTo>
                  <a:pt x="300055" y="440663"/>
                </a:lnTo>
                <a:lnTo>
                  <a:pt x="285676" y="432006"/>
                </a:lnTo>
                <a:lnTo>
                  <a:pt x="271461" y="422964"/>
                </a:lnTo>
                <a:lnTo>
                  <a:pt x="271686" y="423105"/>
                </a:lnTo>
                <a:lnTo>
                  <a:pt x="257403" y="413517"/>
                </a:lnTo>
                <a:lnTo>
                  <a:pt x="257614" y="413658"/>
                </a:lnTo>
                <a:lnTo>
                  <a:pt x="243529" y="403686"/>
                </a:lnTo>
                <a:lnTo>
                  <a:pt x="228847" y="392725"/>
                </a:lnTo>
                <a:lnTo>
                  <a:pt x="214301" y="381226"/>
                </a:lnTo>
                <a:lnTo>
                  <a:pt x="214512" y="381409"/>
                </a:lnTo>
                <a:lnTo>
                  <a:pt x="200456" y="369691"/>
                </a:lnTo>
                <a:lnTo>
                  <a:pt x="186958" y="357819"/>
                </a:lnTo>
                <a:lnTo>
                  <a:pt x="187169" y="358016"/>
                </a:lnTo>
                <a:lnTo>
                  <a:pt x="173996" y="345786"/>
                </a:lnTo>
                <a:lnTo>
                  <a:pt x="174193" y="345982"/>
                </a:lnTo>
                <a:lnTo>
                  <a:pt x="161631" y="333671"/>
                </a:lnTo>
                <a:lnTo>
                  <a:pt x="149566" y="321203"/>
                </a:lnTo>
                <a:lnTo>
                  <a:pt x="138020" y="308576"/>
                </a:lnTo>
                <a:lnTo>
                  <a:pt x="126958" y="295795"/>
                </a:lnTo>
                <a:lnTo>
                  <a:pt x="127155" y="296020"/>
                </a:lnTo>
                <a:lnTo>
                  <a:pt x="116443" y="282932"/>
                </a:lnTo>
                <a:lnTo>
                  <a:pt x="116626" y="283171"/>
                </a:lnTo>
                <a:lnTo>
                  <a:pt x="106591" y="270161"/>
                </a:lnTo>
                <a:lnTo>
                  <a:pt x="96958" y="256883"/>
                </a:lnTo>
                <a:lnTo>
                  <a:pt x="97127" y="257136"/>
                </a:lnTo>
                <a:lnTo>
                  <a:pt x="87989" y="243738"/>
                </a:lnTo>
                <a:lnTo>
                  <a:pt x="88172" y="244005"/>
                </a:lnTo>
                <a:lnTo>
                  <a:pt x="79710" y="230759"/>
                </a:lnTo>
                <a:lnTo>
                  <a:pt x="71682" y="217295"/>
                </a:lnTo>
                <a:lnTo>
                  <a:pt x="71851" y="217576"/>
                </a:lnTo>
                <a:lnTo>
                  <a:pt x="64344" y="204024"/>
                </a:lnTo>
                <a:lnTo>
                  <a:pt x="64498" y="204334"/>
                </a:lnTo>
                <a:lnTo>
                  <a:pt x="57585" y="190828"/>
                </a:lnTo>
                <a:lnTo>
                  <a:pt x="51348" y="177571"/>
                </a:lnTo>
                <a:lnTo>
                  <a:pt x="45707" y="164419"/>
                </a:lnTo>
                <a:lnTo>
                  <a:pt x="40572" y="151155"/>
                </a:lnTo>
                <a:lnTo>
                  <a:pt x="36104" y="138236"/>
                </a:lnTo>
                <a:lnTo>
                  <a:pt x="32169" y="125226"/>
                </a:lnTo>
                <a:lnTo>
                  <a:pt x="28803" y="112285"/>
                </a:lnTo>
                <a:lnTo>
                  <a:pt x="26071" y="99599"/>
                </a:lnTo>
                <a:lnTo>
                  <a:pt x="23924" y="87050"/>
                </a:lnTo>
                <a:lnTo>
                  <a:pt x="22386" y="74762"/>
                </a:lnTo>
                <a:lnTo>
                  <a:pt x="21411" y="62125"/>
                </a:lnTo>
                <a:lnTo>
                  <a:pt x="21094" y="50306"/>
                </a:lnTo>
                <a:lnTo>
                  <a:pt x="21362" y="38505"/>
                </a:lnTo>
                <a:lnTo>
                  <a:pt x="22253" y="26984"/>
                </a:lnTo>
                <a:lnTo>
                  <a:pt x="23799" y="15472"/>
                </a:lnTo>
                <a:lnTo>
                  <a:pt x="24752" y="10088"/>
                </a:lnTo>
                <a:lnTo>
                  <a:pt x="25951" y="4316"/>
                </a:lnTo>
                <a:lnTo>
                  <a:pt x="5314" y="0"/>
                </a:lnTo>
                <a:lnTo>
                  <a:pt x="4063" y="5975"/>
                </a:lnTo>
                <a:lnTo>
                  <a:pt x="2952" y="12230"/>
                </a:lnTo>
                <a:lnTo>
                  <a:pt x="1293" y="24686"/>
                </a:lnTo>
                <a:lnTo>
                  <a:pt x="295" y="37437"/>
                </a:lnTo>
                <a:lnTo>
                  <a:pt x="0" y="50370"/>
                </a:lnTo>
                <a:close/>
              </a:path>
            </a:pathLst>
          </a:custGeom>
          <a:solidFill xmlns:a="http://schemas.openxmlformats.org/drawingml/2006/main">
            <a:srgbClr val="F4B5BC"/>
          </a:solidFill>
          <a:ln xmlns:a="http://schemas.openxmlformats.org/drawingml/2006/main" w="0" cap="flat">
            <a:noFill/>
            <a:miter/>
          </a:ln>
        </p:spPr>
      </p:sp>
      <p:sp>
        <p:nvSpPr>
          <p:cNvPr id="947" name="Vector element">
            <a:extLst xmlns:a="http://schemas.openxmlformats.org/drawingml/2006/main">
              <a:ext uri="{FF2B5EF4-FFF2-40B4-BE49-F238E27FC236}">
                <a16:creationId xmlns:a16="http://schemas.microsoft.com/office/drawing/2014/main" id="{D7195142-1A68-4EE4-AB75-23E79BB145BC}"/>
              </a:ext>
            </a:extLst>
          </p:cNvPr>
          <p:cNvSpPr>
            <a:spLocks xmlns:a="http://schemas.openxmlformats.org/drawingml/2006/main" noGrp="1"/>
          </p:cNvSpPr>
          <p:nvPr/>
        </p:nvSpPr>
        <p:spPr>
          <a:xfrm xmlns:a="http://schemas.openxmlformats.org/drawingml/2006/main">
            <a:off x="1335714" y="5584058"/>
            <a:ext cx="221049" cy="303724"/>
          </a:xfrm>
          <a:custGeom xmlns:a="http://schemas.openxmlformats.org/drawingml/2006/main">
            <a:pathLst>
              <a:path w="221049" h="303724">
                <a:moveTo>
                  <a:pt x="11710" y="303583"/>
                </a:moveTo>
                <a:lnTo>
                  <a:pt x="15759" y="303724"/>
                </a:lnTo>
                <a:lnTo>
                  <a:pt x="19822" y="303612"/>
                </a:lnTo>
                <a:lnTo>
                  <a:pt x="23885" y="303274"/>
                </a:lnTo>
                <a:lnTo>
                  <a:pt x="27947" y="302698"/>
                </a:lnTo>
                <a:lnTo>
                  <a:pt x="32137" y="301882"/>
                </a:lnTo>
                <a:lnTo>
                  <a:pt x="40079" y="299717"/>
                </a:lnTo>
                <a:lnTo>
                  <a:pt x="48107" y="296695"/>
                </a:lnTo>
                <a:lnTo>
                  <a:pt x="56063" y="292899"/>
                </a:lnTo>
                <a:lnTo>
                  <a:pt x="63964" y="288373"/>
                </a:lnTo>
                <a:lnTo>
                  <a:pt x="71780" y="283157"/>
                </a:lnTo>
                <a:lnTo>
                  <a:pt x="79540" y="277253"/>
                </a:lnTo>
                <a:lnTo>
                  <a:pt x="87230" y="270702"/>
                </a:lnTo>
                <a:lnTo>
                  <a:pt x="94850" y="263532"/>
                </a:lnTo>
                <a:lnTo>
                  <a:pt x="102385" y="255730"/>
                </a:lnTo>
                <a:lnTo>
                  <a:pt x="109835" y="247337"/>
                </a:lnTo>
                <a:lnTo>
                  <a:pt x="117202" y="238368"/>
                </a:lnTo>
                <a:lnTo>
                  <a:pt x="124470" y="228837"/>
                </a:lnTo>
                <a:lnTo>
                  <a:pt x="131640" y="218757"/>
                </a:lnTo>
                <a:lnTo>
                  <a:pt x="138683" y="208143"/>
                </a:lnTo>
                <a:lnTo>
                  <a:pt x="145599" y="197023"/>
                </a:lnTo>
                <a:lnTo>
                  <a:pt x="152389" y="185412"/>
                </a:lnTo>
                <a:lnTo>
                  <a:pt x="159039" y="173322"/>
                </a:lnTo>
                <a:lnTo>
                  <a:pt x="165519" y="160754"/>
                </a:lnTo>
                <a:lnTo>
                  <a:pt x="171831" y="147750"/>
                </a:lnTo>
                <a:lnTo>
                  <a:pt x="177961" y="134325"/>
                </a:lnTo>
                <a:lnTo>
                  <a:pt x="183893" y="120477"/>
                </a:lnTo>
                <a:lnTo>
                  <a:pt x="189629" y="106237"/>
                </a:lnTo>
                <a:lnTo>
                  <a:pt x="195140" y="91602"/>
                </a:lnTo>
                <a:lnTo>
                  <a:pt x="200426" y="76616"/>
                </a:lnTo>
                <a:lnTo>
                  <a:pt x="205458" y="61293"/>
                </a:lnTo>
                <a:lnTo>
                  <a:pt x="210252" y="45632"/>
                </a:lnTo>
                <a:lnTo>
                  <a:pt x="214765" y="29662"/>
                </a:lnTo>
                <a:lnTo>
                  <a:pt x="218996" y="13425"/>
                </a:lnTo>
                <a:lnTo>
                  <a:pt x="221049" y="4991"/>
                </a:lnTo>
                <a:lnTo>
                  <a:pt x="200552" y="0"/>
                </a:lnTo>
                <a:lnTo>
                  <a:pt x="198528" y="8365"/>
                </a:lnTo>
                <a:lnTo>
                  <a:pt x="198556" y="8196"/>
                </a:lnTo>
                <a:lnTo>
                  <a:pt x="194419" y="24100"/>
                </a:lnTo>
                <a:lnTo>
                  <a:pt x="189980" y="39798"/>
                </a:lnTo>
                <a:lnTo>
                  <a:pt x="190051" y="39573"/>
                </a:lnTo>
                <a:lnTo>
                  <a:pt x="185327" y="55023"/>
                </a:lnTo>
                <a:lnTo>
                  <a:pt x="185397" y="54812"/>
                </a:lnTo>
                <a:lnTo>
                  <a:pt x="180478" y="69751"/>
                </a:lnTo>
                <a:lnTo>
                  <a:pt x="175290" y="84489"/>
                </a:lnTo>
                <a:lnTo>
                  <a:pt x="175374" y="84278"/>
                </a:lnTo>
                <a:lnTo>
                  <a:pt x="169934" y="98687"/>
                </a:lnTo>
                <a:lnTo>
                  <a:pt x="170018" y="98463"/>
                </a:lnTo>
                <a:lnTo>
                  <a:pt x="164381" y="112492"/>
                </a:lnTo>
                <a:lnTo>
                  <a:pt x="164465" y="112268"/>
                </a:lnTo>
                <a:lnTo>
                  <a:pt x="158695" y="125755"/>
                </a:lnTo>
                <a:lnTo>
                  <a:pt x="152698" y="138893"/>
                </a:lnTo>
                <a:lnTo>
                  <a:pt x="152797" y="138654"/>
                </a:lnTo>
                <a:lnTo>
                  <a:pt x="146654" y="151317"/>
                </a:lnTo>
                <a:lnTo>
                  <a:pt x="140428" y="163383"/>
                </a:lnTo>
                <a:lnTo>
                  <a:pt x="134084" y="174947"/>
                </a:lnTo>
                <a:lnTo>
                  <a:pt x="127478" y="186269"/>
                </a:lnTo>
                <a:lnTo>
                  <a:pt x="127619" y="186016"/>
                </a:lnTo>
                <a:lnTo>
                  <a:pt x="120857" y="196869"/>
                </a:lnTo>
                <a:lnTo>
                  <a:pt x="121040" y="196616"/>
                </a:lnTo>
                <a:lnTo>
                  <a:pt x="114268" y="206794"/>
                </a:lnTo>
                <a:lnTo>
                  <a:pt x="107583" y="216208"/>
                </a:lnTo>
                <a:lnTo>
                  <a:pt x="100739" y="225179"/>
                </a:lnTo>
                <a:lnTo>
                  <a:pt x="93761" y="233687"/>
                </a:lnTo>
                <a:lnTo>
                  <a:pt x="86963" y="241338"/>
                </a:lnTo>
                <a:lnTo>
                  <a:pt x="80066" y="248477"/>
                </a:lnTo>
                <a:lnTo>
                  <a:pt x="73139" y="255014"/>
                </a:lnTo>
                <a:lnTo>
                  <a:pt x="66228" y="260895"/>
                </a:lnTo>
                <a:lnTo>
                  <a:pt x="59531" y="265986"/>
                </a:lnTo>
                <a:lnTo>
                  <a:pt x="52823" y="270462"/>
                </a:lnTo>
                <a:lnTo>
                  <a:pt x="46180" y="274255"/>
                </a:lnTo>
                <a:lnTo>
                  <a:pt x="39889" y="277253"/>
                </a:lnTo>
                <a:lnTo>
                  <a:pt x="33641" y="279610"/>
                </a:lnTo>
                <a:lnTo>
                  <a:pt x="27350" y="281332"/>
                </a:lnTo>
                <a:lnTo>
                  <a:pt x="24593" y="281873"/>
                </a:lnTo>
                <a:lnTo>
                  <a:pt x="21416" y="282319"/>
                </a:lnTo>
                <a:lnTo>
                  <a:pt x="18602" y="282547"/>
                </a:lnTo>
                <a:lnTo>
                  <a:pt x="15615" y="282620"/>
                </a:lnTo>
                <a:lnTo>
                  <a:pt x="12961" y="282533"/>
                </a:lnTo>
                <a:lnTo>
                  <a:pt x="10170" y="282268"/>
                </a:lnTo>
                <a:lnTo>
                  <a:pt x="7365" y="281836"/>
                </a:lnTo>
                <a:lnTo>
                  <a:pt x="4470" y="281203"/>
                </a:lnTo>
                <a:lnTo>
                  <a:pt x="0" y="301812"/>
                </a:lnTo>
                <a:lnTo>
                  <a:pt x="3669" y="302599"/>
                </a:lnTo>
                <a:lnTo>
                  <a:pt x="7676" y="303218"/>
                </a:lnTo>
                <a:lnTo>
                  <a:pt x="11710" y="303583"/>
                </a:lnTo>
                <a:close/>
              </a:path>
            </a:pathLst>
          </a:custGeom>
          <a:solidFill xmlns:a="http://schemas.openxmlformats.org/drawingml/2006/main">
            <a:srgbClr val="F4B5BC"/>
          </a:solidFill>
          <a:ln xmlns:a="http://schemas.openxmlformats.org/drawingml/2006/main" w="0" cap="flat">
            <a:noFill/>
            <a:miter/>
          </a:ln>
        </p:spPr>
      </p:sp>
      <p:sp>
        <p:nvSpPr>
          <p:cNvPr id="948" name="Vector element">
            <a:extLst xmlns:a="http://schemas.openxmlformats.org/drawingml/2006/main">
              <a:ext uri="{FF2B5EF4-FFF2-40B4-BE49-F238E27FC236}">
                <a16:creationId xmlns:a16="http://schemas.microsoft.com/office/drawing/2014/main" id="{7769CA67-0A9B-4AED-A79A-3978DF0842DE}"/>
              </a:ext>
            </a:extLst>
          </p:cNvPr>
          <p:cNvSpPr>
            <a:spLocks xmlns:a="http://schemas.openxmlformats.org/drawingml/2006/main" noGrp="1"/>
          </p:cNvSpPr>
          <p:nvPr/>
        </p:nvSpPr>
        <p:spPr>
          <a:xfrm xmlns:a="http://schemas.openxmlformats.org/drawingml/2006/main">
            <a:off x="1230715" y="5845031"/>
            <a:ext cx="138472" cy="131443"/>
          </a:xfrm>
          <a:custGeom xmlns:a="http://schemas.openxmlformats.org/drawingml/2006/main">
            <a:pathLst>
              <a:path w="138472" h="131443">
                <a:moveTo>
                  <a:pt x="422" y="65651"/>
                </a:moveTo>
                <a:cubicBezTo>
                  <a:pt x="0" y="29423"/>
                  <a:pt x="30998" y="0"/>
                  <a:pt x="69236" y="0"/>
                </a:cubicBezTo>
                <a:cubicBezTo>
                  <a:pt x="107474" y="0"/>
                  <a:pt x="138472" y="29423"/>
                  <a:pt x="138472" y="65721"/>
                </a:cubicBezTo>
                <a:cubicBezTo>
                  <a:pt x="138472" y="102019"/>
                  <a:pt x="107474" y="131443"/>
                  <a:pt x="69236" y="131443"/>
                </a:cubicBezTo>
                <a:cubicBezTo>
                  <a:pt x="30998" y="131443"/>
                  <a:pt x="0" y="102019"/>
                  <a:pt x="422" y="65651"/>
                </a:cubicBezTo>
              </a:path>
            </a:pathLst>
          </a:custGeom>
          <a:solidFill xmlns:a="http://schemas.openxmlformats.org/drawingml/2006/main">
            <a:srgbClr val="2B6192"/>
          </a:solidFill>
          <a:ln xmlns:a="http://schemas.openxmlformats.org/drawingml/2006/main" w="0" cap="flat">
            <a:noFill/>
            <a:miter/>
          </a:ln>
        </p:spPr>
      </p:sp>
      <p:sp>
        <p:nvSpPr>
          <p:cNvPr id="949" name="Vector element">
            <a:extLst xmlns:a="http://schemas.openxmlformats.org/drawingml/2006/main">
              <a:ext uri="{FF2B5EF4-FFF2-40B4-BE49-F238E27FC236}">
                <a16:creationId xmlns:a16="http://schemas.microsoft.com/office/drawing/2014/main" id="{54E216A9-225B-4592-85AD-A336E29A7317}"/>
              </a:ext>
            </a:extLst>
          </p:cNvPr>
          <p:cNvSpPr>
            <a:spLocks xmlns:a="http://schemas.openxmlformats.org/drawingml/2006/main" noGrp="1"/>
          </p:cNvSpPr>
          <p:nvPr/>
        </p:nvSpPr>
        <p:spPr>
          <a:xfrm xmlns:a="http://schemas.openxmlformats.org/drawingml/2006/main">
            <a:off x="1223686" y="5838002"/>
            <a:ext cx="152530" cy="145501"/>
          </a:xfrm>
          <a:custGeom xmlns:a="http://schemas.openxmlformats.org/drawingml/2006/main">
            <a:pathLst>
              <a:path w="152530" h="145501">
                <a:moveTo>
                  <a:pt x="2418" y="91012"/>
                </a:moveTo>
                <a:lnTo>
                  <a:pt x="3486" y="94568"/>
                </a:lnTo>
                <a:lnTo>
                  <a:pt x="6045" y="101190"/>
                </a:lnTo>
                <a:lnTo>
                  <a:pt x="9278" y="107572"/>
                </a:lnTo>
                <a:lnTo>
                  <a:pt x="13116" y="113575"/>
                </a:lnTo>
                <a:lnTo>
                  <a:pt x="17530" y="119170"/>
                </a:lnTo>
                <a:lnTo>
                  <a:pt x="22465" y="124329"/>
                </a:lnTo>
                <a:lnTo>
                  <a:pt x="27891" y="128997"/>
                </a:lnTo>
                <a:lnTo>
                  <a:pt x="33753" y="133172"/>
                </a:lnTo>
                <a:lnTo>
                  <a:pt x="40037" y="136799"/>
                </a:lnTo>
                <a:lnTo>
                  <a:pt x="46701" y="139835"/>
                </a:lnTo>
                <a:lnTo>
                  <a:pt x="53603" y="142239"/>
                </a:lnTo>
                <a:lnTo>
                  <a:pt x="57301" y="143237"/>
                </a:lnTo>
                <a:lnTo>
                  <a:pt x="60970" y="144039"/>
                </a:lnTo>
                <a:lnTo>
                  <a:pt x="64709" y="144671"/>
                </a:lnTo>
                <a:lnTo>
                  <a:pt x="68505" y="145135"/>
                </a:lnTo>
                <a:lnTo>
                  <a:pt x="72371" y="145402"/>
                </a:lnTo>
                <a:lnTo>
                  <a:pt x="76265" y="145501"/>
                </a:lnTo>
                <a:lnTo>
                  <a:pt x="80159" y="145402"/>
                </a:lnTo>
                <a:lnTo>
                  <a:pt x="84025" y="145135"/>
                </a:lnTo>
                <a:lnTo>
                  <a:pt x="87821" y="144671"/>
                </a:lnTo>
                <a:lnTo>
                  <a:pt x="91560" y="144039"/>
                </a:lnTo>
                <a:lnTo>
                  <a:pt x="95229" y="143237"/>
                </a:lnTo>
                <a:lnTo>
                  <a:pt x="98926" y="142239"/>
                </a:lnTo>
                <a:lnTo>
                  <a:pt x="105829" y="139835"/>
                </a:lnTo>
                <a:lnTo>
                  <a:pt x="112492" y="136799"/>
                </a:lnTo>
                <a:lnTo>
                  <a:pt x="118776" y="133172"/>
                </a:lnTo>
                <a:lnTo>
                  <a:pt x="124639" y="128997"/>
                </a:lnTo>
                <a:lnTo>
                  <a:pt x="130065" y="124329"/>
                </a:lnTo>
                <a:lnTo>
                  <a:pt x="134999" y="119170"/>
                </a:lnTo>
                <a:lnTo>
                  <a:pt x="139414" y="113575"/>
                </a:lnTo>
                <a:lnTo>
                  <a:pt x="143251" y="107572"/>
                </a:lnTo>
                <a:lnTo>
                  <a:pt x="146485" y="101190"/>
                </a:lnTo>
                <a:lnTo>
                  <a:pt x="149043" y="94568"/>
                </a:lnTo>
                <a:lnTo>
                  <a:pt x="150112" y="91012"/>
                </a:lnTo>
                <a:lnTo>
                  <a:pt x="150969" y="87483"/>
                </a:lnTo>
                <a:lnTo>
                  <a:pt x="151644" y="83870"/>
                </a:lnTo>
                <a:lnTo>
                  <a:pt x="152136" y="80215"/>
                </a:lnTo>
                <a:lnTo>
                  <a:pt x="152431" y="76504"/>
                </a:lnTo>
                <a:lnTo>
                  <a:pt x="152530" y="72750"/>
                </a:lnTo>
                <a:lnTo>
                  <a:pt x="152431" y="68997"/>
                </a:lnTo>
                <a:lnTo>
                  <a:pt x="152136" y="65286"/>
                </a:lnTo>
                <a:lnTo>
                  <a:pt x="151644" y="61630"/>
                </a:lnTo>
                <a:lnTo>
                  <a:pt x="150969" y="58018"/>
                </a:lnTo>
                <a:lnTo>
                  <a:pt x="150112" y="54489"/>
                </a:lnTo>
                <a:lnTo>
                  <a:pt x="149043" y="50932"/>
                </a:lnTo>
                <a:lnTo>
                  <a:pt x="146485" y="44311"/>
                </a:lnTo>
                <a:lnTo>
                  <a:pt x="143251" y="37929"/>
                </a:lnTo>
                <a:lnTo>
                  <a:pt x="139414" y="31926"/>
                </a:lnTo>
                <a:lnTo>
                  <a:pt x="134999" y="26331"/>
                </a:lnTo>
                <a:lnTo>
                  <a:pt x="130065" y="21171"/>
                </a:lnTo>
                <a:lnTo>
                  <a:pt x="124639" y="16504"/>
                </a:lnTo>
                <a:lnTo>
                  <a:pt x="118776" y="12329"/>
                </a:lnTo>
                <a:lnTo>
                  <a:pt x="112492" y="8702"/>
                </a:lnTo>
                <a:lnTo>
                  <a:pt x="105829" y="5665"/>
                </a:lnTo>
                <a:lnTo>
                  <a:pt x="98926" y="3261"/>
                </a:lnTo>
                <a:lnTo>
                  <a:pt x="95229" y="2263"/>
                </a:lnTo>
                <a:lnTo>
                  <a:pt x="91560" y="1462"/>
                </a:lnTo>
                <a:lnTo>
                  <a:pt x="87821" y="829"/>
                </a:lnTo>
                <a:lnTo>
                  <a:pt x="84025" y="366"/>
                </a:lnTo>
                <a:lnTo>
                  <a:pt x="80159" y="84"/>
                </a:lnTo>
                <a:lnTo>
                  <a:pt x="76265" y="0"/>
                </a:lnTo>
                <a:lnTo>
                  <a:pt x="72371" y="84"/>
                </a:lnTo>
                <a:lnTo>
                  <a:pt x="68505" y="366"/>
                </a:lnTo>
                <a:lnTo>
                  <a:pt x="64709" y="829"/>
                </a:lnTo>
                <a:lnTo>
                  <a:pt x="60970" y="1462"/>
                </a:lnTo>
                <a:lnTo>
                  <a:pt x="57301" y="2263"/>
                </a:lnTo>
                <a:lnTo>
                  <a:pt x="53603" y="3261"/>
                </a:lnTo>
                <a:lnTo>
                  <a:pt x="46701" y="5665"/>
                </a:lnTo>
                <a:lnTo>
                  <a:pt x="40037" y="8702"/>
                </a:lnTo>
                <a:lnTo>
                  <a:pt x="33753" y="12329"/>
                </a:lnTo>
                <a:lnTo>
                  <a:pt x="27891" y="16504"/>
                </a:lnTo>
                <a:lnTo>
                  <a:pt x="22465" y="21171"/>
                </a:lnTo>
                <a:lnTo>
                  <a:pt x="17530" y="26331"/>
                </a:lnTo>
                <a:lnTo>
                  <a:pt x="13116" y="31926"/>
                </a:lnTo>
                <a:lnTo>
                  <a:pt x="9278" y="37929"/>
                </a:lnTo>
                <a:lnTo>
                  <a:pt x="6045" y="44311"/>
                </a:lnTo>
                <a:lnTo>
                  <a:pt x="3486" y="50932"/>
                </a:lnTo>
                <a:lnTo>
                  <a:pt x="2418" y="54489"/>
                </a:lnTo>
                <a:lnTo>
                  <a:pt x="1560" y="58018"/>
                </a:lnTo>
                <a:lnTo>
                  <a:pt x="886" y="61630"/>
                </a:lnTo>
                <a:lnTo>
                  <a:pt x="394" y="65286"/>
                </a:lnTo>
                <a:lnTo>
                  <a:pt x="98" y="68997"/>
                </a:lnTo>
                <a:lnTo>
                  <a:pt x="0" y="72750"/>
                </a:lnTo>
                <a:lnTo>
                  <a:pt x="98" y="76504"/>
                </a:lnTo>
                <a:lnTo>
                  <a:pt x="394" y="80215"/>
                </a:lnTo>
                <a:lnTo>
                  <a:pt x="886" y="83870"/>
                </a:lnTo>
                <a:lnTo>
                  <a:pt x="1560" y="87483"/>
                </a:lnTo>
                <a:lnTo>
                  <a:pt x="2418" y="91012"/>
                </a:lnTo>
                <a:close/>
                <a:moveTo>
                  <a:pt x="14386" y="66712"/>
                </a:moveTo>
                <a:lnTo>
                  <a:pt x="14760" y="63891"/>
                </a:lnTo>
                <a:lnTo>
                  <a:pt x="15275" y="61132"/>
                </a:lnTo>
                <a:lnTo>
                  <a:pt x="16013" y="58102"/>
                </a:lnTo>
                <a:lnTo>
                  <a:pt x="16762" y="55582"/>
                </a:lnTo>
                <a:lnTo>
                  <a:pt x="18909" y="50022"/>
                </a:lnTo>
                <a:lnTo>
                  <a:pt x="21463" y="44974"/>
                </a:lnTo>
                <a:lnTo>
                  <a:pt x="24560" y="40127"/>
                </a:lnTo>
                <a:lnTo>
                  <a:pt x="28131" y="35585"/>
                </a:lnTo>
                <a:lnTo>
                  <a:pt x="32172" y="31365"/>
                </a:lnTo>
                <a:lnTo>
                  <a:pt x="36567" y="27574"/>
                </a:lnTo>
                <a:lnTo>
                  <a:pt x="41320" y="24200"/>
                </a:lnTo>
                <a:lnTo>
                  <a:pt x="46447" y="21232"/>
                </a:lnTo>
                <a:lnTo>
                  <a:pt x="51895" y="18742"/>
                </a:lnTo>
                <a:lnTo>
                  <a:pt x="57665" y="16730"/>
                </a:lnTo>
                <a:lnTo>
                  <a:pt x="60528" y="15956"/>
                </a:lnTo>
                <a:lnTo>
                  <a:pt x="63518" y="15290"/>
                </a:lnTo>
                <a:lnTo>
                  <a:pt x="66855" y="14727"/>
                </a:lnTo>
                <a:lnTo>
                  <a:pt x="69938" y="14363"/>
                </a:lnTo>
                <a:lnTo>
                  <a:pt x="73088" y="14137"/>
                </a:lnTo>
                <a:lnTo>
                  <a:pt x="76265" y="14062"/>
                </a:lnTo>
                <a:lnTo>
                  <a:pt x="79442" y="14137"/>
                </a:lnTo>
                <a:lnTo>
                  <a:pt x="82592" y="14363"/>
                </a:lnTo>
                <a:lnTo>
                  <a:pt x="85675" y="14727"/>
                </a:lnTo>
                <a:lnTo>
                  <a:pt x="89012" y="15290"/>
                </a:lnTo>
                <a:lnTo>
                  <a:pt x="92002" y="15956"/>
                </a:lnTo>
                <a:lnTo>
                  <a:pt x="94864" y="16730"/>
                </a:lnTo>
                <a:lnTo>
                  <a:pt x="100635" y="18742"/>
                </a:lnTo>
                <a:lnTo>
                  <a:pt x="106082" y="21232"/>
                </a:lnTo>
                <a:lnTo>
                  <a:pt x="111210" y="24200"/>
                </a:lnTo>
                <a:lnTo>
                  <a:pt x="115963" y="27574"/>
                </a:lnTo>
                <a:lnTo>
                  <a:pt x="120357" y="31365"/>
                </a:lnTo>
                <a:lnTo>
                  <a:pt x="124399" y="35585"/>
                </a:lnTo>
                <a:lnTo>
                  <a:pt x="127970" y="40127"/>
                </a:lnTo>
                <a:lnTo>
                  <a:pt x="131067" y="44974"/>
                </a:lnTo>
                <a:lnTo>
                  <a:pt x="133621" y="50022"/>
                </a:lnTo>
                <a:lnTo>
                  <a:pt x="135768" y="55582"/>
                </a:lnTo>
                <a:lnTo>
                  <a:pt x="136517" y="58102"/>
                </a:lnTo>
                <a:lnTo>
                  <a:pt x="137254" y="61132"/>
                </a:lnTo>
                <a:lnTo>
                  <a:pt x="137770" y="63891"/>
                </a:lnTo>
                <a:lnTo>
                  <a:pt x="138144" y="66712"/>
                </a:lnTo>
                <a:lnTo>
                  <a:pt x="138394" y="69836"/>
                </a:lnTo>
                <a:lnTo>
                  <a:pt x="138467" y="72750"/>
                </a:lnTo>
                <a:lnTo>
                  <a:pt x="138394" y="75665"/>
                </a:lnTo>
                <a:lnTo>
                  <a:pt x="138144" y="78788"/>
                </a:lnTo>
                <a:lnTo>
                  <a:pt x="137770" y="81610"/>
                </a:lnTo>
                <a:lnTo>
                  <a:pt x="137254" y="84369"/>
                </a:lnTo>
                <a:lnTo>
                  <a:pt x="136517" y="87399"/>
                </a:lnTo>
                <a:lnTo>
                  <a:pt x="135768" y="89919"/>
                </a:lnTo>
                <a:lnTo>
                  <a:pt x="133621" y="95479"/>
                </a:lnTo>
                <a:lnTo>
                  <a:pt x="131067" y="100527"/>
                </a:lnTo>
                <a:lnTo>
                  <a:pt x="127970" y="105373"/>
                </a:lnTo>
                <a:lnTo>
                  <a:pt x="124399" y="109916"/>
                </a:lnTo>
                <a:lnTo>
                  <a:pt x="120357" y="114135"/>
                </a:lnTo>
                <a:lnTo>
                  <a:pt x="115963" y="117927"/>
                </a:lnTo>
                <a:lnTo>
                  <a:pt x="111210" y="121301"/>
                </a:lnTo>
                <a:lnTo>
                  <a:pt x="106082" y="124269"/>
                </a:lnTo>
                <a:lnTo>
                  <a:pt x="100635" y="126759"/>
                </a:lnTo>
                <a:lnTo>
                  <a:pt x="94864" y="128771"/>
                </a:lnTo>
                <a:lnTo>
                  <a:pt x="92002" y="129545"/>
                </a:lnTo>
                <a:lnTo>
                  <a:pt x="89012" y="130211"/>
                </a:lnTo>
                <a:lnTo>
                  <a:pt x="85675" y="130774"/>
                </a:lnTo>
                <a:lnTo>
                  <a:pt x="82592" y="131137"/>
                </a:lnTo>
                <a:lnTo>
                  <a:pt x="79442" y="131363"/>
                </a:lnTo>
                <a:lnTo>
                  <a:pt x="76265" y="131439"/>
                </a:lnTo>
                <a:lnTo>
                  <a:pt x="73088" y="131363"/>
                </a:lnTo>
                <a:lnTo>
                  <a:pt x="69938" y="131137"/>
                </a:lnTo>
                <a:lnTo>
                  <a:pt x="66855" y="130774"/>
                </a:lnTo>
                <a:lnTo>
                  <a:pt x="63518" y="130211"/>
                </a:lnTo>
                <a:lnTo>
                  <a:pt x="60528" y="129545"/>
                </a:lnTo>
                <a:lnTo>
                  <a:pt x="57665" y="128771"/>
                </a:lnTo>
                <a:lnTo>
                  <a:pt x="51895" y="126759"/>
                </a:lnTo>
                <a:lnTo>
                  <a:pt x="46447" y="124269"/>
                </a:lnTo>
                <a:lnTo>
                  <a:pt x="41320" y="121301"/>
                </a:lnTo>
                <a:lnTo>
                  <a:pt x="36567" y="117927"/>
                </a:lnTo>
                <a:lnTo>
                  <a:pt x="32172" y="114135"/>
                </a:lnTo>
                <a:lnTo>
                  <a:pt x="28131" y="109916"/>
                </a:lnTo>
                <a:lnTo>
                  <a:pt x="24560" y="105373"/>
                </a:lnTo>
                <a:lnTo>
                  <a:pt x="21463" y="100527"/>
                </a:lnTo>
                <a:lnTo>
                  <a:pt x="18909" y="95479"/>
                </a:lnTo>
                <a:lnTo>
                  <a:pt x="16762" y="89919"/>
                </a:lnTo>
                <a:lnTo>
                  <a:pt x="16013" y="87399"/>
                </a:lnTo>
                <a:lnTo>
                  <a:pt x="15275" y="84369"/>
                </a:lnTo>
                <a:lnTo>
                  <a:pt x="14760" y="81610"/>
                </a:lnTo>
                <a:lnTo>
                  <a:pt x="14386" y="78788"/>
                </a:lnTo>
                <a:lnTo>
                  <a:pt x="14135" y="75665"/>
                </a:lnTo>
                <a:lnTo>
                  <a:pt x="14063" y="72750"/>
                </a:lnTo>
                <a:lnTo>
                  <a:pt x="14135" y="69836"/>
                </a:lnTo>
                <a:lnTo>
                  <a:pt x="14386" y="66712"/>
                </a:lnTo>
                <a:close/>
              </a:path>
            </a:pathLst>
          </a:custGeom>
          <a:solidFill xmlns:a="http://schemas.openxmlformats.org/drawingml/2006/main">
            <a:srgbClr val="000000"/>
          </a:solidFill>
          <a:ln xmlns:a="http://schemas.openxmlformats.org/drawingml/2006/main" w="0" cap="flat">
            <a:noFill/>
            <a:miter/>
          </a:ln>
        </p:spPr>
      </p:sp>
      <p:sp>
        <p:nvSpPr>
          <p:cNvPr id="950" name="Vector element">
            <a:extLst xmlns:a="http://schemas.openxmlformats.org/drawingml/2006/main">
              <a:ext uri="{FF2B5EF4-FFF2-40B4-BE49-F238E27FC236}">
                <a16:creationId xmlns:a16="http://schemas.microsoft.com/office/drawing/2014/main" id="{DB102588-84A3-491E-92ED-878D2A73923B}"/>
              </a:ext>
            </a:extLst>
          </p:cNvPr>
          <p:cNvSpPr>
            <a:spLocks xmlns:a="http://schemas.openxmlformats.org/drawingml/2006/main" noGrp="1"/>
          </p:cNvSpPr>
          <p:nvPr/>
        </p:nvSpPr>
        <p:spPr>
          <a:xfrm xmlns:a="http://schemas.openxmlformats.org/drawingml/2006/main">
            <a:off x="1873870" y="5264434"/>
            <a:ext cx="138472" cy="131443"/>
          </a:xfrm>
          <a:custGeom xmlns:a="http://schemas.openxmlformats.org/drawingml/2006/main">
            <a:pathLst>
              <a:path w="138472" h="131443">
                <a:moveTo>
                  <a:pt x="0" y="65932"/>
                </a:moveTo>
                <a:cubicBezTo>
                  <a:pt x="0" y="29423"/>
                  <a:pt x="30998" y="0"/>
                  <a:pt x="69236" y="0"/>
                </a:cubicBezTo>
                <a:cubicBezTo>
                  <a:pt x="107474" y="0"/>
                  <a:pt x="138472" y="29423"/>
                  <a:pt x="138472" y="65721"/>
                </a:cubicBezTo>
                <a:cubicBezTo>
                  <a:pt x="138472" y="102019"/>
                  <a:pt x="107474" y="131443"/>
                  <a:pt x="69236" y="131443"/>
                </a:cubicBezTo>
                <a:cubicBezTo>
                  <a:pt x="30998" y="131443"/>
                  <a:pt x="0" y="102019"/>
                  <a:pt x="0" y="65932"/>
                </a:cubicBezTo>
              </a:path>
            </a:pathLst>
          </a:custGeom>
          <a:solidFill xmlns:a="http://schemas.openxmlformats.org/drawingml/2006/main">
            <a:srgbClr val="C44037"/>
          </a:solidFill>
          <a:ln xmlns:a="http://schemas.openxmlformats.org/drawingml/2006/main" w="0" cap="flat">
            <a:noFill/>
            <a:miter/>
          </a:ln>
        </p:spPr>
      </p:sp>
      <p:sp>
        <p:nvSpPr>
          <p:cNvPr id="951" name="Vector element">
            <a:extLst xmlns:a="http://schemas.openxmlformats.org/drawingml/2006/main">
              <a:ext uri="{FF2B5EF4-FFF2-40B4-BE49-F238E27FC236}">
                <a16:creationId xmlns:a16="http://schemas.microsoft.com/office/drawing/2014/main" id="{D95DEEFA-6C99-4006-872A-DBDB675AA5FE}"/>
              </a:ext>
            </a:extLst>
          </p:cNvPr>
          <p:cNvSpPr>
            <a:spLocks xmlns:a="http://schemas.openxmlformats.org/drawingml/2006/main" noGrp="1"/>
          </p:cNvSpPr>
          <p:nvPr/>
        </p:nvSpPr>
        <p:spPr>
          <a:xfrm xmlns:a="http://schemas.openxmlformats.org/drawingml/2006/main">
            <a:off x="1866841" y="5257405"/>
            <a:ext cx="152530" cy="145501"/>
          </a:xfrm>
          <a:custGeom xmlns:a="http://schemas.openxmlformats.org/drawingml/2006/main">
            <a:pathLst>
              <a:path w="152530" h="145501">
                <a:moveTo>
                  <a:pt x="2418" y="91012"/>
                </a:moveTo>
                <a:lnTo>
                  <a:pt x="3486" y="94568"/>
                </a:lnTo>
                <a:lnTo>
                  <a:pt x="6045" y="101190"/>
                </a:lnTo>
                <a:lnTo>
                  <a:pt x="9278" y="107572"/>
                </a:lnTo>
                <a:lnTo>
                  <a:pt x="13116" y="113575"/>
                </a:lnTo>
                <a:lnTo>
                  <a:pt x="17530" y="119170"/>
                </a:lnTo>
                <a:lnTo>
                  <a:pt x="22465" y="124329"/>
                </a:lnTo>
                <a:lnTo>
                  <a:pt x="27891" y="128997"/>
                </a:lnTo>
                <a:lnTo>
                  <a:pt x="33753" y="133172"/>
                </a:lnTo>
                <a:lnTo>
                  <a:pt x="40037" y="136799"/>
                </a:lnTo>
                <a:lnTo>
                  <a:pt x="46701" y="139835"/>
                </a:lnTo>
                <a:lnTo>
                  <a:pt x="53603" y="142239"/>
                </a:lnTo>
                <a:lnTo>
                  <a:pt x="57301" y="143237"/>
                </a:lnTo>
                <a:lnTo>
                  <a:pt x="60970" y="144039"/>
                </a:lnTo>
                <a:lnTo>
                  <a:pt x="64709" y="144671"/>
                </a:lnTo>
                <a:lnTo>
                  <a:pt x="68505" y="145135"/>
                </a:lnTo>
                <a:lnTo>
                  <a:pt x="72371" y="145402"/>
                </a:lnTo>
                <a:lnTo>
                  <a:pt x="76265" y="145501"/>
                </a:lnTo>
                <a:lnTo>
                  <a:pt x="80159" y="145402"/>
                </a:lnTo>
                <a:lnTo>
                  <a:pt x="84025" y="145135"/>
                </a:lnTo>
                <a:lnTo>
                  <a:pt x="87821" y="144671"/>
                </a:lnTo>
                <a:lnTo>
                  <a:pt x="91560" y="144039"/>
                </a:lnTo>
                <a:lnTo>
                  <a:pt x="95229" y="143237"/>
                </a:lnTo>
                <a:lnTo>
                  <a:pt x="98926" y="142239"/>
                </a:lnTo>
                <a:lnTo>
                  <a:pt x="105829" y="139835"/>
                </a:lnTo>
                <a:lnTo>
                  <a:pt x="112492" y="136799"/>
                </a:lnTo>
                <a:lnTo>
                  <a:pt x="118776" y="133172"/>
                </a:lnTo>
                <a:lnTo>
                  <a:pt x="124639" y="128997"/>
                </a:lnTo>
                <a:lnTo>
                  <a:pt x="130065" y="124329"/>
                </a:lnTo>
                <a:lnTo>
                  <a:pt x="134999" y="119170"/>
                </a:lnTo>
                <a:lnTo>
                  <a:pt x="139414" y="113575"/>
                </a:lnTo>
                <a:lnTo>
                  <a:pt x="143251" y="107572"/>
                </a:lnTo>
                <a:lnTo>
                  <a:pt x="146485" y="101190"/>
                </a:lnTo>
                <a:lnTo>
                  <a:pt x="149043" y="94568"/>
                </a:lnTo>
                <a:lnTo>
                  <a:pt x="150112" y="91012"/>
                </a:lnTo>
                <a:lnTo>
                  <a:pt x="150969" y="87483"/>
                </a:lnTo>
                <a:lnTo>
                  <a:pt x="151644" y="83870"/>
                </a:lnTo>
                <a:lnTo>
                  <a:pt x="152136" y="80215"/>
                </a:lnTo>
                <a:lnTo>
                  <a:pt x="152431" y="76504"/>
                </a:lnTo>
                <a:lnTo>
                  <a:pt x="152530" y="72750"/>
                </a:lnTo>
                <a:lnTo>
                  <a:pt x="152431" y="68997"/>
                </a:lnTo>
                <a:lnTo>
                  <a:pt x="152136" y="65286"/>
                </a:lnTo>
                <a:lnTo>
                  <a:pt x="151644" y="61630"/>
                </a:lnTo>
                <a:lnTo>
                  <a:pt x="150969" y="58018"/>
                </a:lnTo>
                <a:lnTo>
                  <a:pt x="150112" y="54489"/>
                </a:lnTo>
                <a:lnTo>
                  <a:pt x="149043" y="50932"/>
                </a:lnTo>
                <a:lnTo>
                  <a:pt x="146485" y="44311"/>
                </a:lnTo>
                <a:lnTo>
                  <a:pt x="143251" y="37929"/>
                </a:lnTo>
                <a:lnTo>
                  <a:pt x="139414" y="31926"/>
                </a:lnTo>
                <a:lnTo>
                  <a:pt x="134999" y="26331"/>
                </a:lnTo>
                <a:lnTo>
                  <a:pt x="130065" y="21171"/>
                </a:lnTo>
                <a:lnTo>
                  <a:pt x="124639" y="16504"/>
                </a:lnTo>
                <a:lnTo>
                  <a:pt x="118776" y="12329"/>
                </a:lnTo>
                <a:lnTo>
                  <a:pt x="112492" y="8702"/>
                </a:lnTo>
                <a:lnTo>
                  <a:pt x="105829" y="5665"/>
                </a:lnTo>
                <a:lnTo>
                  <a:pt x="98926" y="3261"/>
                </a:lnTo>
                <a:lnTo>
                  <a:pt x="95229" y="2263"/>
                </a:lnTo>
                <a:lnTo>
                  <a:pt x="91560" y="1462"/>
                </a:lnTo>
                <a:lnTo>
                  <a:pt x="87821" y="829"/>
                </a:lnTo>
                <a:lnTo>
                  <a:pt x="84025" y="366"/>
                </a:lnTo>
                <a:lnTo>
                  <a:pt x="80159" y="98"/>
                </a:lnTo>
                <a:lnTo>
                  <a:pt x="76265" y="0"/>
                </a:lnTo>
                <a:lnTo>
                  <a:pt x="72371" y="98"/>
                </a:lnTo>
                <a:lnTo>
                  <a:pt x="68505" y="366"/>
                </a:lnTo>
                <a:lnTo>
                  <a:pt x="64709" y="829"/>
                </a:lnTo>
                <a:lnTo>
                  <a:pt x="60970" y="1462"/>
                </a:lnTo>
                <a:lnTo>
                  <a:pt x="57301" y="2263"/>
                </a:lnTo>
                <a:lnTo>
                  <a:pt x="53603" y="3261"/>
                </a:lnTo>
                <a:lnTo>
                  <a:pt x="46701" y="5665"/>
                </a:lnTo>
                <a:lnTo>
                  <a:pt x="40037" y="8702"/>
                </a:lnTo>
                <a:lnTo>
                  <a:pt x="33753" y="12329"/>
                </a:lnTo>
                <a:lnTo>
                  <a:pt x="27891" y="16504"/>
                </a:lnTo>
                <a:lnTo>
                  <a:pt x="22465" y="21171"/>
                </a:lnTo>
                <a:lnTo>
                  <a:pt x="17530" y="26331"/>
                </a:lnTo>
                <a:lnTo>
                  <a:pt x="13116" y="31926"/>
                </a:lnTo>
                <a:lnTo>
                  <a:pt x="9278" y="37929"/>
                </a:lnTo>
                <a:lnTo>
                  <a:pt x="6045" y="44311"/>
                </a:lnTo>
                <a:lnTo>
                  <a:pt x="3486" y="50932"/>
                </a:lnTo>
                <a:lnTo>
                  <a:pt x="2418" y="54489"/>
                </a:lnTo>
                <a:lnTo>
                  <a:pt x="1560" y="58018"/>
                </a:lnTo>
                <a:lnTo>
                  <a:pt x="886" y="61630"/>
                </a:lnTo>
                <a:lnTo>
                  <a:pt x="394" y="65286"/>
                </a:lnTo>
                <a:lnTo>
                  <a:pt x="98" y="68997"/>
                </a:lnTo>
                <a:lnTo>
                  <a:pt x="0" y="72750"/>
                </a:lnTo>
                <a:lnTo>
                  <a:pt x="98" y="76504"/>
                </a:lnTo>
                <a:lnTo>
                  <a:pt x="394" y="80215"/>
                </a:lnTo>
                <a:lnTo>
                  <a:pt x="886" y="83870"/>
                </a:lnTo>
                <a:lnTo>
                  <a:pt x="1560" y="87483"/>
                </a:lnTo>
                <a:lnTo>
                  <a:pt x="2418" y="91012"/>
                </a:lnTo>
                <a:close/>
                <a:moveTo>
                  <a:pt x="14386" y="66712"/>
                </a:moveTo>
                <a:lnTo>
                  <a:pt x="14760" y="63891"/>
                </a:lnTo>
                <a:lnTo>
                  <a:pt x="15275" y="61132"/>
                </a:lnTo>
                <a:lnTo>
                  <a:pt x="16013" y="58102"/>
                </a:lnTo>
                <a:lnTo>
                  <a:pt x="16762" y="55582"/>
                </a:lnTo>
                <a:lnTo>
                  <a:pt x="18909" y="50022"/>
                </a:lnTo>
                <a:lnTo>
                  <a:pt x="21463" y="44974"/>
                </a:lnTo>
                <a:lnTo>
                  <a:pt x="24560" y="40127"/>
                </a:lnTo>
                <a:lnTo>
                  <a:pt x="28131" y="35585"/>
                </a:lnTo>
                <a:lnTo>
                  <a:pt x="32172" y="31365"/>
                </a:lnTo>
                <a:lnTo>
                  <a:pt x="36567" y="27574"/>
                </a:lnTo>
                <a:lnTo>
                  <a:pt x="41320" y="24200"/>
                </a:lnTo>
                <a:lnTo>
                  <a:pt x="46447" y="21232"/>
                </a:lnTo>
                <a:lnTo>
                  <a:pt x="51890" y="18745"/>
                </a:lnTo>
                <a:lnTo>
                  <a:pt x="57841" y="16682"/>
                </a:lnTo>
                <a:lnTo>
                  <a:pt x="60528" y="15956"/>
                </a:lnTo>
                <a:lnTo>
                  <a:pt x="63518" y="15290"/>
                </a:lnTo>
                <a:lnTo>
                  <a:pt x="66855" y="14727"/>
                </a:lnTo>
                <a:lnTo>
                  <a:pt x="69938" y="14363"/>
                </a:lnTo>
                <a:lnTo>
                  <a:pt x="73088" y="14137"/>
                </a:lnTo>
                <a:lnTo>
                  <a:pt x="76265" y="14062"/>
                </a:lnTo>
                <a:lnTo>
                  <a:pt x="79442" y="14137"/>
                </a:lnTo>
                <a:lnTo>
                  <a:pt x="82592" y="14363"/>
                </a:lnTo>
                <a:lnTo>
                  <a:pt x="85675" y="14727"/>
                </a:lnTo>
                <a:lnTo>
                  <a:pt x="89012" y="15290"/>
                </a:lnTo>
                <a:lnTo>
                  <a:pt x="92002" y="15956"/>
                </a:lnTo>
                <a:lnTo>
                  <a:pt x="94689" y="16682"/>
                </a:lnTo>
                <a:lnTo>
                  <a:pt x="100640" y="18745"/>
                </a:lnTo>
                <a:lnTo>
                  <a:pt x="106082" y="21232"/>
                </a:lnTo>
                <a:lnTo>
                  <a:pt x="111210" y="24200"/>
                </a:lnTo>
                <a:lnTo>
                  <a:pt x="115963" y="27574"/>
                </a:lnTo>
                <a:lnTo>
                  <a:pt x="120357" y="31365"/>
                </a:lnTo>
                <a:lnTo>
                  <a:pt x="124399" y="35585"/>
                </a:lnTo>
                <a:lnTo>
                  <a:pt x="127970" y="40127"/>
                </a:lnTo>
                <a:lnTo>
                  <a:pt x="131067" y="44974"/>
                </a:lnTo>
                <a:lnTo>
                  <a:pt x="133621" y="50022"/>
                </a:lnTo>
                <a:lnTo>
                  <a:pt x="135768" y="55582"/>
                </a:lnTo>
                <a:lnTo>
                  <a:pt x="136517" y="58102"/>
                </a:lnTo>
                <a:lnTo>
                  <a:pt x="137254" y="61132"/>
                </a:lnTo>
                <a:lnTo>
                  <a:pt x="137770" y="63891"/>
                </a:lnTo>
                <a:lnTo>
                  <a:pt x="138144" y="66712"/>
                </a:lnTo>
                <a:lnTo>
                  <a:pt x="138394" y="69836"/>
                </a:lnTo>
                <a:lnTo>
                  <a:pt x="138467" y="72750"/>
                </a:lnTo>
                <a:lnTo>
                  <a:pt x="138394" y="75665"/>
                </a:lnTo>
                <a:lnTo>
                  <a:pt x="138144" y="78788"/>
                </a:lnTo>
                <a:lnTo>
                  <a:pt x="137770" y="81610"/>
                </a:lnTo>
                <a:lnTo>
                  <a:pt x="137254" y="84369"/>
                </a:lnTo>
                <a:lnTo>
                  <a:pt x="136517" y="87399"/>
                </a:lnTo>
                <a:lnTo>
                  <a:pt x="135768" y="89919"/>
                </a:lnTo>
                <a:lnTo>
                  <a:pt x="133621" y="95479"/>
                </a:lnTo>
                <a:lnTo>
                  <a:pt x="131067" y="100527"/>
                </a:lnTo>
                <a:lnTo>
                  <a:pt x="127970" y="105373"/>
                </a:lnTo>
                <a:lnTo>
                  <a:pt x="124399" y="109916"/>
                </a:lnTo>
                <a:lnTo>
                  <a:pt x="120357" y="114135"/>
                </a:lnTo>
                <a:lnTo>
                  <a:pt x="115963" y="117927"/>
                </a:lnTo>
                <a:lnTo>
                  <a:pt x="111210" y="121301"/>
                </a:lnTo>
                <a:lnTo>
                  <a:pt x="106082" y="124269"/>
                </a:lnTo>
                <a:lnTo>
                  <a:pt x="100635" y="126759"/>
                </a:lnTo>
                <a:lnTo>
                  <a:pt x="94864" y="128771"/>
                </a:lnTo>
                <a:lnTo>
                  <a:pt x="92002" y="129545"/>
                </a:lnTo>
                <a:lnTo>
                  <a:pt x="89012" y="130211"/>
                </a:lnTo>
                <a:lnTo>
                  <a:pt x="85675" y="130774"/>
                </a:lnTo>
                <a:lnTo>
                  <a:pt x="82592" y="131137"/>
                </a:lnTo>
                <a:lnTo>
                  <a:pt x="79442" y="131363"/>
                </a:lnTo>
                <a:lnTo>
                  <a:pt x="76265" y="131439"/>
                </a:lnTo>
                <a:lnTo>
                  <a:pt x="73088" y="131363"/>
                </a:lnTo>
                <a:lnTo>
                  <a:pt x="69938" y="131137"/>
                </a:lnTo>
                <a:lnTo>
                  <a:pt x="66855" y="130774"/>
                </a:lnTo>
                <a:lnTo>
                  <a:pt x="63518" y="130211"/>
                </a:lnTo>
                <a:lnTo>
                  <a:pt x="60528" y="129545"/>
                </a:lnTo>
                <a:lnTo>
                  <a:pt x="57665" y="128771"/>
                </a:lnTo>
                <a:lnTo>
                  <a:pt x="51895" y="126759"/>
                </a:lnTo>
                <a:lnTo>
                  <a:pt x="46447" y="124269"/>
                </a:lnTo>
                <a:lnTo>
                  <a:pt x="41320" y="121301"/>
                </a:lnTo>
                <a:lnTo>
                  <a:pt x="36567" y="117927"/>
                </a:lnTo>
                <a:lnTo>
                  <a:pt x="32172" y="114135"/>
                </a:lnTo>
                <a:lnTo>
                  <a:pt x="28131" y="109916"/>
                </a:lnTo>
                <a:lnTo>
                  <a:pt x="24560" y="105373"/>
                </a:lnTo>
                <a:lnTo>
                  <a:pt x="21463" y="100527"/>
                </a:lnTo>
                <a:lnTo>
                  <a:pt x="18909" y="95479"/>
                </a:lnTo>
                <a:lnTo>
                  <a:pt x="16762" y="89919"/>
                </a:lnTo>
                <a:lnTo>
                  <a:pt x="16013" y="87399"/>
                </a:lnTo>
                <a:lnTo>
                  <a:pt x="15275" y="84369"/>
                </a:lnTo>
                <a:lnTo>
                  <a:pt x="14760" y="81610"/>
                </a:lnTo>
                <a:lnTo>
                  <a:pt x="14386" y="78788"/>
                </a:lnTo>
                <a:lnTo>
                  <a:pt x="14135" y="75665"/>
                </a:lnTo>
                <a:lnTo>
                  <a:pt x="14063" y="72750"/>
                </a:lnTo>
                <a:lnTo>
                  <a:pt x="14135" y="69836"/>
                </a:lnTo>
                <a:lnTo>
                  <a:pt x="14386" y="66712"/>
                </a:lnTo>
                <a:close/>
              </a:path>
            </a:pathLst>
          </a:custGeom>
          <a:solidFill xmlns:a="http://schemas.openxmlformats.org/drawingml/2006/main">
            <a:srgbClr val="000000"/>
          </a:solidFill>
          <a:ln xmlns:a="http://schemas.openxmlformats.org/drawingml/2006/main" w="0" cap="flat">
            <a:noFill/>
            <a:miter/>
          </a:ln>
        </p:spPr>
      </p:sp>
      <p:sp>
        <p:nvSpPr>
          <p:cNvPr id="952" name="Vector element">
            <a:extLst xmlns:a="http://schemas.openxmlformats.org/drawingml/2006/main">
              <a:ext uri="{FF2B5EF4-FFF2-40B4-BE49-F238E27FC236}">
                <a16:creationId xmlns:a16="http://schemas.microsoft.com/office/drawing/2014/main" id="{2DF5C88D-303F-434B-91F1-95CFD030F5BF}"/>
              </a:ext>
            </a:extLst>
          </p:cNvPr>
          <p:cNvSpPr>
            <a:spLocks xmlns:a="http://schemas.openxmlformats.org/drawingml/2006/main" noGrp="1"/>
          </p:cNvSpPr>
          <p:nvPr/>
        </p:nvSpPr>
        <p:spPr>
          <a:xfrm xmlns:a="http://schemas.openxmlformats.org/drawingml/2006/main">
            <a:off x="1369046" y="5395694"/>
            <a:ext cx="584955" cy="525954"/>
          </a:xfrm>
          <a:custGeom xmlns:a="http://schemas.openxmlformats.org/drawingml/2006/main">
            <a:pathLst>
              <a:path w="584955" h="525954">
                <a:moveTo>
                  <a:pt x="13158" y="504684"/>
                </a:moveTo>
                <a:lnTo>
                  <a:pt x="13454" y="504684"/>
                </a:lnTo>
                <a:lnTo>
                  <a:pt x="0" y="504866"/>
                </a:lnTo>
                <a:lnTo>
                  <a:pt x="281" y="525954"/>
                </a:lnTo>
                <a:lnTo>
                  <a:pt x="13889" y="525757"/>
                </a:lnTo>
                <a:lnTo>
                  <a:pt x="27638" y="525194"/>
                </a:lnTo>
                <a:lnTo>
                  <a:pt x="41359" y="524253"/>
                </a:lnTo>
                <a:lnTo>
                  <a:pt x="55051" y="522931"/>
                </a:lnTo>
                <a:lnTo>
                  <a:pt x="68716" y="521258"/>
                </a:lnTo>
                <a:lnTo>
                  <a:pt x="82338" y="519234"/>
                </a:lnTo>
                <a:lnTo>
                  <a:pt x="95932" y="516858"/>
                </a:lnTo>
                <a:lnTo>
                  <a:pt x="109456" y="514145"/>
                </a:lnTo>
                <a:lnTo>
                  <a:pt x="122938" y="511094"/>
                </a:lnTo>
                <a:lnTo>
                  <a:pt x="136335" y="507720"/>
                </a:lnTo>
                <a:lnTo>
                  <a:pt x="149676" y="504009"/>
                </a:lnTo>
                <a:lnTo>
                  <a:pt x="162933" y="499988"/>
                </a:lnTo>
                <a:lnTo>
                  <a:pt x="176119" y="495658"/>
                </a:lnTo>
                <a:lnTo>
                  <a:pt x="189207" y="491019"/>
                </a:lnTo>
                <a:lnTo>
                  <a:pt x="202197" y="486085"/>
                </a:lnTo>
                <a:lnTo>
                  <a:pt x="215074" y="480855"/>
                </a:lnTo>
                <a:lnTo>
                  <a:pt x="227853" y="475345"/>
                </a:lnTo>
                <a:lnTo>
                  <a:pt x="240519" y="469553"/>
                </a:lnTo>
                <a:lnTo>
                  <a:pt x="253059" y="463480"/>
                </a:lnTo>
                <a:lnTo>
                  <a:pt x="265458" y="457139"/>
                </a:lnTo>
                <a:lnTo>
                  <a:pt x="277745" y="450532"/>
                </a:lnTo>
                <a:lnTo>
                  <a:pt x="289877" y="443672"/>
                </a:lnTo>
                <a:lnTo>
                  <a:pt x="301854" y="436573"/>
                </a:lnTo>
                <a:lnTo>
                  <a:pt x="313691" y="429206"/>
                </a:lnTo>
                <a:lnTo>
                  <a:pt x="325359" y="421615"/>
                </a:lnTo>
                <a:lnTo>
                  <a:pt x="336859" y="413784"/>
                </a:lnTo>
                <a:lnTo>
                  <a:pt x="348190" y="405729"/>
                </a:lnTo>
                <a:lnTo>
                  <a:pt x="359338" y="397463"/>
                </a:lnTo>
                <a:lnTo>
                  <a:pt x="370289" y="388958"/>
                </a:lnTo>
                <a:lnTo>
                  <a:pt x="381057" y="380256"/>
                </a:lnTo>
                <a:lnTo>
                  <a:pt x="391629" y="371357"/>
                </a:lnTo>
                <a:lnTo>
                  <a:pt x="401990" y="362248"/>
                </a:lnTo>
                <a:lnTo>
                  <a:pt x="412140" y="352955"/>
                </a:lnTo>
                <a:lnTo>
                  <a:pt x="422079" y="343466"/>
                </a:lnTo>
                <a:lnTo>
                  <a:pt x="431779" y="333794"/>
                </a:lnTo>
                <a:lnTo>
                  <a:pt x="441254" y="323954"/>
                </a:lnTo>
                <a:lnTo>
                  <a:pt x="450490" y="313944"/>
                </a:lnTo>
                <a:lnTo>
                  <a:pt x="459473" y="303766"/>
                </a:lnTo>
                <a:lnTo>
                  <a:pt x="468217" y="293434"/>
                </a:lnTo>
                <a:lnTo>
                  <a:pt x="476694" y="282946"/>
                </a:lnTo>
                <a:lnTo>
                  <a:pt x="484904" y="272318"/>
                </a:lnTo>
                <a:lnTo>
                  <a:pt x="492847" y="261536"/>
                </a:lnTo>
                <a:lnTo>
                  <a:pt x="500508" y="250627"/>
                </a:lnTo>
                <a:lnTo>
                  <a:pt x="507889" y="239591"/>
                </a:lnTo>
                <a:lnTo>
                  <a:pt x="514974" y="228415"/>
                </a:lnTo>
                <a:lnTo>
                  <a:pt x="521764" y="217141"/>
                </a:lnTo>
                <a:lnTo>
                  <a:pt x="528245" y="205739"/>
                </a:lnTo>
                <a:lnTo>
                  <a:pt x="534416" y="194226"/>
                </a:lnTo>
                <a:lnTo>
                  <a:pt x="540265" y="182628"/>
                </a:lnTo>
                <a:lnTo>
                  <a:pt x="545789" y="170918"/>
                </a:lnTo>
                <a:lnTo>
                  <a:pt x="550977" y="159123"/>
                </a:lnTo>
                <a:lnTo>
                  <a:pt x="555841" y="147244"/>
                </a:lnTo>
                <a:lnTo>
                  <a:pt x="560340" y="135281"/>
                </a:lnTo>
                <a:lnTo>
                  <a:pt x="564487" y="123247"/>
                </a:lnTo>
                <a:lnTo>
                  <a:pt x="568282" y="111157"/>
                </a:lnTo>
                <a:lnTo>
                  <a:pt x="571698" y="98983"/>
                </a:lnTo>
                <a:lnTo>
                  <a:pt x="574749" y="86766"/>
                </a:lnTo>
                <a:lnTo>
                  <a:pt x="577420" y="74508"/>
                </a:lnTo>
                <a:lnTo>
                  <a:pt x="579683" y="62193"/>
                </a:lnTo>
                <a:lnTo>
                  <a:pt x="581567" y="49836"/>
                </a:lnTo>
                <a:lnTo>
                  <a:pt x="583043" y="37451"/>
                </a:lnTo>
                <a:lnTo>
                  <a:pt x="584098" y="25051"/>
                </a:lnTo>
                <a:lnTo>
                  <a:pt x="584744" y="12624"/>
                </a:lnTo>
                <a:lnTo>
                  <a:pt x="584955" y="366"/>
                </a:lnTo>
                <a:lnTo>
                  <a:pt x="563868" y="0"/>
                </a:lnTo>
                <a:lnTo>
                  <a:pt x="563660" y="11938"/>
                </a:lnTo>
                <a:lnTo>
                  <a:pt x="563056" y="23723"/>
                </a:lnTo>
                <a:lnTo>
                  <a:pt x="562041" y="35482"/>
                </a:lnTo>
                <a:lnTo>
                  <a:pt x="562083" y="35131"/>
                </a:lnTo>
                <a:lnTo>
                  <a:pt x="560682" y="46902"/>
                </a:lnTo>
                <a:lnTo>
                  <a:pt x="558879" y="58744"/>
                </a:lnTo>
                <a:lnTo>
                  <a:pt x="556713" y="70515"/>
                </a:lnTo>
                <a:lnTo>
                  <a:pt x="556769" y="70192"/>
                </a:lnTo>
                <a:lnTo>
                  <a:pt x="554250" y="81827"/>
                </a:lnTo>
                <a:lnTo>
                  <a:pt x="551286" y="93739"/>
                </a:lnTo>
                <a:lnTo>
                  <a:pt x="551356" y="93430"/>
                </a:lnTo>
                <a:lnTo>
                  <a:pt x="548095" y="105044"/>
                </a:lnTo>
                <a:lnTo>
                  <a:pt x="544445" y="116703"/>
                </a:lnTo>
                <a:lnTo>
                  <a:pt x="540542" y="128033"/>
                </a:lnTo>
                <a:lnTo>
                  <a:pt x="536160" y="139681"/>
                </a:lnTo>
                <a:lnTo>
                  <a:pt x="536258" y="139400"/>
                </a:lnTo>
                <a:lnTo>
                  <a:pt x="531585" y="150867"/>
                </a:lnTo>
                <a:lnTo>
                  <a:pt x="526643" y="162077"/>
                </a:lnTo>
                <a:lnTo>
                  <a:pt x="521258" y="173504"/>
                </a:lnTo>
                <a:lnTo>
                  <a:pt x="521371" y="173251"/>
                </a:lnTo>
                <a:lnTo>
                  <a:pt x="515649" y="184624"/>
                </a:lnTo>
                <a:lnTo>
                  <a:pt x="515761" y="184385"/>
                </a:lnTo>
                <a:lnTo>
                  <a:pt x="509741" y="195614"/>
                </a:lnTo>
                <a:lnTo>
                  <a:pt x="503489" y="206597"/>
                </a:lnTo>
                <a:lnTo>
                  <a:pt x="503629" y="206372"/>
                </a:lnTo>
                <a:lnTo>
                  <a:pt x="497005" y="217384"/>
                </a:lnTo>
                <a:lnTo>
                  <a:pt x="490153" y="228182"/>
                </a:lnTo>
                <a:lnTo>
                  <a:pt x="483048" y="238818"/>
                </a:lnTo>
                <a:lnTo>
                  <a:pt x="483189" y="238607"/>
                </a:lnTo>
                <a:lnTo>
                  <a:pt x="475746" y="249189"/>
                </a:lnTo>
                <a:lnTo>
                  <a:pt x="468018" y="259692"/>
                </a:lnTo>
                <a:lnTo>
                  <a:pt x="460078" y="269971"/>
                </a:lnTo>
                <a:lnTo>
                  <a:pt x="460218" y="269788"/>
                </a:lnTo>
                <a:lnTo>
                  <a:pt x="451882" y="280092"/>
                </a:lnTo>
                <a:lnTo>
                  <a:pt x="452036" y="279910"/>
                </a:lnTo>
                <a:lnTo>
                  <a:pt x="443597" y="289896"/>
                </a:lnTo>
                <a:lnTo>
                  <a:pt x="434782" y="299874"/>
                </a:lnTo>
                <a:lnTo>
                  <a:pt x="425832" y="309572"/>
                </a:lnTo>
                <a:lnTo>
                  <a:pt x="425987" y="309418"/>
                </a:lnTo>
                <a:lnTo>
                  <a:pt x="416666" y="319104"/>
                </a:lnTo>
                <a:lnTo>
                  <a:pt x="416821" y="318935"/>
                </a:lnTo>
                <a:lnTo>
                  <a:pt x="407276" y="328452"/>
                </a:lnTo>
                <a:lnTo>
                  <a:pt x="407430" y="328297"/>
                </a:lnTo>
                <a:lnTo>
                  <a:pt x="397660" y="337632"/>
                </a:lnTo>
                <a:lnTo>
                  <a:pt x="397814" y="337477"/>
                </a:lnTo>
                <a:lnTo>
                  <a:pt x="387833" y="346629"/>
                </a:lnTo>
                <a:lnTo>
                  <a:pt x="387988" y="346475"/>
                </a:lnTo>
                <a:lnTo>
                  <a:pt x="377796" y="355444"/>
                </a:lnTo>
                <a:lnTo>
                  <a:pt x="377965" y="355303"/>
                </a:lnTo>
                <a:lnTo>
                  <a:pt x="367562" y="364061"/>
                </a:lnTo>
                <a:lnTo>
                  <a:pt x="367730" y="363935"/>
                </a:lnTo>
                <a:lnTo>
                  <a:pt x="357131" y="372496"/>
                </a:lnTo>
                <a:lnTo>
                  <a:pt x="357299" y="372355"/>
                </a:lnTo>
                <a:lnTo>
                  <a:pt x="346543" y="380689"/>
                </a:lnTo>
                <a:lnTo>
                  <a:pt x="335706" y="388733"/>
                </a:lnTo>
                <a:lnTo>
                  <a:pt x="335875" y="388606"/>
                </a:lnTo>
                <a:lnTo>
                  <a:pt x="324727" y="396535"/>
                </a:lnTo>
                <a:lnTo>
                  <a:pt x="324909" y="396423"/>
                </a:lnTo>
                <a:lnTo>
                  <a:pt x="313579" y="404127"/>
                </a:lnTo>
                <a:lnTo>
                  <a:pt x="313761" y="404000"/>
                </a:lnTo>
                <a:lnTo>
                  <a:pt x="302276" y="411479"/>
                </a:lnTo>
                <a:lnTo>
                  <a:pt x="302459" y="411366"/>
                </a:lnTo>
                <a:lnTo>
                  <a:pt x="290819" y="418606"/>
                </a:lnTo>
                <a:lnTo>
                  <a:pt x="291001" y="418480"/>
                </a:lnTo>
                <a:lnTo>
                  <a:pt x="279246" y="425457"/>
                </a:lnTo>
                <a:lnTo>
                  <a:pt x="267454" y="432130"/>
                </a:lnTo>
                <a:lnTo>
                  <a:pt x="267651" y="432018"/>
                </a:lnTo>
                <a:lnTo>
                  <a:pt x="255575" y="438513"/>
                </a:lnTo>
                <a:lnTo>
                  <a:pt x="255772" y="438414"/>
                </a:lnTo>
                <a:lnTo>
                  <a:pt x="243556" y="444642"/>
                </a:lnTo>
                <a:lnTo>
                  <a:pt x="243766" y="444543"/>
                </a:lnTo>
                <a:lnTo>
                  <a:pt x="231492" y="450485"/>
                </a:lnTo>
                <a:lnTo>
                  <a:pt x="219179" y="456127"/>
                </a:lnTo>
                <a:lnTo>
                  <a:pt x="219390" y="456029"/>
                </a:lnTo>
                <a:lnTo>
                  <a:pt x="206822" y="461455"/>
                </a:lnTo>
                <a:lnTo>
                  <a:pt x="207047" y="461357"/>
                </a:lnTo>
                <a:lnTo>
                  <a:pt x="194366" y="466502"/>
                </a:lnTo>
                <a:lnTo>
                  <a:pt x="194591" y="466418"/>
                </a:lnTo>
                <a:lnTo>
                  <a:pt x="182009" y="471199"/>
                </a:lnTo>
                <a:lnTo>
                  <a:pt x="169189" y="475738"/>
                </a:lnTo>
                <a:lnTo>
                  <a:pt x="169413" y="475668"/>
                </a:lnTo>
                <a:lnTo>
                  <a:pt x="156466" y="479928"/>
                </a:lnTo>
                <a:lnTo>
                  <a:pt x="156705" y="479843"/>
                </a:lnTo>
                <a:lnTo>
                  <a:pt x="143826" y="483747"/>
                </a:lnTo>
                <a:lnTo>
                  <a:pt x="130824" y="487364"/>
                </a:lnTo>
                <a:lnTo>
                  <a:pt x="131063" y="487294"/>
                </a:lnTo>
                <a:lnTo>
                  <a:pt x="117905" y="490626"/>
                </a:lnTo>
                <a:lnTo>
                  <a:pt x="118144" y="490555"/>
                </a:lnTo>
                <a:lnTo>
                  <a:pt x="105139" y="493502"/>
                </a:lnTo>
                <a:lnTo>
                  <a:pt x="91911" y="496165"/>
                </a:lnTo>
                <a:lnTo>
                  <a:pt x="92165" y="496122"/>
                </a:lnTo>
                <a:lnTo>
                  <a:pt x="79030" y="498411"/>
                </a:lnTo>
                <a:lnTo>
                  <a:pt x="65749" y="500382"/>
                </a:lnTo>
                <a:lnTo>
                  <a:pt x="66017" y="500354"/>
                </a:lnTo>
                <a:lnTo>
                  <a:pt x="52733" y="501972"/>
                </a:lnTo>
                <a:lnTo>
                  <a:pt x="39489" y="503236"/>
                </a:lnTo>
                <a:lnTo>
                  <a:pt x="39770" y="503222"/>
                </a:lnTo>
                <a:lnTo>
                  <a:pt x="26331" y="504150"/>
                </a:lnTo>
                <a:lnTo>
                  <a:pt x="26612" y="504121"/>
                </a:lnTo>
                <a:lnTo>
                  <a:pt x="13158" y="504684"/>
                </a:lnTo>
                <a:close/>
              </a:path>
            </a:pathLst>
          </a:custGeom>
          <a:solidFill xmlns:a="http://schemas.openxmlformats.org/drawingml/2006/main">
            <a:srgbClr val="91ACE0"/>
          </a:solidFill>
          <a:ln xmlns:a="http://schemas.openxmlformats.org/drawingml/2006/main" w="0" cap="flat">
            <a:noFill/>
            <a:miter/>
          </a:ln>
        </p:spPr>
      </p:sp>
      <p:sp>
        <p:nvSpPr>
          <p:cNvPr id="953" name="Vector element">
            <a:extLst xmlns:a="http://schemas.openxmlformats.org/drawingml/2006/main">
              <a:ext uri="{FF2B5EF4-FFF2-40B4-BE49-F238E27FC236}">
                <a16:creationId xmlns:a16="http://schemas.microsoft.com/office/drawing/2014/main" id="{3B0094DC-98EC-4960-8E71-168C76FD7D85}"/>
              </a:ext>
            </a:extLst>
          </p:cNvPr>
          <p:cNvSpPr>
            <a:spLocks xmlns:a="http://schemas.openxmlformats.org/drawingml/2006/main" noGrp="1"/>
          </p:cNvSpPr>
          <p:nvPr/>
        </p:nvSpPr>
        <p:spPr>
          <a:xfrm xmlns:a="http://schemas.openxmlformats.org/drawingml/2006/main">
            <a:off x="1893200" y="5573908"/>
            <a:ext cx="99812" cy="329970"/>
          </a:xfrm>
          <a:custGeom xmlns:a="http://schemas.openxmlformats.org/drawingml/2006/main">
            <a:pathLst>
              <a:path w="99812" h="329970">
                <a:moveTo>
                  <a:pt x="49095" y="175564"/>
                </a:moveTo>
                <a:lnTo>
                  <a:pt x="49818" y="176192"/>
                </a:lnTo>
                <a:lnTo>
                  <a:pt x="50850" y="177346"/>
                </a:lnTo>
                <a:lnTo>
                  <a:pt x="52133" y="179079"/>
                </a:lnTo>
                <a:lnTo>
                  <a:pt x="53555" y="181349"/>
                </a:lnTo>
                <a:lnTo>
                  <a:pt x="54876" y="183777"/>
                </a:lnTo>
                <a:lnTo>
                  <a:pt x="57973" y="190573"/>
                </a:lnTo>
                <a:lnTo>
                  <a:pt x="60960" y="198620"/>
                </a:lnTo>
                <a:lnTo>
                  <a:pt x="63945" y="208311"/>
                </a:lnTo>
                <a:lnTo>
                  <a:pt x="66665" y="218766"/>
                </a:lnTo>
                <a:lnTo>
                  <a:pt x="69272" y="230585"/>
                </a:lnTo>
                <a:lnTo>
                  <a:pt x="71589" y="243084"/>
                </a:lnTo>
                <a:lnTo>
                  <a:pt x="73650" y="256490"/>
                </a:lnTo>
                <a:lnTo>
                  <a:pt x="75418" y="270578"/>
                </a:lnTo>
                <a:lnTo>
                  <a:pt x="76827" y="285027"/>
                </a:lnTo>
                <a:lnTo>
                  <a:pt x="76799" y="284746"/>
                </a:lnTo>
                <a:lnTo>
                  <a:pt x="77864" y="299768"/>
                </a:lnTo>
                <a:lnTo>
                  <a:pt x="78514" y="314830"/>
                </a:lnTo>
                <a:lnTo>
                  <a:pt x="78500" y="314535"/>
                </a:lnTo>
                <a:lnTo>
                  <a:pt x="78725" y="329970"/>
                </a:lnTo>
                <a:lnTo>
                  <a:pt x="99812" y="329661"/>
                </a:lnTo>
                <a:lnTo>
                  <a:pt x="99587" y="314085"/>
                </a:lnTo>
                <a:lnTo>
                  <a:pt x="98912" y="298480"/>
                </a:lnTo>
                <a:lnTo>
                  <a:pt x="97830" y="283115"/>
                </a:lnTo>
                <a:lnTo>
                  <a:pt x="96368" y="268129"/>
                </a:lnTo>
                <a:lnTo>
                  <a:pt x="94540" y="253607"/>
                </a:lnTo>
                <a:lnTo>
                  <a:pt x="92404" y="239676"/>
                </a:lnTo>
                <a:lnTo>
                  <a:pt x="89957" y="226461"/>
                </a:lnTo>
                <a:lnTo>
                  <a:pt x="87216" y="214034"/>
                </a:lnTo>
                <a:lnTo>
                  <a:pt x="84236" y="202534"/>
                </a:lnTo>
                <a:lnTo>
                  <a:pt x="81002" y="192019"/>
                </a:lnTo>
                <a:lnTo>
                  <a:pt x="77516" y="182600"/>
                </a:lnTo>
                <a:lnTo>
                  <a:pt x="73805" y="174432"/>
                </a:lnTo>
                <a:lnTo>
                  <a:pt x="71724" y="170622"/>
                </a:lnTo>
                <a:lnTo>
                  <a:pt x="69573" y="167192"/>
                </a:lnTo>
                <a:lnTo>
                  <a:pt x="67240" y="164043"/>
                </a:lnTo>
                <a:lnTo>
                  <a:pt x="64681" y="161175"/>
                </a:lnTo>
                <a:lnTo>
                  <a:pt x="61757" y="158617"/>
                </a:lnTo>
                <a:lnTo>
                  <a:pt x="58341" y="156466"/>
                </a:lnTo>
                <a:lnTo>
                  <a:pt x="54348" y="154934"/>
                </a:lnTo>
                <a:lnTo>
                  <a:pt x="51256" y="154526"/>
                </a:lnTo>
                <a:lnTo>
                  <a:pt x="50816" y="154469"/>
                </a:lnTo>
                <a:lnTo>
                  <a:pt x="50737" y="154419"/>
                </a:lnTo>
                <a:lnTo>
                  <a:pt x="49951" y="153730"/>
                </a:lnTo>
                <a:lnTo>
                  <a:pt x="48962" y="152625"/>
                </a:lnTo>
                <a:lnTo>
                  <a:pt x="47679" y="150891"/>
                </a:lnTo>
                <a:lnTo>
                  <a:pt x="46257" y="148622"/>
                </a:lnTo>
                <a:lnTo>
                  <a:pt x="44854" y="146043"/>
                </a:lnTo>
                <a:lnTo>
                  <a:pt x="41842" y="139407"/>
                </a:lnTo>
                <a:lnTo>
                  <a:pt x="38851" y="131348"/>
                </a:lnTo>
                <a:lnTo>
                  <a:pt x="35792" y="121461"/>
                </a:lnTo>
                <a:lnTo>
                  <a:pt x="35932" y="121911"/>
                </a:lnTo>
                <a:lnTo>
                  <a:pt x="33127" y="111115"/>
                </a:lnTo>
                <a:lnTo>
                  <a:pt x="30540" y="99386"/>
                </a:lnTo>
                <a:lnTo>
                  <a:pt x="28223" y="86886"/>
                </a:lnTo>
                <a:lnTo>
                  <a:pt x="26162" y="73480"/>
                </a:lnTo>
                <a:lnTo>
                  <a:pt x="24394" y="59392"/>
                </a:lnTo>
                <a:lnTo>
                  <a:pt x="22985" y="44944"/>
                </a:lnTo>
                <a:lnTo>
                  <a:pt x="23013" y="45225"/>
                </a:lnTo>
                <a:lnTo>
                  <a:pt x="21948" y="30202"/>
                </a:lnTo>
                <a:lnTo>
                  <a:pt x="21298" y="15141"/>
                </a:lnTo>
                <a:lnTo>
                  <a:pt x="21312" y="15436"/>
                </a:lnTo>
                <a:lnTo>
                  <a:pt x="21087" y="0"/>
                </a:lnTo>
                <a:lnTo>
                  <a:pt x="0" y="309"/>
                </a:lnTo>
                <a:lnTo>
                  <a:pt x="225" y="15886"/>
                </a:lnTo>
                <a:lnTo>
                  <a:pt x="900" y="31490"/>
                </a:lnTo>
                <a:lnTo>
                  <a:pt x="1982" y="46855"/>
                </a:lnTo>
                <a:lnTo>
                  <a:pt x="3444" y="61841"/>
                </a:lnTo>
                <a:lnTo>
                  <a:pt x="5272" y="76363"/>
                </a:lnTo>
                <a:lnTo>
                  <a:pt x="7409" y="90295"/>
                </a:lnTo>
                <a:lnTo>
                  <a:pt x="9855" y="103509"/>
                </a:lnTo>
                <a:lnTo>
                  <a:pt x="12582" y="115937"/>
                </a:lnTo>
                <a:lnTo>
                  <a:pt x="15576" y="127436"/>
                </a:lnTo>
                <a:lnTo>
                  <a:pt x="18810" y="137952"/>
                </a:lnTo>
                <a:lnTo>
                  <a:pt x="22296" y="147370"/>
                </a:lnTo>
                <a:lnTo>
                  <a:pt x="26007" y="155538"/>
                </a:lnTo>
                <a:lnTo>
                  <a:pt x="28088" y="159348"/>
                </a:lnTo>
                <a:lnTo>
                  <a:pt x="30239" y="162778"/>
                </a:lnTo>
                <a:lnTo>
                  <a:pt x="32572" y="165927"/>
                </a:lnTo>
                <a:lnTo>
                  <a:pt x="35131" y="168795"/>
                </a:lnTo>
                <a:lnTo>
                  <a:pt x="38055" y="171353"/>
                </a:lnTo>
                <a:lnTo>
                  <a:pt x="41471" y="173504"/>
                </a:lnTo>
                <a:lnTo>
                  <a:pt x="45464" y="175037"/>
                </a:lnTo>
                <a:lnTo>
                  <a:pt x="48556" y="175444"/>
                </a:lnTo>
                <a:lnTo>
                  <a:pt x="48996" y="175501"/>
                </a:lnTo>
                <a:lnTo>
                  <a:pt x="49095" y="175564"/>
                </a:lnTo>
                <a:close/>
              </a:path>
            </a:pathLst>
          </a:custGeom>
          <a:solidFill xmlns:a="http://schemas.openxmlformats.org/drawingml/2006/main">
            <a:srgbClr val="91ACE0"/>
          </a:solidFill>
          <a:ln xmlns:a="http://schemas.openxmlformats.org/drawingml/2006/main" w="0" cap="flat">
            <a:noFill/>
            <a:miter/>
          </a:ln>
        </p:spPr>
      </p:sp>
      <p:sp>
        <p:nvSpPr>
          <p:cNvPr id="954" name="Vector element">
            <a:extLst xmlns:a="http://schemas.openxmlformats.org/drawingml/2006/main">
              <a:ext uri="{FF2B5EF4-FFF2-40B4-BE49-F238E27FC236}">
                <a16:creationId xmlns:a16="http://schemas.microsoft.com/office/drawing/2014/main" id="{4910E901-46FE-4CC8-B331-A0AA22902D54}"/>
              </a:ext>
            </a:extLst>
          </p:cNvPr>
          <p:cNvSpPr>
            <a:spLocks xmlns:a="http://schemas.openxmlformats.org/drawingml/2006/main" noGrp="1"/>
          </p:cNvSpPr>
          <p:nvPr/>
        </p:nvSpPr>
        <p:spPr>
          <a:xfrm xmlns:a="http://schemas.openxmlformats.org/drawingml/2006/main">
            <a:off x="1922792" y="5915322"/>
            <a:ext cx="138753" cy="131443"/>
          </a:xfrm>
          <a:custGeom xmlns:a="http://schemas.openxmlformats.org/drawingml/2006/main">
            <a:pathLst>
              <a:path w="138753" h="131443">
                <a:moveTo>
                  <a:pt x="0" y="66213"/>
                </a:moveTo>
                <a:cubicBezTo>
                  <a:pt x="281" y="29423"/>
                  <a:pt x="31279" y="0"/>
                  <a:pt x="69517" y="0"/>
                </a:cubicBezTo>
                <a:cubicBezTo>
                  <a:pt x="107755" y="0"/>
                  <a:pt x="138753" y="29423"/>
                  <a:pt x="138753" y="65721"/>
                </a:cubicBezTo>
                <a:cubicBezTo>
                  <a:pt x="138753" y="102019"/>
                  <a:pt x="107755" y="131443"/>
                  <a:pt x="69517" y="131443"/>
                </a:cubicBezTo>
                <a:cubicBezTo>
                  <a:pt x="31279" y="131443"/>
                  <a:pt x="281" y="102019"/>
                  <a:pt x="0" y="66213"/>
                </a:cubicBezTo>
              </a:path>
            </a:pathLst>
          </a:custGeom>
          <a:solidFill xmlns:a="http://schemas.openxmlformats.org/drawingml/2006/main">
            <a:srgbClr val="726595"/>
          </a:solidFill>
          <a:ln xmlns:a="http://schemas.openxmlformats.org/drawingml/2006/main" w="0" cap="flat">
            <a:noFill/>
            <a:miter/>
          </a:ln>
        </p:spPr>
      </p:sp>
      <p:sp>
        <p:nvSpPr>
          <p:cNvPr id="955" name="Vector element">
            <a:extLst xmlns:a="http://schemas.openxmlformats.org/drawingml/2006/main">
              <a:ext uri="{FF2B5EF4-FFF2-40B4-BE49-F238E27FC236}">
                <a16:creationId xmlns:a16="http://schemas.microsoft.com/office/drawing/2014/main" id="{4E979F67-1593-49EE-A215-2BE25BF64357}"/>
              </a:ext>
            </a:extLst>
          </p:cNvPr>
          <p:cNvSpPr>
            <a:spLocks xmlns:a="http://schemas.openxmlformats.org/drawingml/2006/main" noGrp="1"/>
          </p:cNvSpPr>
          <p:nvPr/>
        </p:nvSpPr>
        <p:spPr>
          <a:xfrm xmlns:a="http://schemas.openxmlformats.org/drawingml/2006/main">
            <a:off x="1916044" y="5908293"/>
            <a:ext cx="152530" cy="145501"/>
          </a:xfrm>
          <a:custGeom xmlns:a="http://schemas.openxmlformats.org/drawingml/2006/main">
            <a:pathLst>
              <a:path w="152530" h="145501">
                <a:moveTo>
                  <a:pt x="2418" y="91012"/>
                </a:moveTo>
                <a:lnTo>
                  <a:pt x="3486" y="94568"/>
                </a:lnTo>
                <a:lnTo>
                  <a:pt x="6045" y="101190"/>
                </a:lnTo>
                <a:lnTo>
                  <a:pt x="9278" y="107572"/>
                </a:lnTo>
                <a:lnTo>
                  <a:pt x="13116" y="113575"/>
                </a:lnTo>
                <a:lnTo>
                  <a:pt x="17530" y="119170"/>
                </a:lnTo>
                <a:lnTo>
                  <a:pt x="22465" y="124329"/>
                </a:lnTo>
                <a:lnTo>
                  <a:pt x="27891" y="128997"/>
                </a:lnTo>
                <a:lnTo>
                  <a:pt x="33753" y="133172"/>
                </a:lnTo>
                <a:lnTo>
                  <a:pt x="40037" y="136799"/>
                </a:lnTo>
                <a:lnTo>
                  <a:pt x="46701" y="139835"/>
                </a:lnTo>
                <a:lnTo>
                  <a:pt x="53603" y="142239"/>
                </a:lnTo>
                <a:lnTo>
                  <a:pt x="57301" y="143237"/>
                </a:lnTo>
                <a:lnTo>
                  <a:pt x="60970" y="144039"/>
                </a:lnTo>
                <a:lnTo>
                  <a:pt x="64709" y="144671"/>
                </a:lnTo>
                <a:lnTo>
                  <a:pt x="68505" y="145135"/>
                </a:lnTo>
                <a:lnTo>
                  <a:pt x="72371" y="145402"/>
                </a:lnTo>
                <a:lnTo>
                  <a:pt x="76265" y="145501"/>
                </a:lnTo>
                <a:lnTo>
                  <a:pt x="80159" y="145402"/>
                </a:lnTo>
                <a:lnTo>
                  <a:pt x="84025" y="145135"/>
                </a:lnTo>
                <a:lnTo>
                  <a:pt x="87821" y="144671"/>
                </a:lnTo>
                <a:lnTo>
                  <a:pt x="91560" y="144039"/>
                </a:lnTo>
                <a:lnTo>
                  <a:pt x="95229" y="143237"/>
                </a:lnTo>
                <a:lnTo>
                  <a:pt x="98926" y="142239"/>
                </a:lnTo>
                <a:lnTo>
                  <a:pt x="105829" y="139835"/>
                </a:lnTo>
                <a:lnTo>
                  <a:pt x="112492" y="136799"/>
                </a:lnTo>
                <a:lnTo>
                  <a:pt x="118776" y="133172"/>
                </a:lnTo>
                <a:lnTo>
                  <a:pt x="124639" y="128997"/>
                </a:lnTo>
                <a:lnTo>
                  <a:pt x="130065" y="124329"/>
                </a:lnTo>
                <a:lnTo>
                  <a:pt x="134999" y="119170"/>
                </a:lnTo>
                <a:lnTo>
                  <a:pt x="139414" y="113575"/>
                </a:lnTo>
                <a:lnTo>
                  <a:pt x="143251" y="107572"/>
                </a:lnTo>
                <a:lnTo>
                  <a:pt x="146485" y="101190"/>
                </a:lnTo>
                <a:lnTo>
                  <a:pt x="149043" y="94568"/>
                </a:lnTo>
                <a:lnTo>
                  <a:pt x="150112" y="91012"/>
                </a:lnTo>
                <a:lnTo>
                  <a:pt x="150969" y="87483"/>
                </a:lnTo>
                <a:lnTo>
                  <a:pt x="151644" y="83870"/>
                </a:lnTo>
                <a:lnTo>
                  <a:pt x="152136" y="80215"/>
                </a:lnTo>
                <a:lnTo>
                  <a:pt x="152431" y="76504"/>
                </a:lnTo>
                <a:lnTo>
                  <a:pt x="152530" y="72750"/>
                </a:lnTo>
                <a:lnTo>
                  <a:pt x="152431" y="68997"/>
                </a:lnTo>
                <a:lnTo>
                  <a:pt x="152136" y="65286"/>
                </a:lnTo>
                <a:lnTo>
                  <a:pt x="151644" y="61630"/>
                </a:lnTo>
                <a:lnTo>
                  <a:pt x="150969" y="58018"/>
                </a:lnTo>
                <a:lnTo>
                  <a:pt x="150112" y="54489"/>
                </a:lnTo>
                <a:lnTo>
                  <a:pt x="149043" y="50932"/>
                </a:lnTo>
                <a:lnTo>
                  <a:pt x="146485" y="44311"/>
                </a:lnTo>
                <a:lnTo>
                  <a:pt x="143251" y="37929"/>
                </a:lnTo>
                <a:lnTo>
                  <a:pt x="139414" y="31926"/>
                </a:lnTo>
                <a:lnTo>
                  <a:pt x="134999" y="26331"/>
                </a:lnTo>
                <a:lnTo>
                  <a:pt x="130065" y="21171"/>
                </a:lnTo>
                <a:lnTo>
                  <a:pt x="124639" y="16504"/>
                </a:lnTo>
                <a:lnTo>
                  <a:pt x="118776" y="12329"/>
                </a:lnTo>
                <a:lnTo>
                  <a:pt x="112492" y="8702"/>
                </a:lnTo>
                <a:lnTo>
                  <a:pt x="105829" y="5665"/>
                </a:lnTo>
                <a:lnTo>
                  <a:pt x="98926" y="3261"/>
                </a:lnTo>
                <a:lnTo>
                  <a:pt x="95229" y="2263"/>
                </a:lnTo>
                <a:lnTo>
                  <a:pt x="91560" y="1462"/>
                </a:lnTo>
                <a:lnTo>
                  <a:pt x="87821" y="829"/>
                </a:lnTo>
                <a:lnTo>
                  <a:pt x="84025" y="366"/>
                </a:lnTo>
                <a:lnTo>
                  <a:pt x="80159" y="84"/>
                </a:lnTo>
                <a:lnTo>
                  <a:pt x="76265" y="0"/>
                </a:lnTo>
                <a:lnTo>
                  <a:pt x="72371" y="84"/>
                </a:lnTo>
                <a:lnTo>
                  <a:pt x="68505" y="366"/>
                </a:lnTo>
                <a:lnTo>
                  <a:pt x="64709" y="829"/>
                </a:lnTo>
                <a:lnTo>
                  <a:pt x="60970" y="1462"/>
                </a:lnTo>
                <a:lnTo>
                  <a:pt x="57301" y="2263"/>
                </a:lnTo>
                <a:lnTo>
                  <a:pt x="53603" y="3261"/>
                </a:lnTo>
                <a:lnTo>
                  <a:pt x="46701" y="5665"/>
                </a:lnTo>
                <a:lnTo>
                  <a:pt x="40037" y="8702"/>
                </a:lnTo>
                <a:lnTo>
                  <a:pt x="33753" y="12329"/>
                </a:lnTo>
                <a:lnTo>
                  <a:pt x="27891" y="16504"/>
                </a:lnTo>
                <a:lnTo>
                  <a:pt x="22465" y="21171"/>
                </a:lnTo>
                <a:lnTo>
                  <a:pt x="17530" y="26331"/>
                </a:lnTo>
                <a:lnTo>
                  <a:pt x="13116" y="31926"/>
                </a:lnTo>
                <a:lnTo>
                  <a:pt x="9278" y="37929"/>
                </a:lnTo>
                <a:lnTo>
                  <a:pt x="6045" y="44311"/>
                </a:lnTo>
                <a:lnTo>
                  <a:pt x="3486" y="50932"/>
                </a:lnTo>
                <a:lnTo>
                  <a:pt x="2418" y="54489"/>
                </a:lnTo>
                <a:lnTo>
                  <a:pt x="1560" y="58018"/>
                </a:lnTo>
                <a:lnTo>
                  <a:pt x="886" y="61630"/>
                </a:lnTo>
                <a:lnTo>
                  <a:pt x="394" y="65286"/>
                </a:lnTo>
                <a:lnTo>
                  <a:pt x="98" y="68997"/>
                </a:lnTo>
                <a:lnTo>
                  <a:pt x="0" y="72750"/>
                </a:lnTo>
                <a:lnTo>
                  <a:pt x="98" y="76504"/>
                </a:lnTo>
                <a:lnTo>
                  <a:pt x="394" y="80215"/>
                </a:lnTo>
                <a:lnTo>
                  <a:pt x="886" y="83870"/>
                </a:lnTo>
                <a:lnTo>
                  <a:pt x="1560" y="87483"/>
                </a:lnTo>
                <a:lnTo>
                  <a:pt x="2418" y="91012"/>
                </a:lnTo>
                <a:close/>
                <a:moveTo>
                  <a:pt x="14386" y="66712"/>
                </a:moveTo>
                <a:lnTo>
                  <a:pt x="14760" y="63891"/>
                </a:lnTo>
                <a:lnTo>
                  <a:pt x="15275" y="61132"/>
                </a:lnTo>
                <a:lnTo>
                  <a:pt x="16013" y="58102"/>
                </a:lnTo>
                <a:lnTo>
                  <a:pt x="16762" y="55582"/>
                </a:lnTo>
                <a:lnTo>
                  <a:pt x="18909" y="50022"/>
                </a:lnTo>
                <a:lnTo>
                  <a:pt x="21463" y="44974"/>
                </a:lnTo>
                <a:lnTo>
                  <a:pt x="24560" y="40127"/>
                </a:lnTo>
                <a:lnTo>
                  <a:pt x="28131" y="35585"/>
                </a:lnTo>
                <a:lnTo>
                  <a:pt x="32172" y="31365"/>
                </a:lnTo>
                <a:lnTo>
                  <a:pt x="36567" y="27574"/>
                </a:lnTo>
                <a:lnTo>
                  <a:pt x="41320" y="24200"/>
                </a:lnTo>
                <a:lnTo>
                  <a:pt x="46447" y="21232"/>
                </a:lnTo>
                <a:lnTo>
                  <a:pt x="51895" y="18742"/>
                </a:lnTo>
                <a:lnTo>
                  <a:pt x="57665" y="16730"/>
                </a:lnTo>
                <a:lnTo>
                  <a:pt x="60528" y="15956"/>
                </a:lnTo>
                <a:lnTo>
                  <a:pt x="63518" y="15290"/>
                </a:lnTo>
                <a:lnTo>
                  <a:pt x="66855" y="14727"/>
                </a:lnTo>
                <a:lnTo>
                  <a:pt x="69938" y="14363"/>
                </a:lnTo>
                <a:lnTo>
                  <a:pt x="73088" y="14137"/>
                </a:lnTo>
                <a:lnTo>
                  <a:pt x="76265" y="14062"/>
                </a:lnTo>
                <a:lnTo>
                  <a:pt x="79442" y="14137"/>
                </a:lnTo>
                <a:lnTo>
                  <a:pt x="82592" y="14363"/>
                </a:lnTo>
                <a:lnTo>
                  <a:pt x="85675" y="14727"/>
                </a:lnTo>
                <a:lnTo>
                  <a:pt x="89012" y="15290"/>
                </a:lnTo>
                <a:lnTo>
                  <a:pt x="92002" y="15956"/>
                </a:lnTo>
                <a:lnTo>
                  <a:pt x="94864" y="16730"/>
                </a:lnTo>
                <a:lnTo>
                  <a:pt x="100635" y="18742"/>
                </a:lnTo>
                <a:lnTo>
                  <a:pt x="106082" y="21232"/>
                </a:lnTo>
                <a:lnTo>
                  <a:pt x="111210" y="24200"/>
                </a:lnTo>
                <a:lnTo>
                  <a:pt x="115963" y="27574"/>
                </a:lnTo>
                <a:lnTo>
                  <a:pt x="120357" y="31365"/>
                </a:lnTo>
                <a:lnTo>
                  <a:pt x="124399" y="35585"/>
                </a:lnTo>
                <a:lnTo>
                  <a:pt x="127970" y="40127"/>
                </a:lnTo>
                <a:lnTo>
                  <a:pt x="131067" y="44974"/>
                </a:lnTo>
                <a:lnTo>
                  <a:pt x="133621" y="50022"/>
                </a:lnTo>
                <a:lnTo>
                  <a:pt x="135768" y="55582"/>
                </a:lnTo>
                <a:lnTo>
                  <a:pt x="136517" y="58102"/>
                </a:lnTo>
                <a:lnTo>
                  <a:pt x="137254" y="61132"/>
                </a:lnTo>
                <a:lnTo>
                  <a:pt x="137770" y="63891"/>
                </a:lnTo>
                <a:lnTo>
                  <a:pt x="138144" y="66712"/>
                </a:lnTo>
                <a:lnTo>
                  <a:pt x="138394" y="69836"/>
                </a:lnTo>
                <a:lnTo>
                  <a:pt x="138467" y="72750"/>
                </a:lnTo>
                <a:lnTo>
                  <a:pt x="138394" y="75665"/>
                </a:lnTo>
                <a:lnTo>
                  <a:pt x="138144" y="78788"/>
                </a:lnTo>
                <a:lnTo>
                  <a:pt x="137770" y="81610"/>
                </a:lnTo>
                <a:lnTo>
                  <a:pt x="137254" y="84369"/>
                </a:lnTo>
                <a:lnTo>
                  <a:pt x="136517" y="87399"/>
                </a:lnTo>
                <a:lnTo>
                  <a:pt x="135768" y="89919"/>
                </a:lnTo>
                <a:lnTo>
                  <a:pt x="133621" y="95479"/>
                </a:lnTo>
                <a:lnTo>
                  <a:pt x="131067" y="100527"/>
                </a:lnTo>
                <a:lnTo>
                  <a:pt x="127970" y="105373"/>
                </a:lnTo>
                <a:lnTo>
                  <a:pt x="124399" y="109916"/>
                </a:lnTo>
                <a:lnTo>
                  <a:pt x="120357" y="114135"/>
                </a:lnTo>
                <a:lnTo>
                  <a:pt x="115963" y="117927"/>
                </a:lnTo>
                <a:lnTo>
                  <a:pt x="111210" y="121301"/>
                </a:lnTo>
                <a:lnTo>
                  <a:pt x="106082" y="124269"/>
                </a:lnTo>
                <a:lnTo>
                  <a:pt x="100635" y="126759"/>
                </a:lnTo>
                <a:lnTo>
                  <a:pt x="94864" y="128771"/>
                </a:lnTo>
                <a:lnTo>
                  <a:pt x="92002" y="129545"/>
                </a:lnTo>
                <a:lnTo>
                  <a:pt x="89012" y="130211"/>
                </a:lnTo>
                <a:lnTo>
                  <a:pt x="85675" y="130774"/>
                </a:lnTo>
                <a:lnTo>
                  <a:pt x="82592" y="131137"/>
                </a:lnTo>
                <a:lnTo>
                  <a:pt x="79442" y="131363"/>
                </a:lnTo>
                <a:lnTo>
                  <a:pt x="76265" y="131439"/>
                </a:lnTo>
                <a:lnTo>
                  <a:pt x="73088" y="131363"/>
                </a:lnTo>
                <a:lnTo>
                  <a:pt x="69938" y="131137"/>
                </a:lnTo>
                <a:lnTo>
                  <a:pt x="66855" y="130774"/>
                </a:lnTo>
                <a:lnTo>
                  <a:pt x="63518" y="130211"/>
                </a:lnTo>
                <a:lnTo>
                  <a:pt x="60528" y="129545"/>
                </a:lnTo>
                <a:lnTo>
                  <a:pt x="57665" y="128771"/>
                </a:lnTo>
                <a:lnTo>
                  <a:pt x="51895" y="126759"/>
                </a:lnTo>
                <a:lnTo>
                  <a:pt x="46447" y="124269"/>
                </a:lnTo>
                <a:lnTo>
                  <a:pt x="41320" y="121301"/>
                </a:lnTo>
                <a:lnTo>
                  <a:pt x="36567" y="117927"/>
                </a:lnTo>
                <a:lnTo>
                  <a:pt x="32172" y="114135"/>
                </a:lnTo>
                <a:lnTo>
                  <a:pt x="28131" y="109916"/>
                </a:lnTo>
                <a:lnTo>
                  <a:pt x="24560" y="105373"/>
                </a:lnTo>
                <a:lnTo>
                  <a:pt x="21463" y="100527"/>
                </a:lnTo>
                <a:lnTo>
                  <a:pt x="18909" y="95479"/>
                </a:lnTo>
                <a:lnTo>
                  <a:pt x="16762" y="89919"/>
                </a:lnTo>
                <a:lnTo>
                  <a:pt x="16013" y="87399"/>
                </a:lnTo>
                <a:lnTo>
                  <a:pt x="15275" y="84369"/>
                </a:lnTo>
                <a:lnTo>
                  <a:pt x="14760" y="81610"/>
                </a:lnTo>
                <a:lnTo>
                  <a:pt x="14386" y="78788"/>
                </a:lnTo>
                <a:lnTo>
                  <a:pt x="14135" y="75665"/>
                </a:lnTo>
                <a:lnTo>
                  <a:pt x="14063" y="72750"/>
                </a:lnTo>
                <a:lnTo>
                  <a:pt x="14135" y="69836"/>
                </a:lnTo>
                <a:lnTo>
                  <a:pt x="14386" y="66712"/>
                </a:lnTo>
                <a:close/>
              </a:path>
            </a:pathLst>
          </a:custGeom>
          <a:solidFill xmlns:a="http://schemas.openxmlformats.org/drawingml/2006/main">
            <a:srgbClr val="000000"/>
          </a:solidFill>
          <a:ln xmlns:a="http://schemas.openxmlformats.org/drawingml/2006/main" w="0" cap="flat">
            <a:noFill/>
            <a:miter/>
          </a:ln>
        </p:spPr>
      </p:sp>
      <p:sp>
        <p:nvSpPr>
          <p:cNvPr id="956" name="Vector element">
            <a:extLst xmlns:a="http://schemas.openxmlformats.org/drawingml/2006/main">
              <a:ext uri="{FF2B5EF4-FFF2-40B4-BE49-F238E27FC236}">
                <a16:creationId xmlns:a16="http://schemas.microsoft.com/office/drawing/2014/main" id="{35607455-1EBF-45E8-96D4-BC1E5081BE2A}"/>
              </a:ext>
            </a:extLst>
          </p:cNvPr>
          <p:cNvSpPr>
            <a:spLocks xmlns:a="http://schemas.openxmlformats.org/drawingml/2006/main" noGrp="1"/>
          </p:cNvSpPr>
          <p:nvPr/>
        </p:nvSpPr>
        <p:spPr>
          <a:xfrm xmlns:a="http://schemas.openxmlformats.org/drawingml/2006/main">
            <a:off x="1497129" y="5388187"/>
            <a:ext cx="622842" cy="162328"/>
          </a:xfrm>
          <a:custGeom xmlns:a="http://schemas.openxmlformats.org/drawingml/2006/main">
            <a:pathLst>
              <a:path w="622842" h="162328">
                <a:moveTo>
                  <a:pt x="2615" y="14944"/>
                </a:moveTo>
                <a:lnTo>
                  <a:pt x="4569" y="19456"/>
                </a:lnTo>
                <a:lnTo>
                  <a:pt x="6987" y="23828"/>
                </a:lnTo>
                <a:lnTo>
                  <a:pt x="9827" y="28060"/>
                </a:lnTo>
                <a:lnTo>
                  <a:pt x="13060" y="32165"/>
                </a:lnTo>
                <a:lnTo>
                  <a:pt x="16687" y="36171"/>
                </a:lnTo>
                <a:lnTo>
                  <a:pt x="20665" y="40065"/>
                </a:lnTo>
                <a:lnTo>
                  <a:pt x="25009" y="43875"/>
                </a:lnTo>
                <a:lnTo>
                  <a:pt x="29705" y="47615"/>
                </a:lnTo>
                <a:lnTo>
                  <a:pt x="34737" y="51298"/>
                </a:lnTo>
                <a:lnTo>
                  <a:pt x="40108" y="54925"/>
                </a:lnTo>
                <a:lnTo>
                  <a:pt x="45815" y="58481"/>
                </a:lnTo>
                <a:lnTo>
                  <a:pt x="51846" y="61996"/>
                </a:lnTo>
                <a:lnTo>
                  <a:pt x="58271" y="65496"/>
                </a:lnTo>
                <a:lnTo>
                  <a:pt x="71865" y="72272"/>
                </a:lnTo>
                <a:lnTo>
                  <a:pt x="86766" y="78908"/>
                </a:lnTo>
                <a:lnTo>
                  <a:pt x="102835" y="85360"/>
                </a:lnTo>
                <a:lnTo>
                  <a:pt x="120056" y="91644"/>
                </a:lnTo>
                <a:lnTo>
                  <a:pt x="138359" y="97732"/>
                </a:lnTo>
                <a:lnTo>
                  <a:pt x="157717" y="103636"/>
                </a:lnTo>
                <a:lnTo>
                  <a:pt x="178045" y="109315"/>
                </a:lnTo>
                <a:lnTo>
                  <a:pt x="199315" y="114798"/>
                </a:lnTo>
                <a:lnTo>
                  <a:pt x="221470" y="120042"/>
                </a:lnTo>
                <a:lnTo>
                  <a:pt x="244455" y="125046"/>
                </a:lnTo>
                <a:lnTo>
                  <a:pt x="268227" y="129798"/>
                </a:lnTo>
                <a:lnTo>
                  <a:pt x="292703" y="134282"/>
                </a:lnTo>
                <a:lnTo>
                  <a:pt x="317852" y="138486"/>
                </a:lnTo>
                <a:lnTo>
                  <a:pt x="343607" y="142394"/>
                </a:lnTo>
                <a:lnTo>
                  <a:pt x="369923" y="145993"/>
                </a:lnTo>
                <a:lnTo>
                  <a:pt x="396746" y="149268"/>
                </a:lnTo>
                <a:lnTo>
                  <a:pt x="424019" y="152220"/>
                </a:lnTo>
                <a:lnTo>
                  <a:pt x="451671" y="154821"/>
                </a:lnTo>
                <a:lnTo>
                  <a:pt x="479674" y="157056"/>
                </a:lnTo>
                <a:lnTo>
                  <a:pt x="507945" y="158912"/>
                </a:lnTo>
                <a:lnTo>
                  <a:pt x="536441" y="160388"/>
                </a:lnTo>
                <a:lnTo>
                  <a:pt x="565119" y="161457"/>
                </a:lnTo>
                <a:lnTo>
                  <a:pt x="593910" y="162103"/>
                </a:lnTo>
                <a:lnTo>
                  <a:pt x="622673" y="162328"/>
                </a:lnTo>
                <a:lnTo>
                  <a:pt x="622842" y="141241"/>
                </a:lnTo>
                <a:lnTo>
                  <a:pt x="594149" y="141016"/>
                </a:lnTo>
                <a:lnTo>
                  <a:pt x="594304" y="141030"/>
                </a:lnTo>
                <a:lnTo>
                  <a:pt x="565668" y="140370"/>
                </a:lnTo>
                <a:lnTo>
                  <a:pt x="565822" y="140384"/>
                </a:lnTo>
                <a:lnTo>
                  <a:pt x="537312" y="139315"/>
                </a:lnTo>
                <a:lnTo>
                  <a:pt x="537453" y="139329"/>
                </a:lnTo>
                <a:lnTo>
                  <a:pt x="509112" y="137867"/>
                </a:lnTo>
                <a:lnTo>
                  <a:pt x="509253" y="137867"/>
                </a:lnTo>
                <a:lnTo>
                  <a:pt x="481122" y="136012"/>
                </a:lnTo>
                <a:lnTo>
                  <a:pt x="481277" y="136026"/>
                </a:lnTo>
                <a:lnTo>
                  <a:pt x="453428" y="133804"/>
                </a:lnTo>
                <a:lnTo>
                  <a:pt x="453569" y="133819"/>
                </a:lnTo>
                <a:lnTo>
                  <a:pt x="426057" y="131232"/>
                </a:lnTo>
                <a:lnTo>
                  <a:pt x="426212" y="131246"/>
                </a:lnTo>
                <a:lnTo>
                  <a:pt x="399094" y="128308"/>
                </a:lnTo>
                <a:lnTo>
                  <a:pt x="399234" y="128336"/>
                </a:lnTo>
                <a:lnTo>
                  <a:pt x="372566" y="125074"/>
                </a:lnTo>
                <a:lnTo>
                  <a:pt x="372707" y="125088"/>
                </a:lnTo>
                <a:lnTo>
                  <a:pt x="346545" y="121504"/>
                </a:lnTo>
                <a:lnTo>
                  <a:pt x="346699" y="121532"/>
                </a:lnTo>
                <a:lnTo>
                  <a:pt x="321100" y="117638"/>
                </a:lnTo>
                <a:lnTo>
                  <a:pt x="321254" y="117666"/>
                </a:lnTo>
                <a:lnTo>
                  <a:pt x="296259" y="113491"/>
                </a:lnTo>
                <a:lnTo>
                  <a:pt x="296428" y="113519"/>
                </a:lnTo>
                <a:lnTo>
                  <a:pt x="272107" y="109062"/>
                </a:lnTo>
                <a:lnTo>
                  <a:pt x="272276" y="109104"/>
                </a:lnTo>
                <a:lnTo>
                  <a:pt x="248687" y="104381"/>
                </a:lnTo>
                <a:lnTo>
                  <a:pt x="248855" y="104423"/>
                </a:lnTo>
                <a:lnTo>
                  <a:pt x="226111" y="99473"/>
                </a:lnTo>
                <a:lnTo>
                  <a:pt x="204277" y="94301"/>
                </a:lnTo>
                <a:lnTo>
                  <a:pt x="204474" y="94344"/>
                </a:lnTo>
                <a:lnTo>
                  <a:pt x="183538" y="88963"/>
                </a:lnTo>
                <a:lnTo>
                  <a:pt x="163612" y="83379"/>
                </a:lnTo>
                <a:lnTo>
                  <a:pt x="144643" y="77600"/>
                </a:lnTo>
                <a:lnTo>
                  <a:pt x="144896" y="77685"/>
                </a:lnTo>
                <a:lnTo>
                  <a:pt x="126989" y="71725"/>
                </a:lnTo>
                <a:lnTo>
                  <a:pt x="110306" y="65642"/>
                </a:lnTo>
                <a:lnTo>
                  <a:pt x="94982" y="59485"/>
                </a:lnTo>
                <a:lnTo>
                  <a:pt x="80769" y="53150"/>
                </a:lnTo>
                <a:lnTo>
                  <a:pt x="68030" y="46807"/>
                </a:lnTo>
                <a:lnTo>
                  <a:pt x="62080" y="43566"/>
                </a:lnTo>
                <a:lnTo>
                  <a:pt x="62347" y="43706"/>
                </a:lnTo>
                <a:lnTo>
                  <a:pt x="56584" y="40347"/>
                </a:lnTo>
                <a:lnTo>
                  <a:pt x="56851" y="40515"/>
                </a:lnTo>
                <a:lnTo>
                  <a:pt x="51678" y="37277"/>
                </a:lnTo>
                <a:lnTo>
                  <a:pt x="46878" y="34051"/>
                </a:lnTo>
                <a:lnTo>
                  <a:pt x="42518" y="30869"/>
                </a:lnTo>
                <a:lnTo>
                  <a:pt x="38622" y="27770"/>
                </a:lnTo>
                <a:lnTo>
                  <a:pt x="35124" y="24695"/>
                </a:lnTo>
                <a:lnTo>
                  <a:pt x="31901" y="21548"/>
                </a:lnTo>
                <a:lnTo>
                  <a:pt x="29167" y="18535"/>
                </a:lnTo>
                <a:lnTo>
                  <a:pt x="26914" y="15688"/>
                </a:lnTo>
                <a:lnTo>
                  <a:pt x="24981" y="12811"/>
                </a:lnTo>
                <a:lnTo>
                  <a:pt x="23520" y="10173"/>
                </a:lnTo>
                <a:lnTo>
                  <a:pt x="22430" y="7640"/>
                </a:lnTo>
                <a:lnTo>
                  <a:pt x="21665" y="5198"/>
                </a:lnTo>
                <a:lnTo>
                  <a:pt x="21230" y="2878"/>
                </a:lnTo>
                <a:lnTo>
                  <a:pt x="21059" y="0"/>
                </a:lnTo>
                <a:lnTo>
                  <a:pt x="0" y="1321"/>
                </a:lnTo>
                <a:lnTo>
                  <a:pt x="267" y="5511"/>
                </a:lnTo>
                <a:lnTo>
                  <a:pt x="1167" y="10290"/>
                </a:lnTo>
                <a:lnTo>
                  <a:pt x="2615" y="14944"/>
                </a:lnTo>
                <a:close/>
              </a:path>
            </a:pathLst>
          </a:custGeom>
          <a:solidFill xmlns:a="http://schemas.openxmlformats.org/drawingml/2006/main">
            <a:srgbClr val="F2BA02"/>
          </a:solidFill>
          <a:ln xmlns:a="http://schemas.openxmlformats.org/drawingml/2006/main" w="0" cap="flat">
            <a:noFill/>
            <a:miter/>
          </a:ln>
        </p:spPr>
      </p:sp>
      <p:sp>
        <p:nvSpPr>
          <p:cNvPr id="957" name="Vector element">
            <a:extLst xmlns:a="http://schemas.openxmlformats.org/drawingml/2006/main">
              <a:ext uri="{FF2B5EF4-FFF2-40B4-BE49-F238E27FC236}">
                <a16:creationId xmlns:a16="http://schemas.microsoft.com/office/drawing/2014/main" id="{97F22461-6208-4D63-9E7E-093D4DF6EEE1}"/>
              </a:ext>
            </a:extLst>
          </p:cNvPr>
          <p:cNvSpPr>
            <a:spLocks xmlns:a="http://schemas.openxmlformats.org/drawingml/2006/main" noGrp="1"/>
          </p:cNvSpPr>
          <p:nvPr/>
        </p:nvSpPr>
        <p:spPr>
          <a:xfrm xmlns:a="http://schemas.openxmlformats.org/drawingml/2006/main">
            <a:off x="1982117" y="5647980"/>
            <a:ext cx="218603" cy="267581"/>
          </a:xfrm>
          <a:custGeom xmlns:a="http://schemas.openxmlformats.org/drawingml/2006/main">
            <a:pathLst>
              <a:path w="218603" h="267581">
                <a:moveTo>
                  <a:pt x="130937" y="140496"/>
                </a:moveTo>
                <a:lnTo>
                  <a:pt x="136152" y="138612"/>
                </a:lnTo>
                <a:lnTo>
                  <a:pt x="141269" y="136377"/>
                </a:lnTo>
                <a:lnTo>
                  <a:pt x="146288" y="133819"/>
                </a:lnTo>
                <a:lnTo>
                  <a:pt x="151180" y="130923"/>
                </a:lnTo>
                <a:lnTo>
                  <a:pt x="155960" y="127731"/>
                </a:lnTo>
                <a:lnTo>
                  <a:pt x="160613" y="124245"/>
                </a:lnTo>
                <a:lnTo>
                  <a:pt x="165140" y="120491"/>
                </a:lnTo>
                <a:lnTo>
                  <a:pt x="169540" y="116471"/>
                </a:lnTo>
                <a:lnTo>
                  <a:pt x="173786" y="112225"/>
                </a:lnTo>
                <a:lnTo>
                  <a:pt x="177905" y="107727"/>
                </a:lnTo>
                <a:lnTo>
                  <a:pt x="181869" y="103017"/>
                </a:lnTo>
                <a:lnTo>
                  <a:pt x="185665" y="98097"/>
                </a:lnTo>
                <a:lnTo>
                  <a:pt x="189306" y="92980"/>
                </a:lnTo>
                <a:lnTo>
                  <a:pt x="192778" y="87680"/>
                </a:lnTo>
                <a:lnTo>
                  <a:pt x="196068" y="82197"/>
                </a:lnTo>
                <a:lnTo>
                  <a:pt x="199160" y="76560"/>
                </a:lnTo>
                <a:lnTo>
                  <a:pt x="202070" y="70768"/>
                </a:lnTo>
                <a:lnTo>
                  <a:pt x="204769" y="64836"/>
                </a:lnTo>
                <a:lnTo>
                  <a:pt x="207272" y="58777"/>
                </a:lnTo>
                <a:lnTo>
                  <a:pt x="209535" y="52591"/>
                </a:lnTo>
                <a:lnTo>
                  <a:pt x="211574" y="46307"/>
                </a:lnTo>
                <a:lnTo>
                  <a:pt x="213387" y="39925"/>
                </a:lnTo>
                <a:lnTo>
                  <a:pt x="214933" y="33458"/>
                </a:lnTo>
                <a:lnTo>
                  <a:pt x="216227" y="26921"/>
                </a:lnTo>
                <a:lnTo>
                  <a:pt x="217253" y="20314"/>
                </a:lnTo>
                <a:lnTo>
                  <a:pt x="217998" y="13650"/>
                </a:lnTo>
                <a:lnTo>
                  <a:pt x="218448" y="6959"/>
                </a:lnTo>
                <a:lnTo>
                  <a:pt x="218603" y="478"/>
                </a:lnTo>
                <a:lnTo>
                  <a:pt x="197516" y="0"/>
                </a:lnTo>
                <a:lnTo>
                  <a:pt x="197377" y="6129"/>
                </a:lnTo>
                <a:lnTo>
                  <a:pt x="196981" y="11802"/>
                </a:lnTo>
                <a:lnTo>
                  <a:pt x="196349" y="17482"/>
                </a:lnTo>
                <a:lnTo>
                  <a:pt x="195469" y="23155"/>
                </a:lnTo>
                <a:lnTo>
                  <a:pt x="194282" y="29156"/>
                </a:lnTo>
                <a:lnTo>
                  <a:pt x="194381" y="28749"/>
                </a:lnTo>
                <a:lnTo>
                  <a:pt x="192933" y="34749"/>
                </a:lnTo>
                <a:lnTo>
                  <a:pt x="191444" y="40033"/>
                </a:lnTo>
                <a:lnTo>
                  <a:pt x="189545" y="45900"/>
                </a:lnTo>
                <a:lnTo>
                  <a:pt x="189671" y="45506"/>
                </a:lnTo>
                <a:lnTo>
                  <a:pt x="187628" y="51095"/>
                </a:lnTo>
                <a:lnTo>
                  <a:pt x="185341" y="56640"/>
                </a:lnTo>
                <a:lnTo>
                  <a:pt x="185510" y="56274"/>
                </a:lnTo>
                <a:lnTo>
                  <a:pt x="183045" y="61667"/>
                </a:lnTo>
                <a:lnTo>
                  <a:pt x="180517" y="66696"/>
                </a:lnTo>
                <a:lnTo>
                  <a:pt x="177831" y="71589"/>
                </a:lnTo>
                <a:lnTo>
                  <a:pt x="174798" y="76644"/>
                </a:lnTo>
                <a:lnTo>
                  <a:pt x="175023" y="76307"/>
                </a:lnTo>
                <a:lnTo>
                  <a:pt x="171775" y="81270"/>
                </a:lnTo>
                <a:lnTo>
                  <a:pt x="172000" y="80918"/>
                </a:lnTo>
                <a:lnTo>
                  <a:pt x="168612" y="85698"/>
                </a:lnTo>
                <a:lnTo>
                  <a:pt x="168851" y="85360"/>
                </a:lnTo>
                <a:lnTo>
                  <a:pt x="165334" y="89911"/>
                </a:lnTo>
                <a:lnTo>
                  <a:pt x="162058" y="93812"/>
                </a:lnTo>
                <a:lnTo>
                  <a:pt x="158544" y="97649"/>
                </a:lnTo>
                <a:lnTo>
                  <a:pt x="154983" y="101211"/>
                </a:lnTo>
                <a:lnTo>
                  <a:pt x="151221" y="104645"/>
                </a:lnTo>
                <a:lnTo>
                  <a:pt x="147472" y="107744"/>
                </a:lnTo>
                <a:lnTo>
                  <a:pt x="143547" y="110665"/>
                </a:lnTo>
                <a:lnTo>
                  <a:pt x="144011" y="110356"/>
                </a:lnTo>
                <a:lnTo>
                  <a:pt x="139951" y="113062"/>
                </a:lnTo>
                <a:lnTo>
                  <a:pt x="136186" y="115290"/>
                </a:lnTo>
                <a:lnTo>
                  <a:pt x="132157" y="117355"/>
                </a:lnTo>
                <a:lnTo>
                  <a:pt x="128486" y="118961"/>
                </a:lnTo>
                <a:lnTo>
                  <a:pt x="124440" y="120414"/>
                </a:lnTo>
                <a:lnTo>
                  <a:pt x="120633" y="121489"/>
                </a:lnTo>
                <a:lnTo>
                  <a:pt x="116928" y="122248"/>
                </a:lnTo>
                <a:lnTo>
                  <a:pt x="113045" y="122732"/>
                </a:lnTo>
                <a:lnTo>
                  <a:pt x="108865" y="122909"/>
                </a:lnTo>
                <a:lnTo>
                  <a:pt x="103805" y="123120"/>
                </a:lnTo>
                <a:lnTo>
                  <a:pt x="98350" y="123795"/>
                </a:lnTo>
                <a:lnTo>
                  <a:pt x="92952" y="124892"/>
                </a:lnTo>
                <a:lnTo>
                  <a:pt x="87652" y="126410"/>
                </a:lnTo>
                <a:lnTo>
                  <a:pt x="82422" y="128294"/>
                </a:lnTo>
                <a:lnTo>
                  <a:pt x="77305" y="130543"/>
                </a:lnTo>
                <a:lnTo>
                  <a:pt x="72301" y="133130"/>
                </a:lnTo>
                <a:lnTo>
                  <a:pt x="67408" y="136026"/>
                </a:lnTo>
                <a:lnTo>
                  <a:pt x="62629" y="139245"/>
                </a:lnTo>
                <a:lnTo>
                  <a:pt x="57975" y="142745"/>
                </a:lnTo>
                <a:lnTo>
                  <a:pt x="53435" y="146513"/>
                </a:lnTo>
                <a:lnTo>
                  <a:pt x="49049" y="150548"/>
                </a:lnTo>
                <a:lnTo>
                  <a:pt x="44789" y="154835"/>
                </a:lnTo>
                <a:lnTo>
                  <a:pt x="40684" y="159348"/>
                </a:lnTo>
                <a:lnTo>
                  <a:pt x="36720" y="164071"/>
                </a:lnTo>
                <a:lnTo>
                  <a:pt x="32924" y="169020"/>
                </a:lnTo>
                <a:lnTo>
                  <a:pt x="29283" y="174165"/>
                </a:lnTo>
                <a:lnTo>
                  <a:pt x="25811" y="179493"/>
                </a:lnTo>
                <a:lnTo>
                  <a:pt x="22521" y="185004"/>
                </a:lnTo>
                <a:lnTo>
                  <a:pt x="19428" y="190669"/>
                </a:lnTo>
                <a:lnTo>
                  <a:pt x="16518" y="196489"/>
                </a:lnTo>
                <a:lnTo>
                  <a:pt x="13819" y="202450"/>
                </a:lnTo>
                <a:lnTo>
                  <a:pt x="11331" y="208537"/>
                </a:lnTo>
                <a:lnTo>
                  <a:pt x="9053" y="214737"/>
                </a:lnTo>
                <a:lnTo>
                  <a:pt x="7015" y="221063"/>
                </a:lnTo>
                <a:lnTo>
                  <a:pt x="5216" y="227473"/>
                </a:lnTo>
                <a:lnTo>
                  <a:pt x="3669" y="233968"/>
                </a:lnTo>
                <a:lnTo>
                  <a:pt x="2376" y="240547"/>
                </a:lnTo>
                <a:lnTo>
                  <a:pt x="1350" y="247183"/>
                </a:lnTo>
                <a:lnTo>
                  <a:pt x="604" y="253860"/>
                </a:lnTo>
                <a:lnTo>
                  <a:pt x="155" y="260594"/>
                </a:lnTo>
                <a:lnTo>
                  <a:pt x="0" y="267103"/>
                </a:lnTo>
                <a:lnTo>
                  <a:pt x="21087" y="267581"/>
                </a:lnTo>
                <a:lnTo>
                  <a:pt x="21219" y="261694"/>
                </a:lnTo>
                <a:lnTo>
                  <a:pt x="21624" y="255693"/>
                </a:lnTo>
                <a:lnTo>
                  <a:pt x="22249" y="250027"/>
                </a:lnTo>
                <a:lnTo>
                  <a:pt x="23136" y="244276"/>
                </a:lnTo>
                <a:lnTo>
                  <a:pt x="24320" y="238256"/>
                </a:lnTo>
                <a:lnTo>
                  <a:pt x="24222" y="238663"/>
                </a:lnTo>
                <a:lnTo>
                  <a:pt x="25684" y="232576"/>
                </a:lnTo>
                <a:lnTo>
                  <a:pt x="25572" y="232970"/>
                </a:lnTo>
                <a:lnTo>
                  <a:pt x="27270" y="226961"/>
                </a:lnTo>
                <a:lnTo>
                  <a:pt x="28966" y="221698"/>
                </a:lnTo>
                <a:lnTo>
                  <a:pt x="30993" y="216164"/>
                </a:lnTo>
                <a:lnTo>
                  <a:pt x="33161" y="210851"/>
                </a:lnTo>
                <a:lnTo>
                  <a:pt x="35583" y="205524"/>
                </a:lnTo>
                <a:lnTo>
                  <a:pt x="38111" y="200455"/>
                </a:lnTo>
                <a:lnTo>
                  <a:pt x="40937" y="195294"/>
                </a:lnTo>
                <a:lnTo>
                  <a:pt x="40726" y="195646"/>
                </a:lnTo>
                <a:lnTo>
                  <a:pt x="43723" y="190646"/>
                </a:lnTo>
                <a:lnTo>
                  <a:pt x="46689" y="186068"/>
                </a:lnTo>
                <a:lnTo>
                  <a:pt x="49944" y="181482"/>
                </a:lnTo>
                <a:lnTo>
                  <a:pt x="53141" y="177320"/>
                </a:lnTo>
                <a:lnTo>
                  <a:pt x="56710" y="173040"/>
                </a:lnTo>
                <a:lnTo>
                  <a:pt x="56429" y="173378"/>
                </a:lnTo>
                <a:lnTo>
                  <a:pt x="60090" y="169350"/>
                </a:lnTo>
                <a:lnTo>
                  <a:pt x="63669" y="165759"/>
                </a:lnTo>
                <a:lnTo>
                  <a:pt x="67282" y="162436"/>
                </a:lnTo>
                <a:lnTo>
                  <a:pt x="71056" y="159279"/>
                </a:lnTo>
                <a:lnTo>
                  <a:pt x="74803" y="156469"/>
                </a:lnTo>
                <a:lnTo>
                  <a:pt x="78792" y="153784"/>
                </a:lnTo>
                <a:lnTo>
                  <a:pt x="82643" y="151513"/>
                </a:lnTo>
                <a:lnTo>
                  <a:pt x="86228" y="149658"/>
                </a:lnTo>
                <a:lnTo>
                  <a:pt x="90164" y="147918"/>
                </a:lnTo>
                <a:lnTo>
                  <a:pt x="94188" y="146461"/>
                </a:lnTo>
                <a:lnTo>
                  <a:pt x="98018" y="145380"/>
                </a:lnTo>
                <a:lnTo>
                  <a:pt x="101686" y="144630"/>
                </a:lnTo>
                <a:lnTo>
                  <a:pt x="105560" y="144146"/>
                </a:lnTo>
                <a:lnTo>
                  <a:pt x="109737" y="143968"/>
                </a:lnTo>
                <a:lnTo>
                  <a:pt x="114798" y="143758"/>
                </a:lnTo>
                <a:lnTo>
                  <a:pt x="120252" y="143083"/>
                </a:lnTo>
                <a:lnTo>
                  <a:pt x="125637" y="141986"/>
                </a:lnTo>
                <a:lnTo>
                  <a:pt x="130937" y="140496"/>
                </a:lnTo>
                <a:close/>
              </a:path>
            </a:pathLst>
          </a:custGeom>
          <a:solidFill xmlns:a="http://schemas.openxmlformats.org/drawingml/2006/main">
            <a:srgbClr val="F2BA02"/>
          </a:solidFill>
          <a:ln xmlns:a="http://schemas.openxmlformats.org/drawingml/2006/main" w="0" cap="flat">
            <a:noFill/>
            <a:miter/>
          </a:ln>
        </p:spPr>
      </p:sp>
      <p:sp>
        <p:nvSpPr>
          <p:cNvPr id="958" name="Vector element">
            <a:extLst xmlns:a="http://schemas.openxmlformats.org/drawingml/2006/main">
              <a:ext uri="{FF2B5EF4-FFF2-40B4-BE49-F238E27FC236}">
                <a16:creationId xmlns:a16="http://schemas.microsoft.com/office/drawing/2014/main" id="{1B0090FC-6FA8-42A7-9713-77240DD2809C}"/>
              </a:ext>
            </a:extLst>
          </p:cNvPr>
          <p:cNvSpPr>
            <a:spLocks xmlns:a="http://schemas.openxmlformats.org/drawingml/2006/main" noGrp="1"/>
          </p:cNvSpPr>
          <p:nvPr/>
        </p:nvSpPr>
        <p:spPr>
          <a:xfrm xmlns:a="http://schemas.openxmlformats.org/drawingml/2006/main">
            <a:off x="1438071" y="5257405"/>
            <a:ext cx="138472" cy="131443"/>
          </a:xfrm>
          <a:custGeom xmlns:a="http://schemas.openxmlformats.org/drawingml/2006/main">
            <a:pathLst>
              <a:path w="138472" h="131443">
                <a:moveTo>
                  <a:pt x="562" y="66213"/>
                </a:moveTo>
                <a:cubicBezTo>
                  <a:pt x="0" y="29423"/>
                  <a:pt x="30998" y="0"/>
                  <a:pt x="69236" y="0"/>
                </a:cubicBezTo>
                <a:cubicBezTo>
                  <a:pt x="107474" y="0"/>
                  <a:pt x="138472" y="29423"/>
                  <a:pt x="138472" y="65721"/>
                </a:cubicBezTo>
                <a:cubicBezTo>
                  <a:pt x="138472" y="102019"/>
                  <a:pt x="107474" y="131443"/>
                  <a:pt x="69236" y="131443"/>
                </a:cubicBezTo>
                <a:cubicBezTo>
                  <a:pt x="30998" y="131443"/>
                  <a:pt x="0" y="102019"/>
                  <a:pt x="562" y="66213"/>
                </a:cubicBezTo>
              </a:path>
            </a:pathLst>
          </a:custGeom>
          <a:solidFill xmlns:a="http://schemas.openxmlformats.org/drawingml/2006/main">
            <a:srgbClr val="FFA84F"/>
          </a:solidFill>
          <a:ln xmlns:a="http://schemas.openxmlformats.org/drawingml/2006/main" w="0" cap="flat">
            <a:noFill/>
            <a:miter/>
          </a:ln>
        </p:spPr>
      </p:sp>
      <p:sp>
        <p:nvSpPr>
          <p:cNvPr id="959" name="Vector element">
            <a:extLst xmlns:a="http://schemas.openxmlformats.org/drawingml/2006/main">
              <a:ext uri="{FF2B5EF4-FFF2-40B4-BE49-F238E27FC236}">
                <a16:creationId xmlns:a16="http://schemas.microsoft.com/office/drawing/2014/main" id="{832E61CB-202B-4CDD-A44D-BF9B255486F1}"/>
              </a:ext>
            </a:extLst>
          </p:cNvPr>
          <p:cNvSpPr>
            <a:spLocks xmlns:a="http://schemas.openxmlformats.org/drawingml/2006/main" noGrp="1"/>
          </p:cNvSpPr>
          <p:nvPr/>
        </p:nvSpPr>
        <p:spPr>
          <a:xfrm xmlns:a="http://schemas.openxmlformats.org/drawingml/2006/main">
            <a:off x="1431042" y="5250376"/>
            <a:ext cx="152530" cy="145501"/>
          </a:xfrm>
          <a:custGeom xmlns:a="http://schemas.openxmlformats.org/drawingml/2006/main">
            <a:pathLst>
              <a:path w="152530" h="145501">
                <a:moveTo>
                  <a:pt x="2418" y="91012"/>
                </a:moveTo>
                <a:lnTo>
                  <a:pt x="3486" y="94568"/>
                </a:lnTo>
                <a:lnTo>
                  <a:pt x="6045" y="101190"/>
                </a:lnTo>
                <a:lnTo>
                  <a:pt x="9278" y="107572"/>
                </a:lnTo>
                <a:lnTo>
                  <a:pt x="13116" y="113575"/>
                </a:lnTo>
                <a:lnTo>
                  <a:pt x="17530" y="119170"/>
                </a:lnTo>
                <a:lnTo>
                  <a:pt x="22465" y="124329"/>
                </a:lnTo>
                <a:lnTo>
                  <a:pt x="27891" y="128997"/>
                </a:lnTo>
                <a:lnTo>
                  <a:pt x="33753" y="133172"/>
                </a:lnTo>
                <a:lnTo>
                  <a:pt x="40037" y="136799"/>
                </a:lnTo>
                <a:lnTo>
                  <a:pt x="46701" y="139835"/>
                </a:lnTo>
                <a:lnTo>
                  <a:pt x="53603" y="142239"/>
                </a:lnTo>
                <a:lnTo>
                  <a:pt x="57301" y="143237"/>
                </a:lnTo>
                <a:lnTo>
                  <a:pt x="60970" y="144039"/>
                </a:lnTo>
                <a:lnTo>
                  <a:pt x="64709" y="144671"/>
                </a:lnTo>
                <a:lnTo>
                  <a:pt x="68505" y="145135"/>
                </a:lnTo>
                <a:lnTo>
                  <a:pt x="72371" y="145402"/>
                </a:lnTo>
                <a:lnTo>
                  <a:pt x="76265" y="145501"/>
                </a:lnTo>
                <a:lnTo>
                  <a:pt x="80159" y="145402"/>
                </a:lnTo>
                <a:lnTo>
                  <a:pt x="84025" y="145135"/>
                </a:lnTo>
                <a:lnTo>
                  <a:pt x="87821" y="144671"/>
                </a:lnTo>
                <a:lnTo>
                  <a:pt x="91560" y="144039"/>
                </a:lnTo>
                <a:lnTo>
                  <a:pt x="95229" y="143237"/>
                </a:lnTo>
                <a:lnTo>
                  <a:pt x="98926" y="142239"/>
                </a:lnTo>
                <a:lnTo>
                  <a:pt x="105829" y="139835"/>
                </a:lnTo>
                <a:lnTo>
                  <a:pt x="112492" y="136799"/>
                </a:lnTo>
                <a:lnTo>
                  <a:pt x="118776" y="133172"/>
                </a:lnTo>
                <a:lnTo>
                  <a:pt x="124639" y="128997"/>
                </a:lnTo>
                <a:lnTo>
                  <a:pt x="130065" y="124329"/>
                </a:lnTo>
                <a:lnTo>
                  <a:pt x="134999" y="119170"/>
                </a:lnTo>
                <a:lnTo>
                  <a:pt x="139414" y="113575"/>
                </a:lnTo>
                <a:lnTo>
                  <a:pt x="143251" y="107572"/>
                </a:lnTo>
                <a:lnTo>
                  <a:pt x="146485" y="101190"/>
                </a:lnTo>
                <a:lnTo>
                  <a:pt x="149043" y="94568"/>
                </a:lnTo>
                <a:lnTo>
                  <a:pt x="150112" y="91012"/>
                </a:lnTo>
                <a:lnTo>
                  <a:pt x="150969" y="87483"/>
                </a:lnTo>
                <a:lnTo>
                  <a:pt x="151644" y="83870"/>
                </a:lnTo>
                <a:lnTo>
                  <a:pt x="152136" y="80215"/>
                </a:lnTo>
                <a:lnTo>
                  <a:pt x="152431" y="76504"/>
                </a:lnTo>
                <a:lnTo>
                  <a:pt x="152530" y="72750"/>
                </a:lnTo>
                <a:lnTo>
                  <a:pt x="152431" y="68997"/>
                </a:lnTo>
                <a:lnTo>
                  <a:pt x="152136" y="65286"/>
                </a:lnTo>
                <a:lnTo>
                  <a:pt x="151644" y="61630"/>
                </a:lnTo>
                <a:lnTo>
                  <a:pt x="150969" y="58018"/>
                </a:lnTo>
                <a:lnTo>
                  <a:pt x="150112" y="54489"/>
                </a:lnTo>
                <a:lnTo>
                  <a:pt x="149043" y="50932"/>
                </a:lnTo>
                <a:lnTo>
                  <a:pt x="146485" y="44311"/>
                </a:lnTo>
                <a:lnTo>
                  <a:pt x="143251" y="37929"/>
                </a:lnTo>
                <a:lnTo>
                  <a:pt x="139414" y="31926"/>
                </a:lnTo>
                <a:lnTo>
                  <a:pt x="134999" y="26331"/>
                </a:lnTo>
                <a:lnTo>
                  <a:pt x="130065" y="21171"/>
                </a:lnTo>
                <a:lnTo>
                  <a:pt x="124639" y="16490"/>
                </a:lnTo>
                <a:lnTo>
                  <a:pt x="118776" y="12329"/>
                </a:lnTo>
                <a:lnTo>
                  <a:pt x="112492" y="8702"/>
                </a:lnTo>
                <a:lnTo>
                  <a:pt x="105829" y="5665"/>
                </a:lnTo>
                <a:lnTo>
                  <a:pt x="98926" y="3261"/>
                </a:lnTo>
                <a:lnTo>
                  <a:pt x="95229" y="2263"/>
                </a:lnTo>
                <a:lnTo>
                  <a:pt x="91560" y="1462"/>
                </a:lnTo>
                <a:lnTo>
                  <a:pt x="87821" y="829"/>
                </a:lnTo>
                <a:lnTo>
                  <a:pt x="84025" y="366"/>
                </a:lnTo>
                <a:lnTo>
                  <a:pt x="80159" y="84"/>
                </a:lnTo>
                <a:lnTo>
                  <a:pt x="76265" y="0"/>
                </a:lnTo>
                <a:lnTo>
                  <a:pt x="72371" y="84"/>
                </a:lnTo>
                <a:lnTo>
                  <a:pt x="68505" y="366"/>
                </a:lnTo>
                <a:lnTo>
                  <a:pt x="64709" y="829"/>
                </a:lnTo>
                <a:lnTo>
                  <a:pt x="60970" y="1462"/>
                </a:lnTo>
                <a:lnTo>
                  <a:pt x="57301" y="2263"/>
                </a:lnTo>
                <a:lnTo>
                  <a:pt x="53603" y="3261"/>
                </a:lnTo>
                <a:lnTo>
                  <a:pt x="46701" y="5665"/>
                </a:lnTo>
                <a:lnTo>
                  <a:pt x="40037" y="8702"/>
                </a:lnTo>
                <a:lnTo>
                  <a:pt x="33753" y="12329"/>
                </a:lnTo>
                <a:lnTo>
                  <a:pt x="27891" y="16490"/>
                </a:lnTo>
                <a:lnTo>
                  <a:pt x="22465" y="21171"/>
                </a:lnTo>
                <a:lnTo>
                  <a:pt x="17530" y="26331"/>
                </a:lnTo>
                <a:lnTo>
                  <a:pt x="13116" y="31926"/>
                </a:lnTo>
                <a:lnTo>
                  <a:pt x="9278" y="37929"/>
                </a:lnTo>
                <a:lnTo>
                  <a:pt x="6045" y="44311"/>
                </a:lnTo>
                <a:lnTo>
                  <a:pt x="3486" y="50932"/>
                </a:lnTo>
                <a:lnTo>
                  <a:pt x="2418" y="54489"/>
                </a:lnTo>
                <a:lnTo>
                  <a:pt x="1560" y="58018"/>
                </a:lnTo>
                <a:lnTo>
                  <a:pt x="886" y="61630"/>
                </a:lnTo>
                <a:lnTo>
                  <a:pt x="394" y="65286"/>
                </a:lnTo>
                <a:lnTo>
                  <a:pt x="98" y="68997"/>
                </a:lnTo>
                <a:lnTo>
                  <a:pt x="0" y="72750"/>
                </a:lnTo>
                <a:lnTo>
                  <a:pt x="98" y="76504"/>
                </a:lnTo>
                <a:lnTo>
                  <a:pt x="394" y="80215"/>
                </a:lnTo>
                <a:lnTo>
                  <a:pt x="886" y="83870"/>
                </a:lnTo>
                <a:lnTo>
                  <a:pt x="1560" y="87483"/>
                </a:lnTo>
                <a:lnTo>
                  <a:pt x="2418" y="91012"/>
                </a:lnTo>
                <a:close/>
                <a:moveTo>
                  <a:pt x="14386" y="66712"/>
                </a:moveTo>
                <a:lnTo>
                  <a:pt x="14760" y="63891"/>
                </a:lnTo>
                <a:lnTo>
                  <a:pt x="15275" y="61132"/>
                </a:lnTo>
                <a:lnTo>
                  <a:pt x="16013" y="58102"/>
                </a:lnTo>
                <a:lnTo>
                  <a:pt x="16762" y="55582"/>
                </a:lnTo>
                <a:lnTo>
                  <a:pt x="18909" y="50022"/>
                </a:lnTo>
                <a:lnTo>
                  <a:pt x="21463" y="44974"/>
                </a:lnTo>
                <a:lnTo>
                  <a:pt x="24560" y="40127"/>
                </a:lnTo>
                <a:lnTo>
                  <a:pt x="28131" y="35585"/>
                </a:lnTo>
                <a:lnTo>
                  <a:pt x="32172" y="31365"/>
                </a:lnTo>
                <a:lnTo>
                  <a:pt x="36567" y="27574"/>
                </a:lnTo>
                <a:lnTo>
                  <a:pt x="41320" y="24200"/>
                </a:lnTo>
                <a:lnTo>
                  <a:pt x="46447" y="21232"/>
                </a:lnTo>
                <a:lnTo>
                  <a:pt x="51895" y="18742"/>
                </a:lnTo>
                <a:lnTo>
                  <a:pt x="57665" y="16730"/>
                </a:lnTo>
                <a:lnTo>
                  <a:pt x="60528" y="15956"/>
                </a:lnTo>
                <a:lnTo>
                  <a:pt x="63518" y="15290"/>
                </a:lnTo>
                <a:lnTo>
                  <a:pt x="66855" y="14727"/>
                </a:lnTo>
                <a:lnTo>
                  <a:pt x="69938" y="14363"/>
                </a:lnTo>
                <a:lnTo>
                  <a:pt x="73088" y="14137"/>
                </a:lnTo>
                <a:lnTo>
                  <a:pt x="76265" y="14062"/>
                </a:lnTo>
                <a:lnTo>
                  <a:pt x="79442" y="14137"/>
                </a:lnTo>
                <a:lnTo>
                  <a:pt x="82592" y="14363"/>
                </a:lnTo>
                <a:lnTo>
                  <a:pt x="85675" y="14727"/>
                </a:lnTo>
                <a:lnTo>
                  <a:pt x="89012" y="15290"/>
                </a:lnTo>
                <a:lnTo>
                  <a:pt x="92002" y="15956"/>
                </a:lnTo>
                <a:lnTo>
                  <a:pt x="94864" y="16730"/>
                </a:lnTo>
                <a:lnTo>
                  <a:pt x="100635" y="18742"/>
                </a:lnTo>
                <a:lnTo>
                  <a:pt x="106082" y="21232"/>
                </a:lnTo>
                <a:lnTo>
                  <a:pt x="111210" y="24200"/>
                </a:lnTo>
                <a:lnTo>
                  <a:pt x="115963" y="27574"/>
                </a:lnTo>
                <a:lnTo>
                  <a:pt x="120357" y="31365"/>
                </a:lnTo>
                <a:lnTo>
                  <a:pt x="124399" y="35585"/>
                </a:lnTo>
                <a:lnTo>
                  <a:pt x="127970" y="40127"/>
                </a:lnTo>
                <a:lnTo>
                  <a:pt x="131067" y="44974"/>
                </a:lnTo>
                <a:lnTo>
                  <a:pt x="133621" y="50022"/>
                </a:lnTo>
                <a:lnTo>
                  <a:pt x="135768" y="55582"/>
                </a:lnTo>
                <a:lnTo>
                  <a:pt x="136517" y="58102"/>
                </a:lnTo>
                <a:lnTo>
                  <a:pt x="137254" y="61132"/>
                </a:lnTo>
                <a:lnTo>
                  <a:pt x="137770" y="63891"/>
                </a:lnTo>
                <a:lnTo>
                  <a:pt x="138144" y="66712"/>
                </a:lnTo>
                <a:lnTo>
                  <a:pt x="138394" y="69836"/>
                </a:lnTo>
                <a:lnTo>
                  <a:pt x="138467" y="72750"/>
                </a:lnTo>
                <a:lnTo>
                  <a:pt x="138394" y="75665"/>
                </a:lnTo>
                <a:lnTo>
                  <a:pt x="138144" y="78788"/>
                </a:lnTo>
                <a:lnTo>
                  <a:pt x="137770" y="81610"/>
                </a:lnTo>
                <a:lnTo>
                  <a:pt x="137254" y="84369"/>
                </a:lnTo>
                <a:lnTo>
                  <a:pt x="136517" y="87399"/>
                </a:lnTo>
                <a:lnTo>
                  <a:pt x="135768" y="89919"/>
                </a:lnTo>
                <a:lnTo>
                  <a:pt x="133621" y="95479"/>
                </a:lnTo>
                <a:lnTo>
                  <a:pt x="131067" y="100527"/>
                </a:lnTo>
                <a:lnTo>
                  <a:pt x="127970" y="105373"/>
                </a:lnTo>
                <a:lnTo>
                  <a:pt x="124399" y="109916"/>
                </a:lnTo>
                <a:lnTo>
                  <a:pt x="120357" y="114135"/>
                </a:lnTo>
                <a:lnTo>
                  <a:pt x="115963" y="117927"/>
                </a:lnTo>
                <a:lnTo>
                  <a:pt x="111210" y="121301"/>
                </a:lnTo>
                <a:lnTo>
                  <a:pt x="106082" y="124269"/>
                </a:lnTo>
                <a:lnTo>
                  <a:pt x="100640" y="126756"/>
                </a:lnTo>
                <a:lnTo>
                  <a:pt x="94689" y="128818"/>
                </a:lnTo>
                <a:lnTo>
                  <a:pt x="92002" y="129545"/>
                </a:lnTo>
                <a:lnTo>
                  <a:pt x="89012" y="130211"/>
                </a:lnTo>
                <a:lnTo>
                  <a:pt x="85675" y="130774"/>
                </a:lnTo>
                <a:lnTo>
                  <a:pt x="82592" y="131137"/>
                </a:lnTo>
                <a:lnTo>
                  <a:pt x="79442" y="131363"/>
                </a:lnTo>
                <a:lnTo>
                  <a:pt x="76265" y="131439"/>
                </a:lnTo>
                <a:lnTo>
                  <a:pt x="73088" y="131363"/>
                </a:lnTo>
                <a:lnTo>
                  <a:pt x="69938" y="131137"/>
                </a:lnTo>
                <a:lnTo>
                  <a:pt x="66855" y="130774"/>
                </a:lnTo>
                <a:lnTo>
                  <a:pt x="63518" y="130211"/>
                </a:lnTo>
                <a:lnTo>
                  <a:pt x="60528" y="129545"/>
                </a:lnTo>
                <a:lnTo>
                  <a:pt x="57841" y="128818"/>
                </a:lnTo>
                <a:lnTo>
                  <a:pt x="51890" y="126756"/>
                </a:lnTo>
                <a:lnTo>
                  <a:pt x="46447" y="124269"/>
                </a:lnTo>
                <a:lnTo>
                  <a:pt x="41320" y="121301"/>
                </a:lnTo>
                <a:lnTo>
                  <a:pt x="36567" y="117927"/>
                </a:lnTo>
                <a:lnTo>
                  <a:pt x="32172" y="114135"/>
                </a:lnTo>
                <a:lnTo>
                  <a:pt x="28131" y="109916"/>
                </a:lnTo>
                <a:lnTo>
                  <a:pt x="24560" y="105373"/>
                </a:lnTo>
                <a:lnTo>
                  <a:pt x="21463" y="100527"/>
                </a:lnTo>
                <a:lnTo>
                  <a:pt x="18909" y="95479"/>
                </a:lnTo>
                <a:lnTo>
                  <a:pt x="16762" y="89919"/>
                </a:lnTo>
                <a:lnTo>
                  <a:pt x="16013" y="87399"/>
                </a:lnTo>
                <a:lnTo>
                  <a:pt x="15275" y="84369"/>
                </a:lnTo>
                <a:lnTo>
                  <a:pt x="14760" y="81610"/>
                </a:lnTo>
                <a:lnTo>
                  <a:pt x="14386" y="78788"/>
                </a:lnTo>
                <a:lnTo>
                  <a:pt x="14135" y="75665"/>
                </a:lnTo>
                <a:lnTo>
                  <a:pt x="14063" y="72750"/>
                </a:lnTo>
                <a:lnTo>
                  <a:pt x="14135" y="69836"/>
                </a:lnTo>
                <a:lnTo>
                  <a:pt x="14386" y="66712"/>
                </a:lnTo>
                <a:close/>
              </a:path>
            </a:pathLst>
          </a:custGeom>
          <a:solidFill xmlns:a="http://schemas.openxmlformats.org/drawingml/2006/main">
            <a:srgbClr val="000000"/>
          </a:solidFill>
          <a:ln xmlns:a="http://schemas.openxmlformats.org/drawingml/2006/main" w="0" cap="flat">
            <a:noFill/>
            <a:miter/>
          </a:ln>
        </p:spPr>
      </p:sp>
      <p:sp>
        <p:nvSpPr>
          <p:cNvPr id="960" name="Text e">
            <a:extLst xmlns:a="http://schemas.openxmlformats.org/drawingml/2006/main">
              <a:ext uri="{FF2B5EF4-FFF2-40B4-BE49-F238E27FC236}">
                <a16:creationId xmlns:a16="http://schemas.microsoft.com/office/drawing/2014/main" id="{8E591C34-B401-4DF1-BB24-436619290B40}"/>
              </a:ext>
            </a:extLst>
          </p:cNvPr>
          <p:cNvSpPr>
            <a:spLocks xmlns:a="http://schemas.openxmlformats.org/drawingml/2006/main" noGrp="1"/>
          </p:cNvSpPr>
          <p:nvPr/>
        </p:nvSpPr>
        <p:spPr>
          <a:xfrm xmlns:a="http://schemas.openxmlformats.org/drawingml/2006/main">
            <a:off x="1276030" y="5528197"/>
            <a:ext cx="107626" cy="136528"/>
          </a:xfrm>
          <a:custGeom xmlns:a="http://schemas.openxmlformats.org/drawingml/2006/main">
            <a:pathLst>
              <a:path w="107626" h="136528">
                <a:moveTo>
                  <a:pt x="107626" y="63585"/>
                </a:moveTo>
                <a:lnTo>
                  <a:pt x="37022" y="63585"/>
                </a:lnTo>
                <a:cubicBezTo>
                  <a:pt x="37848" y="80696"/>
                  <a:pt x="42390" y="94220"/>
                  <a:pt x="50647" y="104155"/>
                </a:cubicBezTo>
                <a:cubicBezTo>
                  <a:pt x="56978" y="111790"/>
                  <a:pt x="64594" y="115608"/>
                  <a:pt x="73494" y="115608"/>
                </a:cubicBezTo>
                <a:cubicBezTo>
                  <a:pt x="78999" y="115608"/>
                  <a:pt x="83999" y="114071"/>
                  <a:pt x="88495" y="110998"/>
                </a:cubicBezTo>
                <a:cubicBezTo>
                  <a:pt x="92991" y="107924"/>
                  <a:pt x="97808" y="102396"/>
                  <a:pt x="102946" y="94413"/>
                </a:cubicBezTo>
                <a:lnTo>
                  <a:pt x="107626" y="97441"/>
                </a:lnTo>
                <a:cubicBezTo>
                  <a:pt x="100653" y="111663"/>
                  <a:pt x="92945" y="121733"/>
                  <a:pt x="84504" y="127651"/>
                </a:cubicBezTo>
                <a:cubicBezTo>
                  <a:pt x="76063" y="133569"/>
                  <a:pt x="66291" y="136528"/>
                  <a:pt x="55189" y="136528"/>
                </a:cubicBezTo>
                <a:cubicBezTo>
                  <a:pt x="36105" y="136528"/>
                  <a:pt x="21654" y="129180"/>
                  <a:pt x="11836" y="114486"/>
                </a:cubicBezTo>
                <a:cubicBezTo>
                  <a:pt x="3945" y="102638"/>
                  <a:pt x="0" y="87943"/>
                  <a:pt x="0" y="70401"/>
                </a:cubicBezTo>
                <a:cubicBezTo>
                  <a:pt x="0" y="48908"/>
                  <a:pt x="5803" y="31802"/>
                  <a:pt x="17410" y="19083"/>
                </a:cubicBezTo>
                <a:cubicBezTo>
                  <a:pt x="29017" y="6361"/>
                  <a:pt x="42619" y="0"/>
                  <a:pt x="58217" y="0"/>
                </a:cubicBezTo>
                <a:cubicBezTo>
                  <a:pt x="71246" y="0"/>
                  <a:pt x="82554" y="5345"/>
                  <a:pt x="92142" y="16034"/>
                </a:cubicBezTo>
                <a:cubicBezTo>
                  <a:pt x="101731" y="26723"/>
                  <a:pt x="106892" y="42573"/>
                  <a:pt x="107626" y="63585"/>
                </a:cubicBezTo>
                <a:moveTo>
                  <a:pt x="73769" y="54501"/>
                </a:moveTo>
                <a:cubicBezTo>
                  <a:pt x="73769" y="39729"/>
                  <a:pt x="72966" y="29590"/>
                  <a:pt x="71361" y="24085"/>
                </a:cubicBezTo>
                <a:cubicBezTo>
                  <a:pt x="69755" y="18580"/>
                  <a:pt x="67255" y="14405"/>
                  <a:pt x="63860" y="11561"/>
                </a:cubicBezTo>
                <a:cubicBezTo>
                  <a:pt x="61933" y="9909"/>
                  <a:pt x="59364" y="9083"/>
                  <a:pt x="56153" y="9083"/>
                </a:cubicBezTo>
                <a:cubicBezTo>
                  <a:pt x="51381" y="9083"/>
                  <a:pt x="47482" y="11423"/>
                  <a:pt x="44454" y="16103"/>
                </a:cubicBezTo>
                <a:cubicBezTo>
                  <a:pt x="39041" y="24269"/>
                  <a:pt x="36334" y="35462"/>
                  <a:pt x="36334" y="49684"/>
                </a:cubicBezTo>
                <a:lnTo>
                  <a:pt x="36334" y="54501"/>
                </a:lnTo>
                <a:lnTo>
                  <a:pt x="73769" y="54501"/>
                </a:lnTo>
                <a:close/>
              </a:path>
            </a:pathLst>
          </a:custGeom>
          <a:solidFill xmlns:a="http://schemas.openxmlformats.org/drawingml/2006/main">
            <a:srgbClr val="C44037"/>
          </a:solidFill>
          <a:ln xmlns:a="http://schemas.openxmlformats.org/drawingml/2006/main" w="0" cap="flat">
            <a:noFill/>
            <a:miter/>
          </a:ln>
        </p:spPr>
      </p:sp>
      <p:sp>
        <p:nvSpPr>
          <p:cNvPr id="961" name="Text 1">
            <a:extLst xmlns:a="http://schemas.openxmlformats.org/drawingml/2006/main">
              <a:ext uri="{FF2B5EF4-FFF2-40B4-BE49-F238E27FC236}">
                <a16:creationId xmlns:a16="http://schemas.microsoft.com/office/drawing/2014/main" id="{8A45B8AF-5943-4290-B685-8061B20ED940}"/>
              </a:ext>
            </a:extLst>
          </p:cNvPr>
          <p:cNvSpPr>
            <a:spLocks xmlns:a="http://schemas.openxmlformats.org/drawingml/2006/main" noGrp="1"/>
          </p:cNvSpPr>
          <p:nvPr/>
        </p:nvSpPr>
        <p:spPr>
          <a:xfrm xmlns:a="http://schemas.openxmlformats.org/drawingml/2006/main">
            <a:off x="1402274" y="5594076"/>
            <a:ext cx="65069" cy="123027"/>
          </a:xfrm>
          <a:custGeom xmlns:a="http://schemas.openxmlformats.org/drawingml/2006/main">
            <a:pathLst>
              <a:path w="65069" h="123027">
                <a:moveTo>
                  <a:pt x="47291" y="0"/>
                </a:moveTo>
                <a:lnTo>
                  <a:pt x="47291" y="98493"/>
                </a:lnTo>
                <a:cubicBezTo>
                  <a:pt x="47291" y="105963"/>
                  <a:pt x="47617" y="110729"/>
                  <a:pt x="48269" y="112791"/>
                </a:cubicBezTo>
                <a:cubicBezTo>
                  <a:pt x="48920" y="114852"/>
                  <a:pt x="50283" y="116540"/>
                  <a:pt x="52358" y="117855"/>
                </a:cubicBezTo>
                <a:cubicBezTo>
                  <a:pt x="54432" y="119170"/>
                  <a:pt x="57750" y="119827"/>
                  <a:pt x="62314" y="119827"/>
                </a:cubicBezTo>
                <a:lnTo>
                  <a:pt x="65069" y="119827"/>
                </a:lnTo>
                <a:lnTo>
                  <a:pt x="65069" y="123027"/>
                </a:lnTo>
                <a:lnTo>
                  <a:pt x="1600" y="123027"/>
                </a:lnTo>
                <a:lnTo>
                  <a:pt x="1600" y="119827"/>
                </a:lnTo>
                <a:lnTo>
                  <a:pt x="4800" y="119827"/>
                </a:lnTo>
                <a:cubicBezTo>
                  <a:pt x="9956" y="119827"/>
                  <a:pt x="13630" y="119230"/>
                  <a:pt x="15823" y="118035"/>
                </a:cubicBezTo>
                <a:cubicBezTo>
                  <a:pt x="18016" y="116839"/>
                  <a:pt x="19497" y="115195"/>
                  <a:pt x="20267" y="113104"/>
                </a:cubicBezTo>
                <a:cubicBezTo>
                  <a:pt x="21038" y="111012"/>
                  <a:pt x="21423" y="106141"/>
                  <a:pt x="21423" y="98493"/>
                </a:cubicBezTo>
                <a:lnTo>
                  <a:pt x="21423" y="36090"/>
                </a:lnTo>
                <a:cubicBezTo>
                  <a:pt x="21423" y="30520"/>
                  <a:pt x="21156" y="27038"/>
                  <a:pt x="20623" y="25645"/>
                </a:cubicBezTo>
                <a:cubicBezTo>
                  <a:pt x="20090" y="24253"/>
                  <a:pt x="19097" y="23068"/>
                  <a:pt x="17645" y="22090"/>
                </a:cubicBezTo>
                <a:cubicBezTo>
                  <a:pt x="16193" y="21112"/>
                  <a:pt x="14519" y="20623"/>
                  <a:pt x="12623" y="20623"/>
                </a:cubicBezTo>
                <a:cubicBezTo>
                  <a:pt x="9600" y="20623"/>
                  <a:pt x="5926" y="21571"/>
                  <a:pt x="1600" y="23468"/>
                </a:cubicBezTo>
                <a:lnTo>
                  <a:pt x="0" y="20267"/>
                </a:lnTo>
                <a:lnTo>
                  <a:pt x="44357" y="0"/>
                </a:lnTo>
                <a:lnTo>
                  <a:pt x="47291" y="0"/>
                </a:lnTo>
                <a:close/>
              </a:path>
            </a:pathLst>
          </a:custGeom>
          <a:solidFill xmlns:a="http://schemas.openxmlformats.org/drawingml/2006/main">
            <a:srgbClr val="C44037"/>
          </a:solidFill>
          <a:ln xmlns:a="http://schemas.openxmlformats.org/drawingml/2006/main" w="0" cap="flat">
            <a:noFill/>
            <a:miter/>
          </a:ln>
        </p:spPr>
      </p:sp>
      <p:sp>
        <p:nvSpPr>
          <p:cNvPr id="962" name="Text e">
            <a:extLst xmlns:a="http://schemas.openxmlformats.org/drawingml/2006/main">
              <a:ext uri="{FF2B5EF4-FFF2-40B4-BE49-F238E27FC236}">
                <a16:creationId xmlns:a16="http://schemas.microsoft.com/office/drawing/2014/main" id="{34B8ED88-660C-49C1-98FD-E44F5C768CD0}"/>
              </a:ext>
            </a:extLst>
          </p:cNvPr>
          <p:cNvSpPr>
            <a:spLocks xmlns:a="http://schemas.openxmlformats.org/drawingml/2006/main" noGrp="1"/>
          </p:cNvSpPr>
          <p:nvPr/>
        </p:nvSpPr>
        <p:spPr>
          <a:xfrm xmlns:a="http://schemas.openxmlformats.org/drawingml/2006/main">
            <a:off x="1572654" y="5893003"/>
            <a:ext cx="107626" cy="136528"/>
          </a:xfrm>
          <a:custGeom xmlns:a="http://schemas.openxmlformats.org/drawingml/2006/main">
            <a:pathLst>
              <a:path w="107626" h="136528">
                <a:moveTo>
                  <a:pt x="107626" y="63585"/>
                </a:moveTo>
                <a:lnTo>
                  <a:pt x="37022" y="63585"/>
                </a:lnTo>
                <a:cubicBezTo>
                  <a:pt x="37848" y="80696"/>
                  <a:pt x="42390" y="94220"/>
                  <a:pt x="50647" y="104155"/>
                </a:cubicBezTo>
                <a:cubicBezTo>
                  <a:pt x="56978" y="111790"/>
                  <a:pt x="64594" y="115608"/>
                  <a:pt x="73494" y="115608"/>
                </a:cubicBezTo>
                <a:cubicBezTo>
                  <a:pt x="78999" y="115608"/>
                  <a:pt x="83999" y="114071"/>
                  <a:pt x="88495" y="110998"/>
                </a:cubicBezTo>
                <a:cubicBezTo>
                  <a:pt x="92991" y="107924"/>
                  <a:pt x="97808" y="102396"/>
                  <a:pt x="102946" y="94413"/>
                </a:cubicBezTo>
                <a:lnTo>
                  <a:pt x="107626" y="97441"/>
                </a:lnTo>
                <a:cubicBezTo>
                  <a:pt x="100653" y="111663"/>
                  <a:pt x="92945" y="121733"/>
                  <a:pt x="84504" y="127651"/>
                </a:cubicBezTo>
                <a:cubicBezTo>
                  <a:pt x="76063" y="133569"/>
                  <a:pt x="66291" y="136528"/>
                  <a:pt x="55189" y="136528"/>
                </a:cubicBezTo>
                <a:cubicBezTo>
                  <a:pt x="36105" y="136528"/>
                  <a:pt x="21654" y="129180"/>
                  <a:pt x="11836" y="114486"/>
                </a:cubicBezTo>
                <a:cubicBezTo>
                  <a:pt x="3945" y="102638"/>
                  <a:pt x="0" y="87943"/>
                  <a:pt x="0" y="70401"/>
                </a:cubicBezTo>
                <a:cubicBezTo>
                  <a:pt x="0" y="48908"/>
                  <a:pt x="5803" y="31802"/>
                  <a:pt x="17410" y="19083"/>
                </a:cubicBezTo>
                <a:cubicBezTo>
                  <a:pt x="29017" y="6361"/>
                  <a:pt x="42619" y="0"/>
                  <a:pt x="58217" y="0"/>
                </a:cubicBezTo>
                <a:cubicBezTo>
                  <a:pt x="71246" y="0"/>
                  <a:pt x="82554" y="5345"/>
                  <a:pt x="92142" y="16034"/>
                </a:cubicBezTo>
                <a:cubicBezTo>
                  <a:pt x="101731" y="26723"/>
                  <a:pt x="106892" y="42573"/>
                  <a:pt x="107626" y="63585"/>
                </a:cubicBezTo>
                <a:moveTo>
                  <a:pt x="73769" y="54501"/>
                </a:moveTo>
                <a:cubicBezTo>
                  <a:pt x="73769" y="39729"/>
                  <a:pt x="72966" y="29590"/>
                  <a:pt x="71361" y="24085"/>
                </a:cubicBezTo>
                <a:cubicBezTo>
                  <a:pt x="69755" y="18580"/>
                  <a:pt x="67255" y="14405"/>
                  <a:pt x="63860" y="11561"/>
                </a:cubicBezTo>
                <a:cubicBezTo>
                  <a:pt x="61933" y="9909"/>
                  <a:pt x="59364" y="9083"/>
                  <a:pt x="56153" y="9083"/>
                </a:cubicBezTo>
                <a:cubicBezTo>
                  <a:pt x="51381" y="9083"/>
                  <a:pt x="47482" y="11423"/>
                  <a:pt x="44454" y="16103"/>
                </a:cubicBezTo>
                <a:cubicBezTo>
                  <a:pt x="39041" y="24269"/>
                  <a:pt x="36334" y="35462"/>
                  <a:pt x="36334" y="49684"/>
                </a:cubicBezTo>
                <a:lnTo>
                  <a:pt x="36334" y="54501"/>
                </a:lnTo>
                <a:lnTo>
                  <a:pt x="73769" y="54501"/>
                </a:lnTo>
                <a:close/>
              </a:path>
            </a:pathLst>
          </a:custGeom>
          <a:solidFill xmlns:a="http://schemas.openxmlformats.org/drawingml/2006/main">
            <a:srgbClr val="2E54A1"/>
          </a:solidFill>
          <a:ln xmlns:a="http://schemas.openxmlformats.org/drawingml/2006/main" w="0" cap="flat">
            <a:noFill/>
            <a:miter/>
          </a:ln>
        </p:spPr>
      </p:sp>
      <p:sp>
        <p:nvSpPr>
          <p:cNvPr id="963" name="Text 2">
            <a:extLst xmlns:a="http://schemas.openxmlformats.org/drawingml/2006/main">
              <a:ext uri="{FF2B5EF4-FFF2-40B4-BE49-F238E27FC236}">
                <a16:creationId xmlns:a16="http://schemas.microsoft.com/office/drawing/2014/main" id="{E6065706-8C77-444F-89F4-D73BBE3B59DF}"/>
              </a:ext>
            </a:extLst>
          </p:cNvPr>
          <p:cNvSpPr>
            <a:spLocks xmlns:a="http://schemas.openxmlformats.org/drawingml/2006/main" noGrp="1"/>
          </p:cNvSpPr>
          <p:nvPr/>
        </p:nvSpPr>
        <p:spPr>
          <a:xfrm xmlns:a="http://schemas.openxmlformats.org/drawingml/2006/main">
            <a:off x="1691343" y="5958882"/>
            <a:ext cx="77692" cy="123027"/>
          </a:xfrm>
          <a:custGeom xmlns:a="http://schemas.openxmlformats.org/drawingml/2006/main">
            <a:pathLst>
              <a:path w="77692" h="123027">
                <a:moveTo>
                  <a:pt x="70936" y="123027"/>
                </a:moveTo>
                <a:lnTo>
                  <a:pt x="0" y="123027"/>
                </a:lnTo>
                <a:lnTo>
                  <a:pt x="0" y="121071"/>
                </a:lnTo>
                <a:cubicBezTo>
                  <a:pt x="21749" y="95196"/>
                  <a:pt x="34950" y="77789"/>
                  <a:pt x="39602" y="68850"/>
                </a:cubicBezTo>
                <a:cubicBezTo>
                  <a:pt x="44254" y="59909"/>
                  <a:pt x="46580" y="51175"/>
                  <a:pt x="46580" y="42649"/>
                </a:cubicBezTo>
                <a:cubicBezTo>
                  <a:pt x="46580" y="36432"/>
                  <a:pt x="44654" y="31266"/>
                  <a:pt x="40802" y="27151"/>
                </a:cubicBezTo>
                <a:cubicBezTo>
                  <a:pt x="36950" y="23036"/>
                  <a:pt x="32238" y="20979"/>
                  <a:pt x="26668" y="20979"/>
                </a:cubicBezTo>
                <a:cubicBezTo>
                  <a:pt x="17541" y="20979"/>
                  <a:pt x="10460" y="25535"/>
                  <a:pt x="5422" y="34649"/>
                </a:cubicBezTo>
                <a:lnTo>
                  <a:pt x="2133" y="33496"/>
                </a:lnTo>
                <a:cubicBezTo>
                  <a:pt x="5334" y="22093"/>
                  <a:pt x="10193" y="13661"/>
                  <a:pt x="16712" y="8198"/>
                </a:cubicBezTo>
                <a:cubicBezTo>
                  <a:pt x="23231" y="2733"/>
                  <a:pt x="30757" y="0"/>
                  <a:pt x="39290" y="0"/>
                </a:cubicBezTo>
                <a:cubicBezTo>
                  <a:pt x="45394" y="0"/>
                  <a:pt x="50965" y="1422"/>
                  <a:pt x="56002" y="4267"/>
                </a:cubicBezTo>
                <a:cubicBezTo>
                  <a:pt x="61039" y="7111"/>
                  <a:pt x="64980" y="11008"/>
                  <a:pt x="67825" y="15956"/>
                </a:cubicBezTo>
                <a:cubicBezTo>
                  <a:pt x="70669" y="20905"/>
                  <a:pt x="72092" y="25542"/>
                  <a:pt x="72092" y="29868"/>
                </a:cubicBezTo>
                <a:cubicBezTo>
                  <a:pt x="72092" y="37750"/>
                  <a:pt x="69899" y="45750"/>
                  <a:pt x="65514" y="53869"/>
                </a:cubicBezTo>
                <a:cubicBezTo>
                  <a:pt x="59528" y="64832"/>
                  <a:pt x="46461" y="80122"/>
                  <a:pt x="26312" y="99737"/>
                </a:cubicBezTo>
                <a:lnTo>
                  <a:pt x="52358" y="99737"/>
                </a:lnTo>
                <a:cubicBezTo>
                  <a:pt x="58758" y="99737"/>
                  <a:pt x="62921" y="99471"/>
                  <a:pt x="64847" y="98937"/>
                </a:cubicBezTo>
                <a:cubicBezTo>
                  <a:pt x="66773" y="98404"/>
                  <a:pt x="68358" y="97500"/>
                  <a:pt x="69603" y="96226"/>
                </a:cubicBezTo>
                <a:cubicBezTo>
                  <a:pt x="70847" y="94952"/>
                  <a:pt x="72477" y="92270"/>
                  <a:pt x="74492" y="88181"/>
                </a:cubicBezTo>
                <a:lnTo>
                  <a:pt x="77692" y="88181"/>
                </a:lnTo>
                <a:lnTo>
                  <a:pt x="70936" y="123027"/>
                </a:lnTo>
                <a:close/>
              </a:path>
            </a:pathLst>
          </a:custGeom>
          <a:solidFill xmlns:a="http://schemas.openxmlformats.org/drawingml/2006/main">
            <a:srgbClr val="2E54A1"/>
          </a:solidFill>
          <a:ln xmlns:a="http://schemas.openxmlformats.org/drawingml/2006/main" w="0" cap="flat">
            <a:noFill/>
            <a:miter/>
          </a:ln>
        </p:spPr>
      </p:sp>
      <p:sp>
        <p:nvSpPr>
          <p:cNvPr id="964" name="Text e">
            <a:extLst xmlns:a="http://schemas.openxmlformats.org/drawingml/2006/main">
              <a:ext uri="{FF2B5EF4-FFF2-40B4-BE49-F238E27FC236}">
                <a16:creationId xmlns:a16="http://schemas.microsoft.com/office/drawing/2014/main" id="{40B9AD45-31A6-483C-BA98-DDEB79D4B954}"/>
              </a:ext>
            </a:extLst>
          </p:cNvPr>
          <p:cNvSpPr>
            <a:spLocks xmlns:a="http://schemas.openxmlformats.org/drawingml/2006/main" noGrp="1"/>
          </p:cNvSpPr>
          <p:nvPr/>
        </p:nvSpPr>
        <p:spPr>
          <a:xfrm xmlns:a="http://schemas.openxmlformats.org/drawingml/2006/main">
            <a:off x="2173636" y="5799518"/>
            <a:ext cx="107626" cy="136528"/>
          </a:xfrm>
          <a:custGeom xmlns:a="http://schemas.openxmlformats.org/drawingml/2006/main">
            <a:pathLst>
              <a:path w="107626" h="136528">
                <a:moveTo>
                  <a:pt x="107626" y="63585"/>
                </a:moveTo>
                <a:lnTo>
                  <a:pt x="37022" y="63585"/>
                </a:lnTo>
                <a:cubicBezTo>
                  <a:pt x="37848" y="80696"/>
                  <a:pt x="42390" y="94220"/>
                  <a:pt x="50647" y="104155"/>
                </a:cubicBezTo>
                <a:cubicBezTo>
                  <a:pt x="56978" y="111790"/>
                  <a:pt x="64594" y="115608"/>
                  <a:pt x="73494" y="115608"/>
                </a:cubicBezTo>
                <a:cubicBezTo>
                  <a:pt x="78999" y="115608"/>
                  <a:pt x="83999" y="114071"/>
                  <a:pt x="88495" y="110998"/>
                </a:cubicBezTo>
                <a:cubicBezTo>
                  <a:pt x="92991" y="107924"/>
                  <a:pt x="97808" y="102396"/>
                  <a:pt x="102946" y="94413"/>
                </a:cubicBezTo>
                <a:lnTo>
                  <a:pt x="107626" y="97441"/>
                </a:lnTo>
                <a:cubicBezTo>
                  <a:pt x="100653" y="111663"/>
                  <a:pt x="92945" y="121733"/>
                  <a:pt x="84504" y="127651"/>
                </a:cubicBezTo>
                <a:cubicBezTo>
                  <a:pt x="76063" y="133569"/>
                  <a:pt x="66291" y="136528"/>
                  <a:pt x="55189" y="136528"/>
                </a:cubicBezTo>
                <a:cubicBezTo>
                  <a:pt x="36105" y="136528"/>
                  <a:pt x="21654" y="129180"/>
                  <a:pt x="11836" y="114486"/>
                </a:cubicBezTo>
                <a:cubicBezTo>
                  <a:pt x="3945" y="102638"/>
                  <a:pt x="0" y="87943"/>
                  <a:pt x="0" y="70401"/>
                </a:cubicBezTo>
                <a:cubicBezTo>
                  <a:pt x="0" y="48908"/>
                  <a:pt x="5803" y="31802"/>
                  <a:pt x="17410" y="19083"/>
                </a:cubicBezTo>
                <a:cubicBezTo>
                  <a:pt x="29017" y="6361"/>
                  <a:pt x="42619" y="0"/>
                  <a:pt x="58217" y="0"/>
                </a:cubicBezTo>
                <a:cubicBezTo>
                  <a:pt x="71246" y="0"/>
                  <a:pt x="82554" y="5345"/>
                  <a:pt x="92142" y="16034"/>
                </a:cubicBezTo>
                <a:cubicBezTo>
                  <a:pt x="101731" y="26723"/>
                  <a:pt x="106892" y="42573"/>
                  <a:pt x="107626" y="63585"/>
                </a:cubicBezTo>
                <a:moveTo>
                  <a:pt x="73769" y="54501"/>
                </a:moveTo>
                <a:cubicBezTo>
                  <a:pt x="73769" y="39729"/>
                  <a:pt x="72966" y="29590"/>
                  <a:pt x="71361" y="24085"/>
                </a:cubicBezTo>
                <a:cubicBezTo>
                  <a:pt x="69755" y="18580"/>
                  <a:pt x="67255" y="14405"/>
                  <a:pt x="63860" y="11561"/>
                </a:cubicBezTo>
                <a:cubicBezTo>
                  <a:pt x="61933" y="9909"/>
                  <a:pt x="59364" y="9083"/>
                  <a:pt x="56153" y="9083"/>
                </a:cubicBezTo>
                <a:cubicBezTo>
                  <a:pt x="51381" y="9083"/>
                  <a:pt x="47482" y="11423"/>
                  <a:pt x="44454" y="16103"/>
                </a:cubicBezTo>
                <a:cubicBezTo>
                  <a:pt x="39041" y="24269"/>
                  <a:pt x="36334" y="35462"/>
                  <a:pt x="36334" y="49684"/>
                </a:cubicBezTo>
                <a:lnTo>
                  <a:pt x="36334" y="54501"/>
                </a:lnTo>
                <a:lnTo>
                  <a:pt x="73769" y="54501"/>
                </a:lnTo>
                <a:close/>
              </a:path>
            </a:pathLst>
          </a:custGeom>
          <a:solidFill xmlns:a="http://schemas.openxmlformats.org/drawingml/2006/main">
            <a:srgbClr val="E57C53"/>
          </a:solidFill>
          <a:ln xmlns:a="http://schemas.openxmlformats.org/drawingml/2006/main" w="0" cap="flat">
            <a:noFill/>
            <a:miter/>
          </a:ln>
        </p:spPr>
      </p:sp>
      <p:sp>
        <p:nvSpPr>
          <p:cNvPr id="965" name="Text 3">
            <a:extLst xmlns:a="http://schemas.openxmlformats.org/drawingml/2006/main">
              <a:ext uri="{FF2B5EF4-FFF2-40B4-BE49-F238E27FC236}">
                <a16:creationId xmlns:a16="http://schemas.microsoft.com/office/drawing/2014/main" id="{34655535-F14F-4610-925A-0C51C739894F}"/>
              </a:ext>
            </a:extLst>
          </p:cNvPr>
          <p:cNvSpPr>
            <a:spLocks xmlns:a="http://schemas.openxmlformats.org/drawingml/2006/main" noGrp="1"/>
          </p:cNvSpPr>
          <p:nvPr/>
        </p:nvSpPr>
        <p:spPr>
          <a:xfrm xmlns:a="http://schemas.openxmlformats.org/drawingml/2006/main">
            <a:off x="2290813" y="5865397"/>
            <a:ext cx="77603" cy="125694"/>
          </a:xfrm>
          <a:custGeom xmlns:a="http://schemas.openxmlformats.org/drawingml/2006/main">
            <a:pathLst>
              <a:path w="77603" h="125694">
                <a:moveTo>
                  <a:pt x="24001" y="62580"/>
                </a:moveTo>
                <a:lnTo>
                  <a:pt x="24001" y="59380"/>
                </a:lnTo>
                <a:cubicBezTo>
                  <a:pt x="30757" y="57428"/>
                  <a:pt x="35438" y="55610"/>
                  <a:pt x="38046" y="53924"/>
                </a:cubicBezTo>
                <a:cubicBezTo>
                  <a:pt x="40653" y="52239"/>
                  <a:pt x="42905" y="49667"/>
                  <a:pt x="44802" y="46207"/>
                </a:cubicBezTo>
                <a:cubicBezTo>
                  <a:pt x="46698" y="42748"/>
                  <a:pt x="47646" y="39244"/>
                  <a:pt x="47646" y="35696"/>
                </a:cubicBezTo>
                <a:cubicBezTo>
                  <a:pt x="47646" y="30788"/>
                  <a:pt x="45854" y="26575"/>
                  <a:pt x="42268" y="23056"/>
                </a:cubicBezTo>
                <a:cubicBezTo>
                  <a:pt x="38683" y="19538"/>
                  <a:pt x="34224" y="17778"/>
                  <a:pt x="28890" y="17778"/>
                </a:cubicBezTo>
                <a:cubicBezTo>
                  <a:pt x="20593" y="17778"/>
                  <a:pt x="13541" y="22193"/>
                  <a:pt x="7734" y="31023"/>
                </a:cubicBezTo>
                <a:lnTo>
                  <a:pt x="4445" y="29868"/>
                </a:lnTo>
                <a:cubicBezTo>
                  <a:pt x="8711" y="19942"/>
                  <a:pt x="14178" y="12482"/>
                  <a:pt x="20845" y="7489"/>
                </a:cubicBezTo>
                <a:cubicBezTo>
                  <a:pt x="27512" y="2496"/>
                  <a:pt x="34935" y="0"/>
                  <a:pt x="43113" y="0"/>
                </a:cubicBezTo>
                <a:cubicBezTo>
                  <a:pt x="51469" y="0"/>
                  <a:pt x="58358" y="2548"/>
                  <a:pt x="63780" y="7645"/>
                </a:cubicBezTo>
                <a:cubicBezTo>
                  <a:pt x="69203" y="12741"/>
                  <a:pt x="71914" y="18697"/>
                  <a:pt x="71914" y="25512"/>
                </a:cubicBezTo>
                <a:cubicBezTo>
                  <a:pt x="71914" y="29957"/>
                  <a:pt x="70655" y="34238"/>
                  <a:pt x="68136" y="38357"/>
                </a:cubicBezTo>
                <a:cubicBezTo>
                  <a:pt x="65617" y="42476"/>
                  <a:pt x="61662" y="46106"/>
                  <a:pt x="56269" y="49246"/>
                </a:cubicBezTo>
                <a:cubicBezTo>
                  <a:pt x="63203" y="52628"/>
                  <a:pt x="68492" y="56796"/>
                  <a:pt x="72136" y="61750"/>
                </a:cubicBezTo>
                <a:cubicBezTo>
                  <a:pt x="75781" y="66704"/>
                  <a:pt x="77603" y="72919"/>
                  <a:pt x="77603" y="80395"/>
                </a:cubicBezTo>
                <a:cubicBezTo>
                  <a:pt x="77603" y="92973"/>
                  <a:pt x="73055" y="103668"/>
                  <a:pt x="63958" y="112479"/>
                </a:cubicBezTo>
                <a:cubicBezTo>
                  <a:pt x="54861" y="121289"/>
                  <a:pt x="42668" y="125694"/>
                  <a:pt x="27379" y="125694"/>
                </a:cubicBezTo>
                <a:cubicBezTo>
                  <a:pt x="17186" y="125694"/>
                  <a:pt x="9749" y="123998"/>
                  <a:pt x="5067" y="120608"/>
                </a:cubicBezTo>
                <a:cubicBezTo>
                  <a:pt x="1689" y="118230"/>
                  <a:pt x="0" y="115167"/>
                  <a:pt x="0" y="111418"/>
                </a:cubicBezTo>
                <a:cubicBezTo>
                  <a:pt x="0" y="108683"/>
                  <a:pt x="978" y="106349"/>
                  <a:pt x="2933" y="104415"/>
                </a:cubicBezTo>
                <a:cubicBezTo>
                  <a:pt x="4889" y="102482"/>
                  <a:pt x="7141" y="101515"/>
                  <a:pt x="9689" y="101515"/>
                </a:cubicBezTo>
                <a:cubicBezTo>
                  <a:pt x="11645" y="101515"/>
                  <a:pt x="13482" y="101932"/>
                  <a:pt x="15201" y="102765"/>
                </a:cubicBezTo>
                <a:cubicBezTo>
                  <a:pt x="16149" y="103243"/>
                  <a:pt x="19512" y="105850"/>
                  <a:pt x="25290" y="110588"/>
                </a:cubicBezTo>
                <a:cubicBezTo>
                  <a:pt x="31068" y="115325"/>
                  <a:pt x="36476" y="117694"/>
                  <a:pt x="41513" y="117694"/>
                </a:cubicBezTo>
                <a:cubicBezTo>
                  <a:pt x="45898" y="117694"/>
                  <a:pt x="49661" y="115957"/>
                  <a:pt x="52802" y="112485"/>
                </a:cubicBezTo>
                <a:cubicBezTo>
                  <a:pt x="55943" y="109013"/>
                  <a:pt x="57513" y="104605"/>
                  <a:pt x="57513" y="99262"/>
                </a:cubicBezTo>
                <a:cubicBezTo>
                  <a:pt x="57513" y="91130"/>
                  <a:pt x="54669" y="83637"/>
                  <a:pt x="48980" y="76781"/>
                </a:cubicBezTo>
                <a:cubicBezTo>
                  <a:pt x="43291" y="69925"/>
                  <a:pt x="34964" y="65191"/>
                  <a:pt x="24001" y="62580"/>
                </a:cubicBezTo>
                <a:close/>
              </a:path>
            </a:pathLst>
          </a:custGeom>
          <a:solidFill xmlns:a="http://schemas.openxmlformats.org/drawingml/2006/main">
            <a:srgbClr val="E57C53"/>
          </a:solidFill>
          <a:ln xmlns:a="http://schemas.openxmlformats.org/drawingml/2006/main" w="0" cap="flat">
            <a:noFill/>
            <a:miter/>
          </a:ln>
        </p:spPr>
      </p:sp>
      <p:sp>
        <p:nvSpPr>
          <p:cNvPr id="966" name="Vector element">
            <a:extLst xmlns:a="http://schemas.openxmlformats.org/drawingml/2006/main">
              <a:ext uri="{FF2B5EF4-FFF2-40B4-BE49-F238E27FC236}">
                <a16:creationId xmlns:a16="http://schemas.microsoft.com/office/drawing/2014/main" id="{525AAB99-A72B-413C-80E9-0838720A62DC}"/>
              </a:ext>
            </a:extLst>
          </p:cNvPr>
          <p:cNvSpPr>
            <a:spLocks xmlns:a="http://schemas.openxmlformats.org/drawingml/2006/main" noGrp="1"/>
          </p:cNvSpPr>
          <p:nvPr/>
        </p:nvSpPr>
        <p:spPr>
          <a:xfrm xmlns:a="http://schemas.openxmlformats.org/drawingml/2006/main">
            <a:off x="2120167" y="5516776"/>
            <a:ext cx="138893" cy="131443"/>
          </a:xfrm>
          <a:custGeom xmlns:a="http://schemas.openxmlformats.org/drawingml/2006/main">
            <a:pathLst>
              <a:path w="138893" h="131443">
                <a:moveTo>
                  <a:pt x="0" y="64948"/>
                </a:moveTo>
                <a:cubicBezTo>
                  <a:pt x="422" y="29423"/>
                  <a:pt x="31420" y="0"/>
                  <a:pt x="69658" y="0"/>
                </a:cubicBezTo>
                <a:cubicBezTo>
                  <a:pt x="107895" y="0"/>
                  <a:pt x="138893" y="29423"/>
                  <a:pt x="138893" y="65721"/>
                </a:cubicBezTo>
                <a:cubicBezTo>
                  <a:pt x="138893" y="102019"/>
                  <a:pt x="107895" y="131443"/>
                  <a:pt x="69658" y="131443"/>
                </a:cubicBezTo>
                <a:cubicBezTo>
                  <a:pt x="31420" y="131443"/>
                  <a:pt x="422" y="102019"/>
                  <a:pt x="0" y="64948"/>
                </a:cubicBezTo>
              </a:path>
            </a:pathLst>
          </a:custGeom>
          <a:solidFill xmlns:a="http://schemas.openxmlformats.org/drawingml/2006/main">
            <a:srgbClr val="57A86D"/>
          </a:solidFill>
          <a:ln xmlns:a="http://schemas.openxmlformats.org/drawingml/2006/main" w="0" cap="flat">
            <a:noFill/>
            <a:miter/>
          </a:ln>
        </p:spPr>
      </p:sp>
      <p:sp>
        <p:nvSpPr>
          <p:cNvPr id="967" name="Vector element">
            <a:extLst xmlns:a="http://schemas.openxmlformats.org/drawingml/2006/main">
              <a:ext uri="{FF2B5EF4-FFF2-40B4-BE49-F238E27FC236}">
                <a16:creationId xmlns:a16="http://schemas.microsoft.com/office/drawing/2014/main" id="{B3E26B77-BD96-4CE3-B41C-69560375EB53}"/>
              </a:ext>
            </a:extLst>
          </p:cNvPr>
          <p:cNvSpPr>
            <a:spLocks xmlns:a="http://schemas.openxmlformats.org/drawingml/2006/main" noGrp="1"/>
          </p:cNvSpPr>
          <p:nvPr/>
        </p:nvSpPr>
        <p:spPr>
          <a:xfrm xmlns:a="http://schemas.openxmlformats.org/drawingml/2006/main">
            <a:off x="2113560" y="5509747"/>
            <a:ext cx="152530" cy="145501"/>
          </a:xfrm>
          <a:custGeom xmlns:a="http://schemas.openxmlformats.org/drawingml/2006/main">
            <a:pathLst>
              <a:path w="152530" h="145501">
                <a:moveTo>
                  <a:pt x="2418" y="91012"/>
                </a:moveTo>
                <a:lnTo>
                  <a:pt x="3486" y="94568"/>
                </a:lnTo>
                <a:lnTo>
                  <a:pt x="6045" y="101190"/>
                </a:lnTo>
                <a:lnTo>
                  <a:pt x="9278" y="107572"/>
                </a:lnTo>
                <a:lnTo>
                  <a:pt x="13116" y="113575"/>
                </a:lnTo>
                <a:lnTo>
                  <a:pt x="17530" y="119170"/>
                </a:lnTo>
                <a:lnTo>
                  <a:pt x="22465" y="124329"/>
                </a:lnTo>
                <a:lnTo>
                  <a:pt x="27891" y="128997"/>
                </a:lnTo>
                <a:lnTo>
                  <a:pt x="33753" y="133172"/>
                </a:lnTo>
                <a:lnTo>
                  <a:pt x="40037" y="136799"/>
                </a:lnTo>
                <a:lnTo>
                  <a:pt x="46701" y="139835"/>
                </a:lnTo>
                <a:lnTo>
                  <a:pt x="53603" y="142239"/>
                </a:lnTo>
                <a:lnTo>
                  <a:pt x="57301" y="143237"/>
                </a:lnTo>
                <a:lnTo>
                  <a:pt x="60970" y="144039"/>
                </a:lnTo>
                <a:lnTo>
                  <a:pt x="64709" y="144671"/>
                </a:lnTo>
                <a:lnTo>
                  <a:pt x="68505" y="145135"/>
                </a:lnTo>
                <a:lnTo>
                  <a:pt x="72371" y="145402"/>
                </a:lnTo>
                <a:lnTo>
                  <a:pt x="76265" y="145501"/>
                </a:lnTo>
                <a:lnTo>
                  <a:pt x="80159" y="145402"/>
                </a:lnTo>
                <a:lnTo>
                  <a:pt x="84011" y="145135"/>
                </a:lnTo>
                <a:lnTo>
                  <a:pt x="87821" y="144671"/>
                </a:lnTo>
                <a:lnTo>
                  <a:pt x="91560" y="144039"/>
                </a:lnTo>
                <a:lnTo>
                  <a:pt x="95229" y="143237"/>
                </a:lnTo>
                <a:lnTo>
                  <a:pt x="98926" y="142239"/>
                </a:lnTo>
                <a:lnTo>
                  <a:pt x="105829" y="139835"/>
                </a:lnTo>
                <a:lnTo>
                  <a:pt x="112492" y="136799"/>
                </a:lnTo>
                <a:lnTo>
                  <a:pt x="118776" y="133172"/>
                </a:lnTo>
                <a:lnTo>
                  <a:pt x="124639" y="128997"/>
                </a:lnTo>
                <a:lnTo>
                  <a:pt x="130065" y="124329"/>
                </a:lnTo>
                <a:lnTo>
                  <a:pt x="134999" y="119170"/>
                </a:lnTo>
                <a:lnTo>
                  <a:pt x="139414" y="113575"/>
                </a:lnTo>
                <a:lnTo>
                  <a:pt x="143251" y="107572"/>
                </a:lnTo>
                <a:lnTo>
                  <a:pt x="146485" y="101190"/>
                </a:lnTo>
                <a:lnTo>
                  <a:pt x="149043" y="94568"/>
                </a:lnTo>
                <a:lnTo>
                  <a:pt x="150112" y="91012"/>
                </a:lnTo>
                <a:lnTo>
                  <a:pt x="150969" y="87483"/>
                </a:lnTo>
                <a:lnTo>
                  <a:pt x="151644" y="83870"/>
                </a:lnTo>
                <a:lnTo>
                  <a:pt x="152136" y="80215"/>
                </a:lnTo>
                <a:lnTo>
                  <a:pt x="152431" y="76504"/>
                </a:lnTo>
                <a:lnTo>
                  <a:pt x="152530" y="72750"/>
                </a:lnTo>
                <a:lnTo>
                  <a:pt x="152431" y="68997"/>
                </a:lnTo>
                <a:lnTo>
                  <a:pt x="152136" y="65286"/>
                </a:lnTo>
                <a:lnTo>
                  <a:pt x="151644" y="61630"/>
                </a:lnTo>
                <a:lnTo>
                  <a:pt x="150969" y="58018"/>
                </a:lnTo>
                <a:lnTo>
                  <a:pt x="150112" y="54489"/>
                </a:lnTo>
                <a:lnTo>
                  <a:pt x="149043" y="50932"/>
                </a:lnTo>
                <a:lnTo>
                  <a:pt x="146485" y="44311"/>
                </a:lnTo>
                <a:lnTo>
                  <a:pt x="143251" y="37929"/>
                </a:lnTo>
                <a:lnTo>
                  <a:pt x="139414" y="31926"/>
                </a:lnTo>
                <a:lnTo>
                  <a:pt x="134999" y="26331"/>
                </a:lnTo>
                <a:lnTo>
                  <a:pt x="130065" y="21171"/>
                </a:lnTo>
                <a:lnTo>
                  <a:pt x="124639" y="16504"/>
                </a:lnTo>
                <a:lnTo>
                  <a:pt x="118776" y="12329"/>
                </a:lnTo>
                <a:lnTo>
                  <a:pt x="112492" y="8702"/>
                </a:lnTo>
                <a:lnTo>
                  <a:pt x="105829" y="5665"/>
                </a:lnTo>
                <a:lnTo>
                  <a:pt x="98926" y="3261"/>
                </a:lnTo>
                <a:lnTo>
                  <a:pt x="95229" y="2263"/>
                </a:lnTo>
                <a:lnTo>
                  <a:pt x="91560" y="1462"/>
                </a:lnTo>
                <a:lnTo>
                  <a:pt x="87821" y="829"/>
                </a:lnTo>
                <a:lnTo>
                  <a:pt x="84011" y="366"/>
                </a:lnTo>
                <a:lnTo>
                  <a:pt x="80159" y="84"/>
                </a:lnTo>
                <a:lnTo>
                  <a:pt x="76265" y="0"/>
                </a:lnTo>
                <a:lnTo>
                  <a:pt x="72371" y="84"/>
                </a:lnTo>
                <a:lnTo>
                  <a:pt x="68505" y="366"/>
                </a:lnTo>
                <a:lnTo>
                  <a:pt x="64709" y="829"/>
                </a:lnTo>
                <a:lnTo>
                  <a:pt x="60970" y="1462"/>
                </a:lnTo>
                <a:lnTo>
                  <a:pt x="57301" y="2263"/>
                </a:lnTo>
                <a:lnTo>
                  <a:pt x="53603" y="3261"/>
                </a:lnTo>
                <a:lnTo>
                  <a:pt x="46701" y="5665"/>
                </a:lnTo>
                <a:lnTo>
                  <a:pt x="40037" y="8702"/>
                </a:lnTo>
                <a:lnTo>
                  <a:pt x="33753" y="12329"/>
                </a:lnTo>
                <a:lnTo>
                  <a:pt x="27891" y="16504"/>
                </a:lnTo>
                <a:lnTo>
                  <a:pt x="22465" y="21171"/>
                </a:lnTo>
                <a:lnTo>
                  <a:pt x="17530" y="26331"/>
                </a:lnTo>
                <a:lnTo>
                  <a:pt x="13116" y="31926"/>
                </a:lnTo>
                <a:lnTo>
                  <a:pt x="9278" y="37929"/>
                </a:lnTo>
                <a:lnTo>
                  <a:pt x="6045" y="44311"/>
                </a:lnTo>
                <a:lnTo>
                  <a:pt x="3486" y="50932"/>
                </a:lnTo>
                <a:lnTo>
                  <a:pt x="2418" y="54489"/>
                </a:lnTo>
                <a:lnTo>
                  <a:pt x="1560" y="58018"/>
                </a:lnTo>
                <a:lnTo>
                  <a:pt x="886" y="61630"/>
                </a:lnTo>
                <a:lnTo>
                  <a:pt x="394" y="65286"/>
                </a:lnTo>
                <a:lnTo>
                  <a:pt x="98" y="68997"/>
                </a:lnTo>
                <a:lnTo>
                  <a:pt x="0" y="72750"/>
                </a:lnTo>
                <a:lnTo>
                  <a:pt x="98" y="76504"/>
                </a:lnTo>
                <a:lnTo>
                  <a:pt x="394" y="80215"/>
                </a:lnTo>
                <a:lnTo>
                  <a:pt x="886" y="83870"/>
                </a:lnTo>
                <a:lnTo>
                  <a:pt x="1560" y="87483"/>
                </a:lnTo>
                <a:lnTo>
                  <a:pt x="2418" y="91012"/>
                </a:lnTo>
                <a:close/>
                <a:moveTo>
                  <a:pt x="14386" y="66712"/>
                </a:moveTo>
                <a:lnTo>
                  <a:pt x="14760" y="63891"/>
                </a:lnTo>
                <a:lnTo>
                  <a:pt x="15275" y="61132"/>
                </a:lnTo>
                <a:lnTo>
                  <a:pt x="16013" y="58102"/>
                </a:lnTo>
                <a:lnTo>
                  <a:pt x="16762" y="55582"/>
                </a:lnTo>
                <a:lnTo>
                  <a:pt x="18909" y="50022"/>
                </a:lnTo>
                <a:lnTo>
                  <a:pt x="21463" y="44974"/>
                </a:lnTo>
                <a:lnTo>
                  <a:pt x="24560" y="40127"/>
                </a:lnTo>
                <a:lnTo>
                  <a:pt x="28131" y="35585"/>
                </a:lnTo>
                <a:lnTo>
                  <a:pt x="32172" y="31365"/>
                </a:lnTo>
                <a:lnTo>
                  <a:pt x="36567" y="27574"/>
                </a:lnTo>
                <a:lnTo>
                  <a:pt x="41320" y="24200"/>
                </a:lnTo>
                <a:lnTo>
                  <a:pt x="46447" y="21232"/>
                </a:lnTo>
                <a:lnTo>
                  <a:pt x="51895" y="18742"/>
                </a:lnTo>
                <a:lnTo>
                  <a:pt x="57665" y="16730"/>
                </a:lnTo>
                <a:lnTo>
                  <a:pt x="60528" y="15956"/>
                </a:lnTo>
                <a:lnTo>
                  <a:pt x="63518" y="15290"/>
                </a:lnTo>
                <a:lnTo>
                  <a:pt x="66855" y="14727"/>
                </a:lnTo>
                <a:lnTo>
                  <a:pt x="69938" y="14363"/>
                </a:lnTo>
                <a:lnTo>
                  <a:pt x="73088" y="14137"/>
                </a:lnTo>
                <a:lnTo>
                  <a:pt x="76265" y="14062"/>
                </a:lnTo>
                <a:lnTo>
                  <a:pt x="79442" y="14137"/>
                </a:lnTo>
                <a:lnTo>
                  <a:pt x="82592" y="14363"/>
                </a:lnTo>
                <a:lnTo>
                  <a:pt x="85675" y="14727"/>
                </a:lnTo>
                <a:lnTo>
                  <a:pt x="89012" y="15290"/>
                </a:lnTo>
                <a:lnTo>
                  <a:pt x="92002" y="15956"/>
                </a:lnTo>
                <a:lnTo>
                  <a:pt x="94864" y="16730"/>
                </a:lnTo>
                <a:lnTo>
                  <a:pt x="100635" y="18742"/>
                </a:lnTo>
                <a:lnTo>
                  <a:pt x="106082" y="21232"/>
                </a:lnTo>
                <a:lnTo>
                  <a:pt x="111210" y="24200"/>
                </a:lnTo>
                <a:lnTo>
                  <a:pt x="115963" y="27574"/>
                </a:lnTo>
                <a:lnTo>
                  <a:pt x="120357" y="31365"/>
                </a:lnTo>
                <a:lnTo>
                  <a:pt x="124399" y="35585"/>
                </a:lnTo>
                <a:lnTo>
                  <a:pt x="127970" y="40127"/>
                </a:lnTo>
                <a:lnTo>
                  <a:pt x="131067" y="44974"/>
                </a:lnTo>
                <a:lnTo>
                  <a:pt x="133621" y="50022"/>
                </a:lnTo>
                <a:lnTo>
                  <a:pt x="135768" y="55582"/>
                </a:lnTo>
                <a:lnTo>
                  <a:pt x="136517" y="58102"/>
                </a:lnTo>
                <a:lnTo>
                  <a:pt x="137254" y="61132"/>
                </a:lnTo>
                <a:lnTo>
                  <a:pt x="137770" y="63891"/>
                </a:lnTo>
                <a:lnTo>
                  <a:pt x="138144" y="66712"/>
                </a:lnTo>
                <a:lnTo>
                  <a:pt x="138394" y="69836"/>
                </a:lnTo>
                <a:lnTo>
                  <a:pt x="138467" y="72750"/>
                </a:lnTo>
                <a:lnTo>
                  <a:pt x="138394" y="75665"/>
                </a:lnTo>
                <a:lnTo>
                  <a:pt x="138144" y="78788"/>
                </a:lnTo>
                <a:lnTo>
                  <a:pt x="137770" y="81610"/>
                </a:lnTo>
                <a:lnTo>
                  <a:pt x="137254" y="84369"/>
                </a:lnTo>
                <a:lnTo>
                  <a:pt x="136517" y="87399"/>
                </a:lnTo>
                <a:lnTo>
                  <a:pt x="135768" y="89919"/>
                </a:lnTo>
                <a:lnTo>
                  <a:pt x="133621" y="95479"/>
                </a:lnTo>
                <a:lnTo>
                  <a:pt x="131067" y="100527"/>
                </a:lnTo>
                <a:lnTo>
                  <a:pt x="127970" y="105373"/>
                </a:lnTo>
                <a:lnTo>
                  <a:pt x="124399" y="109916"/>
                </a:lnTo>
                <a:lnTo>
                  <a:pt x="120357" y="114135"/>
                </a:lnTo>
                <a:lnTo>
                  <a:pt x="115963" y="117927"/>
                </a:lnTo>
                <a:lnTo>
                  <a:pt x="111210" y="121301"/>
                </a:lnTo>
                <a:lnTo>
                  <a:pt x="106082" y="124269"/>
                </a:lnTo>
                <a:lnTo>
                  <a:pt x="100640" y="126756"/>
                </a:lnTo>
                <a:lnTo>
                  <a:pt x="94689" y="128818"/>
                </a:lnTo>
                <a:lnTo>
                  <a:pt x="92002" y="129545"/>
                </a:lnTo>
                <a:lnTo>
                  <a:pt x="89012" y="130211"/>
                </a:lnTo>
                <a:lnTo>
                  <a:pt x="85675" y="130774"/>
                </a:lnTo>
                <a:lnTo>
                  <a:pt x="82592" y="131137"/>
                </a:lnTo>
                <a:lnTo>
                  <a:pt x="79442" y="131363"/>
                </a:lnTo>
                <a:lnTo>
                  <a:pt x="76265" y="131439"/>
                </a:lnTo>
                <a:lnTo>
                  <a:pt x="73088" y="131363"/>
                </a:lnTo>
                <a:lnTo>
                  <a:pt x="69938" y="131137"/>
                </a:lnTo>
                <a:lnTo>
                  <a:pt x="66855" y="130774"/>
                </a:lnTo>
                <a:lnTo>
                  <a:pt x="63518" y="130211"/>
                </a:lnTo>
                <a:lnTo>
                  <a:pt x="60528" y="129545"/>
                </a:lnTo>
                <a:lnTo>
                  <a:pt x="57841" y="128818"/>
                </a:lnTo>
                <a:lnTo>
                  <a:pt x="51890" y="126756"/>
                </a:lnTo>
                <a:lnTo>
                  <a:pt x="46447" y="124269"/>
                </a:lnTo>
                <a:lnTo>
                  <a:pt x="41320" y="121301"/>
                </a:lnTo>
                <a:lnTo>
                  <a:pt x="36567" y="117927"/>
                </a:lnTo>
                <a:lnTo>
                  <a:pt x="32172" y="114135"/>
                </a:lnTo>
                <a:lnTo>
                  <a:pt x="28131" y="109916"/>
                </a:lnTo>
                <a:lnTo>
                  <a:pt x="24560" y="105373"/>
                </a:lnTo>
                <a:lnTo>
                  <a:pt x="21463" y="100527"/>
                </a:lnTo>
                <a:lnTo>
                  <a:pt x="18909" y="95479"/>
                </a:lnTo>
                <a:lnTo>
                  <a:pt x="16762" y="89919"/>
                </a:lnTo>
                <a:lnTo>
                  <a:pt x="16013" y="87399"/>
                </a:lnTo>
                <a:lnTo>
                  <a:pt x="15275" y="84369"/>
                </a:lnTo>
                <a:lnTo>
                  <a:pt x="14760" y="81610"/>
                </a:lnTo>
                <a:lnTo>
                  <a:pt x="14386" y="78788"/>
                </a:lnTo>
                <a:lnTo>
                  <a:pt x="14135" y="75665"/>
                </a:lnTo>
                <a:lnTo>
                  <a:pt x="14063" y="72750"/>
                </a:lnTo>
                <a:lnTo>
                  <a:pt x="14135" y="69836"/>
                </a:lnTo>
                <a:lnTo>
                  <a:pt x="14386" y="66712"/>
                </a:lnTo>
                <a:close/>
              </a:path>
            </a:pathLst>
          </a:custGeom>
          <a:solidFill xmlns:a="http://schemas.openxmlformats.org/drawingml/2006/main">
            <a:srgbClr val="000000"/>
          </a:solidFill>
          <a:ln xmlns:a="http://schemas.openxmlformats.org/drawingml/2006/main" w="0" cap="flat">
            <a:noFill/>
            <a:miter/>
          </a:ln>
        </p:spPr>
      </p:sp>
      <p:sp>
        <p:nvSpPr>
          <p:cNvPr id="968" name="R18|671">
            <a:extLst xmlns:a="http://schemas.openxmlformats.org/drawingml/2006/main">
              <a:ext uri="{FF2B5EF4-FFF2-40B4-BE49-F238E27FC236}">
                <a16:creationId xmlns:a16="http://schemas.microsoft.com/office/drawing/2014/main" id="{69BE3492-9891-406D-9905-17793EB5E64A}"/>
              </a:ext>
            </a:extLst>
          </p:cNvPr>
          <p:cNvSpPr>
            <a:spLocks xmlns:a="http://schemas.openxmlformats.org/drawingml/2006/main" noGrp="1"/>
          </p:cNvSpPr>
          <p:nvPr/>
        </p:nvSpPr>
        <p:spPr>
          <a:xfrm xmlns:a="http://schemas.openxmlformats.org/drawingml/2006/main">
            <a:off x="6083329" y="3882328"/>
            <a:ext cx="450037" cy="394308"/>
          </a:xfrm>
          <a:prstGeom xmlns:a="http://schemas.openxmlformats.org/drawingml/2006/main" prst="rect">
            <a:avLst/>
          </a:prstGeom>
          <a:solidFill xmlns:a="http://schemas.openxmlformats.org/drawingml/2006/main">
            <a:srgbClr val="FFFFFF"/>
          </a:solidFill>
          <a:ln xmlns:a="http://schemas.openxmlformats.org/drawingml/2006/main" w="8386">
            <a:solidFill>
              <a:srgbClr val="222222"/>
            </a:solidFill>
          </a:ln>
        </p:spPr>
      </p:sp>
      <p:sp>
        <p:nvSpPr>
          <p:cNvPr id="969" name="R18|672">
            <a:extLst xmlns:a="http://schemas.openxmlformats.org/drawingml/2006/main">
              <a:ext uri="{FF2B5EF4-FFF2-40B4-BE49-F238E27FC236}">
                <a16:creationId xmlns:a16="http://schemas.microsoft.com/office/drawing/2014/main" id="{7D096C34-33CA-4D4C-87D5-7925B597080D}"/>
              </a:ext>
            </a:extLst>
          </p:cNvPr>
          <p:cNvSpPr>
            <a:spLocks xmlns:a="http://schemas.openxmlformats.org/drawingml/2006/main" noGrp="1"/>
          </p:cNvSpPr>
          <p:nvPr/>
        </p:nvSpPr>
        <p:spPr>
          <a:xfrm xmlns:a="http://schemas.openxmlformats.org/drawingml/2006/main">
            <a:off x="6088920" y="3917285"/>
            <a:ext cx="436061" cy="329988"/>
          </a:xfrm>
          <a:custGeom xmlns:a="http://schemas.openxmlformats.org/drawingml/2006/main">
            <a:pathLst>
              <a:path w="436061" h="329988">
                <a:moveTo>
                  <a:pt x="0" y="1398"/>
                </a:moveTo>
                <a:lnTo>
                  <a:pt x="2795" y="1398"/>
                </a:lnTo>
                <a:lnTo>
                  <a:pt x="5591" y="2797"/>
                </a:lnTo>
                <a:lnTo>
                  <a:pt x="8386" y="1398"/>
                </a:lnTo>
                <a:lnTo>
                  <a:pt x="11181" y="0"/>
                </a:lnTo>
                <a:lnTo>
                  <a:pt x="13976" y="0"/>
                </a:lnTo>
                <a:lnTo>
                  <a:pt x="16772" y="0"/>
                </a:lnTo>
                <a:lnTo>
                  <a:pt x="19567" y="1398"/>
                </a:lnTo>
                <a:lnTo>
                  <a:pt x="22362" y="1398"/>
                </a:lnTo>
                <a:lnTo>
                  <a:pt x="25157" y="1398"/>
                </a:lnTo>
                <a:lnTo>
                  <a:pt x="27953" y="2797"/>
                </a:lnTo>
                <a:lnTo>
                  <a:pt x="30748" y="2797"/>
                </a:lnTo>
                <a:lnTo>
                  <a:pt x="33543" y="2797"/>
                </a:lnTo>
                <a:lnTo>
                  <a:pt x="36338" y="2797"/>
                </a:lnTo>
                <a:lnTo>
                  <a:pt x="39134" y="2797"/>
                </a:lnTo>
                <a:lnTo>
                  <a:pt x="41929" y="2797"/>
                </a:lnTo>
                <a:lnTo>
                  <a:pt x="44724" y="4195"/>
                </a:lnTo>
                <a:lnTo>
                  <a:pt x="47519" y="4195"/>
                </a:lnTo>
                <a:lnTo>
                  <a:pt x="50315" y="4195"/>
                </a:lnTo>
                <a:lnTo>
                  <a:pt x="53110" y="4195"/>
                </a:lnTo>
                <a:lnTo>
                  <a:pt x="55905" y="4195"/>
                </a:lnTo>
                <a:lnTo>
                  <a:pt x="58701" y="4195"/>
                </a:lnTo>
                <a:lnTo>
                  <a:pt x="61496" y="5593"/>
                </a:lnTo>
                <a:lnTo>
                  <a:pt x="64291" y="5593"/>
                </a:lnTo>
                <a:lnTo>
                  <a:pt x="67086" y="5593"/>
                </a:lnTo>
                <a:lnTo>
                  <a:pt x="69882" y="6991"/>
                </a:lnTo>
                <a:lnTo>
                  <a:pt x="72677" y="9788"/>
                </a:lnTo>
                <a:lnTo>
                  <a:pt x="75472" y="9788"/>
                </a:lnTo>
                <a:lnTo>
                  <a:pt x="78267" y="11186"/>
                </a:lnTo>
                <a:lnTo>
                  <a:pt x="81063" y="11186"/>
                </a:lnTo>
                <a:lnTo>
                  <a:pt x="83858" y="13983"/>
                </a:lnTo>
                <a:lnTo>
                  <a:pt x="86653" y="13983"/>
                </a:lnTo>
                <a:lnTo>
                  <a:pt x="89448" y="16779"/>
                </a:lnTo>
                <a:lnTo>
                  <a:pt x="92244" y="16779"/>
                </a:lnTo>
                <a:lnTo>
                  <a:pt x="95039" y="18177"/>
                </a:lnTo>
                <a:lnTo>
                  <a:pt x="97834" y="19576"/>
                </a:lnTo>
                <a:lnTo>
                  <a:pt x="100629" y="20974"/>
                </a:lnTo>
                <a:lnTo>
                  <a:pt x="103425" y="22372"/>
                </a:lnTo>
                <a:lnTo>
                  <a:pt x="106220" y="23770"/>
                </a:lnTo>
                <a:lnTo>
                  <a:pt x="109015" y="25169"/>
                </a:lnTo>
                <a:lnTo>
                  <a:pt x="111810" y="26567"/>
                </a:lnTo>
                <a:lnTo>
                  <a:pt x="114606" y="27965"/>
                </a:lnTo>
                <a:lnTo>
                  <a:pt x="117401" y="32160"/>
                </a:lnTo>
                <a:lnTo>
                  <a:pt x="120196" y="34956"/>
                </a:lnTo>
                <a:lnTo>
                  <a:pt x="122992" y="34956"/>
                </a:lnTo>
                <a:lnTo>
                  <a:pt x="125787" y="39151"/>
                </a:lnTo>
                <a:lnTo>
                  <a:pt x="128582" y="43346"/>
                </a:lnTo>
                <a:lnTo>
                  <a:pt x="131377" y="46142"/>
                </a:lnTo>
                <a:lnTo>
                  <a:pt x="134173" y="48939"/>
                </a:lnTo>
                <a:lnTo>
                  <a:pt x="136968" y="50337"/>
                </a:lnTo>
                <a:lnTo>
                  <a:pt x="139763" y="54532"/>
                </a:lnTo>
                <a:lnTo>
                  <a:pt x="142558" y="57329"/>
                </a:lnTo>
                <a:lnTo>
                  <a:pt x="145354" y="61523"/>
                </a:lnTo>
                <a:lnTo>
                  <a:pt x="148149" y="62922"/>
                </a:lnTo>
                <a:lnTo>
                  <a:pt x="150944" y="65718"/>
                </a:lnTo>
                <a:lnTo>
                  <a:pt x="153739" y="67116"/>
                </a:lnTo>
                <a:lnTo>
                  <a:pt x="156535" y="69913"/>
                </a:lnTo>
                <a:lnTo>
                  <a:pt x="159330" y="76904"/>
                </a:lnTo>
                <a:lnTo>
                  <a:pt x="162125" y="82497"/>
                </a:lnTo>
                <a:lnTo>
                  <a:pt x="164920" y="85294"/>
                </a:lnTo>
                <a:lnTo>
                  <a:pt x="167716" y="89488"/>
                </a:lnTo>
                <a:lnTo>
                  <a:pt x="170511" y="92285"/>
                </a:lnTo>
                <a:lnTo>
                  <a:pt x="173306" y="96480"/>
                </a:lnTo>
                <a:lnTo>
                  <a:pt x="176102" y="100674"/>
                </a:lnTo>
                <a:lnTo>
                  <a:pt x="178897" y="106267"/>
                </a:lnTo>
                <a:lnTo>
                  <a:pt x="181692" y="110462"/>
                </a:lnTo>
                <a:lnTo>
                  <a:pt x="184487" y="116055"/>
                </a:lnTo>
                <a:lnTo>
                  <a:pt x="187283" y="123047"/>
                </a:lnTo>
                <a:lnTo>
                  <a:pt x="190078" y="127241"/>
                </a:lnTo>
                <a:lnTo>
                  <a:pt x="192873" y="131436"/>
                </a:lnTo>
                <a:lnTo>
                  <a:pt x="195668" y="132834"/>
                </a:lnTo>
                <a:lnTo>
                  <a:pt x="198464" y="137029"/>
                </a:lnTo>
                <a:lnTo>
                  <a:pt x="201259" y="139826"/>
                </a:lnTo>
                <a:lnTo>
                  <a:pt x="204054" y="148215"/>
                </a:lnTo>
                <a:lnTo>
                  <a:pt x="206849" y="153808"/>
                </a:lnTo>
                <a:lnTo>
                  <a:pt x="209645" y="156605"/>
                </a:lnTo>
                <a:lnTo>
                  <a:pt x="212440" y="162198"/>
                </a:lnTo>
                <a:lnTo>
                  <a:pt x="215235" y="167791"/>
                </a:lnTo>
                <a:lnTo>
                  <a:pt x="218030" y="170587"/>
                </a:lnTo>
                <a:lnTo>
                  <a:pt x="220826" y="176180"/>
                </a:lnTo>
                <a:lnTo>
                  <a:pt x="223621" y="180375"/>
                </a:lnTo>
                <a:lnTo>
                  <a:pt x="226416" y="184570"/>
                </a:lnTo>
                <a:lnTo>
                  <a:pt x="229211" y="190163"/>
                </a:lnTo>
                <a:lnTo>
                  <a:pt x="232007" y="195756"/>
                </a:lnTo>
                <a:lnTo>
                  <a:pt x="234802" y="202747"/>
                </a:lnTo>
                <a:lnTo>
                  <a:pt x="237597" y="205544"/>
                </a:lnTo>
                <a:lnTo>
                  <a:pt x="240393" y="208340"/>
                </a:lnTo>
                <a:lnTo>
                  <a:pt x="243188" y="213933"/>
                </a:lnTo>
                <a:lnTo>
                  <a:pt x="245983" y="216730"/>
                </a:lnTo>
                <a:lnTo>
                  <a:pt x="248778" y="223721"/>
                </a:lnTo>
                <a:lnTo>
                  <a:pt x="251574" y="229314"/>
                </a:lnTo>
                <a:lnTo>
                  <a:pt x="254369" y="230712"/>
                </a:lnTo>
                <a:lnTo>
                  <a:pt x="257164" y="233509"/>
                </a:lnTo>
                <a:lnTo>
                  <a:pt x="259959" y="239102"/>
                </a:lnTo>
                <a:lnTo>
                  <a:pt x="262755" y="243297"/>
                </a:lnTo>
                <a:lnTo>
                  <a:pt x="265550" y="248890"/>
                </a:lnTo>
                <a:lnTo>
                  <a:pt x="268345" y="254483"/>
                </a:lnTo>
                <a:lnTo>
                  <a:pt x="271140" y="254483"/>
                </a:lnTo>
                <a:lnTo>
                  <a:pt x="273936" y="257279"/>
                </a:lnTo>
                <a:lnTo>
                  <a:pt x="276731" y="261474"/>
                </a:lnTo>
                <a:lnTo>
                  <a:pt x="279526" y="264270"/>
                </a:lnTo>
                <a:lnTo>
                  <a:pt x="282321" y="269863"/>
                </a:lnTo>
                <a:lnTo>
                  <a:pt x="285117" y="271262"/>
                </a:lnTo>
                <a:lnTo>
                  <a:pt x="287912" y="272660"/>
                </a:lnTo>
                <a:lnTo>
                  <a:pt x="290707" y="276855"/>
                </a:lnTo>
                <a:lnTo>
                  <a:pt x="293503" y="283846"/>
                </a:lnTo>
                <a:lnTo>
                  <a:pt x="296298" y="285244"/>
                </a:lnTo>
                <a:lnTo>
                  <a:pt x="299093" y="286643"/>
                </a:lnTo>
                <a:lnTo>
                  <a:pt x="301888" y="288041"/>
                </a:lnTo>
                <a:lnTo>
                  <a:pt x="304684" y="290837"/>
                </a:lnTo>
                <a:lnTo>
                  <a:pt x="307479" y="292236"/>
                </a:lnTo>
                <a:lnTo>
                  <a:pt x="310274" y="295032"/>
                </a:lnTo>
                <a:lnTo>
                  <a:pt x="313069" y="296430"/>
                </a:lnTo>
                <a:lnTo>
                  <a:pt x="315865" y="296430"/>
                </a:lnTo>
                <a:lnTo>
                  <a:pt x="318660" y="299227"/>
                </a:lnTo>
                <a:lnTo>
                  <a:pt x="321455" y="302023"/>
                </a:lnTo>
                <a:lnTo>
                  <a:pt x="324250" y="306218"/>
                </a:lnTo>
                <a:lnTo>
                  <a:pt x="327046" y="307616"/>
                </a:lnTo>
                <a:lnTo>
                  <a:pt x="329841" y="310413"/>
                </a:lnTo>
                <a:lnTo>
                  <a:pt x="332636" y="310413"/>
                </a:lnTo>
                <a:lnTo>
                  <a:pt x="335431" y="313209"/>
                </a:lnTo>
                <a:lnTo>
                  <a:pt x="338227" y="314608"/>
                </a:lnTo>
                <a:lnTo>
                  <a:pt x="341022" y="317404"/>
                </a:lnTo>
                <a:lnTo>
                  <a:pt x="343817" y="317404"/>
                </a:lnTo>
                <a:lnTo>
                  <a:pt x="346612" y="317404"/>
                </a:lnTo>
                <a:lnTo>
                  <a:pt x="349408" y="317404"/>
                </a:lnTo>
                <a:lnTo>
                  <a:pt x="352203" y="318802"/>
                </a:lnTo>
                <a:lnTo>
                  <a:pt x="354998" y="320201"/>
                </a:lnTo>
                <a:lnTo>
                  <a:pt x="357794" y="321599"/>
                </a:lnTo>
                <a:lnTo>
                  <a:pt x="360589" y="321599"/>
                </a:lnTo>
                <a:lnTo>
                  <a:pt x="363384" y="322997"/>
                </a:lnTo>
                <a:lnTo>
                  <a:pt x="366179" y="324395"/>
                </a:lnTo>
                <a:lnTo>
                  <a:pt x="368975" y="324395"/>
                </a:lnTo>
                <a:lnTo>
                  <a:pt x="371770" y="324395"/>
                </a:lnTo>
                <a:lnTo>
                  <a:pt x="374565" y="325794"/>
                </a:lnTo>
                <a:lnTo>
                  <a:pt x="377360" y="325794"/>
                </a:lnTo>
                <a:lnTo>
                  <a:pt x="380156" y="327192"/>
                </a:lnTo>
                <a:lnTo>
                  <a:pt x="382951" y="327192"/>
                </a:lnTo>
                <a:lnTo>
                  <a:pt x="385746" y="328590"/>
                </a:lnTo>
                <a:lnTo>
                  <a:pt x="388541" y="327192"/>
                </a:lnTo>
                <a:lnTo>
                  <a:pt x="391337" y="328590"/>
                </a:lnTo>
                <a:lnTo>
                  <a:pt x="394132" y="327192"/>
                </a:lnTo>
                <a:lnTo>
                  <a:pt x="396927" y="329988"/>
                </a:lnTo>
                <a:lnTo>
                  <a:pt x="399722" y="328590"/>
                </a:lnTo>
                <a:lnTo>
                  <a:pt x="402518" y="329988"/>
                </a:lnTo>
                <a:lnTo>
                  <a:pt x="405313" y="328590"/>
                </a:lnTo>
                <a:lnTo>
                  <a:pt x="408108" y="329988"/>
                </a:lnTo>
                <a:lnTo>
                  <a:pt x="410904" y="328590"/>
                </a:lnTo>
                <a:lnTo>
                  <a:pt x="413699" y="329988"/>
                </a:lnTo>
                <a:lnTo>
                  <a:pt x="416494" y="329988"/>
                </a:lnTo>
                <a:lnTo>
                  <a:pt x="419289" y="329988"/>
                </a:lnTo>
                <a:lnTo>
                  <a:pt x="422085" y="329988"/>
                </a:lnTo>
                <a:lnTo>
                  <a:pt x="424880" y="329988"/>
                </a:lnTo>
                <a:lnTo>
                  <a:pt x="427675" y="329988"/>
                </a:lnTo>
                <a:lnTo>
                  <a:pt x="430470" y="328590"/>
                </a:lnTo>
                <a:lnTo>
                  <a:pt x="433266" y="328590"/>
                </a:lnTo>
                <a:lnTo>
                  <a:pt x="436061" y="329988"/>
                </a:lnTo>
              </a:path>
            </a:pathLst>
          </a:custGeom>
          <a:noFill xmlns:a="http://schemas.openxmlformats.org/drawingml/2006/main"/>
          <a:ln xmlns:a="http://schemas.openxmlformats.org/drawingml/2006/main" w="15374">
            <a:solidFill>
              <a:srgbClr val="4B8956"/>
            </a:solidFill>
          </a:ln>
        </p:spPr>
      </p:sp>
      <p:sp>
        <p:nvSpPr>
          <p:cNvPr id="970" name="R19|673">
            <a:extLst xmlns:a="http://schemas.openxmlformats.org/drawingml/2006/main">
              <a:ext uri="{FF2B5EF4-FFF2-40B4-BE49-F238E27FC236}">
                <a16:creationId xmlns:a16="http://schemas.microsoft.com/office/drawing/2014/main" id="{25AAFD4C-633E-447C-8826-9F677B4F9749}"/>
              </a:ext>
            </a:extLst>
          </p:cNvPr>
          <p:cNvSpPr>
            <a:spLocks xmlns:a="http://schemas.openxmlformats.org/drawingml/2006/main" noGrp="1"/>
          </p:cNvSpPr>
          <p:nvPr/>
        </p:nvSpPr>
        <p:spPr>
          <a:xfrm xmlns:a="http://schemas.openxmlformats.org/drawingml/2006/main">
            <a:off x="6083297" y="4845556"/>
            <a:ext cx="451795" cy="396054"/>
          </a:xfrm>
          <a:prstGeom xmlns:a="http://schemas.openxmlformats.org/drawingml/2006/main" prst="rect">
            <a:avLst/>
          </a:prstGeom>
          <a:solidFill xmlns:a="http://schemas.openxmlformats.org/drawingml/2006/main">
            <a:srgbClr val="FFFFFF"/>
          </a:solidFill>
          <a:ln xmlns:a="http://schemas.openxmlformats.org/drawingml/2006/main" w="8367">
            <a:solidFill>
              <a:srgbClr val="222222"/>
            </a:solidFill>
          </a:ln>
        </p:spPr>
      </p:sp>
      <p:sp>
        <p:nvSpPr>
          <p:cNvPr id="971" name="R19|674">
            <a:extLst xmlns:a="http://schemas.openxmlformats.org/drawingml/2006/main">
              <a:ext uri="{FF2B5EF4-FFF2-40B4-BE49-F238E27FC236}">
                <a16:creationId xmlns:a16="http://schemas.microsoft.com/office/drawing/2014/main" id="{04F2A7CD-181B-4E21-9DF7-5C6C45F661BB}"/>
              </a:ext>
            </a:extLst>
          </p:cNvPr>
          <p:cNvSpPr>
            <a:spLocks xmlns:a="http://schemas.openxmlformats.org/drawingml/2006/main" noGrp="1"/>
          </p:cNvSpPr>
          <p:nvPr/>
        </p:nvSpPr>
        <p:spPr>
          <a:xfrm xmlns:a="http://schemas.openxmlformats.org/drawingml/2006/main">
            <a:off x="6091664" y="4929229"/>
            <a:ext cx="437850" cy="228707"/>
          </a:xfrm>
          <a:custGeom xmlns:a="http://schemas.openxmlformats.org/drawingml/2006/main">
            <a:pathLst>
              <a:path w="437850" h="228707">
                <a:moveTo>
                  <a:pt x="0" y="118537"/>
                </a:moveTo>
                <a:lnTo>
                  <a:pt x="2789" y="118537"/>
                </a:lnTo>
                <a:lnTo>
                  <a:pt x="5578" y="117143"/>
                </a:lnTo>
                <a:lnTo>
                  <a:pt x="8367" y="117143"/>
                </a:lnTo>
                <a:lnTo>
                  <a:pt x="11155" y="117143"/>
                </a:lnTo>
                <a:lnTo>
                  <a:pt x="13944" y="118537"/>
                </a:lnTo>
                <a:lnTo>
                  <a:pt x="16733" y="118537"/>
                </a:lnTo>
                <a:lnTo>
                  <a:pt x="19522" y="118537"/>
                </a:lnTo>
                <a:lnTo>
                  <a:pt x="22311" y="118537"/>
                </a:lnTo>
                <a:lnTo>
                  <a:pt x="25100" y="118537"/>
                </a:lnTo>
                <a:lnTo>
                  <a:pt x="27889" y="118537"/>
                </a:lnTo>
                <a:lnTo>
                  <a:pt x="30677" y="118537"/>
                </a:lnTo>
                <a:lnTo>
                  <a:pt x="33466" y="118537"/>
                </a:lnTo>
                <a:lnTo>
                  <a:pt x="36255" y="119932"/>
                </a:lnTo>
                <a:lnTo>
                  <a:pt x="39044" y="119932"/>
                </a:lnTo>
                <a:lnTo>
                  <a:pt x="41833" y="118537"/>
                </a:lnTo>
                <a:lnTo>
                  <a:pt x="44622" y="118537"/>
                </a:lnTo>
                <a:lnTo>
                  <a:pt x="47411" y="118537"/>
                </a:lnTo>
                <a:lnTo>
                  <a:pt x="50199" y="118537"/>
                </a:lnTo>
                <a:lnTo>
                  <a:pt x="52988" y="118537"/>
                </a:lnTo>
                <a:lnTo>
                  <a:pt x="55777" y="117143"/>
                </a:lnTo>
                <a:lnTo>
                  <a:pt x="58566" y="115748"/>
                </a:lnTo>
                <a:lnTo>
                  <a:pt x="61355" y="112959"/>
                </a:lnTo>
                <a:lnTo>
                  <a:pt x="64144" y="111565"/>
                </a:lnTo>
                <a:lnTo>
                  <a:pt x="66933" y="107381"/>
                </a:lnTo>
                <a:lnTo>
                  <a:pt x="69721" y="104592"/>
                </a:lnTo>
                <a:lnTo>
                  <a:pt x="72510" y="100408"/>
                </a:lnTo>
                <a:lnTo>
                  <a:pt x="75299" y="99014"/>
                </a:lnTo>
                <a:lnTo>
                  <a:pt x="78088" y="96224"/>
                </a:lnTo>
                <a:lnTo>
                  <a:pt x="80877" y="96224"/>
                </a:lnTo>
                <a:lnTo>
                  <a:pt x="83666" y="99014"/>
                </a:lnTo>
                <a:lnTo>
                  <a:pt x="86455" y="104592"/>
                </a:lnTo>
                <a:lnTo>
                  <a:pt x="89243" y="108776"/>
                </a:lnTo>
                <a:lnTo>
                  <a:pt x="92032" y="111565"/>
                </a:lnTo>
                <a:lnTo>
                  <a:pt x="94821" y="117143"/>
                </a:lnTo>
                <a:lnTo>
                  <a:pt x="97610" y="124116"/>
                </a:lnTo>
                <a:lnTo>
                  <a:pt x="100399" y="132483"/>
                </a:lnTo>
                <a:lnTo>
                  <a:pt x="103188" y="139456"/>
                </a:lnTo>
                <a:lnTo>
                  <a:pt x="105977" y="146429"/>
                </a:lnTo>
                <a:lnTo>
                  <a:pt x="108765" y="149218"/>
                </a:lnTo>
                <a:lnTo>
                  <a:pt x="111554" y="146429"/>
                </a:lnTo>
                <a:lnTo>
                  <a:pt x="114343" y="140850"/>
                </a:lnTo>
                <a:lnTo>
                  <a:pt x="117132" y="135272"/>
                </a:lnTo>
                <a:lnTo>
                  <a:pt x="119921" y="128299"/>
                </a:lnTo>
                <a:lnTo>
                  <a:pt x="122710" y="119932"/>
                </a:lnTo>
                <a:lnTo>
                  <a:pt x="125499" y="108776"/>
                </a:lnTo>
                <a:lnTo>
                  <a:pt x="128287" y="100408"/>
                </a:lnTo>
                <a:lnTo>
                  <a:pt x="131076" y="89252"/>
                </a:lnTo>
                <a:lnTo>
                  <a:pt x="133865" y="79490"/>
                </a:lnTo>
                <a:lnTo>
                  <a:pt x="136654" y="72517"/>
                </a:lnTo>
                <a:lnTo>
                  <a:pt x="139443" y="68333"/>
                </a:lnTo>
                <a:lnTo>
                  <a:pt x="142232" y="65544"/>
                </a:lnTo>
                <a:lnTo>
                  <a:pt x="145020" y="72517"/>
                </a:lnTo>
                <a:lnTo>
                  <a:pt x="147809" y="79490"/>
                </a:lnTo>
                <a:lnTo>
                  <a:pt x="150598" y="87857"/>
                </a:lnTo>
                <a:lnTo>
                  <a:pt x="153387" y="97619"/>
                </a:lnTo>
                <a:lnTo>
                  <a:pt x="156176" y="110170"/>
                </a:lnTo>
                <a:lnTo>
                  <a:pt x="158965" y="124116"/>
                </a:lnTo>
                <a:lnTo>
                  <a:pt x="161754" y="140850"/>
                </a:lnTo>
                <a:lnTo>
                  <a:pt x="164542" y="156190"/>
                </a:lnTo>
                <a:lnTo>
                  <a:pt x="167331" y="172925"/>
                </a:lnTo>
                <a:lnTo>
                  <a:pt x="170120" y="182687"/>
                </a:lnTo>
                <a:lnTo>
                  <a:pt x="172909" y="189660"/>
                </a:lnTo>
                <a:lnTo>
                  <a:pt x="175698" y="192449"/>
                </a:lnTo>
                <a:lnTo>
                  <a:pt x="178487" y="185476"/>
                </a:lnTo>
                <a:lnTo>
                  <a:pt x="181276" y="171531"/>
                </a:lnTo>
                <a:lnTo>
                  <a:pt x="184064" y="157585"/>
                </a:lnTo>
                <a:lnTo>
                  <a:pt x="186853" y="146429"/>
                </a:lnTo>
                <a:lnTo>
                  <a:pt x="189642" y="124116"/>
                </a:lnTo>
                <a:lnTo>
                  <a:pt x="192431" y="100408"/>
                </a:lnTo>
                <a:lnTo>
                  <a:pt x="195220" y="73912"/>
                </a:lnTo>
                <a:lnTo>
                  <a:pt x="198009" y="65544"/>
                </a:lnTo>
                <a:lnTo>
                  <a:pt x="200798" y="30680"/>
                </a:lnTo>
                <a:lnTo>
                  <a:pt x="203586" y="20918"/>
                </a:lnTo>
                <a:lnTo>
                  <a:pt x="206375" y="11156"/>
                </a:lnTo>
                <a:lnTo>
                  <a:pt x="209164" y="1395"/>
                </a:lnTo>
                <a:lnTo>
                  <a:pt x="211953" y="0"/>
                </a:lnTo>
                <a:lnTo>
                  <a:pt x="214742" y="12551"/>
                </a:lnTo>
                <a:lnTo>
                  <a:pt x="217531" y="22313"/>
                </a:lnTo>
                <a:lnTo>
                  <a:pt x="220320" y="30680"/>
                </a:lnTo>
                <a:lnTo>
                  <a:pt x="223108" y="51599"/>
                </a:lnTo>
                <a:lnTo>
                  <a:pt x="225897" y="79490"/>
                </a:lnTo>
                <a:lnTo>
                  <a:pt x="228686" y="105986"/>
                </a:lnTo>
                <a:lnTo>
                  <a:pt x="231475" y="126905"/>
                </a:lnTo>
                <a:lnTo>
                  <a:pt x="234264" y="153401"/>
                </a:lnTo>
                <a:lnTo>
                  <a:pt x="237053" y="184082"/>
                </a:lnTo>
                <a:lnTo>
                  <a:pt x="239842" y="202211"/>
                </a:lnTo>
                <a:lnTo>
                  <a:pt x="242630" y="214762"/>
                </a:lnTo>
                <a:lnTo>
                  <a:pt x="245419" y="227313"/>
                </a:lnTo>
                <a:lnTo>
                  <a:pt x="248208" y="228707"/>
                </a:lnTo>
                <a:lnTo>
                  <a:pt x="250997" y="225918"/>
                </a:lnTo>
                <a:lnTo>
                  <a:pt x="253786" y="214762"/>
                </a:lnTo>
                <a:lnTo>
                  <a:pt x="256575" y="202211"/>
                </a:lnTo>
                <a:lnTo>
                  <a:pt x="259364" y="177109"/>
                </a:lnTo>
                <a:lnTo>
                  <a:pt x="262152" y="163163"/>
                </a:lnTo>
                <a:lnTo>
                  <a:pt x="264941" y="145034"/>
                </a:lnTo>
                <a:lnTo>
                  <a:pt x="267730" y="126905"/>
                </a:lnTo>
                <a:lnTo>
                  <a:pt x="270519" y="112959"/>
                </a:lnTo>
                <a:lnTo>
                  <a:pt x="273308" y="94830"/>
                </a:lnTo>
                <a:lnTo>
                  <a:pt x="276097" y="85068"/>
                </a:lnTo>
                <a:lnTo>
                  <a:pt x="278886" y="69728"/>
                </a:lnTo>
                <a:lnTo>
                  <a:pt x="281674" y="64150"/>
                </a:lnTo>
                <a:lnTo>
                  <a:pt x="284463" y="59966"/>
                </a:lnTo>
                <a:lnTo>
                  <a:pt x="287252" y="66939"/>
                </a:lnTo>
                <a:lnTo>
                  <a:pt x="290041" y="79490"/>
                </a:lnTo>
                <a:lnTo>
                  <a:pt x="292830" y="83673"/>
                </a:lnTo>
                <a:lnTo>
                  <a:pt x="295619" y="97619"/>
                </a:lnTo>
                <a:lnTo>
                  <a:pt x="298408" y="108776"/>
                </a:lnTo>
                <a:lnTo>
                  <a:pt x="301196" y="122721"/>
                </a:lnTo>
                <a:lnTo>
                  <a:pt x="303985" y="131088"/>
                </a:lnTo>
                <a:lnTo>
                  <a:pt x="306774" y="139456"/>
                </a:lnTo>
                <a:lnTo>
                  <a:pt x="309563" y="145034"/>
                </a:lnTo>
                <a:lnTo>
                  <a:pt x="312352" y="149218"/>
                </a:lnTo>
                <a:lnTo>
                  <a:pt x="315141" y="153401"/>
                </a:lnTo>
                <a:lnTo>
                  <a:pt x="317930" y="149218"/>
                </a:lnTo>
                <a:lnTo>
                  <a:pt x="320718" y="146429"/>
                </a:lnTo>
                <a:lnTo>
                  <a:pt x="323507" y="139456"/>
                </a:lnTo>
                <a:lnTo>
                  <a:pt x="326296" y="131088"/>
                </a:lnTo>
                <a:lnTo>
                  <a:pt x="329085" y="124116"/>
                </a:lnTo>
                <a:lnTo>
                  <a:pt x="331874" y="117143"/>
                </a:lnTo>
                <a:lnTo>
                  <a:pt x="334663" y="112959"/>
                </a:lnTo>
                <a:lnTo>
                  <a:pt x="337452" y="104592"/>
                </a:lnTo>
                <a:lnTo>
                  <a:pt x="340240" y="101803"/>
                </a:lnTo>
                <a:lnTo>
                  <a:pt x="343029" y="97619"/>
                </a:lnTo>
                <a:lnTo>
                  <a:pt x="345818" y="100408"/>
                </a:lnTo>
                <a:lnTo>
                  <a:pt x="348607" y="101803"/>
                </a:lnTo>
                <a:lnTo>
                  <a:pt x="351396" y="104592"/>
                </a:lnTo>
                <a:lnTo>
                  <a:pt x="354185" y="110170"/>
                </a:lnTo>
                <a:lnTo>
                  <a:pt x="356974" y="112959"/>
                </a:lnTo>
                <a:lnTo>
                  <a:pt x="359762" y="115748"/>
                </a:lnTo>
                <a:lnTo>
                  <a:pt x="362551" y="118537"/>
                </a:lnTo>
                <a:lnTo>
                  <a:pt x="365340" y="122721"/>
                </a:lnTo>
                <a:lnTo>
                  <a:pt x="368129" y="124116"/>
                </a:lnTo>
                <a:lnTo>
                  <a:pt x="370918" y="125510"/>
                </a:lnTo>
                <a:lnTo>
                  <a:pt x="373707" y="122721"/>
                </a:lnTo>
                <a:lnTo>
                  <a:pt x="376496" y="122721"/>
                </a:lnTo>
                <a:lnTo>
                  <a:pt x="379284" y="121327"/>
                </a:lnTo>
                <a:lnTo>
                  <a:pt x="382073" y="121327"/>
                </a:lnTo>
                <a:lnTo>
                  <a:pt x="384862" y="121327"/>
                </a:lnTo>
                <a:lnTo>
                  <a:pt x="387651" y="121327"/>
                </a:lnTo>
                <a:lnTo>
                  <a:pt x="390440" y="121327"/>
                </a:lnTo>
                <a:lnTo>
                  <a:pt x="393229" y="121327"/>
                </a:lnTo>
                <a:lnTo>
                  <a:pt x="396018" y="121327"/>
                </a:lnTo>
                <a:lnTo>
                  <a:pt x="398806" y="121327"/>
                </a:lnTo>
                <a:lnTo>
                  <a:pt x="401595" y="121327"/>
                </a:lnTo>
                <a:lnTo>
                  <a:pt x="404384" y="121327"/>
                </a:lnTo>
                <a:lnTo>
                  <a:pt x="407173" y="121327"/>
                </a:lnTo>
                <a:lnTo>
                  <a:pt x="409962" y="119932"/>
                </a:lnTo>
                <a:lnTo>
                  <a:pt x="412751" y="119932"/>
                </a:lnTo>
                <a:lnTo>
                  <a:pt x="415540" y="119932"/>
                </a:lnTo>
                <a:lnTo>
                  <a:pt x="418328" y="119932"/>
                </a:lnTo>
                <a:lnTo>
                  <a:pt x="421117" y="119932"/>
                </a:lnTo>
                <a:lnTo>
                  <a:pt x="423906" y="119932"/>
                </a:lnTo>
                <a:lnTo>
                  <a:pt x="426695" y="119932"/>
                </a:lnTo>
                <a:lnTo>
                  <a:pt x="429484" y="119932"/>
                </a:lnTo>
                <a:lnTo>
                  <a:pt x="432273" y="119932"/>
                </a:lnTo>
                <a:lnTo>
                  <a:pt x="435061" y="119932"/>
                </a:lnTo>
                <a:lnTo>
                  <a:pt x="437850" y="121327"/>
                </a:lnTo>
              </a:path>
            </a:pathLst>
          </a:custGeom>
          <a:noFill xmlns:a="http://schemas.openxmlformats.org/drawingml/2006/main"/>
          <a:ln xmlns:a="http://schemas.openxmlformats.org/drawingml/2006/main" w="11713">
            <a:solidFill>
              <a:srgbClr val="AB4034"/>
            </a:solidFill>
          </a:ln>
        </p:spPr>
      </p:sp>
      <p:sp>
        <p:nvSpPr>
          <p:cNvPr id="972" name="R20|675">
            <a:extLst xmlns:a="http://schemas.openxmlformats.org/drawingml/2006/main">
              <a:ext uri="{FF2B5EF4-FFF2-40B4-BE49-F238E27FC236}">
                <a16:creationId xmlns:a16="http://schemas.microsoft.com/office/drawing/2014/main" id="{35B52937-5E51-4EA6-9342-8E815A1C6201}"/>
              </a:ext>
            </a:extLst>
          </p:cNvPr>
          <p:cNvSpPr>
            <a:spLocks xmlns:a="http://schemas.openxmlformats.org/drawingml/2006/main" noGrp="1"/>
          </p:cNvSpPr>
          <p:nvPr/>
        </p:nvSpPr>
        <p:spPr>
          <a:xfrm xmlns:a="http://schemas.openxmlformats.org/drawingml/2006/main">
            <a:off x="8048965" y="3922544"/>
            <a:ext cx="914419" cy="521373"/>
          </a:xfrm>
          <a:custGeom xmlns:a="http://schemas.openxmlformats.org/drawingml/2006/main">
            <a:pathLst>
              <a:path w="914419" h="521373">
                <a:moveTo>
                  <a:pt x="0" y="83051"/>
                </a:moveTo>
                <a:lnTo>
                  <a:pt x="36946" y="0"/>
                </a:lnTo>
                <a:lnTo>
                  <a:pt x="840526" y="0"/>
                </a:lnTo>
                <a:lnTo>
                  <a:pt x="914419" y="73823"/>
                </a:lnTo>
                <a:lnTo>
                  <a:pt x="914419" y="415253"/>
                </a:lnTo>
                <a:lnTo>
                  <a:pt x="826671" y="470620"/>
                </a:lnTo>
                <a:lnTo>
                  <a:pt x="738924" y="470620"/>
                </a:lnTo>
                <a:lnTo>
                  <a:pt x="701978" y="521373"/>
                </a:lnTo>
                <a:lnTo>
                  <a:pt x="655795" y="466006"/>
                </a:lnTo>
                <a:lnTo>
                  <a:pt x="471064" y="466006"/>
                </a:lnTo>
                <a:lnTo>
                  <a:pt x="429500" y="521373"/>
                </a:lnTo>
                <a:lnTo>
                  <a:pt x="383317" y="466006"/>
                </a:lnTo>
                <a:lnTo>
                  <a:pt x="184731" y="466006"/>
                </a:lnTo>
                <a:lnTo>
                  <a:pt x="143167" y="521373"/>
                </a:lnTo>
                <a:lnTo>
                  <a:pt x="96984" y="466006"/>
                </a:lnTo>
                <a:lnTo>
                  <a:pt x="9237" y="410639"/>
                </a:lnTo>
                <a:close/>
              </a:path>
            </a:pathLst>
          </a:custGeom>
          <a:solidFill xmlns:a="http://schemas.openxmlformats.org/drawingml/2006/main">
            <a:srgbClr val="FAFAFA"/>
          </a:solidFill>
          <a:ln xmlns:a="http://schemas.openxmlformats.org/drawingml/2006/main" w="6466">
            <a:solidFill>
              <a:srgbClr val="8778A6"/>
            </a:solidFill>
          </a:ln>
        </p:spPr>
      </p:sp>
      <p:sp>
        <p:nvSpPr>
          <p:cNvPr id="973" name="R20|676">
            <a:extLst xmlns:a="http://schemas.openxmlformats.org/drawingml/2006/main">
              <a:ext uri="{FF2B5EF4-FFF2-40B4-BE49-F238E27FC236}">
                <a16:creationId xmlns:a16="http://schemas.microsoft.com/office/drawing/2014/main" id="{82239F05-968E-4074-9957-5EB867FE5824}"/>
              </a:ext>
            </a:extLst>
          </p:cNvPr>
          <p:cNvSpPr>
            <a:spLocks xmlns:a="http://schemas.openxmlformats.org/drawingml/2006/main" noGrp="1"/>
          </p:cNvSpPr>
          <p:nvPr/>
        </p:nvSpPr>
        <p:spPr>
          <a:xfrm xmlns:a="http://schemas.openxmlformats.org/drawingml/2006/main">
            <a:off x="8129785" y="4180924"/>
            <a:ext cx="94675" cy="143032"/>
          </a:xfrm>
          <a:custGeom xmlns:a="http://schemas.openxmlformats.org/drawingml/2006/main">
            <a:pathLst>
              <a:path w="94675" h="143032">
                <a:moveTo>
                  <a:pt x="94675" y="0"/>
                </a:moveTo>
                <a:lnTo>
                  <a:pt x="0" y="143032"/>
                </a:lnTo>
              </a:path>
            </a:pathLst>
          </a:custGeom>
          <a:noFill xmlns:a="http://schemas.openxmlformats.org/drawingml/2006/main"/>
          <a:ln xmlns:a="http://schemas.openxmlformats.org/drawingml/2006/main" w="5542">
            <a:solidFill>
              <a:srgbClr val="5C7CB0"/>
            </a:solidFill>
          </a:ln>
        </p:spPr>
      </p:sp>
      <p:sp>
        <p:nvSpPr>
          <p:cNvPr id="974" name="R20|677">
            <a:extLst xmlns:a="http://schemas.openxmlformats.org/drawingml/2006/main">
              <a:ext uri="{FF2B5EF4-FFF2-40B4-BE49-F238E27FC236}">
                <a16:creationId xmlns:a16="http://schemas.microsoft.com/office/drawing/2014/main" id="{FD0A5037-2438-475B-8BD9-6CB0158A1A21}"/>
              </a:ext>
            </a:extLst>
          </p:cNvPr>
          <p:cNvSpPr>
            <a:spLocks xmlns:a="http://schemas.openxmlformats.org/drawingml/2006/main" noGrp="1"/>
          </p:cNvSpPr>
          <p:nvPr/>
        </p:nvSpPr>
        <p:spPr>
          <a:xfrm xmlns:a="http://schemas.openxmlformats.org/drawingml/2006/main">
            <a:off x="8224460" y="4180924"/>
            <a:ext cx="57728" cy="143032"/>
          </a:xfrm>
          <a:custGeom xmlns:a="http://schemas.openxmlformats.org/drawingml/2006/main">
            <a:pathLst>
              <a:path w="57728" h="143032">
                <a:moveTo>
                  <a:pt x="0" y="0"/>
                </a:moveTo>
                <a:lnTo>
                  <a:pt x="57728" y="143032"/>
                </a:lnTo>
              </a:path>
            </a:pathLst>
          </a:custGeom>
          <a:noFill xmlns:a="http://schemas.openxmlformats.org/drawingml/2006/main"/>
          <a:ln xmlns:a="http://schemas.openxmlformats.org/drawingml/2006/main" w="5542">
            <a:solidFill>
              <a:srgbClr val="C79198"/>
            </a:solidFill>
          </a:ln>
        </p:spPr>
      </p:sp>
      <p:sp>
        <p:nvSpPr>
          <p:cNvPr id="975" name="R20|678">
            <a:extLst xmlns:a="http://schemas.openxmlformats.org/drawingml/2006/main">
              <a:ext uri="{FF2B5EF4-FFF2-40B4-BE49-F238E27FC236}">
                <a16:creationId xmlns:a16="http://schemas.microsoft.com/office/drawing/2014/main" id="{EEFF5979-571C-468D-A7FB-1158038F175E}"/>
              </a:ext>
            </a:extLst>
          </p:cNvPr>
          <p:cNvSpPr>
            <a:spLocks xmlns:a="http://schemas.openxmlformats.org/drawingml/2006/main" noGrp="1"/>
          </p:cNvSpPr>
          <p:nvPr/>
        </p:nvSpPr>
        <p:spPr>
          <a:xfrm xmlns:a="http://schemas.openxmlformats.org/drawingml/2006/main">
            <a:off x="8196750" y="4153240"/>
            <a:ext cx="55419" cy="55367"/>
          </a:xfrm>
          <a:prstGeom xmlns:a="http://schemas.openxmlformats.org/drawingml/2006/main" prst="ellipse">
            <a:avLst/>
          </a:prstGeom>
          <a:solidFill xmlns:a="http://schemas.openxmlformats.org/drawingml/2006/main">
            <a:srgbClr val="FFB43C"/>
          </a:solidFill>
          <a:ln xmlns:a="http://schemas.openxmlformats.org/drawingml/2006/main" w="12469">
            <a:solidFill>
              <a:srgbClr val="252525"/>
            </a:solidFill>
          </a:ln>
        </p:spPr>
      </p:sp>
      <p:sp>
        <p:nvSpPr>
          <p:cNvPr id="976" name="R20|679">
            <a:extLst xmlns:a="http://schemas.openxmlformats.org/drawingml/2006/main">
              <a:ext uri="{FF2B5EF4-FFF2-40B4-BE49-F238E27FC236}">
                <a16:creationId xmlns:a16="http://schemas.microsoft.com/office/drawing/2014/main" id="{6B9369CB-25D3-4E2D-A23A-DBEBF4C2712E}"/>
              </a:ext>
            </a:extLst>
          </p:cNvPr>
          <p:cNvSpPr>
            <a:spLocks xmlns:a="http://schemas.openxmlformats.org/drawingml/2006/main" noGrp="1"/>
          </p:cNvSpPr>
          <p:nvPr/>
        </p:nvSpPr>
        <p:spPr>
          <a:xfrm xmlns:a="http://schemas.openxmlformats.org/drawingml/2006/main">
            <a:off x="8097457" y="4291658"/>
            <a:ext cx="64656" cy="64595"/>
          </a:xfrm>
          <a:prstGeom xmlns:a="http://schemas.openxmlformats.org/drawingml/2006/main" prst="ellipse">
            <a:avLst/>
          </a:prstGeom>
          <a:solidFill xmlns:a="http://schemas.openxmlformats.org/drawingml/2006/main">
            <a:srgbClr val="326A96"/>
          </a:solidFill>
          <a:ln xmlns:a="http://schemas.openxmlformats.org/drawingml/2006/main" w="12469">
            <a:solidFill>
              <a:srgbClr val="252525"/>
            </a:solidFill>
          </a:ln>
        </p:spPr>
      </p:sp>
      <p:sp>
        <p:nvSpPr>
          <p:cNvPr id="977" name="R20|680">
            <a:extLst xmlns:a="http://schemas.openxmlformats.org/drawingml/2006/main">
              <a:ext uri="{FF2B5EF4-FFF2-40B4-BE49-F238E27FC236}">
                <a16:creationId xmlns:a16="http://schemas.microsoft.com/office/drawing/2014/main" id="{F3A83ABE-143D-465F-96A6-5B0961AC9D20}"/>
              </a:ext>
            </a:extLst>
          </p:cNvPr>
          <p:cNvSpPr>
            <a:spLocks xmlns:a="http://schemas.openxmlformats.org/drawingml/2006/main" noGrp="1"/>
          </p:cNvSpPr>
          <p:nvPr/>
        </p:nvSpPr>
        <p:spPr>
          <a:xfrm xmlns:a="http://schemas.openxmlformats.org/drawingml/2006/main">
            <a:off x="8249860" y="4291658"/>
            <a:ext cx="64656" cy="64595"/>
          </a:xfrm>
          <a:prstGeom xmlns:a="http://schemas.openxmlformats.org/drawingml/2006/main" prst="ellipse">
            <a:avLst/>
          </a:prstGeom>
          <a:solidFill xmlns:a="http://schemas.openxmlformats.org/drawingml/2006/main">
            <a:srgbClr val="806599"/>
          </a:solidFill>
          <a:ln xmlns:a="http://schemas.openxmlformats.org/drawingml/2006/main" w="12469">
            <a:solidFill>
              <a:srgbClr val="252525"/>
            </a:solidFill>
          </a:ln>
        </p:spPr>
      </p:sp>
      <p:sp>
        <p:nvSpPr>
          <p:cNvPr id="978" name="R20|681">
            <a:extLst xmlns:a="http://schemas.openxmlformats.org/drawingml/2006/main">
              <a:ext uri="{FF2B5EF4-FFF2-40B4-BE49-F238E27FC236}">
                <a16:creationId xmlns:a16="http://schemas.microsoft.com/office/drawing/2014/main" id="{5B24A90A-C16A-4CA0-A40E-60FE68889527}"/>
              </a:ext>
            </a:extLst>
          </p:cNvPr>
          <p:cNvSpPr>
            <a:spLocks xmlns:a="http://schemas.openxmlformats.org/drawingml/2006/main" noGrp="1"/>
          </p:cNvSpPr>
          <p:nvPr/>
        </p:nvSpPr>
        <p:spPr>
          <a:xfrm xmlns:a="http://schemas.openxmlformats.org/drawingml/2006/main">
            <a:off x="8395336" y="4176310"/>
            <a:ext cx="96984" cy="138418"/>
          </a:xfrm>
          <a:custGeom xmlns:a="http://schemas.openxmlformats.org/drawingml/2006/main">
            <a:pathLst>
              <a:path w="96984" h="138418">
                <a:moveTo>
                  <a:pt x="96984" y="0"/>
                </a:moveTo>
                <a:lnTo>
                  <a:pt x="0" y="138418"/>
                </a:lnTo>
              </a:path>
            </a:pathLst>
          </a:custGeom>
          <a:noFill xmlns:a="http://schemas.openxmlformats.org/drawingml/2006/main"/>
          <a:ln xmlns:a="http://schemas.openxmlformats.org/drawingml/2006/main" w="5542">
            <a:solidFill>
              <a:srgbClr val="5C7CB0"/>
            </a:solidFill>
          </a:ln>
        </p:spPr>
      </p:sp>
      <p:sp>
        <p:nvSpPr>
          <p:cNvPr id="979" name="R20|682">
            <a:extLst xmlns:a="http://schemas.openxmlformats.org/drawingml/2006/main">
              <a:ext uri="{FF2B5EF4-FFF2-40B4-BE49-F238E27FC236}">
                <a16:creationId xmlns:a16="http://schemas.microsoft.com/office/drawing/2014/main" id="{C5A92F63-1E01-490B-BEEF-BCB4B8CA1445}"/>
              </a:ext>
            </a:extLst>
          </p:cNvPr>
          <p:cNvSpPr>
            <a:spLocks xmlns:a="http://schemas.openxmlformats.org/drawingml/2006/main" noGrp="1"/>
          </p:cNvSpPr>
          <p:nvPr/>
        </p:nvSpPr>
        <p:spPr>
          <a:xfrm xmlns:a="http://schemas.openxmlformats.org/drawingml/2006/main">
            <a:off x="8492320" y="4176310"/>
            <a:ext cx="60038" cy="138418"/>
          </a:xfrm>
          <a:custGeom xmlns:a="http://schemas.openxmlformats.org/drawingml/2006/main">
            <a:pathLst>
              <a:path w="60038" h="138418">
                <a:moveTo>
                  <a:pt x="0" y="0"/>
                </a:moveTo>
                <a:lnTo>
                  <a:pt x="60038" y="138418"/>
                </a:lnTo>
              </a:path>
            </a:pathLst>
          </a:custGeom>
          <a:noFill xmlns:a="http://schemas.openxmlformats.org/drawingml/2006/main"/>
          <a:ln xmlns:a="http://schemas.openxmlformats.org/drawingml/2006/main" w="5542">
            <a:solidFill>
              <a:srgbClr val="C79198"/>
            </a:solidFill>
          </a:ln>
        </p:spPr>
      </p:sp>
      <p:sp>
        <p:nvSpPr>
          <p:cNvPr id="980" name="R20|683">
            <a:extLst xmlns:a="http://schemas.openxmlformats.org/drawingml/2006/main">
              <a:ext uri="{FF2B5EF4-FFF2-40B4-BE49-F238E27FC236}">
                <a16:creationId xmlns:a16="http://schemas.microsoft.com/office/drawing/2014/main" id="{A4E33B75-B608-4153-B596-725AF9063D15}"/>
              </a:ext>
            </a:extLst>
          </p:cNvPr>
          <p:cNvSpPr>
            <a:spLocks xmlns:a="http://schemas.openxmlformats.org/drawingml/2006/main" noGrp="1"/>
          </p:cNvSpPr>
          <p:nvPr/>
        </p:nvSpPr>
        <p:spPr>
          <a:xfrm xmlns:a="http://schemas.openxmlformats.org/drawingml/2006/main">
            <a:off x="8464610" y="4148626"/>
            <a:ext cx="55419" cy="55367"/>
          </a:xfrm>
          <a:prstGeom xmlns:a="http://schemas.openxmlformats.org/drawingml/2006/main" prst="ellipse">
            <a:avLst/>
          </a:prstGeom>
          <a:solidFill xmlns:a="http://schemas.openxmlformats.org/drawingml/2006/main">
            <a:srgbClr val="FFB43C"/>
          </a:solidFill>
          <a:ln xmlns:a="http://schemas.openxmlformats.org/drawingml/2006/main" w="12469">
            <a:solidFill>
              <a:srgbClr val="252525"/>
            </a:solidFill>
          </a:ln>
        </p:spPr>
      </p:sp>
      <p:sp>
        <p:nvSpPr>
          <p:cNvPr id="981" name="R20|684">
            <a:extLst xmlns:a="http://schemas.openxmlformats.org/drawingml/2006/main">
              <a:ext uri="{FF2B5EF4-FFF2-40B4-BE49-F238E27FC236}">
                <a16:creationId xmlns:a16="http://schemas.microsoft.com/office/drawing/2014/main" id="{E1EDC4F8-57B5-44C6-A88F-4B9A11D1AF8E}"/>
              </a:ext>
            </a:extLst>
          </p:cNvPr>
          <p:cNvSpPr>
            <a:spLocks xmlns:a="http://schemas.openxmlformats.org/drawingml/2006/main" noGrp="1"/>
          </p:cNvSpPr>
          <p:nvPr/>
        </p:nvSpPr>
        <p:spPr>
          <a:xfrm xmlns:a="http://schemas.openxmlformats.org/drawingml/2006/main">
            <a:off x="8363008" y="4282430"/>
            <a:ext cx="64656" cy="64595"/>
          </a:xfrm>
          <a:prstGeom xmlns:a="http://schemas.openxmlformats.org/drawingml/2006/main" prst="ellipse">
            <a:avLst/>
          </a:prstGeom>
          <a:solidFill xmlns:a="http://schemas.openxmlformats.org/drawingml/2006/main">
            <a:srgbClr val="326A96"/>
          </a:solidFill>
          <a:ln xmlns:a="http://schemas.openxmlformats.org/drawingml/2006/main" w="12469">
            <a:solidFill>
              <a:srgbClr val="252525"/>
            </a:solidFill>
          </a:ln>
        </p:spPr>
      </p:sp>
      <p:sp>
        <p:nvSpPr>
          <p:cNvPr id="982" name="R20|685">
            <a:extLst xmlns:a="http://schemas.openxmlformats.org/drawingml/2006/main">
              <a:ext uri="{FF2B5EF4-FFF2-40B4-BE49-F238E27FC236}">
                <a16:creationId xmlns:a16="http://schemas.microsoft.com/office/drawing/2014/main" id="{ACAA6C17-6B19-4875-814B-401BADB35A71}"/>
              </a:ext>
            </a:extLst>
          </p:cNvPr>
          <p:cNvSpPr>
            <a:spLocks xmlns:a="http://schemas.openxmlformats.org/drawingml/2006/main" noGrp="1"/>
          </p:cNvSpPr>
          <p:nvPr/>
        </p:nvSpPr>
        <p:spPr>
          <a:xfrm xmlns:a="http://schemas.openxmlformats.org/drawingml/2006/main">
            <a:off x="8520029" y="4282430"/>
            <a:ext cx="64656" cy="64595"/>
          </a:xfrm>
          <a:prstGeom xmlns:a="http://schemas.openxmlformats.org/drawingml/2006/main" prst="ellipse">
            <a:avLst/>
          </a:prstGeom>
          <a:solidFill xmlns:a="http://schemas.openxmlformats.org/drawingml/2006/main">
            <a:srgbClr val="806599"/>
          </a:solidFill>
          <a:ln xmlns:a="http://schemas.openxmlformats.org/drawingml/2006/main" w="12469">
            <a:solidFill>
              <a:srgbClr val="252525"/>
            </a:solidFill>
          </a:ln>
        </p:spPr>
      </p:sp>
      <p:sp>
        <p:nvSpPr>
          <p:cNvPr id="983" name="R20|686">
            <a:extLst xmlns:a="http://schemas.openxmlformats.org/drawingml/2006/main">
              <a:ext uri="{FF2B5EF4-FFF2-40B4-BE49-F238E27FC236}">
                <a16:creationId xmlns:a16="http://schemas.microsoft.com/office/drawing/2014/main" id="{C87164BA-C687-42E6-84BF-1213C57A03A5}"/>
              </a:ext>
            </a:extLst>
          </p:cNvPr>
          <p:cNvSpPr>
            <a:spLocks xmlns:a="http://schemas.openxmlformats.org/drawingml/2006/main" noGrp="1"/>
          </p:cNvSpPr>
          <p:nvPr/>
        </p:nvSpPr>
        <p:spPr>
          <a:xfrm xmlns:a="http://schemas.openxmlformats.org/drawingml/2006/main">
            <a:off x="8670123" y="4194765"/>
            <a:ext cx="113148" cy="133804"/>
          </a:xfrm>
          <a:custGeom xmlns:a="http://schemas.openxmlformats.org/drawingml/2006/main">
            <a:pathLst>
              <a:path w="113148" h="133804">
                <a:moveTo>
                  <a:pt x="113148" y="0"/>
                </a:moveTo>
                <a:lnTo>
                  <a:pt x="0" y="133804"/>
                </a:lnTo>
              </a:path>
            </a:pathLst>
          </a:custGeom>
          <a:noFill xmlns:a="http://schemas.openxmlformats.org/drawingml/2006/main"/>
          <a:ln xmlns:a="http://schemas.openxmlformats.org/drawingml/2006/main" w="5542">
            <a:solidFill>
              <a:srgbClr val="5C7CB0"/>
            </a:solidFill>
          </a:ln>
        </p:spPr>
      </p:sp>
      <p:sp>
        <p:nvSpPr>
          <p:cNvPr id="984" name="R20|687">
            <a:extLst xmlns:a="http://schemas.openxmlformats.org/drawingml/2006/main">
              <a:ext uri="{FF2B5EF4-FFF2-40B4-BE49-F238E27FC236}">
                <a16:creationId xmlns:a16="http://schemas.microsoft.com/office/drawing/2014/main" id="{DEBF4FD9-1DCE-468E-9BD4-ADF70E2CFAD9}"/>
              </a:ext>
            </a:extLst>
          </p:cNvPr>
          <p:cNvSpPr>
            <a:spLocks xmlns:a="http://schemas.openxmlformats.org/drawingml/2006/main" noGrp="1"/>
          </p:cNvSpPr>
          <p:nvPr/>
        </p:nvSpPr>
        <p:spPr>
          <a:xfrm xmlns:a="http://schemas.openxmlformats.org/drawingml/2006/main">
            <a:off x="8783271" y="4194765"/>
            <a:ext cx="76202" cy="133804"/>
          </a:xfrm>
          <a:custGeom xmlns:a="http://schemas.openxmlformats.org/drawingml/2006/main">
            <a:pathLst>
              <a:path w="76202" h="133804">
                <a:moveTo>
                  <a:pt x="0" y="0"/>
                </a:moveTo>
                <a:lnTo>
                  <a:pt x="76202" y="133804"/>
                </a:lnTo>
              </a:path>
            </a:pathLst>
          </a:custGeom>
          <a:noFill xmlns:a="http://schemas.openxmlformats.org/drawingml/2006/main"/>
          <a:ln xmlns:a="http://schemas.openxmlformats.org/drawingml/2006/main" w="5542">
            <a:solidFill>
              <a:srgbClr val="C79198"/>
            </a:solidFill>
          </a:ln>
        </p:spPr>
      </p:sp>
      <p:sp>
        <p:nvSpPr>
          <p:cNvPr id="985" name="R20|688">
            <a:extLst xmlns:a="http://schemas.openxmlformats.org/drawingml/2006/main">
              <a:ext uri="{FF2B5EF4-FFF2-40B4-BE49-F238E27FC236}">
                <a16:creationId xmlns:a16="http://schemas.microsoft.com/office/drawing/2014/main" id="{E5EDBA4E-07A7-4335-BAE5-408BDAA324E7}"/>
              </a:ext>
            </a:extLst>
          </p:cNvPr>
          <p:cNvSpPr>
            <a:spLocks xmlns:a="http://schemas.openxmlformats.org/drawingml/2006/main" noGrp="1"/>
          </p:cNvSpPr>
          <p:nvPr/>
        </p:nvSpPr>
        <p:spPr>
          <a:xfrm xmlns:a="http://schemas.openxmlformats.org/drawingml/2006/main">
            <a:off x="8755561" y="4167082"/>
            <a:ext cx="55419" cy="55367"/>
          </a:xfrm>
          <a:prstGeom xmlns:a="http://schemas.openxmlformats.org/drawingml/2006/main" prst="ellipse">
            <a:avLst/>
          </a:prstGeom>
          <a:solidFill xmlns:a="http://schemas.openxmlformats.org/drawingml/2006/main">
            <a:srgbClr val="FFB43C"/>
          </a:solidFill>
          <a:ln xmlns:a="http://schemas.openxmlformats.org/drawingml/2006/main" w="12469">
            <a:solidFill>
              <a:srgbClr val="252525"/>
            </a:solidFill>
          </a:ln>
        </p:spPr>
      </p:sp>
      <p:sp>
        <p:nvSpPr>
          <p:cNvPr id="986" name="R20|689">
            <a:extLst xmlns:a="http://schemas.openxmlformats.org/drawingml/2006/main">
              <a:ext uri="{FF2B5EF4-FFF2-40B4-BE49-F238E27FC236}">
                <a16:creationId xmlns:a16="http://schemas.microsoft.com/office/drawing/2014/main" id="{B43C9534-7966-4C69-8C0B-7821959C4429}"/>
              </a:ext>
            </a:extLst>
          </p:cNvPr>
          <p:cNvSpPr>
            <a:spLocks xmlns:a="http://schemas.openxmlformats.org/drawingml/2006/main" noGrp="1"/>
          </p:cNvSpPr>
          <p:nvPr/>
        </p:nvSpPr>
        <p:spPr>
          <a:xfrm xmlns:a="http://schemas.openxmlformats.org/drawingml/2006/main">
            <a:off x="8637795" y="4296272"/>
            <a:ext cx="64656" cy="64595"/>
          </a:xfrm>
          <a:prstGeom xmlns:a="http://schemas.openxmlformats.org/drawingml/2006/main" prst="ellipse">
            <a:avLst/>
          </a:prstGeom>
          <a:solidFill xmlns:a="http://schemas.openxmlformats.org/drawingml/2006/main">
            <a:srgbClr val="326A96"/>
          </a:solidFill>
          <a:ln xmlns:a="http://schemas.openxmlformats.org/drawingml/2006/main" w="12469">
            <a:solidFill>
              <a:srgbClr val="252525"/>
            </a:solidFill>
          </a:ln>
        </p:spPr>
      </p:sp>
      <p:sp>
        <p:nvSpPr>
          <p:cNvPr id="987" name="R20|690">
            <a:extLst xmlns:a="http://schemas.openxmlformats.org/drawingml/2006/main">
              <a:ext uri="{FF2B5EF4-FFF2-40B4-BE49-F238E27FC236}">
                <a16:creationId xmlns:a16="http://schemas.microsoft.com/office/drawing/2014/main" id="{9650DBE1-9D8F-41A9-9F0D-16ECF7F81C45}"/>
              </a:ext>
            </a:extLst>
          </p:cNvPr>
          <p:cNvSpPr>
            <a:spLocks xmlns:a="http://schemas.openxmlformats.org/drawingml/2006/main" noGrp="1"/>
          </p:cNvSpPr>
          <p:nvPr/>
        </p:nvSpPr>
        <p:spPr>
          <a:xfrm xmlns:a="http://schemas.openxmlformats.org/drawingml/2006/main">
            <a:off x="8827145" y="4296272"/>
            <a:ext cx="64656" cy="64595"/>
          </a:xfrm>
          <a:prstGeom xmlns:a="http://schemas.openxmlformats.org/drawingml/2006/main" prst="ellipse">
            <a:avLst/>
          </a:prstGeom>
          <a:solidFill xmlns:a="http://schemas.openxmlformats.org/drawingml/2006/main">
            <a:srgbClr val="806599"/>
          </a:solidFill>
          <a:ln xmlns:a="http://schemas.openxmlformats.org/drawingml/2006/main" w="12469">
            <a:solidFill>
              <a:srgbClr val="252525"/>
            </a:solidFill>
          </a:ln>
        </p:spPr>
      </p:sp>
      <p:sp>
        <p:nvSpPr>
          <p:cNvPr id="988" name="R20|691">
            <a:extLst xmlns:a="http://schemas.openxmlformats.org/drawingml/2006/main">
              <a:ext uri="{FF2B5EF4-FFF2-40B4-BE49-F238E27FC236}">
                <a16:creationId xmlns:a16="http://schemas.microsoft.com/office/drawing/2014/main" id="{D71ECEE1-2110-422B-832A-5BB042189E4D}"/>
              </a:ext>
            </a:extLst>
          </p:cNvPr>
          <p:cNvSpPr>
            <a:spLocks xmlns:a="http://schemas.openxmlformats.org/drawingml/2006/main" noGrp="1"/>
          </p:cNvSpPr>
          <p:nvPr/>
        </p:nvSpPr>
        <p:spPr>
          <a:xfrm xmlns:a="http://schemas.openxmlformats.org/drawingml/2006/main">
            <a:off x="8852545" y="4167082"/>
            <a:ext cx="55419" cy="55367"/>
          </a:xfrm>
          <a:prstGeom xmlns:a="http://schemas.openxmlformats.org/drawingml/2006/main" prst="ellipse">
            <a:avLst/>
          </a:prstGeom>
          <a:solidFill xmlns:a="http://schemas.openxmlformats.org/drawingml/2006/main">
            <a:srgbClr val="61A76A"/>
          </a:solidFill>
          <a:ln xmlns:a="http://schemas.openxmlformats.org/drawingml/2006/main" w="12469">
            <a:solidFill>
              <a:srgbClr val="252525"/>
            </a:solidFill>
          </a:ln>
        </p:spPr>
      </p:sp>
      <p:sp>
        <p:nvSpPr>
          <p:cNvPr id="989" name="R20|692">
            <a:extLst xmlns:a="http://schemas.openxmlformats.org/drawingml/2006/main">
              <a:ext uri="{FF2B5EF4-FFF2-40B4-BE49-F238E27FC236}">
                <a16:creationId xmlns:a16="http://schemas.microsoft.com/office/drawing/2014/main" id="{C4B5DFA4-1C46-439D-A872-7D50228E7B0A}"/>
              </a:ext>
            </a:extLst>
          </p:cNvPr>
          <p:cNvSpPr>
            <a:spLocks xmlns:a="http://schemas.openxmlformats.org/drawingml/2006/main" noGrp="1"/>
          </p:cNvSpPr>
          <p:nvPr/>
        </p:nvSpPr>
        <p:spPr>
          <a:xfrm xmlns:a="http://schemas.openxmlformats.org/drawingml/2006/main">
            <a:off x="8898728" y="4300886"/>
            <a:ext cx="55419" cy="55367"/>
          </a:xfrm>
          <a:prstGeom xmlns:a="http://schemas.openxmlformats.org/drawingml/2006/main" prst="ellipse">
            <a:avLst/>
          </a:prstGeom>
          <a:solidFill xmlns:a="http://schemas.openxmlformats.org/drawingml/2006/main">
            <a:srgbClr val="61A76A"/>
          </a:solidFill>
          <a:ln xmlns:a="http://schemas.openxmlformats.org/drawingml/2006/main" w="12469">
            <a:solidFill>
              <a:srgbClr val="252525"/>
            </a:solidFill>
          </a:ln>
        </p:spPr>
      </p:sp>
      <p:sp>
        <p:nvSpPr>
          <p:cNvPr id="990" name="R20|693">
            <a:extLst xmlns:a="http://schemas.openxmlformats.org/drawingml/2006/main">
              <a:ext uri="{FF2B5EF4-FFF2-40B4-BE49-F238E27FC236}">
                <a16:creationId xmlns:a16="http://schemas.microsoft.com/office/drawing/2014/main" id="{616FF71D-334C-4648-8423-97AFD8CE7A6D}"/>
              </a:ext>
            </a:extLst>
          </p:cNvPr>
          <p:cNvSpPr>
            <a:spLocks xmlns:a="http://schemas.openxmlformats.org/drawingml/2006/main" noGrp="1"/>
          </p:cNvSpPr>
          <p:nvPr/>
        </p:nvSpPr>
        <p:spPr>
          <a:xfrm xmlns:a="http://schemas.openxmlformats.org/drawingml/2006/main">
            <a:off x="8880255" y="4194765"/>
            <a:ext cx="46183" cy="133804"/>
          </a:xfrm>
          <a:custGeom xmlns:a="http://schemas.openxmlformats.org/drawingml/2006/main">
            <a:pathLst>
              <a:path w="46183" h="133804">
                <a:moveTo>
                  <a:pt x="0" y="0"/>
                </a:moveTo>
                <a:lnTo>
                  <a:pt x="46183" y="133804"/>
                </a:lnTo>
              </a:path>
            </a:pathLst>
          </a:custGeom>
          <a:noFill xmlns:a="http://schemas.openxmlformats.org/drawingml/2006/main"/>
          <a:ln xmlns:a="http://schemas.openxmlformats.org/drawingml/2006/main" w="4618">
            <a:solidFill>
              <a:srgbClr val="B39734"/>
            </a:solidFill>
          </a:ln>
        </p:spPr>
      </p:sp>
      <p:sp>
        <p:nvSpPr>
          <p:cNvPr id="991" name="Vector element">
            <a:extLst xmlns:a="http://schemas.openxmlformats.org/drawingml/2006/main">
              <a:ext uri="{FF2B5EF4-FFF2-40B4-BE49-F238E27FC236}">
                <a16:creationId xmlns:a16="http://schemas.microsoft.com/office/drawing/2014/main" id="{6F88C53C-A238-4B79-8676-D8FAC6FAAFDE}"/>
              </a:ext>
            </a:extLst>
          </p:cNvPr>
          <p:cNvSpPr>
            <a:spLocks xmlns:a="http://schemas.openxmlformats.org/drawingml/2006/main" noGrp="1"/>
          </p:cNvSpPr>
          <p:nvPr/>
        </p:nvSpPr>
        <p:spPr>
          <a:xfrm xmlns:a="http://schemas.openxmlformats.org/drawingml/2006/main">
            <a:off x="9318447" y="4930556"/>
            <a:ext cx="175444" cy="160262"/>
          </a:xfrm>
          <a:custGeom xmlns:a="http://schemas.openxmlformats.org/drawingml/2006/main">
            <a:pathLst>
              <a:path w="175444" h="160262">
                <a:moveTo>
                  <a:pt x="0" y="0"/>
                </a:moveTo>
                <a:lnTo>
                  <a:pt x="175444" y="0"/>
                </a:lnTo>
                <a:lnTo>
                  <a:pt x="175444" y="160262"/>
                </a:lnTo>
                <a:lnTo>
                  <a:pt x="0" y="160262"/>
                </a:lnTo>
                <a:lnTo>
                  <a:pt x="0" y="0"/>
                </a:lnTo>
                <a:close/>
              </a:path>
            </a:pathLst>
          </a:custGeom>
          <a:solidFill xmlns:a="http://schemas.openxmlformats.org/drawingml/2006/main">
            <a:srgbClr val="FEE695"/>
          </a:solidFill>
          <a:ln xmlns:a="http://schemas.openxmlformats.org/drawingml/2006/main" w="0" cap="flat">
            <a:noFill/>
            <a:miter/>
          </a:ln>
        </p:spPr>
      </p:sp>
      <p:sp>
        <p:nvSpPr>
          <p:cNvPr id="992" name="Vector element">
            <a:extLst xmlns:a="http://schemas.openxmlformats.org/drawingml/2006/main">
              <a:ext uri="{FF2B5EF4-FFF2-40B4-BE49-F238E27FC236}">
                <a16:creationId xmlns:a16="http://schemas.microsoft.com/office/drawing/2014/main" id="{73FFFD8E-60D1-48E2-A6AE-49D2577B52B4}"/>
              </a:ext>
            </a:extLst>
          </p:cNvPr>
          <p:cNvSpPr>
            <a:spLocks xmlns:a="http://schemas.openxmlformats.org/drawingml/2006/main" noGrp="1"/>
          </p:cNvSpPr>
          <p:nvPr/>
        </p:nvSpPr>
        <p:spPr>
          <a:xfrm xmlns:a="http://schemas.openxmlformats.org/drawingml/2006/main">
            <a:off x="9313035" y="4925987"/>
            <a:ext cx="185566" cy="170102"/>
          </a:xfrm>
          <a:custGeom xmlns:a="http://schemas.openxmlformats.org/drawingml/2006/main">
            <a:pathLst>
              <a:path w="185566" h="170102">
                <a:moveTo>
                  <a:pt x="3641" y="253"/>
                </a:moveTo>
                <a:lnTo>
                  <a:pt x="2179" y="1012"/>
                </a:lnTo>
                <a:lnTo>
                  <a:pt x="1012" y="2179"/>
                </a:lnTo>
                <a:lnTo>
                  <a:pt x="253" y="3641"/>
                </a:lnTo>
                <a:lnTo>
                  <a:pt x="0" y="5272"/>
                </a:lnTo>
                <a:lnTo>
                  <a:pt x="0" y="164831"/>
                </a:lnTo>
                <a:lnTo>
                  <a:pt x="253" y="166461"/>
                </a:lnTo>
                <a:lnTo>
                  <a:pt x="1012" y="167923"/>
                </a:lnTo>
                <a:lnTo>
                  <a:pt x="2179" y="169090"/>
                </a:lnTo>
                <a:lnTo>
                  <a:pt x="3641" y="169849"/>
                </a:lnTo>
                <a:lnTo>
                  <a:pt x="5272" y="170102"/>
                </a:lnTo>
                <a:lnTo>
                  <a:pt x="180294" y="170102"/>
                </a:lnTo>
                <a:lnTo>
                  <a:pt x="181925" y="169849"/>
                </a:lnTo>
                <a:lnTo>
                  <a:pt x="183387" y="169090"/>
                </a:lnTo>
                <a:lnTo>
                  <a:pt x="184554" y="167923"/>
                </a:lnTo>
                <a:lnTo>
                  <a:pt x="185313" y="166461"/>
                </a:lnTo>
                <a:lnTo>
                  <a:pt x="185566" y="164831"/>
                </a:lnTo>
                <a:lnTo>
                  <a:pt x="185566" y="5272"/>
                </a:lnTo>
                <a:lnTo>
                  <a:pt x="185313" y="3641"/>
                </a:lnTo>
                <a:lnTo>
                  <a:pt x="184554" y="2179"/>
                </a:lnTo>
                <a:lnTo>
                  <a:pt x="183387" y="1012"/>
                </a:lnTo>
                <a:lnTo>
                  <a:pt x="181925" y="253"/>
                </a:lnTo>
                <a:lnTo>
                  <a:pt x="180294" y="0"/>
                </a:lnTo>
                <a:lnTo>
                  <a:pt x="5272" y="0"/>
                </a:lnTo>
                <a:lnTo>
                  <a:pt x="3641" y="253"/>
                </a:lnTo>
                <a:close/>
                <a:moveTo>
                  <a:pt x="175023" y="159559"/>
                </a:moveTo>
                <a:lnTo>
                  <a:pt x="10544" y="159559"/>
                </a:lnTo>
                <a:lnTo>
                  <a:pt x="10544" y="10544"/>
                </a:lnTo>
                <a:lnTo>
                  <a:pt x="175023" y="10544"/>
                </a:lnTo>
                <a:lnTo>
                  <a:pt x="175023" y="159559"/>
                </a:lnTo>
                <a:close/>
              </a:path>
            </a:pathLst>
          </a:custGeom>
          <a:solidFill xmlns:a="http://schemas.openxmlformats.org/drawingml/2006/main">
            <a:srgbClr val="000000"/>
          </a:solidFill>
          <a:ln xmlns:a="http://schemas.openxmlformats.org/drawingml/2006/main" w="0" cap="flat">
            <a:noFill/>
            <a:miter/>
          </a:ln>
        </p:spPr>
      </p:sp>
      <p:sp>
        <p:nvSpPr>
          <p:cNvPr id="993" name="Vector element">
            <a:extLst xmlns:a="http://schemas.openxmlformats.org/drawingml/2006/main">
              <a:ext uri="{FF2B5EF4-FFF2-40B4-BE49-F238E27FC236}">
                <a16:creationId xmlns:a16="http://schemas.microsoft.com/office/drawing/2014/main" id="{7335CEDF-F5FB-4895-B1D4-35386ED28F5D}"/>
              </a:ext>
            </a:extLst>
          </p:cNvPr>
          <p:cNvSpPr>
            <a:spLocks xmlns:a="http://schemas.openxmlformats.org/drawingml/2006/main" noGrp="1"/>
          </p:cNvSpPr>
          <p:nvPr/>
        </p:nvSpPr>
        <p:spPr>
          <a:xfrm xmlns:a="http://schemas.openxmlformats.org/drawingml/2006/main">
            <a:off x="9492205" y="4294570"/>
            <a:ext cx="175444" cy="160262"/>
          </a:xfrm>
          <a:custGeom xmlns:a="http://schemas.openxmlformats.org/drawingml/2006/main">
            <a:pathLst>
              <a:path w="175444" h="160262">
                <a:moveTo>
                  <a:pt x="0" y="0"/>
                </a:moveTo>
                <a:lnTo>
                  <a:pt x="175444" y="0"/>
                </a:lnTo>
                <a:lnTo>
                  <a:pt x="175444" y="160262"/>
                </a:lnTo>
                <a:lnTo>
                  <a:pt x="0" y="160262"/>
                </a:lnTo>
                <a:lnTo>
                  <a:pt x="0" y="0"/>
                </a:lnTo>
                <a:close/>
              </a:path>
            </a:pathLst>
          </a:custGeom>
          <a:solidFill xmlns:a="http://schemas.openxmlformats.org/drawingml/2006/main">
            <a:srgbClr val="2B6192">
              <a:alpha val="50200"/>
            </a:srgbClr>
          </a:solidFill>
          <a:ln xmlns:a="http://schemas.openxmlformats.org/drawingml/2006/main" w="0" cap="flat">
            <a:noFill/>
            <a:miter/>
          </a:ln>
        </p:spPr>
      </p:sp>
      <p:sp>
        <p:nvSpPr>
          <p:cNvPr id="994" name="Vector element">
            <a:extLst xmlns:a="http://schemas.openxmlformats.org/drawingml/2006/main">
              <a:ext uri="{FF2B5EF4-FFF2-40B4-BE49-F238E27FC236}">
                <a16:creationId xmlns:a16="http://schemas.microsoft.com/office/drawing/2014/main" id="{2D7B210A-7B6C-40C5-B208-C42508A91FEE}"/>
              </a:ext>
            </a:extLst>
          </p:cNvPr>
          <p:cNvSpPr>
            <a:spLocks xmlns:a="http://schemas.openxmlformats.org/drawingml/2006/main" noGrp="1"/>
          </p:cNvSpPr>
          <p:nvPr/>
        </p:nvSpPr>
        <p:spPr>
          <a:xfrm xmlns:a="http://schemas.openxmlformats.org/drawingml/2006/main">
            <a:off x="9487355" y="4289158"/>
            <a:ext cx="185566" cy="170102"/>
          </a:xfrm>
          <a:custGeom xmlns:a="http://schemas.openxmlformats.org/drawingml/2006/main">
            <a:pathLst>
              <a:path w="185566" h="170102">
                <a:moveTo>
                  <a:pt x="3641" y="253"/>
                </a:moveTo>
                <a:lnTo>
                  <a:pt x="2179" y="1012"/>
                </a:lnTo>
                <a:lnTo>
                  <a:pt x="1012" y="2179"/>
                </a:lnTo>
                <a:lnTo>
                  <a:pt x="253" y="3641"/>
                </a:lnTo>
                <a:lnTo>
                  <a:pt x="0" y="5272"/>
                </a:lnTo>
                <a:lnTo>
                  <a:pt x="0" y="164831"/>
                </a:lnTo>
                <a:lnTo>
                  <a:pt x="253" y="166461"/>
                </a:lnTo>
                <a:lnTo>
                  <a:pt x="1012" y="167923"/>
                </a:lnTo>
                <a:lnTo>
                  <a:pt x="2179" y="169090"/>
                </a:lnTo>
                <a:lnTo>
                  <a:pt x="3641" y="169849"/>
                </a:lnTo>
                <a:lnTo>
                  <a:pt x="5272" y="170102"/>
                </a:lnTo>
                <a:lnTo>
                  <a:pt x="180294" y="170102"/>
                </a:lnTo>
                <a:lnTo>
                  <a:pt x="181925" y="169849"/>
                </a:lnTo>
                <a:lnTo>
                  <a:pt x="183387" y="169090"/>
                </a:lnTo>
                <a:lnTo>
                  <a:pt x="184554" y="167923"/>
                </a:lnTo>
                <a:lnTo>
                  <a:pt x="185313" y="166461"/>
                </a:lnTo>
                <a:lnTo>
                  <a:pt x="185566" y="164831"/>
                </a:lnTo>
                <a:lnTo>
                  <a:pt x="185566" y="5272"/>
                </a:lnTo>
                <a:lnTo>
                  <a:pt x="185313" y="3641"/>
                </a:lnTo>
                <a:lnTo>
                  <a:pt x="184554" y="2179"/>
                </a:lnTo>
                <a:lnTo>
                  <a:pt x="183387" y="1012"/>
                </a:lnTo>
                <a:lnTo>
                  <a:pt x="181925" y="253"/>
                </a:lnTo>
                <a:lnTo>
                  <a:pt x="180294" y="0"/>
                </a:lnTo>
                <a:lnTo>
                  <a:pt x="5272" y="0"/>
                </a:lnTo>
                <a:lnTo>
                  <a:pt x="3641" y="253"/>
                </a:lnTo>
                <a:close/>
                <a:moveTo>
                  <a:pt x="175023" y="159559"/>
                </a:moveTo>
                <a:lnTo>
                  <a:pt x="10544" y="159559"/>
                </a:lnTo>
                <a:lnTo>
                  <a:pt x="10544" y="10544"/>
                </a:lnTo>
                <a:lnTo>
                  <a:pt x="175023" y="10544"/>
                </a:lnTo>
                <a:lnTo>
                  <a:pt x="175023" y="159559"/>
                </a:lnTo>
                <a:close/>
              </a:path>
            </a:pathLst>
          </a:custGeom>
          <a:solidFill xmlns:a="http://schemas.openxmlformats.org/drawingml/2006/main">
            <a:srgbClr val="000000"/>
          </a:solidFill>
          <a:ln xmlns:a="http://schemas.openxmlformats.org/drawingml/2006/main" w="0" cap="flat">
            <a:noFill/>
            <a:miter/>
          </a:ln>
        </p:spPr>
      </p:sp>
      <p:sp>
        <p:nvSpPr>
          <p:cNvPr id="995" name="Vector element">
            <a:extLst xmlns:a="http://schemas.openxmlformats.org/drawingml/2006/main">
              <a:ext uri="{FF2B5EF4-FFF2-40B4-BE49-F238E27FC236}">
                <a16:creationId xmlns:a16="http://schemas.microsoft.com/office/drawing/2014/main" id="{5A864D5C-AF13-4DA4-94D3-EBE78D0F4C5F}"/>
              </a:ext>
            </a:extLst>
          </p:cNvPr>
          <p:cNvSpPr>
            <a:spLocks xmlns:a="http://schemas.openxmlformats.org/drawingml/2006/main" noGrp="1"/>
          </p:cNvSpPr>
          <p:nvPr/>
        </p:nvSpPr>
        <p:spPr>
          <a:xfrm xmlns:a="http://schemas.openxmlformats.org/drawingml/2006/main">
            <a:off x="9492205" y="4454832"/>
            <a:ext cx="175444" cy="158575"/>
          </a:xfrm>
          <a:custGeom xmlns:a="http://schemas.openxmlformats.org/drawingml/2006/main">
            <a:pathLst>
              <a:path w="175444" h="158575">
                <a:moveTo>
                  <a:pt x="0" y="0"/>
                </a:moveTo>
                <a:lnTo>
                  <a:pt x="175444" y="0"/>
                </a:lnTo>
                <a:lnTo>
                  <a:pt x="175444" y="158575"/>
                </a:lnTo>
                <a:lnTo>
                  <a:pt x="0" y="158575"/>
                </a:lnTo>
                <a:lnTo>
                  <a:pt x="0" y="0"/>
                </a:lnTo>
                <a:close/>
              </a:path>
            </a:pathLst>
          </a:custGeom>
          <a:solidFill xmlns:a="http://schemas.openxmlformats.org/drawingml/2006/main">
            <a:srgbClr val="57A86D"/>
          </a:solidFill>
          <a:ln xmlns:a="http://schemas.openxmlformats.org/drawingml/2006/main" w="0" cap="flat">
            <a:noFill/>
            <a:miter/>
          </a:ln>
        </p:spPr>
      </p:sp>
      <p:sp>
        <p:nvSpPr>
          <p:cNvPr id="996" name="Vector element">
            <a:extLst xmlns:a="http://schemas.openxmlformats.org/drawingml/2006/main">
              <a:ext uri="{FF2B5EF4-FFF2-40B4-BE49-F238E27FC236}">
                <a16:creationId xmlns:a16="http://schemas.microsoft.com/office/drawing/2014/main" id="{11A2FF0B-0FD7-4582-ABD7-5197E987B574}"/>
              </a:ext>
            </a:extLst>
          </p:cNvPr>
          <p:cNvSpPr>
            <a:spLocks xmlns:a="http://schemas.openxmlformats.org/drawingml/2006/main" noGrp="1"/>
          </p:cNvSpPr>
          <p:nvPr/>
        </p:nvSpPr>
        <p:spPr>
          <a:xfrm xmlns:a="http://schemas.openxmlformats.org/drawingml/2006/main">
            <a:off x="9487355" y="4448716"/>
            <a:ext cx="185566" cy="170102"/>
          </a:xfrm>
          <a:custGeom xmlns:a="http://schemas.openxmlformats.org/drawingml/2006/main">
            <a:pathLst>
              <a:path w="185566" h="170102">
                <a:moveTo>
                  <a:pt x="3641" y="253"/>
                </a:moveTo>
                <a:lnTo>
                  <a:pt x="2179" y="1012"/>
                </a:lnTo>
                <a:lnTo>
                  <a:pt x="1012" y="2179"/>
                </a:lnTo>
                <a:lnTo>
                  <a:pt x="253" y="3641"/>
                </a:lnTo>
                <a:lnTo>
                  <a:pt x="0" y="5272"/>
                </a:lnTo>
                <a:lnTo>
                  <a:pt x="0" y="164831"/>
                </a:lnTo>
                <a:lnTo>
                  <a:pt x="253" y="166461"/>
                </a:lnTo>
                <a:lnTo>
                  <a:pt x="1012" y="167923"/>
                </a:lnTo>
                <a:lnTo>
                  <a:pt x="2179" y="169090"/>
                </a:lnTo>
                <a:lnTo>
                  <a:pt x="3641" y="169849"/>
                </a:lnTo>
                <a:lnTo>
                  <a:pt x="5272" y="170102"/>
                </a:lnTo>
                <a:lnTo>
                  <a:pt x="180294" y="170102"/>
                </a:lnTo>
                <a:lnTo>
                  <a:pt x="181925" y="169849"/>
                </a:lnTo>
                <a:lnTo>
                  <a:pt x="183387" y="169090"/>
                </a:lnTo>
                <a:lnTo>
                  <a:pt x="184554" y="167923"/>
                </a:lnTo>
                <a:lnTo>
                  <a:pt x="185313" y="166461"/>
                </a:lnTo>
                <a:lnTo>
                  <a:pt x="185566" y="164831"/>
                </a:lnTo>
                <a:lnTo>
                  <a:pt x="185566" y="5272"/>
                </a:lnTo>
                <a:lnTo>
                  <a:pt x="185313" y="3641"/>
                </a:lnTo>
                <a:lnTo>
                  <a:pt x="184554" y="2179"/>
                </a:lnTo>
                <a:lnTo>
                  <a:pt x="183387" y="1012"/>
                </a:lnTo>
                <a:lnTo>
                  <a:pt x="181925" y="253"/>
                </a:lnTo>
                <a:lnTo>
                  <a:pt x="180294" y="0"/>
                </a:lnTo>
                <a:lnTo>
                  <a:pt x="5272" y="0"/>
                </a:lnTo>
                <a:lnTo>
                  <a:pt x="3641" y="253"/>
                </a:lnTo>
                <a:close/>
                <a:moveTo>
                  <a:pt x="175023" y="159559"/>
                </a:moveTo>
                <a:lnTo>
                  <a:pt x="10544" y="159559"/>
                </a:lnTo>
                <a:lnTo>
                  <a:pt x="10544" y="10544"/>
                </a:lnTo>
                <a:lnTo>
                  <a:pt x="175023" y="10544"/>
                </a:lnTo>
                <a:lnTo>
                  <a:pt x="175023" y="159559"/>
                </a:lnTo>
                <a:close/>
              </a:path>
            </a:pathLst>
          </a:custGeom>
          <a:solidFill xmlns:a="http://schemas.openxmlformats.org/drawingml/2006/main">
            <a:srgbClr val="000000"/>
          </a:solidFill>
          <a:ln xmlns:a="http://schemas.openxmlformats.org/drawingml/2006/main" w="0" cap="flat">
            <a:noFill/>
            <a:miter/>
          </a:ln>
        </p:spPr>
      </p:sp>
      <p:sp>
        <p:nvSpPr>
          <p:cNvPr id="997" name="Vector element">
            <a:extLst xmlns:a="http://schemas.openxmlformats.org/drawingml/2006/main">
              <a:ext uri="{FF2B5EF4-FFF2-40B4-BE49-F238E27FC236}">
                <a16:creationId xmlns:a16="http://schemas.microsoft.com/office/drawing/2014/main" id="{70B6F75C-0207-4E40-B4EF-86B1D1971734}"/>
              </a:ext>
            </a:extLst>
          </p:cNvPr>
          <p:cNvSpPr>
            <a:spLocks xmlns:a="http://schemas.openxmlformats.org/drawingml/2006/main" noGrp="1"/>
          </p:cNvSpPr>
          <p:nvPr/>
        </p:nvSpPr>
        <p:spPr>
          <a:xfrm xmlns:a="http://schemas.openxmlformats.org/drawingml/2006/main">
            <a:off x="9492205" y="4613406"/>
            <a:ext cx="175444" cy="158575"/>
          </a:xfrm>
          <a:custGeom xmlns:a="http://schemas.openxmlformats.org/drawingml/2006/main">
            <a:pathLst>
              <a:path w="175444" h="158575">
                <a:moveTo>
                  <a:pt x="0" y="0"/>
                </a:moveTo>
                <a:lnTo>
                  <a:pt x="175444" y="0"/>
                </a:lnTo>
                <a:lnTo>
                  <a:pt x="175444" y="158575"/>
                </a:lnTo>
                <a:lnTo>
                  <a:pt x="0" y="158575"/>
                </a:lnTo>
                <a:lnTo>
                  <a:pt x="0" y="0"/>
                </a:lnTo>
                <a:close/>
              </a:path>
            </a:pathLst>
          </a:custGeom>
          <a:solidFill xmlns:a="http://schemas.openxmlformats.org/drawingml/2006/main">
            <a:srgbClr val="6698BE"/>
          </a:solidFill>
          <a:ln xmlns:a="http://schemas.openxmlformats.org/drawingml/2006/main" w="0" cap="flat">
            <a:noFill/>
            <a:miter/>
          </a:ln>
        </p:spPr>
      </p:sp>
      <p:sp>
        <p:nvSpPr>
          <p:cNvPr id="998" name="Vector element">
            <a:extLst xmlns:a="http://schemas.openxmlformats.org/drawingml/2006/main">
              <a:ext uri="{FF2B5EF4-FFF2-40B4-BE49-F238E27FC236}">
                <a16:creationId xmlns:a16="http://schemas.microsoft.com/office/drawing/2014/main" id="{AD9A0186-BD77-41CA-94D3-F134125AAFEF}"/>
              </a:ext>
            </a:extLst>
          </p:cNvPr>
          <p:cNvSpPr>
            <a:spLocks xmlns:a="http://schemas.openxmlformats.org/drawingml/2006/main" noGrp="1"/>
          </p:cNvSpPr>
          <p:nvPr/>
        </p:nvSpPr>
        <p:spPr>
          <a:xfrm xmlns:a="http://schemas.openxmlformats.org/drawingml/2006/main">
            <a:off x="9487355" y="4607572"/>
            <a:ext cx="185566" cy="170102"/>
          </a:xfrm>
          <a:custGeom xmlns:a="http://schemas.openxmlformats.org/drawingml/2006/main">
            <a:pathLst>
              <a:path w="185566" h="170102">
                <a:moveTo>
                  <a:pt x="3641" y="253"/>
                </a:moveTo>
                <a:lnTo>
                  <a:pt x="2179" y="1012"/>
                </a:lnTo>
                <a:lnTo>
                  <a:pt x="1012" y="2179"/>
                </a:lnTo>
                <a:lnTo>
                  <a:pt x="253" y="3641"/>
                </a:lnTo>
                <a:lnTo>
                  <a:pt x="0" y="5272"/>
                </a:lnTo>
                <a:lnTo>
                  <a:pt x="0" y="164831"/>
                </a:lnTo>
                <a:lnTo>
                  <a:pt x="253" y="166461"/>
                </a:lnTo>
                <a:lnTo>
                  <a:pt x="1012" y="167923"/>
                </a:lnTo>
                <a:lnTo>
                  <a:pt x="2179" y="169090"/>
                </a:lnTo>
                <a:lnTo>
                  <a:pt x="3641" y="169849"/>
                </a:lnTo>
                <a:lnTo>
                  <a:pt x="5272" y="170102"/>
                </a:lnTo>
                <a:lnTo>
                  <a:pt x="180294" y="170102"/>
                </a:lnTo>
                <a:lnTo>
                  <a:pt x="181925" y="169849"/>
                </a:lnTo>
                <a:lnTo>
                  <a:pt x="183387" y="169090"/>
                </a:lnTo>
                <a:lnTo>
                  <a:pt x="184554" y="167923"/>
                </a:lnTo>
                <a:lnTo>
                  <a:pt x="185313" y="166461"/>
                </a:lnTo>
                <a:lnTo>
                  <a:pt x="185566" y="164831"/>
                </a:lnTo>
                <a:lnTo>
                  <a:pt x="185566" y="5272"/>
                </a:lnTo>
                <a:lnTo>
                  <a:pt x="185313" y="3641"/>
                </a:lnTo>
                <a:lnTo>
                  <a:pt x="184554" y="2179"/>
                </a:lnTo>
                <a:lnTo>
                  <a:pt x="183387" y="1012"/>
                </a:lnTo>
                <a:lnTo>
                  <a:pt x="181925" y="253"/>
                </a:lnTo>
                <a:lnTo>
                  <a:pt x="180294" y="0"/>
                </a:lnTo>
                <a:lnTo>
                  <a:pt x="5272" y="0"/>
                </a:lnTo>
                <a:lnTo>
                  <a:pt x="3641" y="253"/>
                </a:lnTo>
                <a:close/>
                <a:moveTo>
                  <a:pt x="175023" y="159559"/>
                </a:moveTo>
                <a:lnTo>
                  <a:pt x="10544" y="159559"/>
                </a:lnTo>
                <a:lnTo>
                  <a:pt x="10544" y="10544"/>
                </a:lnTo>
                <a:lnTo>
                  <a:pt x="175023" y="10544"/>
                </a:lnTo>
                <a:lnTo>
                  <a:pt x="175023" y="159559"/>
                </a:lnTo>
                <a:close/>
              </a:path>
            </a:pathLst>
          </a:custGeom>
          <a:solidFill xmlns:a="http://schemas.openxmlformats.org/drawingml/2006/main">
            <a:srgbClr val="000000"/>
          </a:solidFill>
          <a:ln xmlns:a="http://schemas.openxmlformats.org/drawingml/2006/main" w="0" cap="flat">
            <a:noFill/>
            <a:miter/>
          </a:ln>
        </p:spPr>
      </p:sp>
      <p:sp>
        <p:nvSpPr>
          <p:cNvPr id="999" name="Vector element">
            <a:extLst xmlns:a="http://schemas.openxmlformats.org/drawingml/2006/main">
              <a:ext uri="{FF2B5EF4-FFF2-40B4-BE49-F238E27FC236}">
                <a16:creationId xmlns:a16="http://schemas.microsoft.com/office/drawing/2014/main" id="{D27E0BC7-2BCA-4DD4-9D85-1EA5C37C1FEE}"/>
              </a:ext>
            </a:extLst>
          </p:cNvPr>
          <p:cNvSpPr>
            <a:spLocks xmlns:a="http://schemas.openxmlformats.org/drawingml/2006/main" noGrp="1"/>
          </p:cNvSpPr>
          <p:nvPr/>
        </p:nvSpPr>
        <p:spPr>
          <a:xfrm xmlns:a="http://schemas.openxmlformats.org/drawingml/2006/main">
            <a:off x="9492205" y="4930556"/>
            <a:ext cx="175444" cy="160262"/>
          </a:xfrm>
          <a:custGeom xmlns:a="http://schemas.openxmlformats.org/drawingml/2006/main">
            <a:pathLst>
              <a:path w="175444" h="160262">
                <a:moveTo>
                  <a:pt x="0" y="0"/>
                </a:moveTo>
                <a:lnTo>
                  <a:pt x="175444" y="0"/>
                </a:lnTo>
                <a:lnTo>
                  <a:pt x="175444" y="160262"/>
                </a:lnTo>
                <a:lnTo>
                  <a:pt x="0" y="160262"/>
                </a:lnTo>
                <a:lnTo>
                  <a:pt x="0" y="0"/>
                </a:lnTo>
                <a:close/>
              </a:path>
            </a:pathLst>
          </a:custGeom>
          <a:solidFill xmlns:a="http://schemas.openxmlformats.org/drawingml/2006/main">
            <a:srgbClr val="CA6059"/>
          </a:solidFill>
          <a:ln xmlns:a="http://schemas.openxmlformats.org/drawingml/2006/main" w="0" cap="flat">
            <a:noFill/>
            <a:miter/>
          </a:ln>
        </p:spPr>
      </p:sp>
      <p:sp>
        <p:nvSpPr>
          <p:cNvPr id="1000" name="Vector element">
            <a:extLst xmlns:a="http://schemas.openxmlformats.org/drawingml/2006/main">
              <a:ext uri="{FF2B5EF4-FFF2-40B4-BE49-F238E27FC236}">
                <a16:creationId xmlns:a16="http://schemas.microsoft.com/office/drawing/2014/main" id="{E78B074B-C3CF-4EFE-AE5D-F6F97530B30E}"/>
              </a:ext>
            </a:extLst>
          </p:cNvPr>
          <p:cNvSpPr>
            <a:spLocks xmlns:a="http://schemas.openxmlformats.org/drawingml/2006/main" noGrp="1"/>
          </p:cNvSpPr>
          <p:nvPr/>
        </p:nvSpPr>
        <p:spPr>
          <a:xfrm xmlns:a="http://schemas.openxmlformats.org/drawingml/2006/main">
            <a:off x="9487355" y="4925987"/>
            <a:ext cx="185566" cy="170102"/>
          </a:xfrm>
          <a:custGeom xmlns:a="http://schemas.openxmlformats.org/drawingml/2006/main">
            <a:pathLst>
              <a:path w="185566" h="170102">
                <a:moveTo>
                  <a:pt x="3641" y="253"/>
                </a:moveTo>
                <a:lnTo>
                  <a:pt x="2179" y="1012"/>
                </a:lnTo>
                <a:lnTo>
                  <a:pt x="1012" y="2179"/>
                </a:lnTo>
                <a:lnTo>
                  <a:pt x="253" y="3641"/>
                </a:lnTo>
                <a:lnTo>
                  <a:pt x="0" y="5272"/>
                </a:lnTo>
                <a:lnTo>
                  <a:pt x="0" y="164831"/>
                </a:lnTo>
                <a:lnTo>
                  <a:pt x="253" y="166461"/>
                </a:lnTo>
                <a:lnTo>
                  <a:pt x="1012" y="167923"/>
                </a:lnTo>
                <a:lnTo>
                  <a:pt x="2179" y="169090"/>
                </a:lnTo>
                <a:lnTo>
                  <a:pt x="3641" y="169849"/>
                </a:lnTo>
                <a:lnTo>
                  <a:pt x="5272" y="170102"/>
                </a:lnTo>
                <a:lnTo>
                  <a:pt x="180294" y="170102"/>
                </a:lnTo>
                <a:lnTo>
                  <a:pt x="181925" y="169849"/>
                </a:lnTo>
                <a:lnTo>
                  <a:pt x="183387" y="169090"/>
                </a:lnTo>
                <a:lnTo>
                  <a:pt x="184554" y="167923"/>
                </a:lnTo>
                <a:lnTo>
                  <a:pt x="185313" y="166461"/>
                </a:lnTo>
                <a:lnTo>
                  <a:pt x="185566" y="164831"/>
                </a:lnTo>
                <a:lnTo>
                  <a:pt x="185566" y="5272"/>
                </a:lnTo>
                <a:lnTo>
                  <a:pt x="185313" y="3641"/>
                </a:lnTo>
                <a:lnTo>
                  <a:pt x="184554" y="2179"/>
                </a:lnTo>
                <a:lnTo>
                  <a:pt x="183387" y="1012"/>
                </a:lnTo>
                <a:lnTo>
                  <a:pt x="181925" y="253"/>
                </a:lnTo>
                <a:lnTo>
                  <a:pt x="180294" y="0"/>
                </a:lnTo>
                <a:lnTo>
                  <a:pt x="5272" y="0"/>
                </a:lnTo>
                <a:lnTo>
                  <a:pt x="3641" y="253"/>
                </a:lnTo>
                <a:close/>
                <a:moveTo>
                  <a:pt x="175023" y="159559"/>
                </a:moveTo>
                <a:lnTo>
                  <a:pt x="10544" y="159559"/>
                </a:lnTo>
                <a:lnTo>
                  <a:pt x="10544" y="10544"/>
                </a:lnTo>
                <a:lnTo>
                  <a:pt x="175023" y="10544"/>
                </a:lnTo>
                <a:lnTo>
                  <a:pt x="175023" y="159559"/>
                </a:lnTo>
                <a:close/>
              </a:path>
            </a:pathLst>
          </a:custGeom>
          <a:solidFill xmlns:a="http://schemas.openxmlformats.org/drawingml/2006/main">
            <a:srgbClr val="000000"/>
          </a:solidFill>
          <a:ln xmlns:a="http://schemas.openxmlformats.org/drawingml/2006/main" w="0" cap="flat">
            <a:noFill/>
            <a:miter/>
          </a:ln>
        </p:spPr>
      </p:sp>
      <p:sp>
        <p:nvSpPr>
          <p:cNvPr id="1001" name="Vector element">
            <a:extLst xmlns:a="http://schemas.openxmlformats.org/drawingml/2006/main">
              <a:ext uri="{FF2B5EF4-FFF2-40B4-BE49-F238E27FC236}">
                <a16:creationId xmlns:a16="http://schemas.microsoft.com/office/drawing/2014/main" id="{F41DD614-DFC2-4625-8814-B3053A0F3336}"/>
              </a:ext>
            </a:extLst>
          </p:cNvPr>
          <p:cNvSpPr>
            <a:spLocks xmlns:a="http://schemas.openxmlformats.org/drawingml/2006/main" noGrp="1"/>
          </p:cNvSpPr>
          <p:nvPr/>
        </p:nvSpPr>
        <p:spPr>
          <a:xfrm xmlns:a="http://schemas.openxmlformats.org/drawingml/2006/main">
            <a:off x="9318447" y="4294570"/>
            <a:ext cx="175444" cy="158575"/>
          </a:xfrm>
          <a:custGeom xmlns:a="http://schemas.openxmlformats.org/drawingml/2006/main">
            <a:pathLst>
              <a:path w="175444" h="158575">
                <a:moveTo>
                  <a:pt x="0" y="0"/>
                </a:moveTo>
                <a:lnTo>
                  <a:pt x="175444" y="0"/>
                </a:lnTo>
                <a:lnTo>
                  <a:pt x="175444" y="158575"/>
                </a:lnTo>
                <a:lnTo>
                  <a:pt x="0" y="158575"/>
                </a:lnTo>
                <a:lnTo>
                  <a:pt x="0" y="0"/>
                </a:lnTo>
                <a:close/>
              </a:path>
            </a:pathLst>
          </a:custGeom>
          <a:solidFill xmlns:a="http://schemas.openxmlformats.org/drawingml/2006/main">
            <a:srgbClr val="D1807C"/>
          </a:solidFill>
          <a:ln xmlns:a="http://schemas.openxmlformats.org/drawingml/2006/main" w="0" cap="flat">
            <a:noFill/>
            <a:miter/>
          </a:ln>
        </p:spPr>
      </p:sp>
      <p:sp>
        <p:nvSpPr>
          <p:cNvPr id="1002" name="Vector element">
            <a:extLst xmlns:a="http://schemas.openxmlformats.org/drawingml/2006/main">
              <a:ext uri="{FF2B5EF4-FFF2-40B4-BE49-F238E27FC236}">
                <a16:creationId xmlns:a16="http://schemas.microsoft.com/office/drawing/2014/main" id="{90197F00-CE6C-4F35-AA06-04445EF6C830}"/>
              </a:ext>
            </a:extLst>
          </p:cNvPr>
          <p:cNvSpPr>
            <a:spLocks xmlns:a="http://schemas.openxmlformats.org/drawingml/2006/main" noGrp="1"/>
          </p:cNvSpPr>
          <p:nvPr/>
        </p:nvSpPr>
        <p:spPr>
          <a:xfrm xmlns:a="http://schemas.openxmlformats.org/drawingml/2006/main">
            <a:off x="9313035" y="4289158"/>
            <a:ext cx="185566" cy="169399"/>
          </a:xfrm>
          <a:custGeom xmlns:a="http://schemas.openxmlformats.org/drawingml/2006/main">
            <a:pathLst>
              <a:path w="185566" h="169399">
                <a:moveTo>
                  <a:pt x="3641" y="253"/>
                </a:moveTo>
                <a:lnTo>
                  <a:pt x="2179" y="1012"/>
                </a:lnTo>
                <a:lnTo>
                  <a:pt x="1012" y="2179"/>
                </a:lnTo>
                <a:lnTo>
                  <a:pt x="253" y="3641"/>
                </a:lnTo>
                <a:lnTo>
                  <a:pt x="0" y="5272"/>
                </a:lnTo>
                <a:lnTo>
                  <a:pt x="0" y="164128"/>
                </a:lnTo>
                <a:lnTo>
                  <a:pt x="253" y="165758"/>
                </a:lnTo>
                <a:lnTo>
                  <a:pt x="1012" y="167220"/>
                </a:lnTo>
                <a:lnTo>
                  <a:pt x="2179" y="168387"/>
                </a:lnTo>
                <a:lnTo>
                  <a:pt x="3641" y="169146"/>
                </a:lnTo>
                <a:lnTo>
                  <a:pt x="5272" y="169399"/>
                </a:lnTo>
                <a:lnTo>
                  <a:pt x="180294" y="169399"/>
                </a:lnTo>
                <a:lnTo>
                  <a:pt x="181925" y="169146"/>
                </a:lnTo>
                <a:lnTo>
                  <a:pt x="183387" y="168387"/>
                </a:lnTo>
                <a:lnTo>
                  <a:pt x="184554" y="167220"/>
                </a:lnTo>
                <a:lnTo>
                  <a:pt x="185313" y="165758"/>
                </a:lnTo>
                <a:lnTo>
                  <a:pt x="185566" y="164128"/>
                </a:lnTo>
                <a:lnTo>
                  <a:pt x="185566" y="5272"/>
                </a:lnTo>
                <a:lnTo>
                  <a:pt x="185313" y="3641"/>
                </a:lnTo>
                <a:lnTo>
                  <a:pt x="184554" y="2179"/>
                </a:lnTo>
                <a:lnTo>
                  <a:pt x="183387" y="1012"/>
                </a:lnTo>
                <a:lnTo>
                  <a:pt x="181925" y="253"/>
                </a:lnTo>
                <a:lnTo>
                  <a:pt x="180294" y="0"/>
                </a:lnTo>
                <a:lnTo>
                  <a:pt x="5272" y="0"/>
                </a:lnTo>
                <a:lnTo>
                  <a:pt x="3641" y="253"/>
                </a:lnTo>
                <a:close/>
                <a:moveTo>
                  <a:pt x="175023" y="158856"/>
                </a:moveTo>
                <a:lnTo>
                  <a:pt x="10544" y="158856"/>
                </a:lnTo>
                <a:lnTo>
                  <a:pt x="10544" y="10544"/>
                </a:lnTo>
                <a:lnTo>
                  <a:pt x="175023" y="10544"/>
                </a:lnTo>
                <a:lnTo>
                  <a:pt x="175023" y="158856"/>
                </a:lnTo>
                <a:close/>
              </a:path>
            </a:pathLst>
          </a:custGeom>
          <a:solidFill xmlns:a="http://schemas.openxmlformats.org/drawingml/2006/main">
            <a:srgbClr val="000000"/>
          </a:solidFill>
          <a:ln xmlns:a="http://schemas.openxmlformats.org/drawingml/2006/main" w="0" cap="flat">
            <a:noFill/>
            <a:miter/>
          </a:ln>
        </p:spPr>
      </p:sp>
      <p:sp>
        <p:nvSpPr>
          <p:cNvPr id="1003" name="Vector element">
            <a:extLst xmlns:a="http://schemas.openxmlformats.org/drawingml/2006/main">
              <a:ext uri="{FF2B5EF4-FFF2-40B4-BE49-F238E27FC236}">
                <a16:creationId xmlns:a16="http://schemas.microsoft.com/office/drawing/2014/main" id="{B2387F0F-802C-4D3F-B7F3-238358A86B55}"/>
              </a:ext>
            </a:extLst>
          </p:cNvPr>
          <p:cNvSpPr>
            <a:spLocks xmlns:a="http://schemas.openxmlformats.org/drawingml/2006/main" noGrp="1"/>
          </p:cNvSpPr>
          <p:nvPr/>
        </p:nvSpPr>
        <p:spPr>
          <a:xfrm xmlns:a="http://schemas.openxmlformats.org/drawingml/2006/main">
            <a:off x="9318447" y="4454832"/>
            <a:ext cx="175444" cy="158575"/>
          </a:xfrm>
          <a:custGeom xmlns:a="http://schemas.openxmlformats.org/drawingml/2006/main">
            <a:pathLst>
              <a:path w="175444" h="158575">
                <a:moveTo>
                  <a:pt x="0" y="0"/>
                </a:moveTo>
                <a:lnTo>
                  <a:pt x="175444" y="0"/>
                </a:lnTo>
                <a:lnTo>
                  <a:pt x="175444" y="158575"/>
                </a:lnTo>
                <a:lnTo>
                  <a:pt x="0" y="158575"/>
                </a:lnTo>
                <a:lnTo>
                  <a:pt x="0" y="0"/>
                </a:lnTo>
                <a:close/>
              </a:path>
            </a:pathLst>
          </a:custGeom>
          <a:solidFill xmlns:a="http://schemas.openxmlformats.org/drawingml/2006/main">
            <a:srgbClr val="98C0A5"/>
          </a:solidFill>
          <a:ln xmlns:a="http://schemas.openxmlformats.org/drawingml/2006/main" w="0" cap="flat">
            <a:noFill/>
            <a:miter/>
          </a:ln>
        </p:spPr>
      </p:sp>
      <p:sp>
        <p:nvSpPr>
          <p:cNvPr id="1004" name="Vector element">
            <a:extLst xmlns:a="http://schemas.openxmlformats.org/drawingml/2006/main">
              <a:ext uri="{FF2B5EF4-FFF2-40B4-BE49-F238E27FC236}">
                <a16:creationId xmlns:a16="http://schemas.microsoft.com/office/drawing/2014/main" id="{5709A3D4-71EB-4488-965E-828775303282}"/>
              </a:ext>
            </a:extLst>
          </p:cNvPr>
          <p:cNvSpPr>
            <a:spLocks xmlns:a="http://schemas.openxmlformats.org/drawingml/2006/main" noGrp="1"/>
          </p:cNvSpPr>
          <p:nvPr/>
        </p:nvSpPr>
        <p:spPr>
          <a:xfrm xmlns:a="http://schemas.openxmlformats.org/drawingml/2006/main">
            <a:off x="9313035" y="4449419"/>
            <a:ext cx="185566" cy="169399"/>
          </a:xfrm>
          <a:custGeom xmlns:a="http://schemas.openxmlformats.org/drawingml/2006/main">
            <a:pathLst>
              <a:path w="185566" h="169399">
                <a:moveTo>
                  <a:pt x="3641" y="253"/>
                </a:moveTo>
                <a:lnTo>
                  <a:pt x="2179" y="1012"/>
                </a:lnTo>
                <a:lnTo>
                  <a:pt x="1012" y="2179"/>
                </a:lnTo>
                <a:lnTo>
                  <a:pt x="253" y="3641"/>
                </a:lnTo>
                <a:lnTo>
                  <a:pt x="0" y="5272"/>
                </a:lnTo>
                <a:lnTo>
                  <a:pt x="0" y="164128"/>
                </a:lnTo>
                <a:lnTo>
                  <a:pt x="253" y="165758"/>
                </a:lnTo>
                <a:lnTo>
                  <a:pt x="1012" y="167220"/>
                </a:lnTo>
                <a:lnTo>
                  <a:pt x="2179" y="168387"/>
                </a:lnTo>
                <a:lnTo>
                  <a:pt x="3641" y="169146"/>
                </a:lnTo>
                <a:lnTo>
                  <a:pt x="5272" y="169399"/>
                </a:lnTo>
                <a:lnTo>
                  <a:pt x="180294" y="169399"/>
                </a:lnTo>
                <a:lnTo>
                  <a:pt x="181925" y="169146"/>
                </a:lnTo>
                <a:lnTo>
                  <a:pt x="183387" y="168387"/>
                </a:lnTo>
                <a:lnTo>
                  <a:pt x="184554" y="167220"/>
                </a:lnTo>
                <a:lnTo>
                  <a:pt x="185313" y="165758"/>
                </a:lnTo>
                <a:lnTo>
                  <a:pt x="185566" y="164128"/>
                </a:lnTo>
                <a:lnTo>
                  <a:pt x="185566" y="5272"/>
                </a:lnTo>
                <a:lnTo>
                  <a:pt x="185313" y="3641"/>
                </a:lnTo>
                <a:lnTo>
                  <a:pt x="184554" y="2179"/>
                </a:lnTo>
                <a:lnTo>
                  <a:pt x="183387" y="1012"/>
                </a:lnTo>
                <a:lnTo>
                  <a:pt x="181925" y="253"/>
                </a:lnTo>
                <a:lnTo>
                  <a:pt x="180294" y="0"/>
                </a:lnTo>
                <a:lnTo>
                  <a:pt x="5272" y="0"/>
                </a:lnTo>
                <a:lnTo>
                  <a:pt x="3641" y="253"/>
                </a:lnTo>
                <a:close/>
                <a:moveTo>
                  <a:pt x="175023" y="158856"/>
                </a:moveTo>
                <a:lnTo>
                  <a:pt x="10544" y="158856"/>
                </a:lnTo>
                <a:lnTo>
                  <a:pt x="10544" y="10544"/>
                </a:lnTo>
                <a:lnTo>
                  <a:pt x="175023" y="10544"/>
                </a:lnTo>
                <a:lnTo>
                  <a:pt x="175023" y="158856"/>
                </a:lnTo>
                <a:close/>
              </a:path>
            </a:pathLst>
          </a:custGeom>
          <a:solidFill xmlns:a="http://schemas.openxmlformats.org/drawingml/2006/main">
            <a:srgbClr val="000000"/>
          </a:solidFill>
          <a:ln xmlns:a="http://schemas.openxmlformats.org/drawingml/2006/main" w="0" cap="flat">
            <a:noFill/>
            <a:miter/>
          </a:ln>
        </p:spPr>
      </p:sp>
      <p:sp>
        <p:nvSpPr>
          <p:cNvPr id="1005" name="Vector element">
            <a:extLst xmlns:a="http://schemas.openxmlformats.org/drawingml/2006/main">
              <a:ext uri="{FF2B5EF4-FFF2-40B4-BE49-F238E27FC236}">
                <a16:creationId xmlns:a16="http://schemas.microsoft.com/office/drawing/2014/main" id="{9E2A6D15-ACCA-4FF8-B9AE-3419627882D1}"/>
              </a:ext>
            </a:extLst>
          </p:cNvPr>
          <p:cNvSpPr>
            <a:spLocks xmlns:a="http://schemas.openxmlformats.org/drawingml/2006/main" noGrp="1"/>
          </p:cNvSpPr>
          <p:nvPr/>
        </p:nvSpPr>
        <p:spPr>
          <a:xfrm xmlns:a="http://schemas.openxmlformats.org/drawingml/2006/main">
            <a:off x="9318447" y="4613406"/>
            <a:ext cx="175444" cy="158575"/>
          </a:xfrm>
          <a:custGeom xmlns:a="http://schemas.openxmlformats.org/drawingml/2006/main">
            <a:pathLst>
              <a:path w="175444" h="158575">
                <a:moveTo>
                  <a:pt x="0" y="0"/>
                </a:moveTo>
                <a:lnTo>
                  <a:pt x="175444" y="0"/>
                </a:lnTo>
                <a:lnTo>
                  <a:pt x="175444" y="158575"/>
                </a:lnTo>
                <a:lnTo>
                  <a:pt x="0" y="158575"/>
                </a:lnTo>
                <a:lnTo>
                  <a:pt x="0" y="0"/>
                </a:lnTo>
                <a:close/>
              </a:path>
            </a:pathLst>
          </a:custGeom>
          <a:solidFill xmlns:a="http://schemas.openxmlformats.org/drawingml/2006/main">
            <a:srgbClr val="6698BE"/>
          </a:solidFill>
          <a:ln xmlns:a="http://schemas.openxmlformats.org/drawingml/2006/main" w="0" cap="flat">
            <a:noFill/>
            <a:miter/>
          </a:ln>
        </p:spPr>
      </p:sp>
      <p:sp>
        <p:nvSpPr>
          <p:cNvPr id="1006" name="Vector element">
            <a:extLst xmlns:a="http://schemas.openxmlformats.org/drawingml/2006/main">
              <a:ext uri="{FF2B5EF4-FFF2-40B4-BE49-F238E27FC236}">
                <a16:creationId xmlns:a16="http://schemas.microsoft.com/office/drawing/2014/main" id="{08763686-EBC0-4FD0-8F40-2F7E0523A1FC}"/>
              </a:ext>
            </a:extLst>
          </p:cNvPr>
          <p:cNvSpPr>
            <a:spLocks xmlns:a="http://schemas.openxmlformats.org/drawingml/2006/main" noGrp="1"/>
          </p:cNvSpPr>
          <p:nvPr/>
        </p:nvSpPr>
        <p:spPr>
          <a:xfrm xmlns:a="http://schemas.openxmlformats.org/drawingml/2006/main">
            <a:off x="9313035" y="4608275"/>
            <a:ext cx="185566" cy="169399"/>
          </a:xfrm>
          <a:custGeom xmlns:a="http://schemas.openxmlformats.org/drawingml/2006/main">
            <a:pathLst>
              <a:path w="185566" h="169399">
                <a:moveTo>
                  <a:pt x="3641" y="253"/>
                </a:moveTo>
                <a:lnTo>
                  <a:pt x="2179" y="1012"/>
                </a:lnTo>
                <a:lnTo>
                  <a:pt x="1012" y="2179"/>
                </a:lnTo>
                <a:lnTo>
                  <a:pt x="253" y="3641"/>
                </a:lnTo>
                <a:lnTo>
                  <a:pt x="0" y="5272"/>
                </a:lnTo>
                <a:lnTo>
                  <a:pt x="0" y="164128"/>
                </a:lnTo>
                <a:lnTo>
                  <a:pt x="253" y="165758"/>
                </a:lnTo>
                <a:lnTo>
                  <a:pt x="1012" y="167220"/>
                </a:lnTo>
                <a:lnTo>
                  <a:pt x="2179" y="168387"/>
                </a:lnTo>
                <a:lnTo>
                  <a:pt x="3641" y="169146"/>
                </a:lnTo>
                <a:lnTo>
                  <a:pt x="5272" y="169399"/>
                </a:lnTo>
                <a:lnTo>
                  <a:pt x="180294" y="169399"/>
                </a:lnTo>
                <a:lnTo>
                  <a:pt x="181925" y="169146"/>
                </a:lnTo>
                <a:lnTo>
                  <a:pt x="183387" y="168387"/>
                </a:lnTo>
                <a:lnTo>
                  <a:pt x="184554" y="167220"/>
                </a:lnTo>
                <a:lnTo>
                  <a:pt x="185313" y="165758"/>
                </a:lnTo>
                <a:lnTo>
                  <a:pt x="185566" y="164128"/>
                </a:lnTo>
                <a:lnTo>
                  <a:pt x="185566" y="5272"/>
                </a:lnTo>
                <a:lnTo>
                  <a:pt x="185313" y="3641"/>
                </a:lnTo>
                <a:lnTo>
                  <a:pt x="184554" y="2179"/>
                </a:lnTo>
                <a:lnTo>
                  <a:pt x="183387" y="1012"/>
                </a:lnTo>
                <a:lnTo>
                  <a:pt x="181925" y="253"/>
                </a:lnTo>
                <a:lnTo>
                  <a:pt x="180294" y="0"/>
                </a:lnTo>
                <a:lnTo>
                  <a:pt x="5272" y="0"/>
                </a:lnTo>
                <a:lnTo>
                  <a:pt x="3641" y="253"/>
                </a:lnTo>
                <a:close/>
                <a:moveTo>
                  <a:pt x="175023" y="158856"/>
                </a:moveTo>
                <a:lnTo>
                  <a:pt x="10544" y="158856"/>
                </a:lnTo>
                <a:lnTo>
                  <a:pt x="10544" y="10544"/>
                </a:lnTo>
                <a:lnTo>
                  <a:pt x="175023" y="10544"/>
                </a:lnTo>
                <a:lnTo>
                  <a:pt x="175023" y="158856"/>
                </a:lnTo>
                <a:close/>
              </a:path>
            </a:pathLst>
          </a:custGeom>
          <a:solidFill xmlns:a="http://schemas.openxmlformats.org/drawingml/2006/main">
            <a:srgbClr val="000000"/>
          </a:solidFill>
          <a:ln xmlns:a="http://schemas.openxmlformats.org/drawingml/2006/main" w="0" cap="flat">
            <a:noFill/>
            <a:miter/>
          </a:ln>
        </p:spPr>
      </p:sp>
      <p:sp>
        <p:nvSpPr>
          <p:cNvPr id="1007" name="Vector element">
            <a:extLst xmlns:a="http://schemas.openxmlformats.org/drawingml/2006/main">
              <a:ext uri="{FF2B5EF4-FFF2-40B4-BE49-F238E27FC236}">
                <a16:creationId xmlns:a16="http://schemas.microsoft.com/office/drawing/2014/main" id="{E5BC53DA-F17E-42F2-8256-98405F43EE3A}"/>
              </a:ext>
            </a:extLst>
          </p:cNvPr>
          <p:cNvSpPr>
            <a:spLocks xmlns:a="http://schemas.openxmlformats.org/drawingml/2006/main" noGrp="1"/>
          </p:cNvSpPr>
          <p:nvPr/>
        </p:nvSpPr>
        <p:spPr>
          <a:xfrm xmlns:a="http://schemas.openxmlformats.org/drawingml/2006/main">
            <a:off x="9318447" y="4771981"/>
            <a:ext cx="175444" cy="158575"/>
          </a:xfrm>
          <a:custGeom xmlns:a="http://schemas.openxmlformats.org/drawingml/2006/main">
            <a:pathLst>
              <a:path w="175444" h="158575">
                <a:moveTo>
                  <a:pt x="0" y="0"/>
                </a:moveTo>
                <a:lnTo>
                  <a:pt x="175444" y="0"/>
                </a:lnTo>
                <a:lnTo>
                  <a:pt x="175444" y="158575"/>
                </a:lnTo>
                <a:lnTo>
                  <a:pt x="0" y="158575"/>
                </a:lnTo>
                <a:lnTo>
                  <a:pt x="0" y="0"/>
                </a:lnTo>
                <a:close/>
              </a:path>
            </a:pathLst>
          </a:custGeom>
          <a:solidFill xmlns:a="http://schemas.openxmlformats.org/drawingml/2006/main">
            <a:srgbClr val="726595"/>
          </a:solidFill>
          <a:ln xmlns:a="http://schemas.openxmlformats.org/drawingml/2006/main" w="0" cap="flat">
            <a:noFill/>
            <a:miter/>
          </a:ln>
        </p:spPr>
      </p:sp>
      <p:sp>
        <p:nvSpPr>
          <p:cNvPr id="1008" name="Vector element">
            <a:extLst xmlns:a="http://schemas.openxmlformats.org/drawingml/2006/main">
              <a:ext uri="{FF2B5EF4-FFF2-40B4-BE49-F238E27FC236}">
                <a16:creationId xmlns:a16="http://schemas.microsoft.com/office/drawing/2014/main" id="{B9676CA4-5E91-463C-BD04-FF47B12D9DDE}"/>
              </a:ext>
            </a:extLst>
          </p:cNvPr>
          <p:cNvSpPr>
            <a:spLocks xmlns:a="http://schemas.openxmlformats.org/drawingml/2006/main" noGrp="1"/>
          </p:cNvSpPr>
          <p:nvPr/>
        </p:nvSpPr>
        <p:spPr>
          <a:xfrm xmlns:a="http://schemas.openxmlformats.org/drawingml/2006/main">
            <a:off x="9313035" y="4767131"/>
            <a:ext cx="185566" cy="169399"/>
          </a:xfrm>
          <a:custGeom xmlns:a="http://schemas.openxmlformats.org/drawingml/2006/main">
            <a:pathLst>
              <a:path w="185566" h="169399">
                <a:moveTo>
                  <a:pt x="3641" y="253"/>
                </a:moveTo>
                <a:lnTo>
                  <a:pt x="2179" y="1012"/>
                </a:lnTo>
                <a:lnTo>
                  <a:pt x="1012" y="2179"/>
                </a:lnTo>
                <a:lnTo>
                  <a:pt x="253" y="3641"/>
                </a:lnTo>
                <a:lnTo>
                  <a:pt x="0" y="5272"/>
                </a:lnTo>
                <a:lnTo>
                  <a:pt x="0" y="164128"/>
                </a:lnTo>
                <a:lnTo>
                  <a:pt x="253" y="165758"/>
                </a:lnTo>
                <a:lnTo>
                  <a:pt x="1012" y="167220"/>
                </a:lnTo>
                <a:lnTo>
                  <a:pt x="2179" y="168387"/>
                </a:lnTo>
                <a:lnTo>
                  <a:pt x="3641" y="169146"/>
                </a:lnTo>
                <a:lnTo>
                  <a:pt x="5272" y="169399"/>
                </a:lnTo>
                <a:lnTo>
                  <a:pt x="180294" y="169399"/>
                </a:lnTo>
                <a:lnTo>
                  <a:pt x="181925" y="169146"/>
                </a:lnTo>
                <a:lnTo>
                  <a:pt x="183387" y="168387"/>
                </a:lnTo>
                <a:lnTo>
                  <a:pt x="184554" y="167220"/>
                </a:lnTo>
                <a:lnTo>
                  <a:pt x="185313" y="165758"/>
                </a:lnTo>
                <a:lnTo>
                  <a:pt x="185566" y="164128"/>
                </a:lnTo>
                <a:lnTo>
                  <a:pt x="185566" y="5272"/>
                </a:lnTo>
                <a:lnTo>
                  <a:pt x="185313" y="3641"/>
                </a:lnTo>
                <a:lnTo>
                  <a:pt x="184554" y="2179"/>
                </a:lnTo>
                <a:lnTo>
                  <a:pt x="183387" y="1012"/>
                </a:lnTo>
                <a:lnTo>
                  <a:pt x="181925" y="253"/>
                </a:lnTo>
                <a:lnTo>
                  <a:pt x="180294" y="0"/>
                </a:lnTo>
                <a:lnTo>
                  <a:pt x="5272" y="0"/>
                </a:lnTo>
                <a:lnTo>
                  <a:pt x="3641" y="253"/>
                </a:lnTo>
                <a:close/>
                <a:moveTo>
                  <a:pt x="175023" y="158856"/>
                </a:moveTo>
                <a:lnTo>
                  <a:pt x="10544" y="158856"/>
                </a:lnTo>
                <a:lnTo>
                  <a:pt x="10544" y="10544"/>
                </a:lnTo>
                <a:lnTo>
                  <a:pt x="175023" y="10544"/>
                </a:lnTo>
                <a:lnTo>
                  <a:pt x="175023" y="158856"/>
                </a:lnTo>
                <a:close/>
              </a:path>
            </a:pathLst>
          </a:custGeom>
          <a:solidFill xmlns:a="http://schemas.openxmlformats.org/drawingml/2006/main">
            <a:srgbClr val="000000"/>
          </a:solidFill>
          <a:ln xmlns:a="http://schemas.openxmlformats.org/drawingml/2006/main" w="0" cap="flat">
            <a:noFill/>
            <a:miter/>
          </a:ln>
        </p:spPr>
      </p:sp>
      <p:sp>
        <p:nvSpPr>
          <p:cNvPr id="1009" name="Vector element">
            <a:extLst xmlns:a="http://schemas.openxmlformats.org/drawingml/2006/main">
              <a:ext uri="{FF2B5EF4-FFF2-40B4-BE49-F238E27FC236}">
                <a16:creationId xmlns:a16="http://schemas.microsoft.com/office/drawing/2014/main" id="{BECBF5C4-5ECF-48F6-B363-5034447A0BA2}"/>
              </a:ext>
            </a:extLst>
          </p:cNvPr>
          <p:cNvSpPr>
            <a:spLocks xmlns:a="http://schemas.openxmlformats.org/drawingml/2006/main" noGrp="1"/>
          </p:cNvSpPr>
          <p:nvPr/>
        </p:nvSpPr>
        <p:spPr>
          <a:xfrm xmlns:a="http://schemas.openxmlformats.org/drawingml/2006/main">
            <a:off x="9492205" y="4771981"/>
            <a:ext cx="175444" cy="158575"/>
          </a:xfrm>
          <a:custGeom xmlns:a="http://schemas.openxmlformats.org/drawingml/2006/main">
            <a:pathLst>
              <a:path w="175444" h="158575">
                <a:moveTo>
                  <a:pt x="0" y="0"/>
                </a:moveTo>
                <a:lnTo>
                  <a:pt x="175444" y="0"/>
                </a:lnTo>
                <a:lnTo>
                  <a:pt x="175444" y="158575"/>
                </a:lnTo>
                <a:lnTo>
                  <a:pt x="0" y="158575"/>
                </a:lnTo>
                <a:lnTo>
                  <a:pt x="0" y="0"/>
                </a:lnTo>
                <a:close/>
              </a:path>
            </a:pathLst>
          </a:custGeom>
          <a:solidFill xmlns:a="http://schemas.openxmlformats.org/drawingml/2006/main">
            <a:srgbClr val="FFF2CA"/>
          </a:solidFill>
          <a:ln xmlns:a="http://schemas.openxmlformats.org/drawingml/2006/main" w="0" cap="flat">
            <a:noFill/>
            <a:miter/>
          </a:ln>
        </p:spPr>
      </p:sp>
      <p:sp>
        <p:nvSpPr>
          <p:cNvPr id="1010" name="Vector element">
            <a:extLst xmlns:a="http://schemas.openxmlformats.org/drawingml/2006/main">
              <a:ext uri="{FF2B5EF4-FFF2-40B4-BE49-F238E27FC236}">
                <a16:creationId xmlns:a16="http://schemas.microsoft.com/office/drawing/2014/main" id="{BA9FFDAE-45D1-4456-BA91-EEA5E1ECA9FA}"/>
              </a:ext>
            </a:extLst>
          </p:cNvPr>
          <p:cNvSpPr>
            <a:spLocks xmlns:a="http://schemas.openxmlformats.org/drawingml/2006/main" noGrp="1"/>
          </p:cNvSpPr>
          <p:nvPr/>
        </p:nvSpPr>
        <p:spPr>
          <a:xfrm xmlns:a="http://schemas.openxmlformats.org/drawingml/2006/main">
            <a:off x="9487355" y="4767131"/>
            <a:ext cx="185566" cy="169399"/>
          </a:xfrm>
          <a:custGeom xmlns:a="http://schemas.openxmlformats.org/drawingml/2006/main">
            <a:pathLst>
              <a:path w="185566" h="169399">
                <a:moveTo>
                  <a:pt x="3641" y="253"/>
                </a:moveTo>
                <a:lnTo>
                  <a:pt x="2179" y="1012"/>
                </a:lnTo>
                <a:lnTo>
                  <a:pt x="1012" y="2179"/>
                </a:lnTo>
                <a:lnTo>
                  <a:pt x="253" y="3641"/>
                </a:lnTo>
                <a:lnTo>
                  <a:pt x="0" y="5272"/>
                </a:lnTo>
                <a:lnTo>
                  <a:pt x="0" y="164128"/>
                </a:lnTo>
                <a:lnTo>
                  <a:pt x="253" y="165758"/>
                </a:lnTo>
                <a:lnTo>
                  <a:pt x="1012" y="167220"/>
                </a:lnTo>
                <a:lnTo>
                  <a:pt x="2179" y="168387"/>
                </a:lnTo>
                <a:lnTo>
                  <a:pt x="3641" y="169146"/>
                </a:lnTo>
                <a:lnTo>
                  <a:pt x="5272" y="169399"/>
                </a:lnTo>
                <a:lnTo>
                  <a:pt x="180294" y="169399"/>
                </a:lnTo>
                <a:lnTo>
                  <a:pt x="181925" y="169146"/>
                </a:lnTo>
                <a:lnTo>
                  <a:pt x="183387" y="168387"/>
                </a:lnTo>
                <a:lnTo>
                  <a:pt x="184554" y="167220"/>
                </a:lnTo>
                <a:lnTo>
                  <a:pt x="185313" y="165758"/>
                </a:lnTo>
                <a:lnTo>
                  <a:pt x="185566" y="164128"/>
                </a:lnTo>
                <a:lnTo>
                  <a:pt x="185566" y="5272"/>
                </a:lnTo>
                <a:lnTo>
                  <a:pt x="185313" y="3641"/>
                </a:lnTo>
                <a:lnTo>
                  <a:pt x="184554" y="2179"/>
                </a:lnTo>
                <a:lnTo>
                  <a:pt x="183387" y="1012"/>
                </a:lnTo>
                <a:lnTo>
                  <a:pt x="181925" y="253"/>
                </a:lnTo>
                <a:lnTo>
                  <a:pt x="180294" y="0"/>
                </a:lnTo>
                <a:lnTo>
                  <a:pt x="5272" y="0"/>
                </a:lnTo>
                <a:lnTo>
                  <a:pt x="3641" y="253"/>
                </a:lnTo>
                <a:close/>
                <a:moveTo>
                  <a:pt x="175023" y="158856"/>
                </a:moveTo>
                <a:lnTo>
                  <a:pt x="10544" y="158856"/>
                </a:lnTo>
                <a:lnTo>
                  <a:pt x="10544" y="10544"/>
                </a:lnTo>
                <a:lnTo>
                  <a:pt x="175023" y="10544"/>
                </a:lnTo>
                <a:lnTo>
                  <a:pt x="175023" y="158856"/>
                </a:lnTo>
                <a:close/>
              </a:path>
            </a:pathLst>
          </a:custGeom>
          <a:solidFill xmlns:a="http://schemas.openxmlformats.org/drawingml/2006/main">
            <a:srgbClr val="000000"/>
          </a:solidFill>
          <a:ln xmlns:a="http://schemas.openxmlformats.org/drawingml/2006/main" w="0" cap="flat">
            <a:noFill/>
            <a:miter/>
          </a:ln>
        </p:spPr>
      </p:sp>
      <p:sp>
        <p:nvSpPr>
          <p:cNvPr id="1011" name="Vector element">
            <a:extLst xmlns:a="http://schemas.openxmlformats.org/drawingml/2006/main">
              <a:ext uri="{FF2B5EF4-FFF2-40B4-BE49-F238E27FC236}">
                <a16:creationId xmlns:a16="http://schemas.microsoft.com/office/drawing/2014/main" id="{C4B3D592-70C6-4743-900E-E8DFF5D35A0C}"/>
              </a:ext>
            </a:extLst>
          </p:cNvPr>
          <p:cNvSpPr>
            <a:spLocks xmlns:a="http://schemas.openxmlformats.org/drawingml/2006/main" noGrp="1"/>
          </p:cNvSpPr>
          <p:nvPr/>
        </p:nvSpPr>
        <p:spPr>
          <a:xfrm xmlns:a="http://schemas.openxmlformats.org/drawingml/2006/main">
            <a:off x="8969246" y="4930556"/>
            <a:ext cx="175444" cy="160262"/>
          </a:xfrm>
          <a:custGeom xmlns:a="http://schemas.openxmlformats.org/drawingml/2006/main">
            <a:pathLst>
              <a:path w="175444" h="160262">
                <a:moveTo>
                  <a:pt x="0" y="0"/>
                </a:moveTo>
                <a:lnTo>
                  <a:pt x="175444" y="0"/>
                </a:lnTo>
                <a:lnTo>
                  <a:pt x="175444" y="160262"/>
                </a:lnTo>
                <a:lnTo>
                  <a:pt x="0" y="160262"/>
                </a:lnTo>
                <a:lnTo>
                  <a:pt x="0" y="0"/>
                </a:lnTo>
                <a:close/>
              </a:path>
            </a:pathLst>
          </a:custGeom>
          <a:solidFill xmlns:a="http://schemas.openxmlformats.org/drawingml/2006/main">
            <a:srgbClr val="FEE695"/>
          </a:solidFill>
          <a:ln xmlns:a="http://schemas.openxmlformats.org/drawingml/2006/main" w="0" cap="flat">
            <a:noFill/>
            <a:miter/>
          </a:ln>
        </p:spPr>
      </p:sp>
      <p:sp>
        <p:nvSpPr>
          <p:cNvPr id="1012" name="Vector element">
            <a:extLst xmlns:a="http://schemas.openxmlformats.org/drawingml/2006/main">
              <a:ext uri="{FF2B5EF4-FFF2-40B4-BE49-F238E27FC236}">
                <a16:creationId xmlns:a16="http://schemas.microsoft.com/office/drawing/2014/main" id="{0430005A-CC6F-4767-8BA0-34EE0517339B}"/>
              </a:ext>
            </a:extLst>
          </p:cNvPr>
          <p:cNvSpPr>
            <a:spLocks xmlns:a="http://schemas.openxmlformats.org/drawingml/2006/main" noGrp="1"/>
          </p:cNvSpPr>
          <p:nvPr/>
        </p:nvSpPr>
        <p:spPr>
          <a:xfrm xmlns:a="http://schemas.openxmlformats.org/drawingml/2006/main">
            <a:off x="8963693" y="4925987"/>
            <a:ext cx="185566" cy="170102"/>
          </a:xfrm>
          <a:custGeom xmlns:a="http://schemas.openxmlformats.org/drawingml/2006/main">
            <a:pathLst>
              <a:path w="185566" h="170102">
                <a:moveTo>
                  <a:pt x="3641" y="253"/>
                </a:moveTo>
                <a:lnTo>
                  <a:pt x="2179" y="1012"/>
                </a:lnTo>
                <a:lnTo>
                  <a:pt x="1012" y="2179"/>
                </a:lnTo>
                <a:lnTo>
                  <a:pt x="253" y="3641"/>
                </a:lnTo>
                <a:lnTo>
                  <a:pt x="0" y="5272"/>
                </a:lnTo>
                <a:lnTo>
                  <a:pt x="0" y="164831"/>
                </a:lnTo>
                <a:lnTo>
                  <a:pt x="253" y="166461"/>
                </a:lnTo>
                <a:lnTo>
                  <a:pt x="1012" y="167923"/>
                </a:lnTo>
                <a:lnTo>
                  <a:pt x="2179" y="169090"/>
                </a:lnTo>
                <a:lnTo>
                  <a:pt x="3641" y="169849"/>
                </a:lnTo>
                <a:lnTo>
                  <a:pt x="5272" y="170102"/>
                </a:lnTo>
                <a:lnTo>
                  <a:pt x="180294" y="170102"/>
                </a:lnTo>
                <a:lnTo>
                  <a:pt x="181925" y="169849"/>
                </a:lnTo>
                <a:lnTo>
                  <a:pt x="183387" y="169090"/>
                </a:lnTo>
                <a:lnTo>
                  <a:pt x="184554" y="167923"/>
                </a:lnTo>
                <a:lnTo>
                  <a:pt x="185313" y="166461"/>
                </a:lnTo>
                <a:lnTo>
                  <a:pt x="185566" y="164831"/>
                </a:lnTo>
                <a:lnTo>
                  <a:pt x="185566" y="5272"/>
                </a:lnTo>
                <a:lnTo>
                  <a:pt x="185313" y="3641"/>
                </a:lnTo>
                <a:lnTo>
                  <a:pt x="184554" y="2179"/>
                </a:lnTo>
                <a:lnTo>
                  <a:pt x="183387" y="1012"/>
                </a:lnTo>
                <a:lnTo>
                  <a:pt x="181925" y="253"/>
                </a:lnTo>
                <a:lnTo>
                  <a:pt x="180294" y="0"/>
                </a:lnTo>
                <a:lnTo>
                  <a:pt x="5272" y="0"/>
                </a:lnTo>
                <a:lnTo>
                  <a:pt x="3641" y="253"/>
                </a:lnTo>
                <a:close/>
                <a:moveTo>
                  <a:pt x="175023" y="159559"/>
                </a:moveTo>
                <a:lnTo>
                  <a:pt x="10544" y="159559"/>
                </a:lnTo>
                <a:lnTo>
                  <a:pt x="10544" y="10544"/>
                </a:lnTo>
                <a:lnTo>
                  <a:pt x="175023" y="10544"/>
                </a:lnTo>
                <a:lnTo>
                  <a:pt x="175023" y="159559"/>
                </a:lnTo>
                <a:close/>
              </a:path>
            </a:pathLst>
          </a:custGeom>
          <a:solidFill xmlns:a="http://schemas.openxmlformats.org/drawingml/2006/main">
            <a:srgbClr val="000000"/>
          </a:solidFill>
          <a:ln xmlns:a="http://schemas.openxmlformats.org/drawingml/2006/main" w="0" cap="flat">
            <a:noFill/>
            <a:miter/>
          </a:ln>
        </p:spPr>
      </p:sp>
      <p:sp>
        <p:nvSpPr>
          <p:cNvPr id="1013" name="Vector element">
            <a:extLst xmlns:a="http://schemas.openxmlformats.org/drawingml/2006/main">
              <a:ext uri="{FF2B5EF4-FFF2-40B4-BE49-F238E27FC236}">
                <a16:creationId xmlns:a16="http://schemas.microsoft.com/office/drawing/2014/main" id="{E80D4349-43FC-455D-B64E-5A30F8AE687B}"/>
              </a:ext>
            </a:extLst>
          </p:cNvPr>
          <p:cNvSpPr>
            <a:spLocks xmlns:a="http://schemas.openxmlformats.org/drawingml/2006/main" noGrp="1"/>
          </p:cNvSpPr>
          <p:nvPr/>
        </p:nvSpPr>
        <p:spPr>
          <a:xfrm xmlns:a="http://schemas.openxmlformats.org/drawingml/2006/main">
            <a:off x="9143003" y="4294570"/>
            <a:ext cx="175444" cy="160262"/>
          </a:xfrm>
          <a:custGeom xmlns:a="http://schemas.openxmlformats.org/drawingml/2006/main">
            <a:pathLst>
              <a:path w="175444" h="160262">
                <a:moveTo>
                  <a:pt x="0" y="0"/>
                </a:moveTo>
                <a:lnTo>
                  <a:pt x="175444" y="0"/>
                </a:lnTo>
                <a:lnTo>
                  <a:pt x="175444" y="160262"/>
                </a:lnTo>
                <a:lnTo>
                  <a:pt x="0" y="160262"/>
                </a:lnTo>
                <a:lnTo>
                  <a:pt x="0" y="0"/>
                </a:lnTo>
                <a:close/>
              </a:path>
            </a:pathLst>
          </a:custGeom>
          <a:solidFill xmlns:a="http://schemas.openxmlformats.org/drawingml/2006/main">
            <a:srgbClr val="2B6192">
              <a:alpha val="50200"/>
            </a:srgbClr>
          </a:solidFill>
          <a:ln xmlns:a="http://schemas.openxmlformats.org/drawingml/2006/main" w="0" cap="flat">
            <a:noFill/>
            <a:miter/>
          </a:ln>
        </p:spPr>
      </p:sp>
      <p:sp>
        <p:nvSpPr>
          <p:cNvPr id="1014" name="Vector element">
            <a:extLst xmlns:a="http://schemas.openxmlformats.org/drawingml/2006/main">
              <a:ext uri="{FF2B5EF4-FFF2-40B4-BE49-F238E27FC236}">
                <a16:creationId xmlns:a16="http://schemas.microsoft.com/office/drawing/2014/main" id="{EB43190C-C665-4D47-95D7-B67380285F6F}"/>
              </a:ext>
            </a:extLst>
          </p:cNvPr>
          <p:cNvSpPr>
            <a:spLocks xmlns:a="http://schemas.openxmlformats.org/drawingml/2006/main" noGrp="1"/>
          </p:cNvSpPr>
          <p:nvPr/>
        </p:nvSpPr>
        <p:spPr>
          <a:xfrm xmlns:a="http://schemas.openxmlformats.org/drawingml/2006/main">
            <a:off x="9138012" y="4289158"/>
            <a:ext cx="185566" cy="170102"/>
          </a:xfrm>
          <a:custGeom xmlns:a="http://schemas.openxmlformats.org/drawingml/2006/main">
            <a:pathLst>
              <a:path w="185566" h="170102">
                <a:moveTo>
                  <a:pt x="3641" y="253"/>
                </a:moveTo>
                <a:lnTo>
                  <a:pt x="2179" y="1012"/>
                </a:lnTo>
                <a:lnTo>
                  <a:pt x="1012" y="2179"/>
                </a:lnTo>
                <a:lnTo>
                  <a:pt x="253" y="3641"/>
                </a:lnTo>
                <a:lnTo>
                  <a:pt x="0" y="5272"/>
                </a:lnTo>
                <a:lnTo>
                  <a:pt x="0" y="164831"/>
                </a:lnTo>
                <a:lnTo>
                  <a:pt x="253" y="166461"/>
                </a:lnTo>
                <a:lnTo>
                  <a:pt x="1012" y="167923"/>
                </a:lnTo>
                <a:lnTo>
                  <a:pt x="2179" y="169090"/>
                </a:lnTo>
                <a:lnTo>
                  <a:pt x="3641" y="169849"/>
                </a:lnTo>
                <a:lnTo>
                  <a:pt x="5272" y="170102"/>
                </a:lnTo>
                <a:lnTo>
                  <a:pt x="180294" y="170102"/>
                </a:lnTo>
                <a:lnTo>
                  <a:pt x="181925" y="169849"/>
                </a:lnTo>
                <a:lnTo>
                  <a:pt x="183387" y="169090"/>
                </a:lnTo>
                <a:lnTo>
                  <a:pt x="184554" y="167923"/>
                </a:lnTo>
                <a:lnTo>
                  <a:pt x="185313" y="166461"/>
                </a:lnTo>
                <a:lnTo>
                  <a:pt x="185566" y="164831"/>
                </a:lnTo>
                <a:lnTo>
                  <a:pt x="185566" y="5272"/>
                </a:lnTo>
                <a:lnTo>
                  <a:pt x="185313" y="3641"/>
                </a:lnTo>
                <a:lnTo>
                  <a:pt x="184554" y="2179"/>
                </a:lnTo>
                <a:lnTo>
                  <a:pt x="183387" y="1012"/>
                </a:lnTo>
                <a:lnTo>
                  <a:pt x="181925" y="253"/>
                </a:lnTo>
                <a:lnTo>
                  <a:pt x="180294" y="0"/>
                </a:lnTo>
                <a:lnTo>
                  <a:pt x="5272" y="0"/>
                </a:lnTo>
                <a:lnTo>
                  <a:pt x="3641" y="253"/>
                </a:lnTo>
                <a:close/>
                <a:moveTo>
                  <a:pt x="175023" y="159559"/>
                </a:moveTo>
                <a:lnTo>
                  <a:pt x="10544" y="159559"/>
                </a:lnTo>
                <a:lnTo>
                  <a:pt x="10544" y="10544"/>
                </a:lnTo>
                <a:lnTo>
                  <a:pt x="175023" y="10544"/>
                </a:lnTo>
                <a:lnTo>
                  <a:pt x="175023" y="159559"/>
                </a:lnTo>
                <a:close/>
              </a:path>
            </a:pathLst>
          </a:custGeom>
          <a:solidFill xmlns:a="http://schemas.openxmlformats.org/drawingml/2006/main">
            <a:srgbClr val="000000"/>
          </a:solidFill>
          <a:ln xmlns:a="http://schemas.openxmlformats.org/drawingml/2006/main" w="0" cap="flat">
            <a:noFill/>
            <a:miter/>
          </a:ln>
        </p:spPr>
      </p:sp>
      <p:sp>
        <p:nvSpPr>
          <p:cNvPr id="1015" name="Vector element">
            <a:extLst xmlns:a="http://schemas.openxmlformats.org/drawingml/2006/main">
              <a:ext uri="{FF2B5EF4-FFF2-40B4-BE49-F238E27FC236}">
                <a16:creationId xmlns:a16="http://schemas.microsoft.com/office/drawing/2014/main" id="{684701B4-96D3-4244-884C-DAA16F2CE744}"/>
              </a:ext>
            </a:extLst>
          </p:cNvPr>
          <p:cNvSpPr>
            <a:spLocks xmlns:a="http://schemas.openxmlformats.org/drawingml/2006/main" noGrp="1"/>
          </p:cNvSpPr>
          <p:nvPr/>
        </p:nvSpPr>
        <p:spPr>
          <a:xfrm xmlns:a="http://schemas.openxmlformats.org/drawingml/2006/main">
            <a:off x="9143003" y="4454832"/>
            <a:ext cx="175444" cy="158575"/>
          </a:xfrm>
          <a:custGeom xmlns:a="http://schemas.openxmlformats.org/drawingml/2006/main">
            <a:pathLst>
              <a:path w="175444" h="158575">
                <a:moveTo>
                  <a:pt x="0" y="0"/>
                </a:moveTo>
                <a:lnTo>
                  <a:pt x="175444" y="0"/>
                </a:lnTo>
                <a:lnTo>
                  <a:pt x="175444" y="158575"/>
                </a:lnTo>
                <a:lnTo>
                  <a:pt x="0" y="158575"/>
                </a:lnTo>
                <a:lnTo>
                  <a:pt x="0" y="0"/>
                </a:lnTo>
                <a:close/>
              </a:path>
            </a:pathLst>
          </a:custGeom>
          <a:solidFill xmlns:a="http://schemas.openxmlformats.org/drawingml/2006/main">
            <a:srgbClr val="98C0A5"/>
          </a:solidFill>
          <a:ln xmlns:a="http://schemas.openxmlformats.org/drawingml/2006/main" w="0" cap="flat">
            <a:noFill/>
            <a:miter/>
          </a:ln>
        </p:spPr>
      </p:sp>
      <p:sp>
        <p:nvSpPr>
          <p:cNvPr id="1016" name="Vector element">
            <a:extLst xmlns:a="http://schemas.openxmlformats.org/drawingml/2006/main">
              <a:ext uri="{FF2B5EF4-FFF2-40B4-BE49-F238E27FC236}">
                <a16:creationId xmlns:a16="http://schemas.microsoft.com/office/drawing/2014/main" id="{BDF5006D-28C9-48F9-99C4-0078565B9F4E}"/>
              </a:ext>
            </a:extLst>
          </p:cNvPr>
          <p:cNvSpPr>
            <a:spLocks xmlns:a="http://schemas.openxmlformats.org/drawingml/2006/main" noGrp="1"/>
          </p:cNvSpPr>
          <p:nvPr/>
        </p:nvSpPr>
        <p:spPr>
          <a:xfrm xmlns:a="http://schemas.openxmlformats.org/drawingml/2006/main">
            <a:off x="9138012" y="4448716"/>
            <a:ext cx="185566" cy="170102"/>
          </a:xfrm>
          <a:custGeom xmlns:a="http://schemas.openxmlformats.org/drawingml/2006/main">
            <a:pathLst>
              <a:path w="185566" h="170102">
                <a:moveTo>
                  <a:pt x="3641" y="253"/>
                </a:moveTo>
                <a:lnTo>
                  <a:pt x="2179" y="1012"/>
                </a:lnTo>
                <a:lnTo>
                  <a:pt x="1012" y="2179"/>
                </a:lnTo>
                <a:lnTo>
                  <a:pt x="253" y="3641"/>
                </a:lnTo>
                <a:lnTo>
                  <a:pt x="0" y="5272"/>
                </a:lnTo>
                <a:lnTo>
                  <a:pt x="0" y="164831"/>
                </a:lnTo>
                <a:lnTo>
                  <a:pt x="253" y="166461"/>
                </a:lnTo>
                <a:lnTo>
                  <a:pt x="1012" y="167923"/>
                </a:lnTo>
                <a:lnTo>
                  <a:pt x="2179" y="169090"/>
                </a:lnTo>
                <a:lnTo>
                  <a:pt x="3641" y="169849"/>
                </a:lnTo>
                <a:lnTo>
                  <a:pt x="5272" y="170102"/>
                </a:lnTo>
                <a:lnTo>
                  <a:pt x="180294" y="170102"/>
                </a:lnTo>
                <a:lnTo>
                  <a:pt x="181925" y="169849"/>
                </a:lnTo>
                <a:lnTo>
                  <a:pt x="183387" y="169090"/>
                </a:lnTo>
                <a:lnTo>
                  <a:pt x="184554" y="167923"/>
                </a:lnTo>
                <a:lnTo>
                  <a:pt x="185313" y="166461"/>
                </a:lnTo>
                <a:lnTo>
                  <a:pt x="185566" y="164831"/>
                </a:lnTo>
                <a:lnTo>
                  <a:pt x="185566" y="5272"/>
                </a:lnTo>
                <a:lnTo>
                  <a:pt x="185313" y="3641"/>
                </a:lnTo>
                <a:lnTo>
                  <a:pt x="184554" y="2179"/>
                </a:lnTo>
                <a:lnTo>
                  <a:pt x="183387" y="1012"/>
                </a:lnTo>
                <a:lnTo>
                  <a:pt x="181925" y="253"/>
                </a:lnTo>
                <a:lnTo>
                  <a:pt x="180294" y="0"/>
                </a:lnTo>
                <a:lnTo>
                  <a:pt x="5272" y="0"/>
                </a:lnTo>
                <a:lnTo>
                  <a:pt x="3641" y="253"/>
                </a:lnTo>
                <a:close/>
                <a:moveTo>
                  <a:pt x="175023" y="159559"/>
                </a:moveTo>
                <a:lnTo>
                  <a:pt x="10544" y="159559"/>
                </a:lnTo>
                <a:lnTo>
                  <a:pt x="10544" y="10544"/>
                </a:lnTo>
                <a:lnTo>
                  <a:pt x="175023" y="10544"/>
                </a:lnTo>
                <a:lnTo>
                  <a:pt x="175023" y="159559"/>
                </a:lnTo>
                <a:close/>
              </a:path>
            </a:pathLst>
          </a:custGeom>
          <a:solidFill xmlns:a="http://schemas.openxmlformats.org/drawingml/2006/main">
            <a:srgbClr val="000000"/>
          </a:solidFill>
          <a:ln xmlns:a="http://schemas.openxmlformats.org/drawingml/2006/main" w="0" cap="flat">
            <a:noFill/>
            <a:miter/>
          </a:ln>
        </p:spPr>
      </p:sp>
      <p:sp>
        <p:nvSpPr>
          <p:cNvPr id="1017" name="Vector element">
            <a:extLst xmlns:a="http://schemas.openxmlformats.org/drawingml/2006/main">
              <a:ext uri="{FF2B5EF4-FFF2-40B4-BE49-F238E27FC236}">
                <a16:creationId xmlns:a16="http://schemas.microsoft.com/office/drawing/2014/main" id="{D166CCB4-63B4-4930-AA9E-04C7C3B7EC12}"/>
              </a:ext>
            </a:extLst>
          </p:cNvPr>
          <p:cNvSpPr>
            <a:spLocks xmlns:a="http://schemas.openxmlformats.org/drawingml/2006/main" noGrp="1"/>
          </p:cNvSpPr>
          <p:nvPr/>
        </p:nvSpPr>
        <p:spPr>
          <a:xfrm xmlns:a="http://schemas.openxmlformats.org/drawingml/2006/main">
            <a:off x="9143003" y="4613406"/>
            <a:ext cx="175444" cy="158575"/>
          </a:xfrm>
          <a:custGeom xmlns:a="http://schemas.openxmlformats.org/drawingml/2006/main">
            <a:pathLst>
              <a:path w="175444" h="158575">
                <a:moveTo>
                  <a:pt x="0" y="0"/>
                </a:moveTo>
                <a:lnTo>
                  <a:pt x="175444" y="0"/>
                </a:lnTo>
                <a:lnTo>
                  <a:pt x="175444" y="158575"/>
                </a:lnTo>
                <a:lnTo>
                  <a:pt x="0" y="158575"/>
                </a:lnTo>
                <a:lnTo>
                  <a:pt x="0" y="0"/>
                </a:lnTo>
                <a:close/>
              </a:path>
            </a:pathLst>
          </a:custGeom>
          <a:solidFill xmlns:a="http://schemas.openxmlformats.org/drawingml/2006/main">
            <a:srgbClr val="F5B482"/>
          </a:solidFill>
          <a:ln xmlns:a="http://schemas.openxmlformats.org/drawingml/2006/main" w="0" cap="flat">
            <a:noFill/>
            <a:miter/>
          </a:ln>
        </p:spPr>
      </p:sp>
      <p:sp>
        <p:nvSpPr>
          <p:cNvPr id="1018" name="Vector element">
            <a:extLst xmlns:a="http://schemas.openxmlformats.org/drawingml/2006/main">
              <a:ext uri="{FF2B5EF4-FFF2-40B4-BE49-F238E27FC236}">
                <a16:creationId xmlns:a16="http://schemas.microsoft.com/office/drawing/2014/main" id="{BD3F765B-863B-4CA7-BF97-4393FAEA3BC3}"/>
              </a:ext>
            </a:extLst>
          </p:cNvPr>
          <p:cNvSpPr>
            <a:spLocks xmlns:a="http://schemas.openxmlformats.org/drawingml/2006/main" noGrp="1"/>
          </p:cNvSpPr>
          <p:nvPr/>
        </p:nvSpPr>
        <p:spPr>
          <a:xfrm xmlns:a="http://schemas.openxmlformats.org/drawingml/2006/main">
            <a:off x="9138012" y="4607572"/>
            <a:ext cx="185566" cy="170102"/>
          </a:xfrm>
          <a:custGeom xmlns:a="http://schemas.openxmlformats.org/drawingml/2006/main">
            <a:pathLst>
              <a:path w="185566" h="170102">
                <a:moveTo>
                  <a:pt x="3641" y="253"/>
                </a:moveTo>
                <a:lnTo>
                  <a:pt x="2179" y="1012"/>
                </a:lnTo>
                <a:lnTo>
                  <a:pt x="1012" y="2179"/>
                </a:lnTo>
                <a:lnTo>
                  <a:pt x="253" y="3641"/>
                </a:lnTo>
                <a:lnTo>
                  <a:pt x="0" y="5272"/>
                </a:lnTo>
                <a:lnTo>
                  <a:pt x="0" y="164831"/>
                </a:lnTo>
                <a:lnTo>
                  <a:pt x="253" y="166461"/>
                </a:lnTo>
                <a:lnTo>
                  <a:pt x="1012" y="167923"/>
                </a:lnTo>
                <a:lnTo>
                  <a:pt x="2179" y="169090"/>
                </a:lnTo>
                <a:lnTo>
                  <a:pt x="3641" y="169849"/>
                </a:lnTo>
                <a:lnTo>
                  <a:pt x="5272" y="170102"/>
                </a:lnTo>
                <a:lnTo>
                  <a:pt x="180294" y="170102"/>
                </a:lnTo>
                <a:lnTo>
                  <a:pt x="181925" y="169849"/>
                </a:lnTo>
                <a:lnTo>
                  <a:pt x="183387" y="169090"/>
                </a:lnTo>
                <a:lnTo>
                  <a:pt x="184554" y="167923"/>
                </a:lnTo>
                <a:lnTo>
                  <a:pt x="185313" y="166461"/>
                </a:lnTo>
                <a:lnTo>
                  <a:pt x="185566" y="164831"/>
                </a:lnTo>
                <a:lnTo>
                  <a:pt x="185566" y="5272"/>
                </a:lnTo>
                <a:lnTo>
                  <a:pt x="185313" y="3641"/>
                </a:lnTo>
                <a:lnTo>
                  <a:pt x="184554" y="2179"/>
                </a:lnTo>
                <a:lnTo>
                  <a:pt x="183387" y="1012"/>
                </a:lnTo>
                <a:lnTo>
                  <a:pt x="181925" y="253"/>
                </a:lnTo>
                <a:lnTo>
                  <a:pt x="180294" y="0"/>
                </a:lnTo>
                <a:lnTo>
                  <a:pt x="5272" y="0"/>
                </a:lnTo>
                <a:lnTo>
                  <a:pt x="3641" y="253"/>
                </a:lnTo>
                <a:close/>
                <a:moveTo>
                  <a:pt x="175023" y="159559"/>
                </a:moveTo>
                <a:lnTo>
                  <a:pt x="10544" y="159559"/>
                </a:lnTo>
                <a:lnTo>
                  <a:pt x="10544" y="10544"/>
                </a:lnTo>
                <a:lnTo>
                  <a:pt x="175023" y="10544"/>
                </a:lnTo>
                <a:lnTo>
                  <a:pt x="175023" y="159559"/>
                </a:lnTo>
                <a:close/>
              </a:path>
            </a:pathLst>
          </a:custGeom>
          <a:solidFill xmlns:a="http://schemas.openxmlformats.org/drawingml/2006/main">
            <a:srgbClr val="000000"/>
          </a:solidFill>
          <a:ln xmlns:a="http://schemas.openxmlformats.org/drawingml/2006/main" w="0" cap="flat">
            <a:noFill/>
            <a:miter/>
          </a:ln>
        </p:spPr>
      </p:sp>
      <p:sp>
        <p:nvSpPr>
          <p:cNvPr id="1019" name="Vector element">
            <a:extLst xmlns:a="http://schemas.openxmlformats.org/drawingml/2006/main">
              <a:ext uri="{FF2B5EF4-FFF2-40B4-BE49-F238E27FC236}">
                <a16:creationId xmlns:a16="http://schemas.microsoft.com/office/drawing/2014/main" id="{C09617AD-8B2A-4058-A1AA-A36A4A25411A}"/>
              </a:ext>
            </a:extLst>
          </p:cNvPr>
          <p:cNvSpPr>
            <a:spLocks xmlns:a="http://schemas.openxmlformats.org/drawingml/2006/main" noGrp="1"/>
          </p:cNvSpPr>
          <p:nvPr/>
        </p:nvSpPr>
        <p:spPr>
          <a:xfrm xmlns:a="http://schemas.openxmlformats.org/drawingml/2006/main">
            <a:off x="9143003" y="4930556"/>
            <a:ext cx="175444" cy="160262"/>
          </a:xfrm>
          <a:custGeom xmlns:a="http://schemas.openxmlformats.org/drawingml/2006/main">
            <a:pathLst>
              <a:path w="175444" h="160262">
                <a:moveTo>
                  <a:pt x="0" y="0"/>
                </a:moveTo>
                <a:lnTo>
                  <a:pt x="175444" y="0"/>
                </a:lnTo>
                <a:lnTo>
                  <a:pt x="175444" y="160262"/>
                </a:lnTo>
                <a:lnTo>
                  <a:pt x="0" y="160262"/>
                </a:lnTo>
                <a:lnTo>
                  <a:pt x="0" y="0"/>
                </a:lnTo>
                <a:close/>
              </a:path>
            </a:pathLst>
          </a:custGeom>
          <a:solidFill xmlns:a="http://schemas.openxmlformats.org/drawingml/2006/main">
            <a:srgbClr val="FEE695"/>
          </a:solidFill>
          <a:ln xmlns:a="http://schemas.openxmlformats.org/drawingml/2006/main" w="0" cap="flat">
            <a:noFill/>
            <a:miter/>
          </a:ln>
        </p:spPr>
      </p:sp>
      <p:sp>
        <p:nvSpPr>
          <p:cNvPr id="1020" name="Vector element">
            <a:extLst xmlns:a="http://schemas.openxmlformats.org/drawingml/2006/main">
              <a:ext uri="{FF2B5EF4-FFF2-40B4-BE49-F238E27FC236}">
                <a16:creationId xmlns:a16="http://schemas.microsoft.com/office/drawing/2014/main" id="{00499B31-FF85-40F7-988D-EC8B213CD31F}"/>
              </a:ext>
            </a:extLst>
          </p:cNvPr>
          <p:cNvSpPr>
            <a:spLocks xmlns:a="http://schemas.openxmlformats.org/drawingml/2006/main" noGrp="1"/>
          </p:cNvSpPr>
          <p:nvPr/>
        </p:nvSpPr>
        <p:spPr>
          <a:xfrm xmlns:a="http://schemas.openxmlformats.org/drawingml/2006/main">
            <a:off x="9138012" y="4925987"/>
            <a:ext cx="185566" cy="170102"/>
          </a:xfrm>
          <a:custGeom xmlns:a="http://schemas.openxmlformats.org/drawingml/2006/main">
            <a:pathLst>
              <a:path w="185566" h="170102">
                <a:moveTo>
                  <a:pt x="3641" y="253"/>
                </a:moveTo>
                <a:lnTo>
                  <a:pt x="2179" y="1012"/>
                </a:lnTo>
                <a:lnTo>
                  <a:pt x="1012" y="2179"/>
                </a:lnTo>
                <a:lnTo>
                  <a:pt x="253" y="3641"/>
                </a:lnTo>
                <a:lnTo>
                  <a:pt x="0" y="5272"/>
                </a:lnTo>
                <a:lnTo>
                  <a:pt x="0" y="164831"/>
                </a:lnTo>
                <a:lnTo>
                  <a:pt x="253" y="166461"/>
                </a:lnTo>
                <a:lnTo>
                  <a:pt x="1012" y="167923"/>
                </a:lnTo>
                <a:lnTo>
                  <a:pt x="2179" y="169090"/>
                </a:lnTo>
                <a:lnTo>
                  <a:pt x="3641" y="169849"/>
                </a:lnTo>
                <a:lnTo>
                  <a:pt x="5272" y="170102"/>
                </a:lnTo>
                <a:lnTo>
                  <a:pt x="180294" y="170102"/>
                </a:lnTo>
                <a:lnTo>
                  <a:pt x="181925" y="169849"/>
                </a:lnTo>
                <a:lnTo>
                  <a:pt x="183387" y="169090"/>
                </a:lnTo>
                <a:lnTo>
                  <a:pt x="184554" y="167923"/>
                </a:lnTo>
                <a:lnTo>
                  <a:pt x="185313" y="166461"/>
                </a:lnTo>
                <a:lnTo>
                  <a:pt x="185566" y="164831"/>
                </a:lnTo>
                <a:lnTo>
                  <a:pt x="185566" y="5272"/>
                </a:lnTo>
                <a:lnTo>
                  <a:pt x="185313" y="3641"/>
                </a:lnTo>
                <a:lnTo>
                  <a:pt x="184554" y="2179"/>
                </a:lnTo>
                <a:lnTo>
                  <a:pt x="183387" y="1012"/>
                </a:lnTo>
                <a:lnTo>
                  <a:pt x="181925" y="253"/>
                </a:lnTo>
                <a:lnTo>
                  <a:pt x="180294" y="0"/>
                </a:lnTo>
                <a:lnTo>
                  <a:pt x="5272" y="0"/>
                </a:lnTo>
                <a:lnTo>
                  <a:pt x="3641" y="253"/>
                </a:lnTo>
                <a:close/>
                <a:moveTo>
                  <a:pt x="175023" y="159559"/>
                </a:moveTo>
                <a:lnTo>
                  <a:pt x="10544" y="159559"/>
                </a:lnTo>
                <a:lnTo>
                  <a:pt x="10544" y="10544"/>
                </a:lnTo>
                <a:lnTo>
                  <a:pt x="175023" y="10544"/>
                </a:lnTo>
                <a:lnTo>
                  <a:pt x="175023" y="159559"/>
                </a:lnTo>
                <a:close/>
              </a:path>
            </a:pathLst>
          </a:custGeom>
          <a:solidFill xmlns:a="http://schemas.openxmlformats.org/drawingml/2006/main">
            <a:srgbClr val="000000"/>
          </a:solidFill>
          <a:ln xmlns:a="http://schemas.openxmlformats.org/drawingml/2006/main" w="0" cap="flat">
            <a:noFill/>
            <a:miter/>
          </a:ln>
        </p:spPr>
      </p:sp>
      <p:sp>
        <p:nvSpPr>
          <p:cNvPr id="1021" name="Vector element">
            <a:extLst xmlns:a="http://schemas.openxmlformats.org/drawingml/2006/main">
              <a:ext uri="{FF2B5EF4-FFF2-40B4-BE49-F238E27FC236}">
                <a16:creationId xmlns:a16="http://schemas.microsoft.com/office/drawing/2014/main" id="{62007335-4002-4919-A3A6-33DB6DB7E7AD}"/>
              </a:ext>
            </a:extLst>
          </p:cNvPr>
          <p:cNvSpPr>
            <a:spLocks xmlns:a="http://schemas.openxmlformats.org/drawingml/2006/main" noGrp="1"/>
          </p:cNvSpPr>
          <p:nvPr/>
        </p:nvSpPr>
        <p:spPr>
          <a:xfrm xmlns:a="http://schemas.openxmlformats.org/drawingml/2006/main">
            <a:off x="8969246" y="4294570"/>
            <a:ext cx="175444" cy="158575"/>
          </a:xfrm>
          <a:custGeom xmlns:a="http://schemas.openxmlformats.org/drawingml/2006/main">
            <a:pathLst>
              <a:path w="175444" h="158575">
                <a:moveTo>
                  <a:pt x="0" y="0"/>
                </a:moveTo>
                <a:lnTo>
                  <a:pt x="175444" y="0"/>
                </a:lnTo>
                <a:lnTo>
                  <a:pt x="175444" y="158575"/>
                </a:lnTo>
                <a:lnTo>
                  <a:pt x="0" y="158575"/>
                </a:lnTo>
                <a:lnTo>
                  <a:pt x="0" y="0"/>
                </a:lnTo>
                <a:close/>
              </a:path>
            </a:pathLst>
          </a:custGeom>
          <a:solidFill xmlns:a="http://schemas.openxmlformats.org/drawingml/2006/main">
            <a:srgbClr val="D1807C"/>
          </a:solidFill>
          <a:ln xmlns:a="http://schemas.openxmlformats.org/drawingml/2006/main" w="0" cap="flat">
            <a:noFill/>
            <a:miter/>
          </a:ln>
        </p:spPr>
      </p:sp>
      <p:sp>
        <p:nvSpPr>
          <p:cNvPr id="1022" name="Vector element">
            <a:extLst xmlns:a="http://schemas.openxmlformats.org/drawingml/2006/main">
              <a:ext uri="{FF2B5EF4-FFF2-40B4-BE49-F238E27FC236}">
                <a16:creationId xmlns:a16="http://schemas.microsoft.com/office/drawing/2014/main" id="{7583AA02-D92B-45AF-94F7-75EE1B7D73A8}"/>
              </a:ext>
            </a:extLst>
          </p:cNvPr>
          <p:cNvSpPr>
            <a:spLocks xmlns:a="http://schemas.openxmlformats.org/drawingml/2006/main" noGrp="1"/>
          </p:cNvSpPr>
          <p:nvPr/>
        </p:nvSpPr>
        <p:spPr>
          <a:xfrm xmlns:a="http://schemas.openxmlformats.org/drawingml/2006/main">
            <a:off x="8963693" y="4289158"/>
            <a:ext cx="185566" cy="169399"/>
          </a:xfrm>
          <a:custGeom xmlns:a="http://schemas.openxmlformats.org/drawingml/2006/main">
            <a:pathLst>
              <a:path w="185566" h="169399">
                <a:moveTo>
                  <a:pt x="3641" y="253"/>
                </a:moveTo>
                <a:lnTo>
                  <a:pt x="2179" y="1012"/>
                </a:lnTo>
                <a:lnTo>
                  <a:pt x="1012" y="2179"/>
                </a:lnTo>
                <a:lnTo>
                  <a:pt x="253" y="3641"/>
                </a:lnTo>
                <a:lnTo>
                  <a:pt x="0" y="5272"/>
                </a:lnTo>
                <a:lnTo>
                  <a:pt x="0" y="164128"/>
                </a:lnTo>
                <a:lnTo>
                  <a:pt x="253" y="165758"/>
                </a:lnTo>
                <a:lnTo>
                  <a:pt x="1012" y="167220"/>
                </a:lnTo>
                <a:lnTo>
                  <a:pt x="2179" y="168387"/>
                </a:lnTo>
                <a:lnTo>
                  <a:pt x="3641" y="169146"/>
                </a:lnTo>
                <a:lnTo>
                  <a:pt x="5272" y="169399"/>
                </a:lnTo>
                <a:lnTo>
                  <a:pt x="180294" y="169399"/>
                </a:lnTo>
                <a:lnTo>
                  <a:pt x="181925" y="169146"/>
                </a:lnTo>
                <a:lnTo>
                  <a:pt x="183387" y="168387"/>
                </a:lnTo>
                <a:lnTo>
                  <a:pt x="184554" y="167220"/>
                </a:lnTo>
                <a:lnTo>
                  <a:pt x="185313" y="165758"/>
                </a:lnTo>
                <a:lnTo>
                  <a:pt x="185566" y="164128"/>
                </a:lnTo>
                <a:lnTo>
                  <a:pt x="185566" y="5272"/>
                </a:lnTo>
                <a:lnTo>
                  <a:pt x="185313" y="3641"/>
                </a:lnTo>
                <a:lnTo>
                  <a:pt x="184554" y="2179"/>
                </a:lnTo>
                <a:lnTo>
                  <a:pt x="183387" y="1012"/>
                </a:lnTo>
                <a:lnTo>
                  <a:pt x="181925" y="253"/>
                </a:lnTo>
                <a:lnTo>
                  <a:pt x="180294" y="0"/>
                </a:lnTo>
                <a:lnTo>
                  <a:pt x="5272" y="0"/>
                </a:lnTo>
                <a:lnTo>
                  <a:pt x="3641" y="253"/>
                </a:lnTo>
                <a:close/>
                <a:moveTo>
                  <a:pt x="175023" y="158856"/>
                </a:moveTo>
                <a:lnTo>
                  <a:pt x="10544" y="158856"/>
                </a:lnTo>
                <a:lnTo>
                  <a:pt x="10544" y="10544"/>
                </a:lnTo>
                <a:lnTo>
                  <a:pt x="175023" y="10544"/>
                </a:lnTo>
                <a:lnTo>
                  <a:pt x="175023" y="158856"/>
                </a:lnTo>
                <a:close/>
              </a:path>
            </a:pathLst>
          </a:custGeom>
          <a:solidFill xmlns:a="http://schemas.openxmlformats.org/drawingml/2006/main">
            <a:srgbClr val="000000"/>
          </a:solidFill>
          <a:ln xmlns:a="http://schemas.openxmlformats.org/drawingml/2006/main" w="0" cap="flat">
            <a:noFill/>
            <a:miter/>
          </a:ln>
        </p:spPr>
      </p:sp>
      <p:sp>
        <p:nvSpPr>
          <p:cNvPr id="1023" name="Vector element">
            <a:extLst xmlns:a="http://schemas.openxmlformats.org/drawingml/2006/main">
              <a:ext uri="{FF2B5EF4-FFF2-40B4-BE49-F238E27FC236}">
                <a16:creationId xmlns:a16="http://schemas.microsoft.com/office/drawing/2014/main" id="{1CCB87A3-9286-400E-AA61-8B7398B8CDFF}"/>
              </a:ext>
            </a:extLst>
          </p:cNvPr>
          <p:cNvSpPr>
            <a:spLocks xmlns:a="http://schemas.openxmlformats.org/drawingml/2006/main" noGrp="1"/>
          </p:cNvSpPr>
          <p:nvPr/>
        </p:nvSpPr>
        <p:spPr>
          <a:xfrm xmlns:a="http://schemas.openxmlformats.org/drawingml/2006/main">
            <a:off x="8969246" y="4454832"/>
            <a:ext cx="175444" cy="158575"/>
          </a:xfrm>
          <a:custGeom xmlns:a="http://schemas.openxmlformats.org/drawingml/2006/main">
            <a:pathLst>
              <a:path w="175444" h="158575">
                <a:moveTo>
                  <a:pt x="0" y="0"/>
                </a:moveTo>
                <a:lnTo>
                  <a:pt x="175444" y="0"/>
                </a:lnTo>
                <a:lnTo>
                  <a:pt x="175444" y="158575"/>
                </a:lnTo>
                <a:lnTo>
                  <a:pt x="0" y="158575"/>
                </a:lnTo>
                <a:lnTo>
                  <a:pt x="0" y="0"/>
                </a:lnTo>
                <a:close/>
              </a:path>
            </a:pathLst>
          </a:custGeom>
          <a:solidFill xmlns:a="http://schemas.openxmlformats.org/drawingml/2006/main">
            <a:srgbClr val="98C0A5"/>
          </a:solidFill>
          <a:ln xmlns:a="http://schemas.openxmlformats.org/drawingml/2006/main" w="0" cap="flat">
            <a:noFill/>
            <a:miter/>
          </a:ln>
        </p:spPr>
      </p:sp>
      <p:sp>
        <p:nvSpPr>
          <p:cNvPr id="1024" name="Vector element">
            <a:extLst xmlns:a="http://schemas.openxmlformats.org/drawingml/2006/main">
              <a:ext uri="{FF2B5EF4-FFF2-40B4-BE49-F238E27FC236}">
                <a16:creationId xmlns:a16="http://schemas.microsoft.com/office/drawing/2014/main" id="{B690BD95-3A68-4059-AAD0-66013FCA70AB}"/>
              </a:ext>
            </a:extLst>
          </p:cNvPr>
          <p:cNvSpPr>
            <a:spLocks xmlns:a="http://schemas.openxmlformats.org/drawingml/2006/main" noGrp="1"/>
          </p:cNvSpPr>
          <p:nvPr/>
        </p:nvSpPr>
        <p:spPr>
          <a:xfrm xmlns:a="http://schemas.openxmlformats.org/drawingml/2006/main">
            <a:off x="8963693" y="4449419"/>
            <a:ext cx="185566" cy="169399"/>
          </a:xfrm>
          <a:custGeom xmlns:a="http://schemas.openxmlformats.org/drawingml/2006/main">
            <a:pathLst>
              <a:path w="185566" h="169399">
                <a:moveTo>
                  <a:pt x="3641" y="253"/>
                </a:moveTo>
                <a:lnTo>
                  <a:pt x="2179" y="1012"/>
                </a:lnTo>
                <a:lnTo>
                  <a:pt x="1012" y="2179"/>
                </a:lnTo>
                <a:lnTo>
                  <a:pt x="253" y="3641"/>
                </a:lnTo>
                <a:lnTo>
                  <a:pt x="0" y="5272"/>
                </a:lnTo>
                <a:lnTo>
                  <a:pt x="0" y="164128"/>
                </a:lnTo>
                <a:lnTo>
                  <a:pt x="253" y="165758"/>
                </a:lnTo>
                <a:lnTo>
                  <a:pt x="1012" y="167220"/>
                </a:lnTo>
                <a:lnTo>
                  <a:pt x="2179" y="168387"/>
                </a:lnTo>
                <a:lnTo>
                  <a:pt x="3641" y="169146"/>
                </a:lnTo>
                <a:lnTo>
                  <a:pt x="5272" y="169399"/>
                </a:lnTo>
                <a:lnTo>
                  <a:pt x="180294" y="169399"/>
                </a:lnTo>
                <a:lnTo>
                  <a:pt x="181925" y="169146"/>
                </a:lnTo>
                <a:lnTo>
                  <a:pt x="183387" y="168387"/>
                </a:lnTo>
                <a:lnTo>
                  <a:pt x="184554" y="167220"/>
                </a:lnTo>
                <a:lnTo>
                  <a:pt x="185313" y="165758"/>
                </a:lnTo>
                <a:lnTo>
                  <a:pt x="185566" y="164128"/>
                </a:lnTo>
                <a:lnTo>
                  <a:pt x="185566" y="5272"/>
                </a:lnTo>
                <a:lnTo>
                  <a:pt x="185313" y="3641"/>
                </a:lnTo>
                <a:lnTo>
                  <a:pt x="184554" y="2179"/>
                </a:lnTo>
                <a:lnTo>
                  <a:pt x="183387" y="1012"/>
                </a:lnTo>
                <a:lnTo>
                  <a:pt x="181925" y="253"/>
                </a:lnTo>
                <a:lnTo>
                  <a:pt x="180294" y="0"/>
                </a:lnTo>
                <a:lnTo>
                  <a:pt x="5272" y="0"/>
                </a:lnTo>
                <a:lnTo>
                  <a:pt x="3641" y="253"/>
                </a:lnTo>
                <a:close/>
                <a:moveTo>
                  <a:pt x="175023" y="158856"/>
                </a:moveTo>
                <a:lnTo>
                  <a:pt x="10544" y="158856"/>
                </a:lnTo>
                <a:lnTo>
                  <a:pt x="10544" y="10544"/>
                </a:lnTo>
                <a:lnTo>
                  <a:pt x="175023" y="10544"/>
                </a:lnTo>
                <a:lnTo>
                  <a:pt x="175023" y="158856"/>
                </a:lnTo>
                <a:close/>
              </a:path>
            </a:pathLst>
          </a:custGeom>
          <a:solidFill xmlns:a="http://schemas.openxmlformats.org/drawingml/2006/main">
            <a:srgbClr val="000000"/>
          </a:solidFill>
          <a:ln xmlns:a="http://schemas.openxmlformats.org/drawingml/2006/main" w="0" cap="flat">
            <a:noFill/>
            <a:miter/>
          </a:ln>
        </p:spPr>
      </p:sp>
      <p:sp>
        <p:nvSpPr>
          <p:cNvPr id="1025" name="Vector element">
            <a:extLst xmlns:a="http://schemas.openxmlformats.org/drawingml/2006/main">
              <a:ext uri="{FF2B5EF4-FFF2-40B4-BE49-F238E27FC236}">
                <a16:creationId xmlns:a16="http://schemas.microsoft.com/office/drawing/2014/main" id="{BA18CE6F-FF1C-4796-AF5D-C12F70A57989}"/>
              </a:ext>
            </a:extLst>
          </p:cNvPr>
          <p:cNvSpPr>
            <a:spLocks xmlns:a="http://schemas.openxmlformats.org/drawingml/2006/main" noGrp="1"/>
          </p:cNvSpPr>
          <p:nvPr/>
        </p:nvSpPr>
        <p:spPr>
          <a:xfrm xmlns:a="http://schemas.openxmlformats.org/drawingml/2006/main">
            <a:off x="8969246" y="4613406"/>
            <a:ext cx="175444" cy="158575"/>
          </a:xfrm>
          <a:custGeom xmlns:a="http://schemas.openxmlformats.org/drawingml/2006/main">
            <a:pathLst>
              <a:path w="175444" h="158575">
                <a:moveTo>
                  <a:pt x="0" y="0"/>
                </a:moveTo>
                <a:lnTo>
                  <a:pt x="175444" y="0"/>
                </a:lnTo>
                <a:lnTo>
                  <a:pt x="175444" y="158575"/>
                </a:lnTo>
                <a:lnTo>
                  <a:pt x="0" y="158575"/>
                </a:lnTo>
                <a:lnTo>
                  <a:pt x="0" y="0"/>
                </a:lnTo>
                <a:close/>
              </a:path>
            </a:pathLst>
          </a:custGeom>
          <a:solidFill xmlns:a="http://schemas.openxmlformats.org/drawingml/2006/main">
            <a:srgbClr val="2B6192">
              <a:alpha val="50200"/>
            </a:srgbClr>
          </a:solidFill>
          <a:ln xmlns:a="http://schemas.openxmlformats.org/drawingml/2006/main" w="0" cap="flat">
            <a:noFill/>
            <a:miter/>
          </a:ln>
        </p:spPr>
      </p:sp>
      <p:sp>
        <p:nvSpPr>
          <p:cNvPr id="1026" name="Vector element">
            <a:extLst xmlns:a="http://schemas.openxmlformats.org/drawingml/2006/main">
              <a:ext uri="{FF2B5EF4-FFF2-40B4-BE49-F238E27FC236}">
                <a16:creationId xmlns:a16="http://schemas.microsoft.com/office/drawing/2014/main" id="{1A106732-CCEF-46B0-B5B6-36EC47E07974}"/>
              </a:ext>
            </a:extLst>
          </p:cNvPr>
          <p:cNvSpPr>
            <a:spLocks xmlns:a="http://schemas.openxmlformats.org/drawingml/2006/main" noGrp="1"/>
          </p:cNvSpPr>
          <p:nvPr/>
        </p:nvSpPr>
        <p:spPr>
          <a:xfrm xmlns:a="http://schemas.openxmlformats.org/drawingml/2006/main">
            <a:off x="8963693" y="4608275"/>
            <a:ext cx="185566" cy="169399"/>
          </a:xfrm>
          <a:custGeom xmlns:a="http://schemas.openxmlformats.org/drawingml/2006/main">
            <a:pathLst>
              <a:path w="185566" h="169399">
                <a:moveTo>
                  <a:pt x="3641" y="253"/>
                </a:moveTo>
                <a:lnTo>
                  <a:pt x="2179" y="1012"/>
                </a:lnTo>
                <a:lnTo>
                  <a:pt x="1012" y="2179"/>
                </a:lnTo>
                <a:lnTo>
                  <a:pt x="253" y="3641"/>
                </a:lnTo>
                <a:lnTo>
                  <a:pt x="0" y="5272"/>
                </a:lnTo>
                <a:lnTo>
                  <a:pt x="0" y="164128"/>
                </a:lnTo>
                <a:lnTo>
                  <a:pt x="253" y="165758"/>
                </a:lnTo>
                <a:lnTo>
                  <a:pt x="1012" y="167220"/>
                </a:lnTo>
                <a:lnTo>
                  <a:pt x="2179" y="168387"/>
                </a:lnTo>
                <a:lnTo>
                  <a:pt x="3641" y="169146"/>
                </a:lnTo>
                <a:lnTo>
                  <a:pt x="5272" y="169399"/>
                </a:lnTo>
                <a:lnTo>
                  <a:pt x="180294" y="169399"/>
                </a:lnTo>
                <a:lnTo>
                  <a:pt x="181925" y="169146"/>
                </a:lnTo>
                <a:lnTo>
                  <a:pt x="183387" y="168387"/>
                </a:lnTo>
                <a:lnTo>
                  <a:pt x="184554" y="167220"/>
                </a:lnTo>
                <a:lnTo>
                  <a:pt x="185313" y="165758"/>
                </a:lnTo>
                <a:lnTo>
                  <a:pt x="185566" y="164128"/>
                </a:lnTo>
                <a:lnTo>
                  <a:pt x="185566" y="5272"/>
                </a:lnTo>
                <a:lnTo>
                  <a:pt x="185313" y="3641"/>
                </a:lnTo>
                <a:lnTo>
                  <a:pt x="184554" y="2179"/>
                </a:lnTo>
                <a:lnTo>
                  <a:pt x="183387" y="1012"/>
                </a:lnTo>
                <a:lnTo>
                  <a:pt x="181925" y="253"/>
                </a:lnTo>
                <a:lnTo>
                  <a:pt x="180294" y="0"/>
                </a:lnTo>
                <a:lnTo>
                  <a:pt x="5272" y="0"/>
                </a:lnTo>
                <a:lnTo>
                  <a:pt x="3641" y="253"/>
                </a:lnTo>
                <a:close/>
                <a:moveTo>
                  <a:pt x="175023" y="158856"/>
                </a:moveTo>
                <a:lnTo>
                  <a:pt x="10544" y="158856"/>
                </a:lnTo>
                <a:lnTo>
                  <a:pt x="10544" y="10544"/>
                </a:lnTo>
                <a:lnTo>
                  <a:pt x="175023" y="10544"/>
                </a:lnTo>
                <a:lnTo>
                  <a:pt x="175023" y="158856"/>
                </a:lnTo>
                <a:close/>
              </a:path>
            </a:pathLst>
          </a:custGeom>
          <a:solidFill xmlns:a="http://schemas.openxmlformats.org/drawingml/2006/main">
            <a:srgbClr val="000000"/>
          </a:solidFill>
          <a:ln xmlns:a="http://schemas.openxmlformats.org/drawingml/2006/main" w="0" cap="flat">
            <a:noFill/>
            <a:miter/>
          </a:ln>
        </p:spPr>
      </p:sp>
      <p:sp>
        <p:nvSpPr>
          <p:cNvPr id="1027" name="Vector element">
            <a:extLst xmlns:a="http://schemas.openxmlformats.org/drawingml/2006/main">
              <a:ext uri="{FF2B5EF4-FFF2-40B4-BE49-F238E27FC236}">
                <a16:creationId xmlns:a16="http://schemas.microsoft.com/office/drawing/2014/main" id="{00235C02-8690-47C9-898D-45F00D0DD001}"/>
              </a:ext>
            </a:extLst>
          </p:cNvPr>
          <p:cNvSpPr>
            <a:spLocks xmlns:a="http://schemas.openxmlformats.org/drawingml/2006/main" noGrp="1"/>
          </p:cNvSpPr>
          <p:nvPr/>
        </p:nvSpPr>
        <p:spPr>
          <a:xfrm xmlns:a="http://schemas.openxmlformats.org/drawingml/2006/main">
            <a:off x="8969246" y="4771981"/>
            <a:ext cx="175444" cy="158575"/>
          </a:xfrm>
          <a:custGeom xmlns:a="http://schemas.openxmlformats.org/drawingml/2006/main">
            <a:pathLst>
              <a:path w="175444" h="158575">
                <a:moveTo>
                  <a:pt x="0" y="0"/>
                </a:moveTo>
                <a:lnTo>
                  <a:pt x="175444" y="0"/>
                </a:lnTo>
                <a:lnTo>
                  <a:pt x="175444" y="158575"/>
                </a:lnTo>
                <a:lnTo>
                  <a:pt x="0" y="158575"/>
                </a:lnTo>
                <a:lnTo>
                  <a:pt x="0" y="0"/>
                </a:lnTo>
                <a:close/>
              </a:path>
            </a:pathLst>
          </a:custGeom>
          <a:solidFill xmlns:a="http://schemas.openxmlformats.org/drawingml/2006/main">
            <a:srgbClr val="726595"/>
          </a:solidFill>
          <a:ln xmlns:a="http://schemas.openxmlformats.org/drawingml/2006/main" w="0" cap="flat">
            <a:noFill/>
            <a:miter/>
          </a:ln>
        </p:spPr>
      </p:sp>
      <p:sp>
        <p:nvSpPr>
          <p:cNvPr id="1028" name="Vector element">
            <a:extLst xmlns:a="http://schemas.openxmlformats.org/drawingml/2006/main">
              <a:ext uri="{FF2B5EF4-FFF2-40B4-BE49-F238E27FC236}">
                <a16:creationId xmlns:a16="http://schemas.microsoft.com/office/drawing/2014/main" id="{F8B307DB-B5EF-4927-B017-6FFC996B1893}"/>
              </a:ext>
            </a:extLst>
          </p:cNvPr>
          <p:cNvSpPr>
            <a:spLocks xmlns:a="http://schemas.openxmlformats.org/drawingml/2006/main" noGrp="1"/>
          </p:cNvSpPr>
          <p:nvPr/>
        </p:nvSpPr>
        <p:spPr>
          <a:xfrm xmlns:a="http://schemas.openxmlformats.org/drawingml/2006/main">
            <a:off x="8963693" y="4767131"/>
            <a:ext cx="185566" cy="169399"/>
          </a:xfrm>
          <a:custGeom xmlns:a="http://schemas.openxmlformats.org/drawingml/2006/main">
            <a:pathLst>
              <a:path w="185566" h="169399">
                <a:moveTo>
                  <a:pt x="3641" y="253"/>
                </a:moveTo>
                <a:lnTo>
                  <a:pt x="2179" y="1012"/>
                </a:lnTo>
                <a:lnTo>
                  <a:pt x="1012" y="2179"/>
                </a:lnTo>
                <a:lnTo>
                  <a:pt x="253" y="3641"/>
                </a:lnTo>
                <a:lnTo>
                  <a:pt x="0" y="5272"/>
                </a:lnTo>
                <a:lnTo>
                  <a:pt x="0" y="164128"/>
                </a:lnTo>
                <a:lnTo>
                  <a:pt x="253" y="165758"/>
                </a:lnTo>
                <a:lnTo>
                  <a:pt x="1012" y="167220"/>
                </a:lnTo>
                <a:lnTo>
                  <a:pt x="2179" y="168387"/>
                </a:lnTo>
                <a:lnTo>
                  <a:pt x="3641" y="169146"/>
                </a:lnTo>
                <a:lnTo>
                  <a:pt x="5272" y="169399"/>
                </a:lnTo>
                <a:lnTo>
                  <a:pt x="180294" y="169399"/>
                </a:lnTo>
                <a:lnTo>
                  <a:pt x="181925" y="169146"/>
                </a:lnTo>
                <a:lnTo>
                  <a:pt x="183387" y="168387"/>
                </a:lnTo>
                <a:lnTo>
                  <a:pt x="184554" y="167220"/>
                </a:lnTo>
                <a:lnTo>
                  <a:pt x="185313" y="165758"/>
                </a:lnTo>
                <a:lnTo>
                  <a:pt x="185566" y="164128"/>
                </a:lnTo>
                <a:lnTo>
                  <a:pt x="185566" y="5272"/>
                </a:lnTo>
                <a:lnTo>
                  <a:pt x="185313" y="3641"/>
                </a:lnTo>
                <a:lnTo>
                  <a:pt x="184554" y="2179"/>
                </a:lnTo>
                <a:lnTo>
                  <a:pt x="183387" y="1012"/>
                </a:lnTo>
                <a:lnTo>
                  <a:pt x="181925" y="253"/>
                </a:lnTo>
                <a:lnTo>
                  <a:pt x="180294" y="0"/>
                </a:lnTo>
                <a:lnTo>
                  <a:pt x="5272" y="0"/>
                </a:lnTo>
                <a:lnTo>
                  <a:pt x="3641" y="253"/>
                </a:lnTo>
                <a:close/>
                <a:moveTo>
                  <a:pt x="175023" y="158856"/>
                </a:moveTo>
                <a:lnTo>
                  <a:pt x="10544" y="158856"/>
                </a:lnTo>
                <a:lnTo>
                  <a:pt x="10544" y="10544"/>
                </a:lnTo>
                <a:lnTo>
                  <a:pt x="175023" y="10544"/>
                </a:lnTo>
                <a:lnTo>
                  <a:pt x="175023" y="158856"/>
                </a:lnTo>
                <a:close/>
              </a:path>
            </a:pathLst>
          </a:custGeom>
          <a:solidFill xmlns:a="http://schemas.openxmlformats.org/drawingml/2006/main">
            <a:srgbClr val="000000"/>
          </a:solidFill>
          <a:ln xmlns:a="http://schemas.openxmlformats.org/drawingml/2006/main" w="0" cap="flat">
            <a:noFill/>
            <a:miter/>
          </a:ln>
        </p:spPr>
      </p:sp>
      <p:sp>
        <p:nvSpPr>
          <p:cNvPr id="1029" name="Vector element">
            <a:extLst xmlns:a="http://schemas.openxmlformats.org/drawingml/2006/main">
              <a:ext uri="{FF2B5EF4-FFF2-40B4-BE49-F238E27FC236}">
                <a16:creationId xmlns:a16="http://schemas.microsoft.com/office/drawing/2014/main" id="{82329091-06EE-46EA-BBD8-5D989F02E8DA}"/>
              </a:ext>
            </a:extLst>
          </p:cNvPr>
          <p:cNvSpPr>
            <a:spLocks xmlns:a="http://schemas.openxmlformats.org/drawingml/2006/main" noGrp="1"/>
          </p:cNvSpPr>
          <p:nvPr/>
        </p:nvSpPr>
        <p:spPr>
          <a:xfrm xmlns:a="http://schemas.openxmlformats.org/drawingml/2006/main">
            <a:off x="9143003" y="4771981"/>
            <a:ext cx="175444" cy="158575"/>
          </a:xfrm>
          <a:custGeom xmlns:a="http://schemas.openxmlformats.org/drawingml/2006/main">
            <a:pathLst>
              <a:path w="175444" h="158575">
                <a:moveTo>
                  <a:pt x="0" y="0"/>
                </a:moveTo>
                <a:lnTo>
                  <a:pt x="175444" y="0"/>
                </a:lnTo>
                <a:lnTo>
                  <a:pt x="175444" y="158575"/>
                </a:lnTo>
                <a:lnTo>
                  <a:pt x="0" y="158575"/>
                </a:lnTo>
                <a:lnTo>
                  <a:pt x="0" y="0"/>
                </a:lnTo>
                <a:close/>
              </a:path>
            </a:pathLst>
          </a:custGeom>
          <a:solidFill xmlns:a="http://schemas.openxmlformats.org/drawingml/2006/main">
            <a:srgbClr val="FFF2CA"/>
          </a:solidFill>
          <a:ln xmlns:a="http://schemas.openxmlformats.org/drawingml/2006/main" w="0" cap="flat">
            <a:noFill/>
            <a:miter/>
          </a:ln>
        </p:spPr>
      </p:sp>
      <p:sp>
        <p:nvSpPr>
          <p:cNvPr id="1030" name="Vector element">
            <a:extLst xmlns:a="http://schemas.openxmlformats.org/drawingml/2006/main">
              <a:ext uri="{FF2B5EF4-FFF2-40B4-BE49-F238E27FC236}">
                <a16:creationId xmlns:a16="http://schemas.microsoft.com/office/drawing/2014/main" id="{A1CFC645-3740-43A1-A196-F55057C16D05}"/>
              </a:ext>
            </a:extLst>
          </p:cNvPr>
          <p:cNvSpPr>
            <a:spLocks xmlns:a="http://schemas.openxmlformats.org/drawingml/2006/main" noGrp="1"/>
          </p:cNvSpPr>
          <p:nvPr/>
        </p:nvSpPr>
        <p:spPr>
          <a:xfrm xmlns:a="http://schemas.openxmlformats.org/drawingml/2006/main">
            <a:off x="9138012" y="4767131"/>
            <a:ext cx="185566" cy="169399"/>
          </a:xfrm>
          <a:custGeom xmlns:a="http://schemas.openxmlformats.org/drawingml/2006/main">
            <a:pathLst>
              <a:path w="185566" h="169399">
                <a:moveTo>
                  <a:pt x="3641" y="253"/>
                </a:moveTo>
                <a:lnTo>
                  <a:pt x="2179" y="1012"/>
                </a:lnTo>
                <a:lnTo>
                  <a:pt x="1012" y="2179"/>
                </a:lnTo>
                <a:lnTo>
                  <a:pt x="253" y="3641"/>
                </a:lnTo>
                <a:lnTo>
                  <a:pt x="0" y="5272"/>
                </a:lnTo>
                <a:lnTo>
                  <a:pt x="0" y="164128"/>
                </a:lnTo>
                <a:lnTo>
                  <a:pt x="253" y="165758"/>
                </a:lnTo>
                <a:lnTo>
                  <a:pt x="1012" y="167220"/>
                </a:lnTo>
                <a:lnTo>
                  <a:pt x="2179" y="168387"/>
                </a:lnTo>
                <a:lnTo>
                  <a:pt x="3641" y="169146"/>
                </a:lnTo>
                <a:lnTo>
                  <a:pt x="5272" y="169399"/>
                </a:lnTo>
                <a:lnTo>
                  <a:pt x="180294" y="169399"/>
                </a:lnTo>
                <a:lnTo>
                  <a:pt x="181925" y="169146"/>
                </a:lnTo>
                <a:lnTo>
                  <a:pt x="183387" y="168387"/>
                </a:lnTo>
                <a:lnTo>
                  <a:pt x="184554" y="167220"/>
                </a:lnTo>
                <a:lnTo>
                  <a:pt x="185313" y="165758"/>
                </a:lnTo>
                <a:lnTo>
                  <a:pt x="185566" y="164128"/>
                </a:lnTo>
                <a:lnTo>
                  <a:pt x="185566" y="5272"/>
                </a:lnTo>
                <a:lnTo>
                  <a:pt x="185313" y="3641"/>
                </a:lnTo>
                <a:lnTo>
                  <a:pt x="184554" y="2179"/>
                </a:lnTo>
                <a:lnTo>
                  <a:pt x="183387" y="1012"/>
                </a:lnTo>
                <a:lnTo>
                  <a:pt x="181925" y="253"/>
                </a:lnTo>
                <a:lnTo>
                  <a:pt x="180294" y="0"/>
                </a:lnTo>
                <a:lnTo>
                  <a:pt x="5272" y="0"/>
                </a:lnTo>
                <a:lnTo>
                  <a:pt x="3641" y="253"/>
                </a:lnTo>
                <a:close/>
                <a:moveTo>
                  <a:pt x="175023" y="158856"/>
                </a:moveTo>
                <a:lnTo>
                  <a:pt x="10544" y="158856"/>
                </a:lnTo>
                <a:lnTo>
                  <a:pt x="10544" y="10544"/>
                </a:lnTo>
                <a:lnTo>
                  <a:pt x="175023" y="10544"/>
                </a:lnTo>
                <a:lnTo>
                  <a:pt x="175023" y="158856"/>
                </a:lnTo>
                <a:close/>
              </a:path>
            </a:pathLst>
          </a:custGeom>
          <a:solidFill xmlns:a="http://schemas.openxmlformats.org/drawingml/2006/main">
            <a:srgbClr val="000000"/>
          </a:solidFill>
          <a:ln xmlns:a="http://schemas.openxmlformats.org/drawingml/2006/main" w="0" cap="flat">
            <a:noFill/>
            <a:miter/>
          </a:ln>
        </p:spPr>
      </p:sp>
      <p:sp>
        <p:nvSpPr>
          <p:cNvPr id="1031" name="Vector element">
            <a:extLst xmlns:a="http://schemas.openxmlformats.org/drawingml/2006/main">
              <a:ext uri="{FF2B5EF4-FFF2-40B4-BE49-F238E27FC236}">
                <a16:creationId xmlns:a16="http://schemas.microsoft.com/office/drawing/2014/main" id="{13EA154B-F9FC-4393-9346-E7EC5DBC59E3}"/>
              </a:ext>
            </a:extLst>
          </p:cNvPr>
          <p:cNvSpPr>
            <a:spLocks xmlns:a="http://schemas.openxmlformats.org/drawingml/2006/main" noGrp="1"/>
          </p:cNvSpPr>
          <p:nvPr/>
        </p:nvSpPr>
        <p:spPr>
          <a:xfrm xmlns:a="http://schemas.openxmlformats.org/drawingml/2006/main">
            <a:off x="7165880" y="5861761"/>
            <a:ext cx="2194742" cy="145079"/>
          </a:xfrm>
          <a:custGeom xmlns:a="http://schemas.openxmlformats.org/drawingml/2006/main">
            <a:pathLst>
              <a:path w="2194742" h="145079">
                <a:moveTo>
                  <a:pt x="0" y="72540"/>
                </a:moveTo>
                <a:lnTo>
                  <a:pt x="126522" y="0"/>
                </a:lnTo>
                <a:lnTo>
                  <a:pt x="126522" y="45548"/>
                </a:lnTo>
                <a:lnTo>
                  <a:pt x="2068219" y="45548"/>
                </a:lnTo>
                <a:lnTo>
                  <a:pt x="2068219" y="0"/>
                </a:lnTo>
                <a:lnTo>
                  <a:pt x="2194742" y="72540"/>
                </a:lnTo>
                <a:lnTo>
                  <a:pt x="2068219" y="145079"/>
                </a:lnTo>
                <a:lnTo>
                  <a:pt x="2068219" y="99531"/>
                </a:lnTo>
                <a:lnTo>
                  <a:pt x="126522" y="99531"/>
                </a:lnTo>
                <a:lnTo>
                  <a:pt x="126522" y="145079"/>
                </a:lnTo>
                <a:lnTo>
                  <a:pt x="0" y="72540"/>
                </a:lnTo>
              </a:path>
            </a:pathLst>
          </a:custGeom>
          <a:solidFill xmlns:a="http://schemas.openxmlformats.org/drawingml/2006/main">
            <a:srgbClr val="D6DCE5"/>
          </a:solidFill>
          <a:ln xmlns:a="http://schemas.openxmlformats.org/drawingml/2006/main" w="0" cap="flat">
            <a:noFill/>
            <a:miter/>
          </a:ln>
        </p:spPr>
      </p:sp>
      <p:sp>
        <p:nvSpPr>
          <p:cNvPr id="1032" name="R21|694">
            <a:extLst xmlns:a="http://schemas.openxmlformats.org/drawingml/2006/main">
              <a:ext uri="{FF2B5EF4-FFF2-40B4-BE49-F238E27FC236}">
                <a16:creationId xmlns:a16="http://schemas.microsoft.com/office/drawing/2014/main" id="{50AE3F61-54E6-42E1-B605-8F8678A56BC5}"/>
              </a:ext>
            </a:extLst>
          </p:cNvPr>
          <p:cNvSpPr>
            <a:spLocks xmlns:a="http://schemas.openxmlformats.org/drawingml/2006/main" noGrp="1"/>
          </p:cNvSpPr>
          <p:nvPr/>
        </p:nvSpPr>
        <p:spPr>
          <a:xfrm xmlns:a="http://schemas.openxmlformats.org/drawingml/2006/main">
            <a:off x="2228258" y="4672653"/>
            <a:ext cx="1215978" cy="1251514"/>
          </a:xfrm>
          <a:custGeom xmlns:a="http://schemas.openxmlformats.org/drawingml/2006/main">
            <a:pathLst>
              <a:path w="1215978" h="1251514">
                <a:moveTo>
                  <a:pt x="0" y="263477"/>
                </a:moveTo>
                <a:lnTo>
                  <a:pt x="374927" y="0"/>
                </a:lnTo>
                <a:lnTo>
                  <a:pt x="1215978" y="633357"/>
                </a:lnTo>
                <a:lnTo>
                  <a:pt x="202663" y="1251514"/>
                </a:lnTo>
                <a:close/>
              </a:path>
            </a:pathLst>
          </a:custGeom>
          <a:gradFill xmlns:a="http://schemas.openxmlformats.org/drawingml/2006/main">
            <a:gsLst>
              <a:gs pos="0">
                <a:srgbClr val="A685BD"/>
              </a:gs>
              <a:gs pos="100000">
                <a:srgbClr val="CBDBEB"/>
              </a:gs>
            </a:gsLst>
            <a:lin ang="1800000"/>
          </a:gradFill>
          <a:ln xmlns:a="http://schemas.openxmlformats.org/drawingml/2006/main" w="0">
            <a:noFill/>
          </a:ln>
        </p:spPr>
      </p:sp>
      <p:sp>
        <p:nvSpPr>
          <p:cNvPr id="1033" name="R22|501">
            <a:extLst xmlns:a="http://schemas.openxmlformats.org/drawingml/2006/main">
              <a:ext uri="{FF2B5EF4-FFF2-40B4-BE49-F238E27FC236}">
                <a16:creationId xmlns:a16="http://schemas.microsoft.com/office/drawing/2014/main" id="{4476BA4B-950F-4930-ADED-9E28EBE5D1EE}"/>
              </a:ext>
            </a:extLst>
          </p:cNvPr>
          <p:cNvSpPr>
            <a:spLocks xmlns:a="http://schemas.openxmlformats.org/drawingml/2006/main" noGrp="1"/>
          </p:cNvSpPr>
          <p:nvPr/>
        </p:nvSpPr>
        <p:spPr>
          <a:xfrm xmlns:a="http://schemas.openxmlformats.org/drawingml/2006/main">
            <a:off x="1544977" y="4268479"/>
            <a:ext cx="1645094" cy="815025"/>
          </a:xfrm>
          <a:prstGeom xmlns:a="http://schemas.openxmlformats.org/drawingml/2006/main" prst="roundRect">
            <a:avLst>
              <a:gd name="adj" fmla="val 22050"/>
            </a:avLst>
          </a:prstGeom>
          <a:solidFill xmlns:a="http://schemas.openxmlformats.org/drawingml/2006/main">
            <a:srgbClr val="FAFAFA"/>
          </a:solidFill>
          <a:ln xmlns:a="http://schemas.openxmlformats.org/drawingml/2006/main" w="9216">
            <a:solidFill>
              <a:srgbClr val="C4C4C4"/>
            </a:solidFill>
          </a:ln>
          <ns10:effectLst xmlns:ns10="http://schemas.openxmlformats.org/drawingml/2006/main">
            <ns10:outerShdw blurRad="23000" dist="21000" dir="2700000" algn="ctr" rotWithShape="0">
              <ns10:srgbClr val="000000">
                <ns10:alpha val="20000"/>
              </ns10:srgbClr>
            </ns10:outerShdw>
          </ns10:effectLst>
        </p:spPr>
      </p:sp>
      <p:sp>
        <p:nvSpPr>
          <p:cNvPr id="1034" name="Text HyperSheaflets">
            <a:extLst xmlns:a="http://schemas.openxmlformats.org/drawingml/2006/main">
              <a:ext uri="{FF2B5EF4-FFF2-40B4-BE49-F238E27FC236}">
                <a16:creationId xmlns:a16="http://schemas.microsoft.com/office/drawing/2014/main" id="{14EB15EE-B2C8-46CB-9F7E-0541ACA445CE}"/>
              </a:ext>
            </a:extLst>
          </p:cNvPr>
          <p:cNvSpPr>
            <a:spLocks xmlns:a="http://schemas.openxmlformats.org/drawingml/2006/main" noGrp="1"/>
          </p:cNvSpPr>
          <p:nvPr/>
        </p:nvSpPr>
        <p:spPr>
          <a:xfrm xmlns:a="http://schemas.openxmlformats.org/drawingml/2006/main">
            <a:off x="1633736" y="4474826"/>
            <a:ext cx="1476191" cy="211018"/>
          </a:xfrm>
          <a:custGeom xmlns:a="http://schemas.openxmlformats.org/drawingml/2006/main">
            <a:pathLst>
              <a:path w="1476191" h="211018">
                <a:moveTo>
                  <a:pt x="133959" y="20515"/>
                </a:moveTo>
                <a:cubicBezTo>
                  <a:pt x="132674" y="25229"/>
                  <a:pt x="132031" y="29329"/>
                  <a:pt x="132031" y="32815"/>
                </a:cubicBezTo>
                <a:cubicBezTo>
                  <a:pt x="132031" y="34623"/>
                  <a:pt x="131854" y="37417"/>
                  <a:pt x="131500" y="41196"/>
                </a:cubicBezTo>
                <a:cubicBezTo>
                  <a:pt x="131147" y="44974"/>
                  <a:pt x="130970" y="47766"/>
                  <a:pt x="130970" y="49575"/>
                </a:cubicBezTo>
                <a:cubicBezTo>
                  <a:pt x="130970" y="55709"/>
                  <a:pt x="130648" y="64815"/>
                  <a:pt x="130005" y="76892"/>
                </a:cubicBezTo>
                <a:cubicBezTo>
                  <a:pt x="129362" y="88968"/>
                  <a:pt x="129041" y="98073"/>
                  <a:pt x="129041" y="104207"/>
                </a:cubicBezTo>
                <a:cubicBezTo>
                  <a:pt x="129041" y="108920"/>
                  <a:pt x="129395" y="115960"/>
                  <a:pt x="130102" y="125325"/>
                </a:cubicBezTo>
                <a:cubicBezTo>
                  <a:pt x="130809" y="134688"/>
                  <a:pt x="131163" y="141727"/>
                  <a:pt x="131163" y="146443"/>
                </a:cubicBezTo>
                <a:cubicBezTo>
                  <a:pt x="131163" y="149993"/>
                  <a:pt x="129909" y="152995"/>
                  <a:pt x="127401" y="155448"/>
                </a:cubicBezTo>
                <a:cubicBezTo>
                  <a:pt x="124894" y="157904"/>
                  <a:pt x="121776" y="159131"/>
                  <a:pt x="118046" y="159131"/>
                </a:cubicBezTo>
                <a:cubicBezTo>
                  <a:pt x="114253" y="159131"/>
                  <a:pt x="110974" y="157926"/>
                  <a:pt x="108209" y="155515"/>
                </a:cubicBezTo>
                <a:cubicBezTo>
                  <a:pt x="105444" y="153103"/>
                  <a:pt x="104062" y="150162"/>
                  <a:pt x="104062" y="146690"/>
                </a:cubicBezTo>
                <a:cubicBezTo>
                  <a:pt x="104062" y="141996"/>
                  <a:pt x="103853" y="134956"/>
                  <a:pt x="103435" y="125569"/>
                </a:cubicBezTo>
                <a:cubicBezTo>
                  <a:pt x="103017" y="116182"/>
                  <a:pt x="102808" y="109141"/>
                  <a:pt x="102808" y="104448"/>
                </a:cubicBezTo>
                <a:cubicBezTo>
                  <a:pt x="102808" y="100783"/>
                  <a:pt x="102873" y="97536"/>
                  <a:pt x="103001" y="94707"/>
                </a:cubicBezTo>
                <a:cubicBezTo>
                  <a:pt x="92907" y="95157"/>
                  <a:pt x="80434" y="96732"/>
                  <a:pt x="65581" y="99433"/>
                </a:cubicBezTo>
                <a:cubicBezTo>
                  <a:pt x="53237" y="101683"/>
                  <a:pt x="40892" y="103966"/>
                  <a:pt x="28547" y="106280"/>
                </a:cubicBezTo>
                <a:cubicBezTo>
                  <a:pt x="28419" y="110361"/>
                  <a:pt x="27969" y="117173"/>
                  <a:pt x="27197" y="126717"/>
                </a:cubicBezTo>
                <a:cubicBezTo>
                  <a:pt x="26554" y="135122"/>
                  <a:pt x="26233" y="141995"/>
                  <a:pt x="26233" y="147338"/>
                </a:cubicBezTo>
                <a:cubicBezTo>
                  <a:pt x="26233" y="150639"/>
                  <a:pt x="24979" y="153430"/>
                  <a:pt x="22471" y="155710"/>
                </a:cubicBezTo>
                <a:cubicBezTo>
                  <a:pt x="19964" y="157991"/>
                  <a:pt x="16845" y="159131"/>
                  <a:pt x="13116" y="159131"/>
                </a:cubicBezTo>
                <a:cubicBezTo>
                  <a:pt x="9387" y="159131"/>
                  <a:pt x="6269" y="157939"/>
                  <a:pt x="3761" y="155554"/>
                </a:cubicBezTo>
                <a:cubicBezTo>
                  <a:pt x="1254" y="153169"/>
                  <a:pt x="0" y="150250"/>
                  <a:pt x="0" y="146798"/>
                </a:cubicBezTo>
                <a:cubicBezTo>
                  <a:pt x="0" y="140459"/>
                  <a:pt x="563" y="130982"/>
                  <a:pt x="1688" y="118366"/>
                </a:cubicBezTo>
                <a:cubicBezTo>
                  <a:pt x="2813" y="105750"/>
                  <a:pt x="3376" y="96272"/>
                  <a:pt x="3376" y="89933"/>
                </a:cubicBezTo>
                <a:cubicBezTo>
                  <a:pt x="3376" y="81900"/>
                  <a:pt x="3568" y="69804"/>
                  <a:pt x="3954" y="53643"/>
                </a:cubicBezTo>
                <a:cubicBezTo>
                  <a:pt x="4340" y="37481"/>
                  <a:pt x="4533" y="25383"/>
                  <a:pt x="4533" y="17348"/>
                </a:cubicBezTo>
                <a:cubicBezTo>
                  <a:pt x="4533" y="13896"/>
                  <a:pt x="5787" y="10977"/>
                  <a:pt x="8294" y="8592"/>
                </a:cubicBezTo>
                <a:cubicBezTo>
                  <a:pt x="10802" y="6208"/>
                  <a:pt x="13920" y="5015"/>
                  <a:pt x="17649" y="5015"/>
                </a:cubicBezTo>
                <a:cubicBezTo>
                  <a:pt x="21378" y="5015"/>
                  <a:pt x="24497" y="6236"/>
                  <a:pt x="27004" y="8677"/>
                </a:cubicBezTo>
                <a:cubicBezTo>
                  <a:pt x="29512" y="11116"/>
                  <a:pt x="30765" y="14102"/>
                  <a:pt x="30765" y="17634"/>
                </a:cubicBezTo>
                <a:cubicBezTo>
                  <a:pt x="30765" y="22514"/>
                  <a:pt x="30589" y="29851"/>
                  <a:pt x="30235" y="39644"/>
                </a:cubicBezTo>
                <a:cubicBezTo>
                  <a:pt x="29881" y="49435"/>
                  <a:pt x="29704" y="56771"/>
                  <a:pt x="29704" y="61651"/>
                </a:cubicBezTo>
                <a:cubicBezTo>
                  <a:pt x="29704" y="63257"/>
                  <a:pt x="29479" y="66339"/>
                  <a:pt x="29029" y="70898"/>
                </a:cubicBezTo>
                <a:cubicBezTo>
                  <a:pt x="28644" y="75135"/>
                  <a:pt x="28483" y="78378"/>
                  <a:pt x="28547" y="80626"/>
                </a:cubicBezTo>
                <a:lnTo>
                  <a:pt x="65581" y="73683"/>
                </a:lnTo>
                <a:cubicBezTo>
                  <a:pt x="80048" y="71111"/>
                  <a:pt x="92521" y="69632"/>
                  <a:pt x="103001" y="69246"/>
                </a:cubicBezTo>
                <a:cubicBezTo>
                  <a:pt x="103258" y="64900"/>
                  <a:pt x="103676" y="53222"/>
                  <a:pt x="104255" y="34210"/>
                </a:cubicBezTo>
                <a:cubicBezTo>
                  <a:pt x="104384" y="29215"/>
                  <a:pt x="105895" y="23474"/>
                  <a:pt x="108788" y="16986"/>
                </a:cubicBezTo>
                <a:cubicBezTo>
                  <a:pt x="112388" y="9005"/>
                  <a:pt x="116471" y="5015"/>
                  <a:pt x="121036" y="5015"/>
                </a:cubicBezTo>
                <a:cubicBezTo>
                  <a:pt x="124444" y="5015"/>
                  <a:pt x="127466" y="6145"/>
                  <a:pt x="130102" y="8406"/>
                </a:cubicBezTo>
                <a:cubicBezTo>
                  <a:pt x="132931" y="10859"/>
                  <a:pt x="134345" y="13926"/>
                  <a:pt x="134345" y="17607"/>
                </a:cubicBezTo>
                <a:cubicBezTo>
                  <a:pt x="134345" y="18575"/>
                  <a:pt x="134217" y="19545"/>
                  <a:pt x="133959" y="20515"/>
                </a:cubicBezTo>
                <a:close/>
                <a:moveTo>
                  <a:pt x="246024" y="73405"/>
                </a:moveTo>
                <a:cubicBezTo>
                  <a:pt x="239016" y="88008"/>
                  <a:pt x="227925" y="110944"/>
                  <a:pt x="212751" y="142211"/>
                </a:cubicBezTo>
                <a:cubicBezTo>
                  <a:pt x="204521" y="159003"/>
                  <a:pt x="198252" y="172932"/>
                  <a:pt x="193945" y="183998"/>
                </a:cubicBezTo>
                <a:cubicBezTo>
                  <a:pt x="192594" y="187987"/>
                  <a:pt x="190473" y="193905"/>
                  <a:pt x="187579" y="201753"/>
                </a:cubicBezTo>
                <a:cubicBezTo>
                  <a:pt x="185265" y="207801"/>
                  <a:pt x="181150" y="210825"/>
                  <a:pt x="175235" y="210825"/>
                </a:cubicBezTo>
                <a:cubicBezTo>
                  <a:pt x="171570" y="210825"/>
                  <a:pt x="168355" y="209634"/>
                  <a:pt x="165590" y="207253"/>
                </a:cubicBezTo>
                <a:cubicBezTo>
                  <a:pt x="162826" y="204874"/>
                  <a:pt x="161443" y="201884"/>
                  <a:pt x="161443" y="198281"/>
                </a:cubicBezTo>
                <a:cubicBezTo>
                  <a:pt x="161443" y="192298"/>
                  <a:pt x="168259" y="174573"/>
                  <a:pt x="181889" y="145108"/>
                </a:cubicBezTo>
                <a:cubicBezTo>
                  <a:pt x="174817" y="131148"/>
                  <a:pt x="163597" y="110592"/>
                  <a:pt x="148231" y="83441"/>
                </a:cubicBezTo>
                <a:cubicBezTo>
                  <a:pt x="146687" y="80996"/>
                  <a:pt x="145112" y="78519"/>
                  <a:pt x="143505" y="76009"/>
                </a:cubicBezTo>
                <a:cubicBezTo>
                  <a:pt x="141769" y="73052"/>
                  <a:pt x="140901" y="70350"/>
                  <a:pt x="140901" y="67905"/>
                </a:cubicBezTo>
                <a:cubicBezTo>
                  <a:pt x="140901" y="64431"/>
                  <a:pt x="142283" y="61375"/>
                  <a:pt x="145048" y="58737"/>
                </a:cubicBezTo>
                <a:cubicBezTo>
                  <a:pt x="147813" y="56099"/>
                  <a:pt x="150995" y="54780"/>
                  <a:pt x="154596" y="54780"/>
                </a:cubicBezTo>
                <a:cubicBezTo>
                  <a:pt x="158839" y="54780"/>
                  <a:pt x="162151" y="56356"/>
                  <a:pt x="164529" y="59508"/>
                </a:cubicBezTo>
                <a:cubicBezTo>
                  <a:pt x="173659" y="71668"/>
                  <a:pt x="184300" y="89971"/>
                  <a:pt x="196452" y="114418"/>
                </a:cubicBezTo>
                <a:cubicBezTo>
                  <a:pt x="203332" y="99170"/>
                  <a:pt x="207511" y="89969"/>
                  <a:pt x="208990" y="86817"/>
                </a:cubicBezTo>
                <a:cubicBezTo>
                  <a:pt x="213555" y="77233"/>
                  <a:pt x="218023" y="68805"/>
                  <a:pt x="222395" y="61534"/>
                </a:cubicBezTo>
                <a:cubicBezTo>
                  <a:pt x="225160" y="56902"/>
                  <a:pt x="228953" y="54587"/>
                  <a:pt x="233776" y="54587"/>
                </a:cubicBezTo>
                <a:cubicBezTo>
                  <a:pt x="237376" y="54587"/>
                  <a:pt x="240591" y="55809"/>
                  <a:pt x="243420" y="58255"/>
                </a:cubicBezTo>
                <a:cubicBezTo>
                  <a:pt x="246249" y="60700"/>
                  <a:pt x="247663" y="63692"/>
                  <a:pt x="247663" y="67230"/>
                </a:cubicBezTo>
                <a:cubicBezTo>
                  <a:pt x="247663" y="69094"/>
                  <a:pt x="247117" y="71153"/>
                  <a:pt x="246024" y="73405"/>
                </a:cubicBezTo>
                <a:close/>
                <a:moveTo>
                  <a:pt x="303666" y="160674"/>
                </a:moveTo>
                <a:cubicBezTo>
                  <a:pt x="298137" y="160674"/>
                  <a:pt x="292318" y="160031"/>
                  <a:pt x="286210" y="158745"/>
                </a:cubicBezTo>
                <a:lnTo>
                  <a:pt x="286113" y="198094"/>
                </a:lnTo>
                <a:cubicBezTo>
                  <a:pt x="286113" y="201823"/>
                  <a:pt x="284860" y="204909"/>
                  <a:pt x="282352" y="207353"/>
                </a:cubicBezTo>
                <a:cubicBezTo>
                  <a:pt x="279845" y="209796"/>
                  <a:pt x="276662" y="211018"/>
                  <a:pt x="272804" y="211018"/>
                </a:cubicBezTo>
                <a:cubicBezTo>
                  <a:pt x="268947" y="211018"/>
                  <a:pt x="265764" y="209794"/>
                  <a:pt x="263256" y="207347"/>
                </a:cubicBezTo>
                <a:cubicBezTo>
                  <a:pt x="260749" y="204901"/>
                  <a:pt x="259495" y="201812"/>
                  <a:pt x="259495" y="198079"/>
                </a:cubicBezTo>
                <a:cubicBezTo>
                  <a:pt x="259495" y="195053"/>
                  <a:pt x="259559" y="183048"/>
                  <a:pt x="259688" y="162064"/>
                </a:cubicBezTo>
                <a:cubicBezTo>
                  <a:pt x="259817" y="146484"/>
                  <a:pt x="259817" y="133771"/>
                  <a:pt x="259688" y="123923"/>
                </a:cubicBezTo>
                <a:cubicBezTo>
                  <a:pt x="259495" y="110017"/>
                  <a:pt x="259045" y="98043"/>
                  <a:pt x="258338" y="88001"/>
                </a:cubicBezTo>
                <a:cubicBezTo>
                  <a:pt x="257373" y="74162"/>
                  <a:pt x="256891" y="67822"/>
                  <a:pt x="256891" y="68981"/>
                </a:cubicBezTo>
                <a:cubicBezTo>
                  <a:pt x="256891" y="63638"/>
                  <a:pt x="258081" y="59068"/>
                  <a:pt x="260460" y="55271"/>
                </a:cubicBezTo>
                <a:cubicBezTo>
                  <a:pt x="263224" y="50957"/>
                  <a:pt x="266953" y="48800"/>
                  <a:pt x="271647" y="48800"/>
                </a:cubicBezTo>
                <a:cubicBezTo>
                  <a:pt x="275247" y="48800"/>
                  <a:pt x="278269" y="50022"/>
                  <a:pt x="280713" y="52465"/>
                </a:cubicBezTo>
                <a:cubicBezTo>
                  <a:pt x="283156" y="54908"/>
                  <a:pt x="284377" y="57834"/>
                  <a:pt x="284377" y="61241"/>
                </a:cubicBezTo>
                <a:lnTo>
                  <a:pt x="284281" y="62206"/>
                </a:lnTo>
                <a:cubicBezTo>
                  <a:pt x="288589" y="59763"/>
                  <a:pt x="292913" y="57946"/>
                  <a:pt x="297253" y="56757"/>
                </a:cubicBezTo>
                <a:cubicBezTo>
                  <a:pt x="301593" y="55567"/>
                  <a:pt x="305949" y="54973"/>
                  <a:pt x="310321" y="54973"/>
                </a:cubicBezTo>
                <a:cubicBezTo>
                  <a:pt x="325109" y="54973"/>
                  <a:pt x="335910" y="61252"/>
                  <a:pt x="342726" y="73812"/>
                </a:cubicBezTo>
                <a:cubicBezTo>
                  <a:pt x="347805" y="83282"/>
                  <a:pt x="350345" y="95553"/>
                  <a:pt x="350345" y="110626"/>
                </a:cubicBezTo>
                <a:cubicBezTo>
                  <a:pt x="350345" y="124733"/>
                  <a:pt x="346326" y="136424"/>
                  <a:pt x="338289" y="145698"/>
                </a:cubicBezTo>
                <a:cubicBezTo>
                  <a:pt x="329674" y="155682"/>
                  <a:pt x="318133" y="160674"/>
                  <a:pt x="303666" y="160674"/>
                </a:cubicBezTo>
                <a:moveTo>
                  <a:pt x="310321" y="80819"/>
                </a:moveTo>
                <a:cubicBezTo>
                  <a:pt x="306270" y="80819"/>
                  <a:pt x="302155" y="81768"/>
                  <a:pt x="297976" y="83664"/>
                </a:cubicBezTo>
                <a:cubicBezTo>
                  <a:pt x="293797" y="85561"/>
                  <a:pt x="289585" y="88406"/>
                  <a:pt x="285342" y="92200"/>
                </a:cubicBezTo>
                <a:cubicBezTo>
                  <a:pt x="286113" y="105444"/>
                  <a:pt x="286499" y="118721"/>
                  <a:pt x="286499" y="132031"/>
                </a:cubicBezTo>
                <a:cubicBezTo>
                  <a:pt x="292221" y="133895"/>
                  <a:pt x="297944" y="134827"/>
                  <a:pt x="303666" y="134827"/>
                </a:cubicBezTo>
                <a:cubicBezTo>
                  <a:pt x="310288" y="134827"/>
                  <a:pt x="315368" y="132481"/>
                  <a:pt x="318904" y="127787"/>
                </a:cubicBezTo>
                <a:cubicBezTo>
                  <a:pt x="322119" y="123544"/>
                  <a:pt x="323726" y="117821"/>
                  <a:pt x="323726" y="110620"/>
                </a:cubicBezTo>
                <a:cubicBezTo>
                  <a:pt x="323726" y="101940"/>
                  <a:pt x="323340" y="95929"/>
                  <a:pt x="322569" y="92585"/>
                </a:cubicBezTo>
                <a:cubicBezTo>
                  <a:pt x="320704" y="84741"/>
                  <a:pt x="316622" y="80819"/>
                  <a:pt x="310321" y="80819"/>
                </a:cubicBezTo>
                <a:close/>
                <a:moveTo>
                  <a:pt x="413152" y="159324"/>
                </a:moveTo>
                <a:cubicBezTo>
                  <a:pt x="397785" y="159324"/>
                  <a:pt x="385215" y="155656"/>
                  <a:pt x="375443" y="148320"/>
                </a:cubicBezTo>
                <a:cubicBezTo>
                  <a:pt x="364641" y="140211"/>
                  <a:pt x="359240" y="128788"/>
                  <a:pt x="359240" y="114050"/>
                </a:cubicBezTo>
                <a:cubicBezTo>
                  <a:pt x="359240" y="97769"/>
                  <a:pt x="363516" y="83998"/>
                  <a:pt x="372067" y="72736"/>
                </a:cubicBezTo>
                <a:cubicBezTo>
                  <a:pt x="381583" y="60251"/>
                  <a:pt x="394410" y="54008"/>
                  <a:pt x="410548" y="54008"/>
                </a:cubicBezTo>
                <a:cubicBezTo>
                  <a:pt x="421735" y="54008"/>
                  <a:pt x="431026" y="55808"/>
                  <a:pt x="438420" y="59409"/>
                </a:cubicBezTo>
                <a:cubicBezTo>
                  <a:pt x="448129" y="64167"/>
                  <a:pt x="452983" y="71561"/>
                  <a:pt x="452983" y="81591"/>
                </a:cubicBezTo>
                <a:cubicBezTo>
                  <a:pt x="452983" y="88663"/>
                  <a:pt x="449029" y="94932"/>
                  <a:pt x="441120" y="100397"/>
                </a:cubicBezTo>
                <a:cubicBezTo>
                  <a:pt x="437520" y="102905"/>
                  <a:pt x="430287" y="106570"/>
                  <a:pt x="419421" y="111392"/>
                </a:cubicBezTo>
                <a:lnTo>
                  <a:pt x="386919" y="125762"/>
                </a:lnTo>
                <a:cubicBezTo>
                  <a:pt x="390005" y="129105"/>
                  <a:pt x="393735" y="131613"/>
                  <a:pt x="398107" y="133284"/>
                </a:cubicBezTo>
                <a:cubicBezTo>
                  <a:pt x="402479" y="134956"/>
                  <a:pt x="407494" y="135792"/>
                  <a:pt x="413152" y="135792"/>
                </a:cubicBezTo>
                <a:cubicBezTo>
                  <a:pt x="421767" y="135792"/>
                  <a:pt x="429065" y="134024"/>
                  <a:pt x="435044" y="130488"/>
                </a:cubicBezTo>
                <a:cubicBezTo>
                  <a:pt x="440381" y="127337"/>
                  <a:pt x="444657" y="125762"/>
                  <a:pt x="447871" y="125762"/>
                </a:cubicBezTo>
                <a:cubicBezTo>
                  <a:pt x="454558" y="125762"/>
                  <a:pt x="457901" y="129018"/>
                  <a:pt x="457901" y="135530"/>
                </a:cubicBezTo>
                <a:cubicBezTo>
                  <a:pt x="457901" y="142881"/>
                  <a:pt x="452533" y="148878"/>
                  <a:pt x="441795" y="153519"/>
                </a:cubicBezTo>
                <a:cubicBezTo>
                  <a:pt x="432794" y="157389"/>
                  <a:pt x="423246" y="159324"/>
                  <a:pt x="413152" y="159324"/>
                </a:cubicBezTo>
                <a:moveTo>
                  <a:pt x="410548" y="77347"/>
                </a:moveTo>
                <a:cubicBezTo>
                  <a:pt x="404568" y="77347"/>
                  <a:pt x="399457" y="79341"/>
                  <a:pt x="395213" y="83327"/>
                </a:cubicBezTo>
                <a:cubicBezTo>
                  <a:pt x="390970" y="87313"/>
                  <a:pt x="387562" y="93293"/>
                  <a:pt x="384990" y="101265"/>
                </a:cubicBezTo>
                <a:cubicBezTo>
                  <a:pt x="392256" y="98115"/>
                  <a:pt x="399489" y="94996"/>
                  <a:pt x="406690" y="91910"/>
                </a:cubicBezTo>
                <a:cubicBezTo>
                  <a:pt x="415370" y="87988"/>
                  <a:pt x="422282" y="84356"/>
                  <a:pt x="427425" y="81012"/>
                </a:cubicBezTo>
                <a:cubicBezTo>
                  <a:pt x="423118" y="78569"/>
                  <a:pt x="417492" y="77347"/>
                  <a:pt x="410548" y="77347"/>
                </a:cubicBezTo>
                <a:close/>
                <a:moveTo>
                  <a:pt x="555719" y="85485"/>
                </a:moveTo>
                <a:cubicBezTo>
                  <a:pt x="555141" y="95362"/>
                  <a:pt x="550672" y="100301"/>
                  <a:pt x="542314" y="100301"/>
                </a:cubicBezTo>
                <a:cubicBezTo>
                  <a:pt x="534213" y="100301"/>
                  <a:pt x="530162" y="96104"/>
                  <a:pt x="530162" y="87709"/>
                </a:cubicBezTo>
                <a:lnTo>
                  <a:pt x="529680" y="77926"/>
                </a:lnTo>
                <a:cubicBezTo>
                  <a:pt x="515213" y="80241"/>
                  <a:pt x="504862" y="87667"/>
                  <a:pt x="498625" y="100204"/>
                </a:cubicBezTo>
                <a:lnTo>
                  <a:pt x="498721" y="148715"/>
                </a:lnTo>
                <a:cubicBezTo>
                  <a:pt x="498721" y="152380"/>
                  <a:pt x="497468" y="155418"/>
                  <a:pt x="494960" y="157829"/>
                </a:cubicBezTo>
                <a:cubicBezTo>
                  <a:pt x="492453" y="160240"/>
                  <a:pt x="489270" y="161446"/>
                  <a:pt x="485412" y="161446"/>
                </a:cubicBezTo>
                <a:cubicBezTo>
                  <a:pt x="481426" y="161446"/>
                  <a:pt x="478340" y="160159"/>
                  <a:pt x="476154" y="157585"/>
                </a:cubicBezTo>
                <a:cubicBezTo>
                  <a:pt x="474096" y="155268"/>
                  <a:pt x="473068" y="152308"/>
                  <a:pt x="473068" y="148703"/>
                </a:cubicBezTo>
                <a:lnTo>
                  <a:pt x="473068" y="85476"/>
                </a:lnTo>
                <a:cubicBezTo>
                  <a:pt x="473068" y="83481"/>
                  <a:pt x="473132" y="80505"/>
                  <a:pt x="473260" y="76549"/>
                </a:cubicBezTo>
                <a:cubicBezTo>
                  <a:pt x="473389" y="72591"/>
                  <a:pt x="473453" y="69614"/>
                  <a:pt x="473453" y="67619"/>
                </a:cubicBezTo>
                <a:cubicBezTo>
                  <a:pt x="473453" y="64014"/>
                  <a:pt x="474530" y="61005"/>
                  <a:pt x="476684" y="58592"/>
                </a:cubicBezTo>
                <a:cubicBezTo>
                  <a:pt x="478838" y="56179"/>
                  <a:pt x="481908" y="54973"/>
                  <a:pt x="485895" y="54973"/>
                </a:cubicBezTo>
                <a:cubicBezTo>
                  <a:pt x="493031" y="54973"/>
                  <a:pt x="497275" y="58637"/>
                  <a:pt x="498625" y="65967"/>
                </a:cubicBezTo>
                <a:cubicBezTo>
                  <a:pt x="510005" y="57480"/>
                  <a:pt x="522639" y="53237"/>
                  <a:pt x="536527" y="53237"/>
                </a:cubicBezTo>
                <a:cubicBezTo>
                  <a:pt x="549386" y="53237"/>
                  <a:pt x="555816" y="61823"/>
                  <a:pt x="555816" y="78996"/>
                </a:cubicBezTo>
                <a:cubicBezTo>
                  <a:pt x="555816" y="82289"/>
                  <a:pt x="555784" y="84452"/>
                  <a:pt x="555719" y="85485"/>
                </a:cubicBezTo>
                <a:close/>
                <a:moveTo>
                  <a:pt x="615024" y="160867"/>
                </a:moveTo>
                <a:cubicBezTo>
                  <a:pt x="598693" y="160867"/>
                  <a:pt x="585834" y="157219"/>
                  <a:pt x="576446" y="149924"/>
                </a:cubicBezTo>
                <a:cubicBezTo>
                  <a:pt x="568538" y="143854"/>
                  <a:pt x="564584" y="136849"/>
                  <a:pt x="564584" y="128908"/>
                </a:cubicBezTo>
                <a:cubicBezTo>
                  <a:pt x="564584" y="124840"/>
                  <a:pt x="565806" y="121466"/>
                  <a:pt x="568249" y="118788"/>
                </a:cubicBezTo>
                <a:cubicBezTo>
                  <a:pt x="570692" y="116107"/>
                  <a:pt x="574068" y="114767"/>
                  <a:pt x="578375" y="114767"/>
                </a:cubicBezTo>
                <a:cubicBezTo>
                  <a:pt x="584162" y="114767"/>
                  <a:pt x="588405" y="117739"/>
                  <a:pt x="591106" y="123682"/>
                </a:cubicBezTo>
                <a:cubicBezTo>
                  <a:pt x="594771" y="131627"/>
                  <a:pt x="603065" y="135599"/>
                  <a:pt x="615988" y="135599"/>
                </a:cubicBezTo>
                <a:cubicBezTo>
                  <a:pt x="627047" y="135599"/>
                  <a:pt x="637752" y="133188"/>
                  <a:pt x="648104" y="128366"/>
                </a:cubicBezTo>
                <a:cubicBezTo>
                  <a:pt x="658841" y="123415"/>
                  <a:pt x="664210" y="117982"/>
                  <a:pt x="664210" y="112067"/>
                </a:cubicBezTo>
                <a:cubicBezTo>
                  <a:pt x="664210" y="103966"/>
                  <a:pt x="660866" y="98629"/>
                  <a:pt x="654180" y="96057"/>
                </a:cubicBezTo>
                <a:cubicBezTo>
                  <a:pt x="649422" y="94193"/>
                  <a:pt x="639874" y="93100"/>
                  <a:pt x="625536" y="92778"/>
                </a:cubicBezTo>
                <a:cubicBezTo>
                  <a:pt x="614413" y="92521"/>
                  <a:pt x="604447" y="90428"/>
                  <a:pt x="595639" y="86500"/>
                </a:cubicBezTo>
                <a:cubicBezTo>
                  <a:pt x="583744" y="81158"/>
                  <a:pt x="577893" y="73498"/>
                  <a:pt x="578086" y="63520"/>
                </a:cubicBezTo>
                <a:cubicBezTo>
                  <a:pt x="578279" y="50968"/>
                  <a:pt x="584966" y="39462"/>
                  <a:pt x="598146" y="29002"/>
                </a:cubicBezTo>
                <a:cubicBezTo>
                  <a:pt x="611327" y="18540"/>
                  <a:pt x="625857" y="13309"/>
                  <a:pt x="641738" y="13309"/>
                </a:cubicBezTo>
                <a:cubicBezTo>
                  <a:pt x="648039" y="13309"/>
                  <a:pt x="655819" y="14761"/>
                  <a:pt x="665078" y="17664"/>
                </a:cubicBezTo>
                <a:cubicBezTo>
                  <a:pt x="676587" y="21275"/>
                  <a:pt x="682341" y="25435"/>
                  <a:pt x="682341" y="30145"/>
                </a:cubicBezTo>
                <a:cubicBezTo>
                  <a:pt x="682341" y="33498"/>
                  <a:pt x="681184" y="36465"/>
                  <a:pt x="678869" y="39044"/>
                </a:cubicBezTo>
                <a:cubicBezTo>
                  <a:pt x="676297" y="41948"/>
                  <a:pt x="672986" y="43399"/>
                  <a:pt x="668935" y="43399"/>
                </a:cubicBezTo>
                <a:cubicBezTo>
                  <a:pt x="665914" y="43399"/>
                  <a:pt x="661397" y="42756"/>
                  <a:pt x="655385" y="41471"/>
                </a:cubicBezTo>
                <a:cubicBezTo>
                  <a:pt x="649374" y="40185"/>
                  <a:pt x="644825" y="39542"/>
                  <a:pt x="641738" y="39542"/>
                </a:cubicBezTo>
                <a:cubicBezTo>
                  <a:pt x="633444" y="39606"/>
                  <a:pt x="625568" y="41599"/>
                  <a:pt x="618110" y="45521"/>
                </a:cubicBezTo>
                <a:cubicBezTo>
                  <a:pt x="610394" y="49507"/>
                  <a:pt x="606537" y="53847"/>
                  <a:pt x="606537" y="58541"/>
                </a:cubicBezTo>
                <a:cubicBezTo>
                  <a:pt x="606537" y="60984"/>
                  <a:pt x="607710" y="62993"/>
                  <a:pt x="610057" y="64569"/>
                </a:cubicBezTo>
                <a:cubicBezTo>
                  <a:pt x="612404" y="66144"/>
                  <a:pt x="615924" y="67253"/>
                  <a:pt x="620617" y="67896"/>
                </a:cubicBezTo>
                <a:cubicBezTo>
                  <a:pt x="628847" y="68346"/>
                  <a:pt x="637045" y="68796"/>
                  <a:pt x="645210" y="69246"/>
                </a:cubicBezTo>
                <a:cubicBezTo>
                  <a:pt x="659484" y="70341"/>
                  <a:pt x="670768" y="74364"/>
                  <a:pt x="679062" y="81314"/>
                </a:cubicBezTo>
                <a:cubicBezTo>
                  <a:pt x="688192" y="89037"/>
                  <a:pt x="692757" y="99721"/>
                  <a:pt x="692757" y="113366"/>
                </a:cubicBezTo>
                <a:cubicBezTo>
                  <a:pt x="692757" y="129972"/>
                  <a:pt x="683305" y="142556"/>
                  <a:pt x="664403" y="151117"/>
                </a:cubicBezTo>
                <a:cubicBezTo>
                  <a:pt x="650000" y="157617"/>
                  <a:pt x="633541" y="160867"/>
                  <a:pt x="615024" y="160867"/>
                </a:cubicBezTo>
                <a:close/>
                <a:moveTo>
                  <a:pt x="734799" y="66642"/>
                </a:moveTo>
                <a:cubicBezTo>
                  <a:pt x="739492" y="62013"/>
                  <a:pt x="744523" y="58557"/>
                  <a:pt x="749892" y="56275"/>
                </a:cubicBezTo>
                <a:cubicBezTo>
                  <a:pt x="755261" y="53992"/>
                  <a:pt x="760999" y="52851"/>
                  <a:pt x="767107" y="52851"/>
                </a:cubicBezTo>
                <a:cubicBezTo>
                  <a:pt x="778101" y="52851"/>
                  <a:pt x="786010" y="55937"/>
                  <a:pt x="790832" y="62109"/>
                </a:cubicBezTo>
                <a:cubicBezTo>
                  <a:pt x="794433" y="66739"/>
                  <a:pt x="796619" y="73843"/>
                  <a:pt x="797390" y="83423"/>
                </a:cubicBezTo>
                <a:cubicBezTo>
                  <a:pt x="797712" y="91332"/>
                  <a:pt x="798065" y="99272"/>
                  <a:pt x="798451" y="107245"/>
                </a:cubicBezTo>
                <a:cubicBezTo>
                  <a:pt x="799480" y="117596"/>
                  <a:pt x="800123" y="123897"/>
                  <a:pt x="800380" y="126148"/>
                </a:cubicBezTo>
                <a:cubicBezTo>
                  <a:pt x="801280" y="133284"/>
                  <a:pt x="802373" y="139521"/>
                  <a:pt x="803659" y="144858"/>
                </a:cubicBezTo>
                <a:cubicBezTo>
                  <a:pt x="803980" y="146208"/>
                  <a:pt x="804141" y="147397"/>
                  <a:pt x="804141" y="148426"/>
                </a:cubicBezTo>
                <a:cubicBezTo>
                  <a:pt x="804141" y="152027"/>
                  <a:pt x="802775" y="155000"/>
                  <a:pt x="800042" y="157347"/>
                </a:cubicBezTo>
                <a:cubicBezTo>
                  <a:pt x="797310" y="159694"/>
                  <a:pt x="794111" y="160867"/>
                  <a:pt x="790446" y="160867"/>
                </a:cubicBezTo>
                <a:cubicBezTo>
                  <a:pt x="783952" y="160867"/>
                  <a:pt x="779741" y="157652"/>
                  <a:pt x="777812" y="151223"/>
                </a:cubicBezTo>
                <a:cubicBezTo>
                  <a:pt x="776269" y="146015"/>
                  <a:pt x="774855" y="138685"/>
                  <a:pt x="773569" y="129234"/>
                </a:cubicBezTo>
                <a:cubicBezTo>
                  <a:pt x="772411" y="120168"/>
                  <a:pt x="771833" y="112710"/>
                  <a:pt x="771833" y="106859"/>
                </a:cubicBezTo>
                <a:cubicBezTo>
                  <a:pt x="771833" y="105252"/>
                  <a:pt x="771913" y="102824"/>
                  <a:pt x="772074" y="99578"/>
                </a:cubicBezTo>
                <a:cubicBezTo>
                  <a:pt x="772235" y="96331"/>
                  <a:pt x="772315" y="93903"/>
                  <a:pt x="772315" y="92296"/>
                </a:cubicBezTo>
                <a:cubicBezTo>
                  <a:pt x="772315" y="87538"/>
                  <a:pt x="772251" y="84774"/>
                  <a:pt x="772122" y="84002"/>
                </a:cubicBezTo>
                <a:cubicBezTo>
                  <a:pt x="771543" y="80466"/>
                  <a:pt x="769872" y="78698"/>
                  <a:pt x="767107" y="78698"/>
                </a:cubicBezTo>
                <a:cubicBezTo>
                  <a:pt x="759970" y="78698"/>
                  <a:pt x="753508" y="81977"/>
                  <a:pt x="747722" y="88535"/>
                </a:cubicBezTo>
                <a:cubicBezTo>
                  <a:pt x="744764" y="91814"/>
                  <a:pt x="740714" y="98051"/>
                  <a:pt x="735570" y="107245"/>
                </a:cubicBezTo>
                <a:cubicBezTo>
                  <a:pt x="735570" y="130520"/>
                  <a:pt x="734445" y="144536"/>
                  <a:pt x="732195" y="149294"/>
                </a:cubicBezTo>
                <a:cubicBezTo>
                  <a:pt x="729687" y="154566"/>
                  <a:pt x="725701" y="157202"/>
                  <a:pt x="720236" y="157202"/>
                </a:cubicBezTo>
                <a:cubicBezTo>
                  <a:pt x="716635" y="157202"/>
                  <a:pt x="713436" y="155997"/>
                  <a:pt x="710640" y="153586"/>
                </a:cubicBezTo>
                <a:cubicBezTo>
                  <a:pt x="707843" y="151175"/>
                  <a:pt x="706444" y="148201"/>
                  <a:pt x="706444" y="144665"/>
                </a:cubicBezTo>
                <a:cubicBezTo>
                  <a:pt x="706444" y="143443"/>
                  <a:pt x="706798" y="141739"/>
                  <a:pt x="707505" y="139553"/>
                </a:cubicBezTo>
                <a:cubicBezTo>
                  <a:pt x="707955" y="138139"/>
                  <a:pt x="708341" y="129459"/>
                  <a:pt x="708662" y="113514"/>
                </a:cubicBezTo>
                <a:cubicBezTo>
                  <a:pt x="708341" y="100590"/>
                  <a:pt x="708405" y="79083"/>
                  <a:pt x="708855" y="48993"/>
                </a:cubicBezTo>
                <a:lnTo>
                  <a:pt x="709048" y="45810"/>
                </a:lnTo>
                <a:cubicBezTo>
                  <a:pt x="709434" y="38224"/>
                  <a:pt x="709627" y="33144"/>
                  <a:pt x="709627" y="30572"/>
                </a:cubicBezTo>
                <a:cubicBezTo>
                  <a:pt x="709627" y="28579"/>
                  <a:pt x="709321" y="25638"/>
                  <a:pt x="708711" y="21748"/>
                </a:cubicBezTo>
                <a:cubicBezTo>
                  <a:pt x="708100" y="17858"/>
                  <a:pt x="707794" y="14917"/>
                  <a:pt x="707794" y="12923"/>
                </a:cubicBezTo>
                <a:cubicBezTo>
                  <a:pt x="707794" y="9259"/>
                  <a:pt x="709113" y="6253"/>
                  <a:pt x="711749" y="3906"/>
                </a:cubicBezTo>
                <a:cubicBezTo>
                  <a:pt x="714385" y="1559"/>
                  <a:pt x="717567" y="386"/>
                  <a:pt x="721296" y="386"/>
                </a:cubicBezTo>
                <a:cubicBezTo>
                  <a:pt x="727662" y="386"/>
                  <a:pt x="731937" y="3793"/>
                  <a:pt x="734123" y="10609"/>
                </a:cubicBezTo>
                <a:cubicBezTo>
                  <a:pt x="735345" y="14466"/>
                  <a:pt x="735956" y="20382"/>
                  <a:pt x="735956" y="28354"/>
                </a:cubicBezTo>
                <a:cubicBezTo>
                  <a:pt x="735956" y="34784"/>
                  <a:pt x="735763" y="41310"/>
                  <a:pt x="735377" y="47932"/>
                </a:cubicBezTo>
                <a:cubicBezTo>
                  <a:pt x="734991" y="54233"/>
                  <a:pt x="734799" y="60470"/>
                  <a:pt x="734799" y="66642"/>
                </a:cubicBezTo>
                <a:close/>
                <a:moveTo>
                  <a:pt x="868633" y="159324"/>
                </a:moveTo>
                <a:cubicBezTo>
                  <a:pt x="853266" y="159324"/>
                  <a:pt x="840696" y="155656"/>
                  <a:pt x="830924" y="148320"/>
                </a:cubicBezTo>
                <a:cubicBezTo>
                  <a:pt x="820122" y="140211"/>
                  <a:pt x="814721" y="128788"/>
                  <a:pt x="814721" y="114050"/>
                </a:cubicBezTo>
                <a:cubicBezTo>
                  <a:pt x="814721" y="97769"/>
                  <a:pt x="818997" y="83998"/>
                  <a:pt x="827548" y="72736"/>
                </a:cubicBezTo>
                <a:cubicBezTo>
                  <a:pt x="837064" y="60251"/>
                  <a:pt x="849891" y="54008"/>
                  <a:pt x="866029" y="54008"/>
                </a:cubicBezTo>
                <a:cubicBezTo>
                  <a:pt x="877216" y="54008"/>
                  <a:pt x="886507" y="55808"/>
                  <a:pt x="893901" y="59409"/>
                </a:cubicBezTo>
                <a:cubicBezTo>
                  <a:pt x="903609" y="64167"/>
                  <a:pt x="908464" y="71561"/>
                  <a:pt x="908464" y="81591"/>
                </a:cubicBezTo>
                <a:cubicBezTo>
                  <a:pt x="908464" y="88663"/>
                  <a:pt x="904510" y="94932"/>
                  <a:pt x="896601" y="100397"/>
                </a:cubicBezTo>
                <a:cubicBezTo>
                  <a:pt x="893001" y="102905"/>
                  <a:pt x="885767" y="106570"/>
                  <a:pt x="874902" y="111392"/>
                </a:cubicBezTo>
                <a:lnTo>
                  <a:pt x="842400" y="125762"/>
                </a:lnTo>
                <a:cubicBezTo>
                  <a:pt x="845486" y="129105"/>
                  <a:pt x="849216" y="131613"/>
                  <a:pt x="853588" y="133284"/>
                </a:cubicBezTo>
                <a:cubicBezTo>
                  <a:pt x="857960" y="134956"/>
                  <a:pt x="862975" y="135792"/>
                  <a:pt x="868633" y="135792"/>
                </a:cubicBezTo>
                <a:cubicBezTo>
                  <a:pt x="877248" y="135792"/>
                  <a:pt x="884546" y="134024"/>
                  <a:pt x="890525" y="130488"/>
                </a:cubicBezTo>
                <a:cubicBezTo>
                  <a:pt x="895862" y="127337"/>
                  <a:pt x="900138" y="125762"/>
                  <a:pt x="903352" y="125762"/>
                </a:cubicBezTo>
                <a:cubicBezTo>
                  <a:pt x="910039" y="125762"/>
                  <a:pt x="913382" y="129018"/>
                  <a:pt x="913382" y="135530"/>
                </a:cubicBezTo>
                <a:cubicBezTo>
                  <a:pt x="913382" y="142881"/>
                  <a:pt x="908014" y="148878"/>
                  <a:pt x="897276" y="153519"/>
                </a:cubicBezTo>
                <a:cubicBezTo>
                  <a:pt x="888275" y="157389"/>
                  <a:pt x="878727" y="159324"/>
                  <a:pt x="868633" y="159324"/>
                </a:cubicBezTo>
                <a:moveTo>
                  <a:pt x="866029" y="77347"/>
                </a:moveTo>
                <a:cubicBezTo>
                  <a:pt x="860049" y="77347"/>
                  <a:pt x="854938" y="79341"/>
                  <a:pt x="850694" y="83327"/>
                </a:cubicBezTo>
                <a:cubicBezTo>
                  <a:pt x="846451" y="87313"/>
                  <a:pt x="843043" y="93293"/>
                  <a:pt x="840471" y="101265"/>
                </a:cubicBezTo>
                <a:cubicBezTo>
                  <a:pt x="847737" y="98115"/>
                  <a:pt x="854970" y="94996"/>
                  <a:pt x="862171" y="91910"/>
                </a:cubicBezTo>
                <a:cubicBezTo>
                  <a:pt x="870851" y="87988"/>
                  <a:pt x="877763" y="84356"/>
                  <a:pt x="882906" y="81012"/>
                </a:cubicBezTo>
                <a:cubicBezTo>
                  <a:pt x="878599" y="78569"/>
                  <a:pt x="872973" y="77347"/>
                  <a:pt x="866029" y="77347"/>
                </a:cubicBezTo>
                <a:close/>
                <a:moveTo>
                  <a:pt x="1013612" y="160288"/>
                </a:moveTo>
                <a:cubicBezTo>
                  <a:pt x="1010654" y="160288"/>
                  <a:pt x="1005960" y="157427"/>
                  <a:pt x="999531" y="151705"/>
                </a:cubicBezTo>
                <a:cubicBezTo>
                  <a:pt x="993616" y="154534"/>
                  <a:pt x="988408" y="156672"/>
                  <a:pt x="983907" y="158118"/>
                </a:cubicBezTo>
                <a:cubicBezTo>
                  <a:pt x="979406" y="159565"/>
                  <a:pt x="975581" y="160288"/>
                  <a:pt x="972430" y="160288"/>
                </a:cubicBezTo>
                <a:cubicBezTo>
                  <a:pt x="956935" y="160288"/>
                  <a:pt x="945314" y="156137"/>
                  <a:pt x="937566" y="147835"/>
                </a:cubicBezTo>
                <a:cubicBezTo>
                  <a:pt x="929819" y="139533"/>
                  <a:pt x="925945" y="127113"/>
                  <a:pt x="925945" y="110575"/>
                </a:cubicBezTo>
                <a:cubicBezTo>
                  <a:pt x="925945" y="95066"/>
                  <a:pt x="931667" y="81793"/>
                  <a:pt x="943112" y="70756"/>
                </a:cubicBezTo>
                <a:cubicBezTo>
                  <a:pt x="954556" y="59719"/>
                  <a:pt x="968251" y="54201"/>
                  <a:pt x="984196" y="54201"/>
                </a:cubicBezTo>
                <a:cubicBezTo>
                  <a:pt x="990305" y="54201"/>
                  <a:pt x="997377" y="55921"/>
                  <a:pt x="1005414" y="59361"/>
                </a:cubicBezTo>
                <a:cubicBezTo>
                  <a:pt x="1015123" y="63504"/>
                  <a:pt x="1019977" y="68315"/>
                  <a:pt x="1019977" y="73794"/>
                </a:cubicBezTo>
                <a:cubicBezTo>
                  <a:pt x="1019977" y="76089"/>
                  <a:pt x="1019237" y="78096"/>
                  <a:pt x="1017759" y="79816"/>
                </a:cubicBezTo>
                <a:cubicBezTo>
                  <a:pt x="1017116" y="82363"/>
                  <a:pt x="1016617" y="85565"/>
                  <a:pt x="1016264" y="89421"/>
                </a:cubicBezTo>
                <a:cubicBezTo>
                  <a:pt x="1015910" y="93275"/>
                  <a:pt x="1015733" y="97782"/>
                  <a:pt x="1015733" y="102944"/>
                </a:cubicBezTo>
                <a:cubicBezTo>
                  <a:pt x="1015733" y="115114"/>
                  <a:pt x="1016601" y="123875"/>
                  <a:pt x="1018337" y="129228"/>
                </a:cubicBezTo>
                <a:cubicBezTo>
                  <a:pt x="1018530" y="129800"/>
                  <a:pt x="1020009" y="133114"/>
                  <a:pt x="1022774" y="139167"/>
                </a:cubicBezTo>
                <a:cubicBezTo>
                  <a:pt x="1025281" y="144647"/>
                  <a:pt x="1026535" y="147768"/>
                  <a:pt x="1026535" y="148531"/>
                </a:cubicBezTo>
                <a:cubicBezTo>
                  <a:pt x="1026535" y="151909"/>
                  <a:pt x="1025233" y="154713"/>
                  <a:pt x="1022629" y="156943"/>
                </a:cubicBezTo>
                <a:cubicBezTo>
                  <a:pt x="1020025" y="159173"/>
                  <a:pt x="1017019" y="160288"/>
                  <a:pt x="1013612" y="160288"/>
                </a:cubicBezTo>
                <a:moveTo>
                  <a:pt x="989694" y="95189"/>
                </a:moveTo>
                <a:cubicBezTo>
                  <a:pt x="989694" y="93132"/>
                  <a:pt x="989838" y="90769"/>
                  <a:pt x="990128" y="88101"/>
                </a:cubicBezTo>
                <a:cubicBezTo>
                  <a:pt x="990417" y="85433"/>
                  <a:pt x="990851" y="82459"/>
                  <a:pt x="991430" y="79180"/>
                </a:cubicBezTo>
                <a:cubicBezTo>
                  <a:pt x="990144" y="78537"/>
                  <a:pt x="989003" y="78071"/>
                  <a:pt x="988006" y="77781"/>
                </a:cubicBezTo>
                <a:cubicBezTo>
                  <a:pt x="987009" y="77492"/>
                  <a:pt x="986157" y="77347"/>
                  <a:pt x="985450" y="77347"/>
                </a:cubicBezTo>
                <a:cubicBezTo>
                  <a:pt x="976706" y="77347"/>
                  <a:pt x="969055" y="80771"/>
                  <a:pt x="962497" y="87619"/>
                </a:cubicBezTo>
                <a:cubicBezTo>
                  <a:pt x="955939" y="94466"/>
                  <a:pt x="952660" y="102390"/>
                  <a:pt x="952660" y="111392"/>
                </a:cubicBezTo>
                <a:cubicBezTo>
                  <a:pt x="952660" y="120007"/>
                  <a:pt x="954203" y="126485"/>
                  <a:pt x="957289" y="130825"/>
                </a:cubicBezTo>
                <a:cubicBezTo>
                  <a:pt x="960375" y="135165"/>
                  <a:pt x="965004" y="137335"/>
                  <a:pt x="971177" y="137335"/>
                </a:cubicBezTo>
                <a:cubicBezTo>
                  <a:pt x="975163" y="137335"/>
                  <a:pt x="978940" y="136676"/>
                  <a:pt x="982509" y="135358"/>
                </a:cubicBezTo>
                <a:cubicBezTo>
                  <a:pt x="986077" y="134040"/>
                  <a:pt x="989437" y="132095"/>
                  <a:pt x="992587" y="129523"/>
                </a:cubicBezTo>
                <a:cubicBezTo>
                  <a:pt x="990658" y="114221"/>
                  <a:pt x="989694" y="102776"/>
                  <a:pt x="989694" y="95189"/>
                </a:cubicBezTo>
                <a:close/>
                <a:moveTo>
                  <a:pt x="1085844" y="55744"/>
                </a:moveTo>
                <a:cubicBezTo>
                  <a:pt x="1094460" y="54973"/>
                  <a:pt x="1100632" y="54587"/>
                  <a:pt x="1104361" y="54587"/>
                </a:cubicBezTo>
                <a:cubicBezTo>
                  <a:pt x="1116384" y="54587"/>
                  <a:pt x="1122396" y="58717"/>
                  <a:pt x="1122396" y="66977"/>
                </a:cubicBezTo>
                <a:cubicBezTo>
                  <a:pt x="1122396" y="75498"/>
                  <a:pt x="1115999" y="79565"/>
                  <a:pt x="1103204" y="79177"/>
                </a:cubicBezTo>
                <a:cubicBezTo>
                  <a:pt x="1099153" y="79048"/>
                  <a:pt x="1093013" y="79339"/>
                  <a:pt x="1084783" y="80048"/>
                </a:cubicBezTo>
                <a:cubicBezTo>
                  <a:pt x="1084526" y="86863"/>
                  <a:pt x="1084462" y="95543"/>
                  <a:pt x="1084590" y="106087"/>
                </a:cubicBezTo>
                <a:cubicBezTo>
                  <a:pt x="1084847" y="121261"/>
                  <a:pt x="1084976" y="129909"/>
                  <a:pt x="1084976" y="132031"/>
                </a:cubicBezTo>
                <a:cubicBezTo>
                  <a:pt x="1084976" y="143797"/>
                  <a:pt x="1084237" y="153120"/>
                  <a:pt x="1082758" y="159999"/>
                </a:cubicBezTo>
                <a:cubicBezTo>
                  <a:pt x="1081279" y="166879"/>
                  <a:pt x="1077036" y="170319"/>
                  <a:pt x="1070027" y="170319"/>
                </a:cubicBezTo>
                <a:cubicBezTo>
                  <a:pt x="1066427" y="170319"/>
                  <a:pt x="1063292" y="169159"/>
                  <a:pt x="1060624" y="166841"/>
                </a:cubicBezTo>
                <a:cubicBezTo>
                  <a:pt x="1057956" y="164524"/>
                  <a:pt x="1056622" y="161596"/>
                  <a:pt x="1056622" y="158058"/>
                </a:cubicBezTo>
                <a:cubicBezTo>
                  <a:pt x="1056622" y="157220"/>
                  <a:pt x="1056686" y="156416"/>
                  <a:pt x="1056815" y="155644"/>
                </a:cubicBezTo>
                <a:cubicBezTo>
                  <a:pt x="1058358" y="146440"/>
                  <a:pt x="1059129" y="137782"/>
                  <a:pt x="1059129" y="129671"/>
                </a:cubicBezTo>
                <a:lnTo>
                  <a:pt x="1059129" y="81398"/>
                </a:lnTo>
                <a:cubicBezTo>
                  <a:pt x="1057972" y="81462"/>
                  <a:pt x="1055850" y="81719"/>
                  <a:pt x="1052764" y="82170"/>
                </a:cubicBezTo>
                <a:cubicBezTo>
                  <a:pt x="1050321" y="82491"/>
                  <a:pt x="1048456" y="82652"/>
                  <a:pt x="1047170" y="82652"/>
                </a:cubicBezTo>
                <a:cubicBezTo>
                  <a:pt x="1043248" y="82652"/>
                  <a:pt x="1040001" y="81515"/>
                  <a:pt x="1037430" y="79240"/>
                </a:cubicBezTo>
                <a:cubicBezTo>
                  <a:pt x="1034858" y="76964"/>
                  <a:pt x="1033572" y="73905"/>
                  <a:pt x="1033572" y="70063"/>
                </a:cubicBezTo>
                <a:cubicBezTo>
                  <a:pt x="1033572" y="64106"/>
                  <a:pt x="1036722" y="60199"/>
                  <a:pt x="1043023" y="58342"/>
                </a:cubicBezTo>
                <a:cubicBezTo>
                  <a:pt x="1045852" y="57510"/>
                  <a:pt x="1051478" y="56966"/>
                  <a:pt x="1059901" y="56709"/>
                </a:cubicBezTo>
                <a:cubicBezTo>
                  <a:pt x="1059965" y="55549"/>
                  <a:pt x="1060383" y="51911"/>
                  <a:pt x="1061155" y="45792"/>
                </a:cubicBezTo>
                <a:cubicBezTo>
                  <a:pt x="1062955" y="31428"/>
                  <a:pt x="1066845" y="20736"/>
                  <a:pt x="1072824" y="13716"/>
                </a:cubicBezTo>
                <a:cubicBezTo>
                  <a:pt x="1080282" y="4958"/>
                  <a:pt x="1091727" y="579"/>
                  <a:pt x="1107158" y="579"/>
                </a:cubicBezTo>
                <a:cubicBezTo>
                  <a:pt x="1118924" y="579"/>
                  <a:pt x="1124807" y="4806"/>
                  <a:pt x="1124807" y="13261"/>
                </a:cubicBezTo>
                <a:cubicBezTo>
                  <a:pt x="1124807" y="21651"/>
                  <a:pt x="1119342" y="25847"/>
                  <a:pt x="1108412" y="25847"/>
                </a:cubicBezTo>
                <a:cubicBezTo>
                  <a:pt x="1100632" y="25847"/>
                  <a:pt x="1094974" y="28570"/>
                  <a:pt x="1091438" y="34017"/>
                </a:cubicBezTo>
                <a:cubicBezTo>
                  <a:pt x="1088802" y="38056"/>
                  <a:pt x="1087033" y="44369"/>
                  <a:pt x="1086133" y="52956"/>
                </a:cubicBezTo>
                <a:lnTo>
                  <a:pt x="1085844" y="55744"/>
                </a:lnTo>
                <a:close/>
                <a:moveTo>
                  <a:pt x="1169550" y="140786"/>
                </a:moveTo>
                <a:cubicBezTo>
                  <a:pt x="1169550" y="153016"/>
                  <a:pt x="1165114" y="159131"/>
                  <a:pt x="1156241" y="159131"/>
                </a:cubicBezTo>
                <a:cubicBezTo>
                  <a:pt x="1152383" y="159131"/>
                  <a:pt x="1149200" y="157908"/>
                  <a:pt x="1146693" y="155460"/>
                </a:cubicBezTo>
                <a:cubicBezTo>
                  <a:pt x="1144185" y="153015"/>
                  <a:pt x="1142932" y="149862"/>
                  <a:pt x="1142932" y="146000"/>
                </a:cubicBezTo>
                <a:lnTo>
                  <a:pt x="1142932" y="12456"/>
                </a:lnTo>
                <a:cubicBezTo>
                  <a:pt x="1142932" y="8723"/>
                  <a:pt x="1144282" y="5665"/>
                  <a:pt x="1146982" y="3282"/>
                </a:cubicBezTo>
                <a:cubicBezTo>
                  <a:pt x="1149554" y="1094"/>
                  <a:pt x="1152737" y="0"/>
                  <a:pt x="1156530" y="0"/>
                </a:cubicBezTo>
                <a:cubicBezTo>
                  <a:pt x="1160323" y="0"/>
                  <a:pt x="1163442" y="1143"/>
                  <a:pt x="1165885" y="3430"/>
                </a:cubicBezTo>
                <a:cubicBezTo>
                  <a:pt x="1168328" y="5714"/>
                  <a:pt x="1169550" y="8723"/>
                  <a:pt x="1169550" y="12456"/>
                </a:cubicBezTo>
                <a:lnTo>
                  <a:pt x="1169550" y="140786"/>
                </a:lnTo>
                <a:close/>
                <a:moveTo>
                  <a:pt x="1242576" y="159324"/>
                </a:moveTo>
                <a:cubicBezTo>
                  <a:pt x="1227210" y="159324"/>
                  <a:pt x="1214640" y="155656"/>
                  <a:pt x="1204867" y="148320"/>
                </a:cubicBezTo>
                <a:cubicBezTo>
                  <a:pt x="1194065" y="140211"/>
                  <a:pt x="1188665" y="128788"/>
                  <a:pt x="1188665" y="114050"/>
                </a:cubicBezTo>
                <a:cubicBezTo>
                  <a:pt x="1188665" y="97769"/>
                  <a:pt x="1192940" y="83998"/>
                  <a:pt x="1201492" y="72736"/>
                </a:cubicBezTo>
                <a:cubicBezTo>
                  <a:pt x="1211007" y="60251"/>
                  <a:pt x="1223834" y="54008"/>
                  <a:pt x="1239972" y="54008"/>
                </a:cubicBezTo>
                <a:cubicBezTo>
                  <a:pt x="1251160" y="54008"/>
                  <a:pt x="1260450" y="55808"/>
                  <a:pt x="1267844" y="59409"/>
                </a:cubicBezTo>
                <a:cubicBezTo>
                  <a:pt x="1277553" y="64167"/>
                  <a:pt x="1282407" y="71561"/>
                  <a:pt x="1282407" y="81591"/>
                </a:cubicBezTo>
                <a:cubicBezTo>
                  <a:pt x="1282407" y="88663"/>
                  <a:pt x="1278453" y="94932"/>
                  <a:pt x="1270545" y="100397"/>
                </a:cubicBezTo>
                <a:cubicBezTo>
                  <a:pt x="1266944" y="102905"/>
                  <a:pt x="1259711" y="106570"/>
                  <a:pt x="1248845" y="111392"/>
                </a:cubicBezTo>
                <a:lnTo>
                  <a:pt x="1216344" y="125762"/>
                </a:lnTo>
                <a:cubicBezTo>
                  <a:pt x="1219430" y="129105"/>
                  <a:pt x="1223159" y="131613"/>
                  <a:pt x="1227531" y="133284"/>
                </a:cubicBezTo>
                <a:cubicBezTo>
                  <a:pt x="1231903" y="134956"/>
                  <a:pt x="1236918" y="135792"/>
                  <a:pt x="1242576" y="135792"/>
                </a:cubicBezTo>
                <a:cubicBezTo>
                  <a:pt x="1251192" y="135792"/>
                  <a:pt x="1258489" y="134024"/>
                  <a:pt x="1264469" y="130488"/>
                </a:cubicBezTo>
                <a:cubicBezTo>
                  <a:pt x="1269805" y="127337"/>
                  <a:pt x="1274081" y="125762"/>
                  <a:pt x="1277296" y="125762"/>
                </a:cubicBezTo>
                <a:cubicBezTo>
                  <a:pt x="1283983" y="125762"/>
                  <a:pt x="1287326" y="129018"/>
                  <a:pt x="1287326" y="135530"/>
                </a:cubicBezTo>
                <a:cubicBezTo>
                  <a:pt x="1287326" y="142881"/>
                  <a:pt x="1281957" y="148878"/>
                  <a:pt x="1271220" y="153519"/>
                </a:cubicBezTo>
                <a:cubicBezTo>
                  <a:pt x="1262219" y="157389"/>
                  <a:pt x="1252671" y="159324"/>
                  <a:pt x="1242576" y="159324"/>
                </a:cubicBezTo>
                <a:moveTo>
                  <a:pt x="1239972" y="77347"/>
                </a:moveTo>
                <a:cubicBezTo>
                  <a:pt x="1233993" y="77347"/>
                  <a:pt x="1228881" y="79341"/>
                  <a:pt x="1224638" y="83327"/>
                </a:cubicBezTo>
                <a:cubicBezTo>
                  <a:pt x="1220394" y="87313"/>
                  <a:pt x="1216987" y="93293"/>
                  <a:pt x="1214415" y="101265"/>
                </a:cubicBezTo>
                <a:cubicBezTo>
                  <a:pt x="1221680" y="98115"/>
                  <a:pt x="1228914" y="94996"/>
                  <a:pt x="1236115" y="91910"/>
                </a:cubicBezTo>
                <a:cubicBezTo>
                  <a:pt x="1244795" y="87988"/>
                  <a:pt x="1251706" y="84356"/>
                  <a:pt x="1256850" y="81012"/>
                </a:cubicBezTo>
                <a:cubicBezTo>
                  <a:pt x="1252542" y="78569"/>
                  <a:pt x="1246916" y="77347"/>
                  <a:pt x="1239972" y="77347"/>
                </a:cubicBezTo>
                <a:close/>
                <a:moveTo>
                  <a:pt x="1372414" y="77248"/>
                </a:moveTo>
                <a:cubicBezTo>
                  <a:pt x="1371063" y="77248"/>
                  <a:pt x="1369472" y="77200"/>
                  <a:pt x="1367640" y="77103"/>
                </a:cubicBezTo>
                <a:cubicBezTo>
                  <a:pt x="1365807" y="77007"/>
                  <a:pt x="1364216" y="76959"/>
                  <a:pt x="1362866" y="76959"/>
                </a:cubicBezTo>
                <a:cubicBezTo>
                  <a:pt x="1360230" y="76959"/>
                  <a:pt x="1357176" y="77217"/>
                  <a:pt x="1353704" y="77733"/>
                </a:cubicBezTo>
                <a:cubicBezTo>
                  <a:pt x="1354861" y="103708"/>
                  <a:pt x="1355440" y="120682"/>
                  <a:pt x="1355440" y="128655"/>
                </a:cubicBezTo>
                <a:cubicBezTo>
                  <a:pt x="1355440" y="129491"/>
                  <a:pt x="1355472" y="131050"/>
                  <a:pt x="1355536" y="133333"/>
                </a:cubicBezTo>
                <a:cubicBezTo>
                  <a:pt x="1355600" y="135615"/>
                  <a:pt x="1355633" y="137464"/>
                  <a:pt x="1355633" y="138878"/>
                </a:cubicBezTo>
                <a:cubicBezTo>
                  <a:pt x="1355633" y="153666"/>
                  <a:pt x="1350971" y="161060"/>
                  <a:pt x="1341648" y="161060"/>
                </a:cubicBezTo>
                <a:cubicBezTo>
                  <a:pt x="1338112" y="161060"/>
                  <a:pt x="1335058" y="159967"/>
                  <a:pt x="1332486" y="157781"/>
                </a:cubicBezTo>
                <a:cubicBezTo>
                  <a:pt x="1329657" y="155466"/>
                  <a:pt x="1328243" y="152573"/>
                  <a:pt x="1328243" y="149101"/>
                </a:cubicBezTo>
                <a:cubicBezTo>
                  <a:pt x="1328243" y="146786"/>
                  <a:pt x="1328339" y="143314"/>
                  <a:pt x="1328532" y="138685"/>
                </a:cubicBezTo>
                <a:cubicBezTo>
                  <a:pt x="1328725" y="134056"/>
                  <a:pt x="1328821" y="130584"/>
                  <a:pt x="1328821" y="128269"/>
                </a:cubicBezTo>
                <a:cubicBezTo>
                  <a:pt x="1328821" y="120490"/>
                  <a:pt x="1328243" y="103837"/>
                  <a:pt x="1327085" y="78312"/>
                </a:cubicBezTo>
                <a:cubicBezTo>
                  <a:pt x="1323099" y="78119"/>
                  <a:pt x="1317071" y="77588"/>
                  <a:pt x="1309002" y="76721"/>
                </a:cubicBezTo>
                <a:cubicBezTo>
                  <a:pt x="1300933" y="75853"/>
                  <a:pt x="1296899" y="71689"/>
                  <a:pt x="1296899" y="64231"/>
                </a:cubicBezTo>
                <a:cubicBezTo>
                  <a:pt x="1296899" y="60631"/>
                  <a:pt x="1298120" y="57577"/>
                  <a:pt x="1300564" y="55069"/>
                </a:cubicBezTo>
                <a:cubicBezTo>
                  <a:pt x="1303007" y="52562"/>
                  <a:pt x="1306157" y="51308"/>
                  <a:pt x="1310015" y="51308"/>
                </a:cubicBezTo>
                <a:cubicBezTo>
                  <a:pt x="1312394" y="51308"/>
                  <a:pt x="1317859" y="51694"/>
                  <a:pt x="1326410" y="52465"/>
                </a:cubicBezTo>
                <a:cubicBezTo>
                  <a:pt x="1326346" y="50402"/>
                  <a:pt x="1326185" y="46984"/>
                  <a:pt x="1325928" y="42212"/>
                </a:cubicBezTo>
                <a:cubicBezTo>
                  <a:pt x="1325671" y="38085"/>
                  <a:pt x="1325542" y="34892"/>
                  <a:pt x="1325542" y="32634"/>
                </a:cubicBezTo>
                <a:cubicBezTo>
                  <a:pt x="1325542" y="29023"/>
                  <a:pt x="1326860" y="26026"/>
                  <a:pt x="1329496" y="23641"/>
                </a:cubicBezTo>
                <a:cubicBezTo>
                  <a:pt x="1332133" y="21254"/>
                  <a:pt x="1335315" y="20060"/>
                  <a:pt x="1339044" y="20060"/>
                </a:cubicBezTo>
                <a:cubicBezTo>
                  <a:pt x="1348560" y="20060"/>
                  <a:pt x="1353318" y="28089"/>
                  <a:pt x="1353318" y="44147"/>
                </a:cubicBezTo>
                <a:lnTo>
                  <a:pt x="1353125" y="52079"/>
                </a:lnTo>
                <a:cubicBezTo>
                  <a:pt x="1357111" y="51436"/>
                  <a:pt x="1360358" y="51115"/>
                  <a:pt x="1362866" y="51115"/>
                </a:cubicBezTo>
                <a:cubicBezTo>
                  <a:pt x="1370260" y="51115"/>
                  <a:pt x="1375307" y="51599"/>
                  <a:pt x="1378007" y="52568"/>
                </a:cubicBezTo>
                <a:cubicBezTo>
                  <a:pt x="1383151" y="54374"/>
                  <a:pt x="1385723" y="58310"/>
                  <a:pt x="1385723" y="64376"/>
                </a:cubicBezTo>
                <a:cubicBezTo>
                  <a:pt x="1385723" y="68055"/>
                  <a:pt x="1384469" y="71120"/>
                  <a:pt x="1381962" y="73571"/>
                </a:cubicBezTo>
                <a:cubicBezTo>
                  <a:pt x="1379454" y="76022"/>
                  <a:pt x="1376271" y="77248"/>
                  <a:pt x="1372414" y="77248"/>
                </a:cubicBezTo>
                <a:close/>
                <a:moveTo>
                  <a:pt x="1465004" y="84291"/>
                </a:moveTo>
                <a:cubicBezTo>
                  <a:pt x="1458639" y="84291"/>
                  <a:pt x="1454813" y="81623"/>
                  <a:pt x="1453527" y="76287"/>
                </a:cubicBezTo>
                <a:cubicBezTo>
                  <a:pt x="1450956" y="75836"/>
                  <a:pt x="1448319" y="75611"/>
                  <a:pt x="1445619" y="75611"/>
                </a:cubicBezTo>
                <a:cubicBezTo>
                  <a:pt x="1430124" y="75611"/>
                  <a:pt x="1422376" y="77733"/>
                  <a:pt x="1422376" y="81977"/>
                </a:cubicBezTo>
                <a:cubicBezTo>
                  <a:pt x="1422376" y="84484"/>
                  <a:pt x="1427038" y="87860"/>
                  <a:pt x="1436360" y="92103"/>
                </a:cubicBezTo>
                <a:cubicBezTo>
                  <a:pt x="1449091" y="97954"/>
                  <a:pt x="1457707" y="102519"/>
                  <a:pt x="1462207" y="105798"/>
                </a:cubicBezTo>
                <a:cubicBezTo>
                  <a:pt x="1471530" y="112549"/>
                  <a:pt x="1476191" y="120168"/>
                  <a:pt x="1476191" y="128655"/>
                </a:cubicBezTo>
                <a:cubicBezTo>
                  <a:pt x="1476191" y="139714"/>
                  <a:pt x="1471048" y="148104"/>
                  <a:pt x="1460761" y="153827"/>
                </a:cubicBezTo>
                <a:cubicBezTo>
                  <a:pt x="1452466" y="158392"/>
                  <a:pt x="1442276" y="160674"/>
                  <a:pt x="1430188" y="160674"/>
                </a:cubicBezTo>
                <a:cubicBezTo>
                  <a:pt x="1421637" y="160674"/>
                  <a:pt x="1413825" y="159356"/>
                  <a:pt x="1406752" y="156720"/>
                </a:cubicBezTo>
                <a:cubicBezTo>
                  <a:pt x="1397108" y="153120"/>
                  <a:pt x="1392286" y="147815"/>
                  <a:pt x="1392286" y="140807"/>
                </a:cubicBezTo>
                <a:cubicBezTo>
                  <a:pt x="1392286" y="134377"/>
                  <a:pt x="1396112" y="131163"/>
                  <a:pt x="1403763" y="131163"/>
                </a:cubicBezTo>
                <a:cubicBezTo>
                  <a:pt x="1406720" y="131163"/>
                  <a:pt x="1410996" y="132095"/>
                  <a:pt x="1416590" y="133959"/>
                </a:cubicBezTo>
                <a:cubicBezTo>
                  <a:pt x="1422183" y="135824"/>
                  <a:pt x="1426491" y="136756"/>
                  <a:pt x="1429513" y="136756"/>
                </a:cubicBezTo>
                <a:cubicBezTo>
                  <a:pt x="1442565" y="136756"/>
                  <a:pt x="1449123" y="134120"/>
                  <a:pt x="1449187" y="128848"/>
                </a:cubicBezTo>
                <a:cubicBezTo>
                  <a:pt x="1449187" y="125569"/>
                  <a:pt x="1444655" y="121936"/>
                  <a:pt x="1435589" y="117950"/>
                </a:cubicBezTo>
                <a:cubicBezTo>
                  <a:pt x="1422344" y="112099"/>
                  <a:pt x="1413857" y="107888"/>
                  <a:pt x="1410128" y="105316"/>
                </a:cubicBezTo>
                <a:cubicBezTo>
                  <a:pt x="1401062" y="98951"/>
                  <a:pt x="1396529" y="91193"/>
                  <a:pt x="1396529" y="82043"/>
                </a:cubicBezTo>
                <a:cubicBezTo>
                  <a:pt x="1396529" y="69091"/>
                  <a:pt x="1403377" y="60360"/>
                  <a:pt x="1417072" y="55850"/>
                </a:cubicBezTo>
                <a:cubicBezTo>
                  <a:pt x="1425109" y="53207"/>
                  <a:pt x="1437325" y="51886"/>
                  <a:pt x="1453720" y="51886"/>
                </a:cubicBezTo>
                <a:cubicBezTo>
                  <a:pt x="1460150" y="51886"/>
                  <a:pt x="1464908" y="52724"/>
                  <a:pt x="1467994" y="54400"/>
                </a:cubicBezTo>
                <a:cubicBezTo>
                  <a:pt x="1472237" y="56658"/>
                  <a:pt x="1474359" y="60818"/>
                  <a:pt x="1474359" y="66880"/>
                </a:cubicBezTo>
                <a:cubicBezTo>
                  <a:pt x="1474359" y="78488"/>
                  <a:pt x="1471241" y="84291"/>
                  <a:pt x="1465004" y="84291"/>
                </a:cubicBezTo>
                <a:close/>
              </a:path>
            </a:pathLst>
          </a:custGeom>
          <a:solidFill xmlns:a="http://schemas.openxmlformats.org/drawingml/2006/main">
            <a:srgbClr val="2B6192"/>
          </a:solidFill>
          <a:ln xmlns:a="http://schemas.openxmlformats.org/drawingml/2006/main" w="0" cap="flat">
            <a:noFill/>
            <a:miter/>
          </a:ln>
        </p:spPr>
      </p:sp>
      <p:sp>
        <p:nvSpPr>
          <p:cNvPr id="1035" name="Text Convolution">
            <a:extLst xmlns:a="http://schemas.openxmlformats.org/drawingml/2006/main">
              <a:ext uri="{FF2B5EF4-FFF2-40B4-BE49-F238E27FC236}">
                <a16:creationId xmlns:a16="http://schemas.microsoft.com/office/drawing/2014/main" id="{A7309449-A087-484C-A0E0-44DE1E0A0D6A}"/>
              </a:ext>
            </a:extLst>
          </p:cNvPr>
          <p:cNvSpPr>
            <a:spLocks xmlns:a="http://schemas.openxmlformats.org/drawingml/2006/main" noGrp="1"/>
          </p:cNvSpPr>
          <p:nvPr/>
        </p:nvSpPr>
        <p:spPr>
          <a:xfrm xmlns:a="http://schemas.openxmlformats.org/drawingml/2006/main">
            <a:off x="1855497" y="4711001"/>
            <a:ext cx="1029278" cy="162603"/>
          </a:xfrm>
          <a:custGeom xmlns:a="http://schemas.openxmlformats.org/drawingml/2006/main">
            <a:pathLst>
              <a:path w="1029278" h="162603">
                <a:moveTo>
                  <a:pt x="101651" y="52272"/>
                </a:moveTo>
                <a:cubicBezTo>
                  <a:pt x="95864" y="52272"/>
                  <a:pt x="91589" y="49218"/>
                  <a:pt x="88824" y="43110"/>
                </a:cubicBezTo>
                <a:cubicBezTo>
                  <a:pt x="87538" y="40217"/>
                  <a:pt x="86252" y="38481"/>
                  <a:pt x="84966" y="37902"/>
                </a:cubicBezTo>
                <a:cubicBezTo>
                  <a:pt x="84002" y="37452"/>
                  <a:pt x="81462" y="37227"/>
                  <a:pt x="77347" y="37227"/>
                </a:cubicBezTo>
                <a:cubicBezTo>
                  <a:pt x="69246" y="37227"/>
                  <a:pt x="59891" y="43515"/>
                  <a:pt x="49282" y="56091"/>
                </a:cubicBezTo>
                <a:cubicBezTo>
                  <a:pt x="34430" y="73671"/>
                  <a:pt x="27004" y="90129"/>
                  <a:pt x="27004" y="105464"/>
                </a:cubicBezTo>
                <a:cubicBezTo>
                  <a:pt x="27004" y="112458"/>
                  <a:pt x="29351" y="118457"/>
                  <a:pt x="34044" y="123462"/>
                </a:cubicBezTo>
                <a:cubicBezTo>
                  <a:pt x="38738" y="128467"/>
                  <a:pt x="44364" y="130970"/>
                  <a:pt x="50922" y="130970"/>
                </a:cubicBezTo>
                <a:cubicBezTo>
                  <a:pt x="57287" y="130970"/>
                  <a:pt x="63749" y="129298"/>
                  <a:pt x="70307" y="125955"/>
                </a:cubicBezTo>
                <a:cubicBezTo>
                  <a:pt x="72622" y="124733"/>
                  <a:pt x="77508" y="121583"/>
                  <a:pt x="84966" y="116503"/>
                </a:cubicBezTo>
                <a:cubicBezTo>
                  <a:pt x="89981" y="113160"/>
                  <a:pt x="93775" y="111488"/>
                  <a:pt x="96347" y="111488"/>
                </a:cubicBezTo>
                <a:cubicBezTo>
                  <a:pt x="100204" y="111488"/>
                  <a:pt x="103483" y="112906"/>
                  <a:pt x="106184" y="115741"/>
                </a:cubicBezTo>
                <a:cubicBezTo>
                  <a:pt x="108691" y="118383"/>
                  <a:pt x="109945" y="121411"/>
                  <a:pt x="109945" y="124825"/>
                </a:cubicBezTo>
                <a:cubicBezTo>
                  <a:pt x="109945" y="128626"/>
                  <a:pt x="108273" y="131944"/>
                  <a:pt x="104930" y="134779"/>
                </a:cubicBezTo>
                <a:cubicBezTo>
                  <a:pt x="87249" y="149728"/>
                  <a:pt x="69246" y="157202"/>
                  <a:pt x="50922" y="157202"/>
                </a:cubicBezTo>
                <a:cubicBezTo>
                  <a:pt x="36455" y="157202"/>
                  <a:pt x="24239" y="151930"/>
                  <a:pt x="14274" y="141386"/>
                </a:cubicBezTo>
                <a:cubicBezTo>
                  <a:pt x="4758" y="131227"/>
                  <a:pt x="0" y="119268"/>
                  <a:pt x="0" y="105509"/>
                </a:cubicBezTo>
                <a:cubicBezTo>
                  <a:pt x="0" y="83970"/>
                  <a:pt x="9419" y="61981"/>
                  <a:pt x="28258" y="39542"/>
                </a:cubicBezTo>
                <a:cubicBezTo>
                  <a:pt x="44267" y="20510"/>
                  <a:pt x="60631" y="10995"/>
                  <a:pt x="77347" y="10995"/>
                </a:cubicBezTo>
                <a:cubicBezTo>
                  <a:pt x="80176" y="10995"/>
                  <a:pt x="82732" y="11091"/>
                  <a:pt x="85015" y="11284"/>
                </a:cubicBezTo>
                <a:cubicBezTo>
                  <a:pt x="87297" y="11477"/>
                  <a:pt x="89306" y="11766"/>
                  <a:pt x="91042" y="12152"/>
                </a:cubicBezTo>
                <a:cubicBezTo>
                  <a:pt x="93871" y="9323"/>
                  <a:pt x="97279" y="7908"/>
                  <a:pt x="101265" y="7908"/>
                </a:cubicBezTo>
                <a:cubicBezTo>
                  <a:pt x="107823" y="7908"/>
                  <a:pt x="111874" y="11686"/>
                  <a:pt x="113417" y="19240"/>
                </a:cubicBezTo>
                <a:cubicBezTo>
                  <a:pt x="114510" y="24665"/>
                  <a:pt x="115057" y="30994"/>
                  <a:pt x="115057" y="38228"/>
                </a:cubicBezTo>
                <a:cubicBezTo>
                  <a:pt x="115057" y="41456"/>
                  <a:pt x="114124" y="44394"/>
                  <a:pt x="112260" y="47040"/>
                </a:cubicBezTo>
                <a:cubicBezTo>
                  <a:pt x="109817" y="50528"/>
                  <a:pt x="106280" y="52272"/>
                  <a:pt x="101651" y="52272"/>
                </a:cubicBezTo>
                <a:close/>
                <a:moveTo>
                  <a:pt x="166352" y="160674"/>
                </a:moveTo>
                <a:cubicBezTo>
                  <a:pt x="154457" y="160674"/>
                  <a:pt x="144234" y="156584"/>
                  <a:pt x="135683" y="148405"/>
                </a:cubicBezTo>
                <a:cubicBezTo>
                  <a:pt x="126296" y="139450"/>
                  <a:pt x="121377" y="127501"/>
                  <a:pt x="120927" y="112558"/>
                </a:cubicBezTo>
                <a:cubicBezTo>
                  <a:pt x="120477" y="98323"/>
                  <a:pt x="124367" y="85633"/>
                  <a:pt x="132597" y="74490"/>
                </a:cubicBezTo>
                <a:cubicBezTo>
                  <a:pt x="142369" y="61350"/>
                  <a:pt x="155968" y="54780"/>
                  <a:pt x="173392" y="54780"/>
                </a:cubicBezTo>
                <a:cubicBezTo>
                  <a:pt x="186251" y="54780"/>
                  <a:pt x="196474" y="59932"/>
                  <a:pt x="204061" y="70238"/>
                </a:cubicBezTo>
                <a:cubicBezTo>
                  <a:pt x="210876" y="79514"/>
                  <a:pt x="214284" y="91012"/>
                  <a:pt x="214284" y="104731"/>
                </a:cubicBezTo>
                <a:cubicBezTo>
                  <a:pt x="214284" y="119676"/>
                  <a:pt x="210298" y="132429"/>
                  <a:pt x="202325" y="142992"/>
                </a:cubicBezTo>
                <a:cubicBezTo>
                  <a:pt x="193388" y="154780"/>
                  <a:pt x="181397" y="160674"/>
                  <a:pt x="166352" y="160674"/>
                </a:cubicBezTo>
                <a:moveTo>
                  <a:pt x="172138" y="80241"/>
                </a:moveTo>
                <a:cubicBezTo>
                  <a:pt x="164230" y="80176"/>
                  <a:pt x="157993" y="83783"/>
                  <a:pt x="153428" y="91060"/>
                </a:cubicBezTo>
                <a:cubicBezTo>
                  <a:pt x="149571" y="97181"/>
                  <a:pt x="147642" y="104330"/>
                  <a:pt x="147642" y="112510"/>
                </a:cubicBezTo>
                <a:cubicBezTo>
                  <a:pt x="147642" y="120239"/>
                  <a:pt x="149828" y="126165"/>
                  <a:pt x="154200" y="130286"/>
                </a:cubicBezTo>
                <a:cubicBezTo>
                  <a:pt x="157672" y="133571"/>
                  <a:pt x="161722" y="135213"/>
                  <a:pt x="166352" y="135213"/>
                </a:cubicBezTo>
                <a:cubicBezTo>
                  <a:pt x="171945" y="135213"/>
                  <a:pt x="176800" y="133314"/>
                  <a:pt x="180915" y="129514"/>
                </a:cubicBezTo>
                <a:cubicBezTo>
                  <a:pt x="185608" y="125070"/>
                  <a:pt x="188116" y="119047"/>
                  <a:pt x="188437" y="111446"/>
                </a:cubicBezTo>
                <a:cubicBezTo>
                  <a:pt x="189273" y="90707"/>
                  <a:pt x="183840" y="80305"/>
                  <a:pt x="172138" y="80241"/>
                </a:cubicBezTo>
                <a:close/>
                <a:moveTo>
                  <a:pt x="305941" y="161832"/>
                </a:moveTo>
                <a:cubicBezTo>
                  <a:pt x="298033" y="161832"/>
                  <a:pt x="293628" y="157933"/>
                  <a:pt x="292728" y="150135"/>
                </a:cubicBezTo>
                <a:cubicBezTo>
                  <a:pt x="291828" y="143498"/>
                  <a:pt x="290928" y="136829"/>
                  <a:pt x="290028" y="130126"/>
                </a:cubicBezTo>
                <a:cubicBezTo>
                  <a:pt x="289063" y="123037"/>
                  <a:pt x="288581" y="116368"/>
                  <a:pt x="288581" y="110117"/>
                </a:cubicBezTo>
                <a:cubicBezTo>
                  <a:pt x="288581" y="108441"/>
                  <a:pt x="288694" y="105574"/>
                  <a:pt x="288919" y="101515"/>
                </a:cubicBezTo>
                <a:cubicBezTo>
                  <a:pt x="289144" y="97455"/>
                  <a:pt x="289256" y="94587"/>
                  <a:pt x="289256" y="92911"/>
                </a:cubicBezTo>
                <a:cubicBezTo>
                  <a:pt x="289256" y="92461"/>
                  <a:pt x="289321" y="91318"/>
                  <a:pt x="289449" y="89481"/>
                </a:cubicBezTo>
                <a:cubicBezTo>
                  <a:pt x="289578" y="87643"/>
                  <a:pt x="289642" y="86144"/>
                  <a:pt x="289642" y="84984"/>
                </a:cubicBezTo>
                <a:cubicBezTo>
                  <a:pt x="289642" y="79636"/>
                  <a:pt x="288260" y="76962"/>
                  <a:pt x="285495" y="76962"/>
                </a:cubicBezTo>
                <a:cubicBezTo>
                  <a:pt x="279580" y="76962"/>
                  <a:pt x="273777" y="80511"/>
                  <a:pt x="268087" y="87610"/>
                </a:cubicBezTo>
                <a:cubicBezTo>
                  <a:pt x="262397" y="94706"/>
                  <a:pt x="257944" y="103700"/>
                  <a:pt x="254730" y="114593"/>
                </a:cubicBezTo>
                <a:cubicBezTo>
                  <a:pt x="254601" y="116773"/>
                  <a:pt x="254312" y="119678"/>
                  <a:pt x="253862" y="123309"/>
                </a:cubicBezTo>
                <a:cubicBezTo>
                  <a:pt x="253476" y="126280"/>
                  <a:pt x="253283" y="129185"/>
                  <a:pt x="253283" y="132022"/>
                </a:cubicBezTo>
                <a:cubicBezTo>
                  <a:pt x="253283" y="133872"/>
                  <a:pt x="253492" y="136663"/>
                  <a:pt x="253910" y="140394"/>
                </a:cubicBezTo>
                <a:cubicBezTo>
                  <a:pt x="254328" y="144123"/>
                  <a:pt x="254537" y="146912"/>
                  <a:pt x="254537" y="148760"/>
                </a:cubicBezTo>
                <a:cubicBezTo>
                  <a:pt x="254537" y="152524"/>
                  <a:pt x="253267" y="155643"/>
                  <a:pt x="250727" y="158118"/>
                </a:cubicBezTo>
                <a:cubicBezTo>
                  <a:pt x="248188" y="160594"/>
                  <a:pt x="244989" y="161832"/>
                  <a:pt x="241131" y="161832"/>
                </a:cubicBezTo>
                <a:cubicBezTo>
                  <a:pt x="237273" y="161832"/>
                  <a:pt x="234091" y="160601"/>
                  <a:pt x="231583" y="158140"/>
                </a:cubicBezTo>
                <a:cubicBezTo>
                  <a:pt x="229076" y="155678"/>
                  <a:pt x="227822" y="152576"/>
                  <a:pt x="227822" y="148833"/>
                </a:cubicBezTo>
                <a:cubicBezTo>
                  <a:pt x="227822" y="146994"/>
                  <a:pt x="227629" y="144221"/>
                  <a:pt x="227243" y="140512"/>
                </a:cubicBezTo>
                <a:cubicBezTo>
                  <a:pt x="226858" y="136803"/>
                  <a:pt x="226665" y="134030"/>
                  <a:pt x="226665" y="132193"/>
                </a:cubicBezTo>
                <a:cubicBezTo>
                  <a:pt x="226665" y="125890"/>
                  <a:pt x="227115" y="117126"/>
                  <a:pt x="228015" y="105901"/>
                </a:cubicBezTo>
                <a:cubicBezTo>
                  <a:pt x="228915" y="94675"/>
                  <a:pt x="229365" y="85911"/>
                  <a:pt x="229365" y="79608"/>
                </a:cubicBezTo>
                <a:cubicBezTo>
                  <a:pt x="229365" y="77639"/>
                  <a:pt x="229253" y="74701"/>
                  <a:pt x="229028" y="70795"/>
                </a:cubicBezTo>
                <a:cubicBezTo>
                  <a:pt x="228802" y="66889"/>
                  <a:pt x="228690" y="63985"/>
                  <a:pt x="228690" y="62082"/>
                </a:cubicBezTo>
                <a:cubicBezTo>
                  <a:pt x="228690" y="58405"/>
                  <a:pt x="229992" y="55369"/>
                  <a:pt x="232596" y="52974"/>
                </a:cubicBezTo>
                <a:cubicBezTo>
                  <a:pt x="235200" y="50577"/>
                  <a:pt x="238399" y="49379"/>
                  <a:pt x="242192" y="49379"/>
                </a:cubicBezTo>
                <a:cubicBezTo>
                  <a:pt x="250615" y="49379"/>
                  <a:pt x="255115" y="54458"/>
                  <a:pt x="255694" y="64617"/>
                </a:cubicBezTo>
                <a:lnTo>
                  <a:pt x="255790" y="65678"/>
                </a:lnTo>
                <a:cubicBezTo>
                  <a:pt x="265178" y="56226"/>
                  <a:pt x="275079" y="51501"/>
                  <a:pt x="285495" y="51501"/>
                </a:cubicBezTo>
                <a:cubicBezTo>
                  <a:pt x="297647" y="51501"/>
                  <a:pt x="306037" y="56589"/>
                  <a:pt x="310667" y="66766"/>
                </a:cubicBezTo>
                <a:cubicBezTo>
                  <a:pt x="313753" y="73593"/>
                  <a:pt x="315296" y="83802"/>
                  <a:pt x="315296" y="97392"/>
                </a:cubicBezTo>
                <a:lnTo>
                  <a:pt x="315296" y="104252"/>
                </a:lnTo>
                <a:cubicBezTo>
                  <a:pt x="315232" y="107214"/>
                  <a:pt x="315199" y="109306"/>
                  <a:pt x="315199" y="110530"/>
                </a:cubicBezTo>
                <a:cubicBezTo>
                  <a:pt x="315199" y="115555"/>
                  <a:pt x="315891" y="122029"/>
                  <a:pt x="317273" y="129951"/>
                </a:cubicBezTo>
                <a:cubicBezTo>
                  <a:pt x="318655" y="137871"/>
                  <a:pt x="319346" y="144312"/>
                  <a:pt x="319346" y="149273"/>
                </a:cubicBezTo>
                <a:cubicBezTo>
                  <a:pt x="319346" y="152879"/>
                  <a:pt x="318061" y="155874"/>
                  <a:pt x="315489" y="158257"/>
                </a:cubicBezTo>
                <a:cubicBezTo>
                  <a:pt x="312917" y="160640"/>
                  <a:pt x="309734" y="161832"/>
                  <a:pt x="305941" y="161832"/>
                </a:cubicBezTo>
                <a:close/>
                <a:moveTo>
                  <a:pt x="385060" y="147751"/>
                </a:moveTo>
                <a:cubicBezTo>
                  <a:pt x="384739" y="150966"/>
                  <a:pt x="383421" y="153602"/>
                  <a:pt x="381106" y="155659"/>
                </a:cubicBezTo>
                <a:cubicBezTo>
                  <a:pt x="378792" y="157717"/>
                  <a:pt x="375930" y="158745"/>
                  <a:pt x="372523" y="158745"/>
                </a:cubicBezTo>
                <a:cubicBezTo>
                  <a:pt x="366029" y="158745"/>
                  <a:pt x="361432" y="155402"/>
                  <a:pt x="358731" y="148715"/>
                </a:cubicBezTo>
                <a:cubicBezTo>
                  <a:pt x="351787" y="131356"/>
                  <a:pt x="341147" y="105444"/>
                  <a:pt x="326809" y="70982"/>
                </a:cubicBezTo>
                <a:cubicBezTo>
                  <a:pt x="325973" y="69053"/>
                  <a:pt x="325555" y="67221"/>
                  <a:pt x="325555" y="65485"/>
                </a:cubicBezTo>
                <a:cubicBezTo>
                  <a:pt x="325555" y="62013"/>
                  <a:pt x="326953" y="59071"/>
                  <a:pt x="329750" y="56660"/>
                </a:cubicBezTo>
                <a:cubicBezTo>
                  <a:pt x="332547" y="54249"/>
                  <a:pt x="335746" y="53044"/>
                  <a:pt x="339346" y="53044"/>
                </a:cubicBezTo>
                <a:cubicBezTo>
                  <a:pt x="344876" y="53044"/>
                  <a:pt x="348830" y="55583"/>
                  <a:pt x="351209" y="60663"/>
                </a:cubicBezTo>
                <a:cubicBezTo>
                  <a:pt x="354874" y="68442"/>
                  <a:pt x="362010" y="86638"/>
                  <a:pt x="372619" y="115250"/>
                </a:cubicBezTo>
                <a:cubicBezTo>
                  <a:pt x="376027" y="107984"/>
                  <a:pt x="380720" y="96925"/>
                  <a:pt x="386700" y="82073"/>
                </a:cubicBezTo>
                <a:cubicBezTo>
                  <a:pt x="388500" y="77122"/>
                  <a:pt x="391297" y="70211"/>
                  <a:pt x="395090" y="61338"/>
                </a:cubicBezTo>
                <a:cubicBezTo>
                  <a:pt x="397727" y="56194"/>
                  <a:pt x="401713" y="53622"/>
                  <a:pt x="407049" y="53622"/>
                </a:cubicBezTo>
                <a:cubicBezTo>
                  <a:pt x="410650" y="53622"/>
                  <a:pt x="413849" y="54812"/>
                  <a:pt x="416645" y="57191"/>
                </a:cubicBezTo>
                <a:cubicBezTo>
                  <a:pt x="419442" y="59570"/>
                  <a:pt x="420841" y="62527"/>
                  <a:pt x="420841" y="66064"/>
                </a:cubicBezTo>
                <a:cubicBezTo>
                  <a:pt x="420841" y="68378"/>
                  <a:pt x="415633" y="81109"/>
                  <a:pt x="405217" y="104255"/>
                </a:cubicBezTo>
                <a:cubicBezTo>
                  <a:pt x="396730" y="123158"/>
                  <a:pt x="390011" y="137656"/>
                  <a:pt x="385060" y="147751"/>
                </a:cubicBezTo>
                <a:close/>
                <a:moveTo>
                  <a:pt x="468599" y="160674"/>
                </a:moveTo>
                <a:cubicBezTo>
                  <a:pt x="456705" y="160674"/>
                  <a:pt x="446482" y="156584"/>
                  <a:pt x="437930" y="148405"/>
                </a:cubicBezTo>
                <a:cubicBezTo>
                  <a:pt x="428543" y="139450"/>
                  <a:pt x="423625" y="127501"/>
                  <a:pt x="423175" y="112558"/>
                </a:cubicBezTo>
                <a:cubicBezTo>
                  <a:pt x="422725" y="98323"/>
                  <a:pt x="426614" y="85633"/>
                  <a:pt x="434844" y="74490"/>
                </a:cubicBezTo>
                <a:cubicBezTo>
                  <a:pt x="444617" y="61350"/>
                  <a:pt x="458216" y="54780"/>
                  <a:pt x="475640" y="54780"/>
                </a:cubicBezTo>
                <a:cubicBezTo>
                  <a:pt x="488499" y="54780"/>
                  <a:pt x="498722" y="59932"/>
                  <a:pt x="506309" y="70238"/>
                </a:cubicBezTo>
                <a:cubicBezTo>
                  <a:pt x="513124" y="79514"/>
                  <a:pt x="516532" y="91012"/>
                  <a:pt x="516532" y="104731"/>
                </a:cubicBezTo>
                <a:cubicBezTo>
                  <a:pt x="516532" y="119676"/>
                  <a:pt x="512545" y="132429"/>
                  <a:pt x="504573" y="142992"/>
                </a:cubicBezTo>
                <a:cubicBezTo>
                  <a:pt x="495636" y="154780"/>
                  <a:pt x="483644" y="160674"/>
                  <a:pt x="468599" y="160674"/>
                </a:cubicBezTo>
                <a:moveTo>
                  <a:pt x="474386" y="80241"/>
                </a:moveTo>
                <a:cubicBezTo>
                  <a:pt x="466478" y="80176"/>
                  <a:pt x="460241" y="83783"/>
                  <a:pt x="455676" y="91060"/>
                </a:cubicBezTo>
                <a:cubicBezTo>
                  <a:pt x="451818" y="97181"/>
                  <a:pt x="449889" y="104330"/>
                  <a:pt x="449889" y="112510"/>
                </a:cubicBezTo>
                <a:cubicBezTo>
                  <a:pt x="449889" y="120239"/>
                  <a:pt x="452075" y="126165"/>
                  <a:pt x="456448" y="130286"/>
                </a:cubicBezTo>
                <a:cubicBezTo>
                  <a:pt x="459919" y="133571"/>
                  <a:pt x="463970" y="135213"/>
                  <a:pt x="468599" y="135213"/>
                </a:cubicBezTo>
                <a:cubicBezTo>
                  <a:pt x="474193" y="135213"/>
                  <a:pt x="479047" y="133314"/>
                  <a:pt x="483162" y="129514"/>
                </a:cubicBezTo>
                <a:cubicBezTo>
                  <a:pt x="487856" y="125070"/>
                  <a:pt x="490363" y="119047"/>
                  <a:pt x="490685" y="111446"/>
                </a:cubicBezTo>
                <a:cubicBezTo>
                  <a:pt x="491521" y="90707"/>
                  <a:pt x="486088" y="80305"/>
                  <a:pt x="474386" y="80241"/>
                </a:cubicBezTo>
                <a:close/>
                <a:moveTo>
                  <a:pt x="561896" y="140786"/>
                </a:moveTo>
                <a:cubicBezTo>
                  <a:pt x="561896" y="153016"/>
                  <a:pt x="557460" y="159131"/>
                  <a:pt x="548587" y="159131"/>
                </a:cubicBezTo>
                <a:cubicBezTo>
                  <a:pt x="544729" y="159131"/>
                  <a:pt x="541546" y="157908"/>
                  <a:pt x="539039" y="155460"/>
                </a:cubicBezTo>
                <a:cubicBezTo>
                  <a:pt x="536531" y="153015"/>
                  <a:pt x="535278" y="149862"/>
                  <a:pt x="535278" y="146000"/>
                </a:cubicBezTo>
                <a:lnTo>
                  <a:pt x="535278" y="12456"/>
                </a:lnTo>
                <a:cubicBezTo>
                  <a:pt x="535278" y="8723"/>
                  <a:pt x="536628" y="5665"/>
                  <a:pt x="539328" y="3282"/>
                </a:cubicBezTo>
                <a:cubicBezTo>
                  <a:pt x="541900" y="1094"/>
                  <a:pt x="545083" y="0"/>
                  <a:pt x="548876" y="0"/>
                </a:cubicBezTo>
                <a:cubicBezTo>
                  <a:pt x="552670" y="0"/>
                  <a:pt x="555788" y="1143"/>
                  <a:pt x="558231" y="3430"/>
                </a:cubicBezTo>
                <a:cubicBezTo>
                  <a:pt x="560674" y="5714"/>
                  <a:pt x="561896" y="8723"/>
                  <a:pt x="561896" y="12456"/>
                </a:cubicBezTo>
                <a:lnTo>
                  <a:pt x="561896" y="140786"/>
                </a:lnTo>
                <a:close/>
                <a:moveTo>
                  <a:pt x="670799" y="99144"/>
                </a:moveTo>
                <a:cubicBezTo>
                  <a:pt x="670799" y="103451"/>
                  <a:pt x="670831" y="109945"/>
                  <a:pt x="670896" y="118625"/>
                </a:cubicBezTo>
                <a:cubicBezTo>
                  <a:pt x="670960" y="127305"/>
                  <a:pt x="670992" y="133799"/>
                  <a:pt x="670992" y="138107"/>
                </a:cubicBezTo>
                <a:cubicBezTo>
                  <a:pt x="670992" y="139457"/>
                  <a:pt x="671105" y="141466"/>
                  <a:pt x="671330" y="144134"/>
                </a:cubicBezTo>
                <a:cubicBezTo>
                  <a:pt x="671555" y="146803"/>
                  <a:pt x="671667" y="148812"/>
                  <a:pt x="671667" y="150162"/>
                </a:cubicBezTo>
                <a:cubicBezTo>
                  <a:pt x="671667" y="153762"/>
                  <a:pt x="670365" y="156736"/>
                  <a:pt x="667761" y="159083"/>
                </a:cubicBezTo>
                <a:cubicBezTo>
                  <a:pt x="665157" y="161430"/>
                  <a:pt x="661959" y="162603"/>
                  <a:pt x="658165" y="162603"/>
                </a:cubicBezTo>
                <a:cubicBezTo>
                  <a:pt x="652829" y="162603"/>
                  <a:pt x="648939" y="160192"/>
                  <a:pt x="646496" y="155370"/>
                </a:cubicBezTo>
                <a:cubicBezTo>
                  <a:pt x="638266" y="158392"/>
                  <a:pt x="629747" y="159903"/>
                  <a:pt x="620938" y="159903"/>
                </a:cubicBezTo>
                <a:cubicBezTo>
                  <a:pt x="611808" y="159903"/>
                  <a:pt x="604125" y="157984"/>
                  <a:pt x="597888" y="154146"/>
                </a:cubicBezTo>
                <a:cubicBezTo>
                  <a:pt x="590880" y="149734"/>
                  <a:pt x="586701" y="143307"/>
                  <a:pt x="585351" y="134867"/>
                </a:cubicBezTo>
                <a:cubicBezTo>
                  <a:pt x="582843" y="118879"/>
                  <a:pt x="581589" y="104587"/>
                  <a:pt x="581589" y="91989"/>
                </a:cubicBezTo>
                <a:cubicBezTo>
                  <a:pt x="581589" y="83674"/>
                  <a:pt x="582554" y="74178"/>
                  <a:pt x="584483" y="63499"/>
                </a:cubicBezTo>
                <a:cubicBezTo>
                  <a:pt x="585769" y="56272"/>
                  <a:pt x="590108" y="52658"/>
                  <a:pt x="597502" y="52658"/>
                </a:cubicBezTo>
                <a:cubicBezTo>
                  <a:pt x="601232" y="52658"/>
                  <a:pt x="604414" y="53823"/>
                  <a:pt x="607050" y="56154"/>
                </a:cubicBezTo>
                <a:cubicBezTo>
                  <a:pt x="609686" y="58485"/>
                  <a:pt x="611005" y="61437"/>
                  <a:pt x="611005" y="65012"/>
                </a:cubicBezTo>
                <a:cubicBezTo>
                  <a:pt x="611005" y="67821"/>
                  <a:pt x="610538" y="72226"/>
                  <a:pt x="609606" y="78227"/>
                </a:cubicBezTo>
                <a:cubicBezTo>
                  <a:pt x="608674" y="84229"/>
                  <a:pt x="608208" y="88794"/>
                  <a:pt x="608208" y="91922"/>
                </a:cubicBezTo>
                <a:cubicBezTo>
                  <a:pt x="608208" y="100924"/>
                  <a:pt x="608513" y="108793"/>
                  <a:pt x="609124" y="115530"/>
                </a:cubicBezTo>
                <a:cubicBezTo>
                  <a:pt x="609735" y="122265"/>
                  <a:pt x="610651" y="127834"/>
                  <a:pt x="611872" y="132239"/>
                </a:cubicBezTo>
                <a:cubicBezTo>
                  <a:pt x="613480" y="132942"/>
                  <a:pt x="615039" y="133485"/>
                  <a:pt x="616550" y="133869"/>
                </a:cubicBezTo>
                <a:cubicBezTo>
                  <a:pt x="618061" y="134251"/>
                  <a:pt x="619524" y="134442"/>
                  <a:pt x="620938" y="134442"/>
                </a:cubicBezTo>
                <a:cubicBezTo>
                  <a:pt x="628075" y="134442"/>
                  <a:pt x="635919" y="133413"/>
                  <a:pt x="644470" y="131356"/>
                </a:cubicBezTo>
                <a:cubicBezTo>
                  <a:pt x="644470" y="126405"/>
                  <a:pt x="644438" y="120779"/>
                  <a:pt x="644374" y="114478"/>
                </a:cubicBezTo>
                <a:cubicBezTo>
                  <a:pt x="644245" y="106955"/>
                  <a:pt x="644181" y="101555"/>
                  <a:pt x="644181" y="98276"/>
                </a:cubicBezTo>
                <a:cubicBezTo>
                  <a:pt x="644181" y="85095"/>
                  <a:pt x="644792" y="73715"/>
                  <a:pt x="646013" y="64135"/>
                </a:cubicBezTo>
                <a:cubicBezTo>
                  <a:pt x="646978" y="56484"/>
                  <a:pt x="651350" y="52658"/>
                  <a:pt x="659130" y="52658"/>
                </a:cubicBezTo>
                <a:cubicBezTo>
                  <a:pt x="662923" y="52658"/>
                  <a:pt x="666170" y="53847"/>
                  <a:pt x="668870" y="56226"/>
                </a:cubicBezTo>
                <a:cubicBezTo>
                  <a:pt x="671571" y="58605"/>
                  <a:pt x="672825" y="61595"/>
                  <a:pt x="672632" y="65196"/>
                </a:cubicBezTo>
                <a:cubicBezTo>
                  <a:pt x="671410" y="89692"/>
                  <a:pt x="670799" y="101008"/>
                  <a:pt x="670799" y="99144"/>
                </a:cubicBezTo>
                <a:close/>
                <a:moveTo>
                  <a:pt x="757027" y="77248"/>
                </a:moveTo>
                <a:cubicBezTo>
                  <a:pt x="755677" y="77248"/>
                  <a:pt x="754086" y="77200"/>
                  <a:pt x="752253" y="77103"/>
                </a:cubicBezTo>
                <a:cubicBezTo>
                  <a:pt x="750421" y="77007"/>
                  <a:pt x="748830" y="76959"/>
                  <a:pt x="747479" y="76959"/>
                </a:cubicBezTo>
                <a:cubicBezTo>
                  <a:pt x="744843" y="76959"/>
                  <a:pt x="741789" y="77217"/>
                  <a:pt x="738317" y="77733"/>
                </a:cubicBezTo>
                <a:cubicBezTo>
                  <a:pt x="739475" y="103708"/>
                  <a:pt x="740053" y="120682"/>
                  <a:pt x="740053" y="128655"/>
                </a:cubicBezTo>
                <a:cubicBezTo>
                  <a:pt x="740053" y="129491"/>
                  <a:pt x="740085" y="131050"/>
                  <a:pt x="740150" y="133333"/>
                </a:cubicBezTo>
                <a:cubicBezTo>
                  <a:pt x="740214" y="135615"/>
                  <a:pt x="740246" y="137464"/>
                  <a:pt x="740246" y="138878"/>
                </a:cubicBezTo>
                <a:cubicBezTo>
                  <a:pt x="740246" y="153666"/>
                  <a:pt x="735585" y="161060"/>
                  <a:pt x="726262" y="161060"/>
                </a:cubicBezTo>
                <a:cubicBezTo>
                  <a:pt x="722726" y="161060"/>
                  <a:pt x="719672" y="159967"/>
                  <a:pt x="717100" y="157781"/>
                </a:cubicBezTo>
                <a:cubicBezTo>
                  <a:pt x="714271" y="155466"/>
                  <a:pt x="712856" y="152573"/>
                  <a:pt x="712856" y="149101"/>
                </a:cubicBezTo>
                <a:cubicBezTo>
                  <a:pt x="712856" y="146786"/>
                  <a:pt x="712953" y="143314"/>
                  <a:pt x="713146" y="138685"/>
                </a:cubicBezTo>
                <a:cubicBezTo>
                  <a:pt x="713339" y="134056"/>
                  <a:pt x="713435" y="130584"/>
                  <a:pt x="713435" y="128269"/>
                </a:cubicBezTo>
                <a:cubicBezTo>
                  <a:pt x="713435" y="120490"/>
                  <a:pt x="712856" y="103837"/>
                  <a:pt x="711699" y="78312"/>
                </a:cubicBezTo>
                <a:cubicBezTo>
                  <a:pt x="707713" y="78119"/>
                  <a:pt x="701685" y="77588"/>
                  <a:pt x="693616" y="76721"/>
                </a:cubicBezTo>
                <a:cubicBezTo>
                  <a:pt x="685547" y="75853"/>
                  <a:pt x="681512" y="71689"/>
                  <a:pt x="681512" y="64231"/>
                </a:cubicBezTo>
                <a:cubicBezTo>
                  <a:pt x="681512" y="60631"/>
                  <a:pt x="682734" y="57577"/>
                  <a:pt x="685177" y="55069"/>
                </a:cubicBezTo>
                <a:cubicBezTo>
                  <a:pt x="687620" y="52562"/>
                  <a:pt x="690771" y="51308"/>
                  <a:pt x="694629" y="51308"/>
                </a:cubicBezTo>
                <a:cubicBezTo>
                  <a:pt x="697008" y="51308"/>
                  <a:pt x="702473" y="51694"/>
                  <a:pt x="711024" y="52465"/>
                </a:cubicBezTo>
                <a:cubicBezTo>
                  <a:pt x="710960" y="50402"/>
                  <a:pt x="710799" y="46984"/>
                  <a:pt x="710542" y="42212"/>
                </a:cubicBezTo>
                <a:cubicBezTo>
                  <a:pt x="710285" y="38085"/>
                  <a:pt x="710156" y="34892"/>
                  <a:pt x="710156" y="32634"/>
                </a:cubicBezTo>
                <a:cubicBezTo>
                  <a:pt x="710156" y="29023"/>
                  <a:pt x="711474" y="26026"/>
                  <a:pt x="714110" y="23641"/>
                </a:cubicBezTo>
                <a:cubicBezTo>
                  <a:pt x="716746" y="21254"/>
                  <a:pt x="719929" y="20060"/>
                  <a:pt x="723658" y="20060"/>
                </a:cubicBezTo>
                <a:cubicBezTo>
                  <a:pt x="733174" y="20060"/>
                  <a:pt x="737932" y="28089"/>
                  <a:pt x="737932" y="44147"/>
                </a:cubicBezTo>
                <a:lnTo>
                  <a:pt x="737739" y="52079"/>
                </a:lnTo>
                <a:cubicBezTo>
                  <a:pt x="741725" y="51436"/>
                  <a:pt x="744972" y="51115"/>
                  <a:pt x="747479" y="51115"/>
                </a:cubicBezTo>
                <a:cubicBezTo>
                  <a:pt x="754873" y="51115"/>
                  <a:pt x="759921" y="51599"/>
                  <a:pt x="762621" y="52568"/>
                </a:cubicBezTo>
                <a:cubicBezTo>
                  <a:pt x="767765" y="54374"/>
                  <a:pt x="770336" y="58310"/>
                  <a:pt x="770336" y="64376"/>
                </a:cubicBezTo>
                <a:cubicBezTo>
                  <a:pt x="770336" y="68055"/>
                  <a:pt x="769083" y="71120"/>
                  <a:pt x="766575" y="73571"/>
                </a:cubicBezTo>
                <a:cubicBezTo>
                  <a:pt x="764068" y="76022"/>
                  <a:pt x="760885" y="77248"/>
                  <a:pt x="757027" y="77248"/>
                </a:cubicBezTo>
                <a:close/>
                <a:moveTo>
                  <a:pt x="803711" y="38963"/>
                </a:moveTo>
                <a:cubicBezTo>
                  <a:pt x="799596" y="38963"/>
                  <a:pt x="796027" y="37581"/>
                  <a:pt x="793005" y="34816"/>
                </a:cubicBezTo>
                <a:cubicBezTo>
                  <a:pt x="789984" y="32051"/>
                  <a:pt x="788473" y="28676"/>
                  <a:pt x="788473" y="24689"/>
                </a:cubicBezTo>
                <a:cubicBezTo>
                  <a:pt x="788473" y="20703"/>
                  <a:pt x="789984" y="17328"/>
                  <a:pt x="793005" y="14563"/>
                </a:cubicBezTo>
                <a:cubicBezTo>
                  <a:pt x="796027" y="11798"/>
                  <a:pt x="799596" y="10416"/>
                  <a:pt x="803711" y="10416"/>
                </a:cubicBezTo>
                <a:cubicBezTo>
                  <a:pt x="807825" y="10416"/>
                  <a:pt x="811378" y="11798"/>
                  <a:pt x="814368" y="14563"/>
                </a:cubicBezTo>
                <a:cubicBezTo>
                  <a:pt x="817357" y="17328"/>
                  <a:pt x="818852" y="20703"/>
                  <a:pt x="818852" y="24689"/>
                </a:cubicBezTo>
                <a:cubicBezTo>
                  <a:pt x="818852" y="28676"/>
                  <a:pt x="817357" y="32051"/>
                  <a:pt x="814368" y="34816"/>
                </a:cubicBezTo>
                <a:cubicBezTo>
                  <a:pt x="811378" y="37581"/>
                  <a:pt x="807825" y="38963"/>
                  <a:pt x="803711" y="38963"/>
                </a:cubicBezTo>
                <a:moveTo>
                  <a:pt x="811908" y="109656"/>
                </a:moveTo>
                <a:cubicBezTo>
                  <a:pt x="811908" y="113321"/>
                  <a:pt x="812021" y="119204"/>
                  <a:pt x="812246" y="127305"/>
                </a:cubicBezTo>
                <a:cubicBezTo>
                  <a:pt x="812471" y="135406"/>
                  <a:pt x="812583" y="141289"/>
                  <a:pt x="812583" y="144954"/>
                </a:cubicBezTo>
                <a:cubicBezTo>
                  <a:pt x="812583" y="148683"/>
                  <a:pt x="811330" y="151753"/>
                  <a:pt x="808822" y="154164"/>
                </a:cubicBezTo>
                <a:cubicBezTo>
                  <a:pt x="806315" y="156575"/>
                  <a:pt x="803132" y="157781"/>
                  <a:pt x="799274" y="157781"/>
                </a:cubicBezTo>
                <a:cubicBezTo>
                  <a:pt x="795416" y="157781"/>
                  <a:pt x="792234" y="156575"/>
                  <a:pt x="789726" y="154164"/>
                </a:cubicBezTo>
                <a:cubicBezTo>
                  <a:pt x="787219" y="151753"/>
                  <a:pt x="785965" y="148683"/>
                  <a:pt x="785965" y="144954"/>
                </a:cubicBezTo>
                <a:cubicBezTo>
                  <a:pt x="785965" y="141289"/>
                  <a:pt x="785853" y="135406"/>
                  <a:pt x="785627" y="127305"/>
                </a:cubicBezTo>
                <a:cubicBezTo>
                  <a:pt x="785402" y="119204"/>
                  <a:pt x="785290" y="113321"/>
                  <a:pt x="785290" y="109656"/>
                </a:cubicBezTo>
                <a:cubicBezTo>
                  <a:pt x="785290" y="103934"/>
                  <a:pt x="785611" y="96765"/>
                  <a:pt x="786254" y="88149"/>
                </a:cubicBezTo>
                <a:cubicBezTo>
                  <a:pt x="786897" y="79533"/>
                  <a:pt x="787219" y="72364"/>
                  <a:pt x="787219" y="66642"/>
                </a:cubicBezTo>
                <a:cubicBezTo>
                  <a:pt x="787219" y="62913"/>
                  <a:pt x="788473" y="59843"/>
                  <a:pt x="790980" y="57432"/>
                </a:cubicBezTo>
                <a:cubicBezTo>
                  <a:pt x="793488" y="55021"/>
                  <a:pt x="796670" y="53815"/>
                  <a:pt x="800528" y="53815"/>
                </a:cubicBezTo>
                <a:cubicBezTo>
                  <a:pt x="804386" y="53815"/>
                  <a:pt x="807568" y="55021"/>
                  <a:pt x="810076" y="57432"/>
                </a:cubicBezTo>
                <a:cubicBezTo>
                  <a:pt x="812583" y="59843"/>
                  <a:pt x="813837" y="62913"/>
                  <a:pt x="813837" y="66642"/>
                </a:cubicBezTo>
                <a:cubicBezTo>
                  <a:pt x="813837" y="72364"/>
                  <a:pt x="813516" y="79533"/>
                  <a:pt x="812873" y="88149"/>
                </a:cubicBezTo>
                <a:cubicBezTo>
                  <a:pt x="812230" y="96765"/>
                  <a:pt x="811908" y="103934"/>
                  <a:pt x="811908" y="109656"/>
                </a:cubicBezTo>
                <a:close/>
                <a:moveTo>
                  <a:pt x="876283" y="160674"/>
                </a:moveTo>
                <a:cubicBezTo>
                  <a:pt x="864388" y="160674"/>
                  <a:pt x="854165" y="156584"/>
                  <a:pt x="845614" y="148405"/>
                </a:cubicBezTo>
                <a:cubicBezTo>
                  <a:pt x="836227" y="139450"/>
                  <a:pt x="831308" y="127501"/>
                  <a:pt x="830858" y="112558"/>
                </a:cubicBezTo>
                <a:cubicBezTo>
                  <a:pt x="830408" y="98323"/>
                  <a:pt x="834298" y="85633"/>
                  <a:pt x="842528" y="74490"/>
                </a:cubicBezTo>
                <a:cubicBezTo>
                  <a:pt x="852300" y="61350"/>
                  <a:pt x="865899" y="54780"/>
                  <a:pt x="883323" y="54780"/>
                </a:cubicBezTo>
                <a:cubicBezTo>
                  <a:pt x="896182" y="54780"/>
                  <a:pt x="906405" y="59932"/>
                  <a:pt x="913992" y="70238"/>
                </a:cubicBezTo>
                <a:cubicBezTo>
                  <a:pt x="920807" y="79514"/>
                  <a:pt x="924215" y="91012"/>
                  <a:pt x="924215" y="104731"/>
                </a:cubicBezTo>
                <a:cubicBezTo>
                  <a:pt x="924215" y="119676"/>
                  <a:pt x="920229" y="132429"/>
                  <a:pt x="912256" y="142992"/>
                </a:cubicBezTo>
                <a:cubicBezTo>
                  <a:pt x="903319" y="154780"/>
                  <a:pt x="891328" y="160674"/>
                  <a:pt x="876283" y="160674"/>
                </a:cubicBezTo>
                <a:moveTo>
                  <a:pt x="882069" y="80241"/>
                </a:moveTo>
                <a:cubicBezTo>
                  <a:pt x="874161" y="80176"/>
                  <a:pt x="867924" y="83783"/>
                  <a:pt x="863359" y="91060"/>
                </a:cubicBezTo>
                <a:cubicBezTo>
                  <a:pt x="859502" y="97181"/>
                  <a:pt x="857573" y="104330"/>
                  <a:pt x="857573" y="112510"/>
                </a:cubicBezTo>
                <a:cubicBezTo>
                  <a:pt x="857573" y="120239"/>
                  <a:pt x="859759" y="126165"/>
                  <a:pt x="864131" y="130286"/>
                </a:cubicBezTo>
                <a:cubicBezTo>
                  <a:pt x="867603" y="133571"/>
                  <a:pt x="871653" y="135213"/>
                  <a:pt x="876283" y="135213"/>
                </a:cubicBezTo>
                <a:cubicBezTo>
                  <a:pt x="881876" y="135213"/>
                  <a:pt x="886731" y="133314"/>
                  <a:pt x="890846" y="129514"/>
                </a:cubicBezTo>
                <a:cubicBezTo>
                  <a:pt x="895539" y="125070"/>
                  <a:pt x="898047" y="119047"/>
                  <a:pt x="898368" y="111446"/>
                </a:cubicBezTo>
                <a:cubicBezTo>
                  <a:pt x="899204" y="90707"/>
                  <a:pt x="893771" y="80305"/>
                  <a:pt x="882069" y="80241"/>
                </a:cubicBezTo>
                <a:close/>
                <a:moveTo>
                  <a:pt x="1015872" y="161832"/>
                </a:moveTo>
                <a:cubicBezTo>
                  <a:pt x="1007964" y="161832"/>
                  <a:pt x="1003559" y="157933"/>
                  <a:pt x="1002659" y="150135"/>
                </a:cubicBezTo>
                <a:cubicBezTo>
                  <a:pt x="1001759" y="143498"/>
                  <a:pt x="1000859" y="136829"/>
                  <a:pt x="999959" y="130126"/>
                </a:cubicBezTo>
                <a:cubicBezTo>
                  <a:pt x="998994" y="123037"/>
                  <a:pt x="998512" y="116368"/>
                  <a:pt x="998512" y="110117"/>
                </a:cubicBezTo>
                <a:cubicBezTo>
                  <a:pt x="998512" y="108441"/>
                  <a:pt x="998625" y="105574"/>
                  <a:pt x="998850" y="101515"/>
                </a:cubicBezTo>
                <a:cubicBezTo>
                  <a:pt x="999075" y="97455"/>
                  <a:pt x="999187" y="94587"/>
                  <a:pt x="999187" y="92911"/>
                </a:cubicBezTo>
                <a:cubicBezTo>
                  <a:pt x="999187" y="92461"/>
                  <a:pt x="999252" y="91318"/>
                  <a:pt x="999380" y="89481"/>
                </a:cubicBezTo>
                <a:cubicBezTo>
                  <a:pt x="999509" y="87643"/>
                  <a:pt x="999573" y="86144"/>
                  <a:pt x="999573" y="84984"/>
                </a:cubicBezTo>
                <a:cubicBezTo>
                  <a:pt x="999573" y="79636"/>
                  <a:pt x="998191" y="76962"/>
                  <a:pt x="995426" y="76962"/>
                </a:cubicBezTo>
                <a:cubicBezTo>
                  <a:pt x="989511" y="76962"/>
                  <a:pt x="983708" y="80511"/>
                  <a:pt x="978018" y="87610"/>
                </a:cubicBezTo>
                <a:cubicBezTo>
                  <a:pt x="972328" y="94706"/>
                  <a:pt x="967875" y="103700"/>
                  <a:pt x="964661" y="114593"/>
                </a:cubicBezTo>
                <a:cubicBezTo>
                  <a:pt x="964532" y="116773"/>
                  <a:pt x="964243" y="119678"/>
                  <a:pt x="963793" y="123309"/>
                </a:cubicBezTo>
                <a:cubicBezTo>
                  <a:pt x="963407" y="126280"/>
                  <a:pt x="963214" y="129185"/>
                  <a:pt x="963214" y="132022"/>
                </a:cubicBezTo>
                <a:cubicBezTo>
                  <a:pt x="963214" y="133872"/>
                  <a:pt x="963423" y="136663"/>
                  <a:pt x="963841" y="140394"/>
                </a:cubicBezTo>
                <a:cubicBezTo>
                  <a:pt x="964259" y="144123"/>
                  <a:pt x="964468" y="146912"/>
                  <a:pt x="964468" y="148760"/>
                </a:cubicBezTo>
                <a:cubicBezTo>
                  <a:pt x="964468" y="152524"/>
                  <a:pt x="963198" y="155643"/>
                  <a:pt x="960658" y="158118"/>
                </a:cubicBezTo>
                <a:cubicBezTo>
                  <a:pt x="958119" y="160594"/>
                  <a:pt x="954920" y="161832"/>
                  <a:pt x="951062" y="161832"/>
                </a:cubicBezTo>
                <a:cubicBezTo>
                  <a:pt x="947204" y="161832"/>
                  <a:pt x="944022" y="160601"/>
                  <a:pt x="941514" y="158140"/>
                </a:cubicBezTo>
                <a:cubicBezTo>
                  <a:pt x="939007" y="155678"/>
                  <a:pt x="937753" y="152576"/>
                  <a:pt x="937753" y="148833"/>
                </a:cubicBezTo>
                <a:cubicBezTo>
                  <a:pt x="937753" y="146994"/>
                  <a:pt x="937560" y="144221"/>
                  <a:pt x="937174" y="140512"/>
                </a:cubicBezTo>
                <a:cubicBezTo>
                  <a:pt x="936789" y="136803"/>
                  <a:pt x="936596" y="134030"/>
                  <a:pt x="936596" y="132193"/>
                </a:cubicBezTo>
                <a:cubicBezTo>
                  <a:pt x="936596" y="125890"/>
                  <a:pt x="937046" y="117126"/>
                  <a:pt x="937946" y="105901"/>
                </a:cubicBezTo>
                <a:cubicBezTo>
                  <a:pt x="938846" y="94675"/>
                  <a:pt x="939296" y="85911"/>
                  <a:pt x="939296" y="79608"/>
                </a:cubicBezTo>
                <a:cubicBezTo>
                  <a:pt x="939296" y="77639"/>
                  <a:pt x="939184" y="74701"/>
                  <a:pt x="938959" y="70795"/>
                </a:cubicBezTo>
                <a:cubicBezTo>
                  <a:pt x="938733" y="66889"/>
                  <a:pt x="938621" y="63985"/>
                  <a:pt x="938621" y="62082"/>
                </a:cubicBezTo>
                <a:cubicBezTo>
                  <a:pt x="938621" y="58405"/>
                  <a:pt x="939923" y="55369"/>
                  <a:pt x="942527" y="52974"/>
                </a:cubicBezTo>
                <a:cubicBezTo>
                  <a:pt x="945131" y="50577"/>
                  <a:pt x="948330" y="49379"/>
                  <a:pt x="952123" y="49379"/>
                </a:cubicBezTo>
                <a:cubicBezTo>
                  <a:pt x="960546" y="49379"/>
                  <a:pt x="965046" y="54458"/>
                  <a:pt x="965625" y="64617"/>
                </a:cubicBezTo>
                <a:lnTo>
                  <a:pt x="965721" y="65678"/>
                </a:lnTo>
                <a:cubicBezTo>
                  <a:pt x="975109" y="56226"/>
                  <a:pt x="985010" y="51501"/>
                  <a:pt x="995426" y="51501"/>
                </a:cubicBezTo>
                <a:cubicBezTo>
                  <a:pt x="1007578" y="51501"/>
                  <a:pt x="1015968" y="56589"/>
                  <a:pt x="1020598" y="66766"/>
                </a:cubicBezTo>
                <a:cubicBezTo>
                  <a:pt x="1023684" y="73593"/>
                  <a:pt x="1025227" y="83802"/>
                  <a:pt x="1025227" y="97392"/>
                </a:cubicBezTo>
                <a:lnTo>
                  <a:pt x="1025227" y="104252"/>
                </a:lnTo>
                <a:cubicBezTo>
                  <a:pt x="1025163" y="107214"/>
                  <a:pt x="1025130" y="109306"/>
                  <a:pt x="1025130" y="110530"/>
                </a:cubicBezTo>
                <a:cubicBezTo>
                  <a:pt x="1025130" y="115555"/>
                  <a:pt x="1025822" y="122029"/>
                  <a:pt x="1027204" y="129951"/>
                </a:cubicBezTo>
                <a:cubicBezTo>
                  <a:pt x="1028586" y="137871"/>
                  <a:pt x="1029278" y="144312"/>
                  <a:pt x="1029278" y="149273"/>
                </a:cubicBezTo>
                <a:cubicBezTo>
                  <a:pt x="1029278" y="152879"/>
                  <a:pt x="1027992" y="155874"/>
                  <a:pt x="1025420" y="158257"/>
                </a:cubicBezTo>
                <a:cubicBezTo>
                  <a:pt x="1022848" y="160640"/>
                  <a:pt x="1019665" y="161832"/>
                  <a:pt x="1015872" y="161832"/>
                </a:cubicBezTo>
                <a:close/>
              </a:path>
            </a:pathLst>
          </a:custGeom>
          <a:solidFill xmlns:a="http://schemas.openxmlformats.org/drawingml/2006/main">
            <a:srgbClr val="2B6192"/>
          </a:solidFill>
          <a:ln xmlns:a="http://schemas.openxmlformats.org/drawingml/2006/main" w="0" cap="flat">
            <a:noFill/>
            <a:miter/>
          </a:ln>
        </p:spPr>
      </p:sp>
      <p:sp>
        <p:nvSpPr>
          <p:cNvPr id="1036" name="R23|695">
            <a:extLst xmlns:a="http://schemas.openxmlformats.org/drawingml/2006/main">
              <a:ext uri="{FF2B5EF4-FFF2-40B4-BE49-F238E27FC236}">
                <a16:creationId xmlns:a16="http://schemas.microsoft.com/office/drawing/2014/main" id="{7F61F3DD-EEEA-4317-9BEC-D8B8CB8CDFBD}"/>
              </a:ext>
            </a:extLst>
          </p:cNvPr>
          <p:cNvSpPr>
            <a:spLocks xmlns:a="http://schemas.openxmlformats.org/drawingml/2006/main" noGrp="1"/>
          </p:cNvSpPr>
          <p:nvPr/>
        </p:nvSpPr>
        <p:spPr>
          <a:xfrm xmlns:a="http://schemas.openxmlformats.org/drawingml/2006/main">
            <a:off x="2650208" y="5268964"/>
            <a:ext cx="959217" cy="735174"/>
          </a:xfrm>
          <a:prstGeom xmlns:a="http://schemas.openxmlformats.org/drawingml/2006/main" prst="rect">
            <a:avLst/>
          </a:prstGeom>
          <a:gradFill xmlns:a="http://schemas.openxmlformats.org/drawingml/2006/main">
            <a:gsLst>
              <a:gs pos="0">
                <a:srgbClr val="32298F"/>
              </a:gs>
              <a:gs pos="16000">
                <a:srgbClr val="418FCB"/>
              </a:gs>
              <a:gs pos="34000">
                <a:srgbClr val="72D5C4"/>
              </a:gs>
              <a:gs pos="53000">
                <a:srgbClr val="CED98A"/>
              </a:gs>
              <a:gs pos="68000">
                <a:srgbClr val="F8CA68"/>
              </a:gs>
              <a:gs pos="100000">
                <a:srgbClr val="BC3737"/>
              </a:gs>
            </a:gsLst>
            <a:lin ang="0"/>
          </a:gradFill>
          <a:ln xmlns:a="http://schemas.openxmlformats.org/drawingml/2006/main" w="12142">
            <a:solidFill>
              <a:srgbClr val="222222"/>
            </a:solidFill>
          </a:ln>
        </p:spPr>
      </p:sp>
      <p:sp>
        <p:nvSpPr>
          <p:cNvPr id="1037" name="R23|696">
            <a:extLst xmlns:a="http://schemas.openxmlformats.org/drawingml/2006/main">
              <a:ext uri="{FF2B5EF4-FFF2-40B4-BE49-F238E27FC236}">
                <a16:creationId xmlns:a16="http://schemas.microsoft.com/office/drawing/2014/main" id="{D8B8F365-CE2F-414A-8190-C336A8C585B0}"/>
              </a:ext>
            </a:extLst>
          </p:cNvPr>
          <p:cNvSpPr>
            <a:spLocks xmlns:a="http://schemas.openxmlformats.org/drawingml/2006/main" noGrp="1"/>
          </p:cNvSpPr>
          <p:nvPr/>
        </p:nvSpPr>
        <p:spPr>
          <a:xfrm xmlns:a="http://schemas.openxmlformats.org/drawingml/2006/main">
            <a:off x="2723060" y="5366177"/>
            <a:ext cx="212485" cy="115441"/>
          </a:xfrm>
          <a:custGeom xmlns:a="http://schemas.openxmlformats.org/drawingml/2006/main">
            <a:pathLst>
              <a:path w="212485" h="115441">
                <a:moveTo>
                  <a:pt x="0" y="0"/>
                </a:moveTo>
                <a:lnTo>
                  <a:pt x="212485" y="115441"/>
                </a:lnTo>
              </a:path>
            </a:pathLst>
          </a:custGeom>
          <a:noFill xmlns:a="http://schemas.openxmlformats.org/drawingml/2006/main"/>
          <a:ln xmlns:a="http://schemas.openxmlformats.org/drawingml/2006/main" w="12142">
            <a:solidFill>
              <a:srgbClr val="333333"/>
            </a:solidFill>
          </a:ln>
        </p:spPr>
      </p:sp>
      <p:sp>
        <p:nvSpPr>
          <p:cNvPr id="1038" name="R23|697">
            <a:extLst xmlns:a="http://schemas.openxmlformats.org/drawingml/2006/main">
              <a:ext uri="{FF2B5EF4-FFF2-40B4-BE49-F238E27FC236}">
                <a16:creationId xmlns:a16="http://schemas.microsoft.com/office/drawing/2014/main" id="{67397895-038E-43E2-8088-9C755E39A5D5}"/>
              </a:ext>
            </a:extLst>
          </p:cNvPr>
          <p:cNvSpPr>
            <a:spLocks xmlns:a="http://schemas.openxmlformats.org/drawingml/2006/main" noGrp="1"/>
          </p:cNvSpPr>
          <p:nvPr/>
        </p:nvSpPr>
        <p:spPr>
          <a:xfrm xmlns:a="http://schemas.openxmlformats.org/drawingml/2006/main">
            <a:off x="2935544" y="5481617"/>
            <a:ext cx="188201" cy="200502"/>
          </a:xfrm>
          <a:custGeom xmlns:a="http://schemas.openxmlformats.org/drawingml/2006/main">
            <a:pathLst>
              <a:path w="188201" h="200502">
                <a:moveTo>
                  <a:pt x="0" y="0"/>
                </a:moveTo>
                <a:lnTo>
                  <a:pt x="188201" y="200502"/>
                </a:lnTo>
              </a:path>
            </a:pathLst>
          </a:custGeom>
          <a:noFill xmlns:a="http://schemas.openxmlformats.org/drawingml/2006/main"/>
          <a:ln xmlns:a="http://schemas.openxmlformats.org/drawingml/2006/main" w="12142">
            <a:solidFill>
              <a:srgbClr val="333333"/>
            </a:solidFill>
          </a:ln>
        </p:spPr>
      </p:sp>
      <p:sp>
        <p:nvSpPr>
          <p:cNvPr id="1039" name="R23|698">
            <a:extLst xmlns:a="http://schemas.openxmlformats.org/drawingml/2006/main">
              <a:ext uri="{FF2B5EF4-FFF2-40B4-BE49-F238E27FC236}">
                <a16:creationId xmlns:a16="http://schemas.microsoft.com/office/drawing/2014/main" id="{F0EB6704-0768-4922-A9EE-61482493FA9B}"/>
              </a:ext>
            </a:extLst>
          </p:cNvPr>
          <p:cNvSpPr>
            <a:spLocks xmlns:a="http://schemas.openxmlformats.org/drawingml/2006/main" noGrp="1"/>
          </p:cNvSpPr>
          <p:nvPr/>
        </p:nvSpPr>
        <p:spPr>
          <a:xfrm xmlns:a="http://schemas.openxmlformats.org/drawingml/2006/main">
            <a:off x="3123745" y="5530224"/>
            <a:ext cx="261053" cy="151895"/>
          </a:xfrm>
          <a:custGeom xmlns:a="http://schemas.openxmlformats.org/drawingml/2006/main">
            <a:pathLst>
              <a:path w="261053" h="151895">
                <a:moveTo>
                  <a:pt x="0" y="151895"/>
                </a:moveTo>
                <a:lnTo>
                  <a:pt x="261053" y="0"/>
                </a:lnTo>
              </a:path>
            </a:pathLst>
          </a:custGeom>
          <a:noFill xmlns:a="http://schemas.openxmlformats.org/drawingml/2006/main"/>
          <a:ln xmlns:a="http://schemas.openxmlformats.org/drawingml/2006/main" w="12142">
            <a:solidFill>
              <a:srgbClr val="333333"/>
            </a:solidFill>
          </a:ln>
        </p:spPr>
      </p:sp>
      <p:sp>
        <p:nvSpPr>
          <p:cNvPr id="1040" name="R23|699">
            <a:extLst xmlns:a="http://schemas.openxmlformats.org/drawingml/2006/main">
              <a:ext uri="{FF2B5EF4-FFF2-40B4-BE49-F238E27FC236}">
                <a16:creationId xmlns:a16="http://schemas.microsoft.com/office/drawing/2014/main" id="{F0BE21ED-4843-46CE-A536-7F9BA2AF31FC}"/>
              </a:ext>
            </a:extLst>
          </p:cNvPr>
          <p:cNvSpPr>
            <a:spLocks xmlns:a="http://schemas.openxmlformats.org/drawingml/2006/main" noGrp="1"/>
          </p:cNvSpPr>
          <p:nvPr/>
        </p:nvSpPr>
        <p:spPr>
          <a:xfrm xmlns:a="http://schemas.openxmlformats.org/drawingml/2006/main">
            <a:off x="3384798" y="5530224"/>
            <a:ext cx="127491" cy="261260"/>
          </a:xfrm>
          <a:custGeom xmlns:a="http://schemas.openxmlformats.org/drawingml/2006/main">
            <a:pathLst>
              <a:path w="127491" h="261260">
                <a:moveTo>
                  <a:pt x="0" y="0"/>
                </a:moveTo>
                <a:lnTo>
                  <a:pt x="127491" y="261260"/>
                </a:lnTo>
              </a:path>
            </a:pathLst>
          </a:custGeom>
          <a:noFill xmlns:a="http://schemas.openxmlformats.org/drawingml/2006/main"/>
          <a:ln xmlns:a="http://schemas.openxmlformats.org/drawingml/2006/main" w="12142">
            <a:solidFill>
              <a:srgbClr val="333333"/>
            </a:solidFill>
          </a:ln>
        </p:spPr>
      </p:sp>
      <p:sp>
        <p:nvSpPr>
          <p:cNvPr id="1041" name="R23|700">
            <a:extLst xmlns:a="http://schemas.openxmlformats.org/drawingml/2006/main">
              <a:ext uri="{FF2B5EF4-FFF2-40B4-BE49-F238E27FC236}">
                <a16:creationId xmlns:a16="http://schemas.microsoft.com/office/drawing/2014/main" id="{5B61B695-08FC-4CF1-B834-0551FB3F0028}"/>
              </a:ext>
            </a:extLst>
          </p:cNvPr>
          <p:cNvSpPr>
            <a:spLocks xmlns:a="http://schemas.openxmlformats.org/drawingml/2006/main" noGrp="1"/>
          </p:cNvSpPr>
          <p:nvPr/>
        </p:nvSpPr>
        <p:spPr>
          <a:xfrm xmlns:a="http://schemas.openxmlformats.org/drawingml/2006/main">
            <a:off x="2929473" y="5682119"/>
            <a:ext cx="194272" cy="115441"/>
          </a:xfrm>
          <a:custGeom xmlns:a="http://schemas.openxmlformats.org/drawingml/2006/main">
            <a:pathLst>
              <a:path w="194272" h="115441">
                <a:moveTo>
                  <a:pt x="194272" y="0"/>
                </a:moveTo>
                <a:lnTo>
                  <a:pt x="0" y="115441"/>
                </a:lnTo>
              </a:path>
            </a:pathLst>
          </a:custGeom>
          <a:noFill xmlns:a="http://schemas.openxmlformats.org/drawingml/2006/main"/>
          <a:ln xmlns:a="http://schemas.openxmlformats.org/drawingml/2006/main" w="12142">
            <a:solidFill>
              <a:srgbClr val="333333"/>
            </a:solidFill>
          </a:ln>
        </p:spPr>
      </p:sp>
      <p:sp>
        <p:nvSpPr>
          <p:cNvPr id="1042" name="R23|701">
            <a:extLst xmlns:a="http://schemas.openxmlformats.org/drawingml/2006/main">
              <a:ext uri="{FF2B5EF4-FFF2-40B4-BE49-F238E27FC236}">
                <a16:creationId xmlns:a16="http://schemas.microsoft.com/office/drawing/2014/main" id="{1DA204CC-6194-4A83-BF9D-5AB287F23E00}"/>
              </a:ext>
            </a:extLst>
          </p:cNvPr>
          <p:cNvSpPr>
            <a:spLocks xmlns:a="http://schemas.openxmlformats.org/drawingml/2006/main" noGrp="1"/>
          </p:cNvSpPr>
          <p:nvPr/>
        </p:nvSpPr>
        <p:spPr>
          <a:xfrm xmlns:a="http://schemas.openxmlformats.org/drawingml/2006/main">
            <a:off x="2729131" y="5797560"/>
            <a:ext cx="200343" cy="127592"/>
          </a:xfrm>
          <a:custGeom xmlns:a="http://schemas.openxmlformats.org/drawingml/2006/main">
            <a:pathLst>
              <a:path w="200343" h="127592">
                <a:moveTo>
                  <a:pt x="200343" y="0"/>
                </a:moveTo>
                <a:lnTo>
                  <a:pt x="0" y="127592"/>
                </a:lnTo>
              </a:path>
            </a:pathLst>
          </a:custGeom>
          <a:noFill xmlns:a="http://schemas.openxmlformats.org/drawingml/2006/main"/>
          <a:ln xmlns:a="http://schemas.openxmlformats.org/drawingml/2006/main" w="12142">
            <a:solidFill>
              <a:srgbClr val="333333"/>
            </a:solidFill>
          </a:ln>
        </p:spPr>
      </p:sp>
      <p:sp>
        <p:nvSpPr>
          <p:cNvPr id="1043" name="R23|702">
            <a:extLst xmlns:a="http://schemas.openxmlformats.org/drawingml/2006/main">
              <a:ext uri="{FF2B5EF4-FFF2-40B4-BE49-F238E27FC236}">
                <a16:creationId xmlns:a16="http://schemas.microsoft.com/office/drawing/2014/main" id="{B5B23845-0B7D-4F80-9738-9C082DA0A609}"/>
              </a:ext>
            </a:extLst>
          </p:cNvPr>
          <p:cNvSpPr>
            <a:spLocks xmlns:a="http://schemas.openxmlformats.org/drawingml/2006/main" noGrp="1"/>
          </p:cNvSpPr>
          <p:nvPr/>
        </p:nvSpPr>
        <p:spPr>
          <a:xfrm xmlns:a="http://schemas.openxmlformats.org/drawingml/2006/main">
            <a:off x="2680563" y="5323646"/>
            <a:ext cx="84994" cy="85061"/>
          </a:xfrm>
          <a:custGeom xmlns:a="http://schemas.openxmlformats.org/drawingml/2006/main">
            <a:pathLst>
              <a:path w="84994" h="85061">
                <a:moveTo>
                  <a:pt x="84994" y="42531"/>
                </a:moveTo>
                <a:lnTo>
                  <a:pt x="84761" y="46976"/>
                </a:lnTo>
                <a:lnTo>
                  <a:pt x="84065" y="51373"/>
                </a:lnTo>
                <a:lnTo>
                  <a:pt x="82914" y="55673"/>
                </a:lnTo>
                <a:lnTo>
                  <a:pt x="81320" y="59830"/>
                </a:lnTo>
                <a:lnTo>
                  <a:pt x="79300" y="63796"/>
                </a:lnTo>
                <a:lnTo>
                  <a:pt x="76878" y="67530"/>
                </a:lnTo>
                <a:lnTo>
                  <a:pt x="74078" y="70989"/>
                </a:lnTo>
                <a:lnTo>
                  <a:pt x="70933" y="74137"/>
                </a:lnTo>
                <a:lnTo>
                  <a:pt x="67476" y="76939"/>
                </a:lnTo>
                <a:lnTo>
                  <a:pt x="63745" y="79363"/>
                </a:lnTo>
                <a:lnTo>
                  <a:pt x="59782" y="81384"/>
                </a:lnTo>
                <a:lnTo>
                  <a:pt x="55629" y="82980"/>
                </a:lnTo>
                <a:lnTo>
                  <a:pt x="51333" y="84132"/>
                </a:lnTo>
                <a:lnTo>
                  <a:pt x="46939" y="84828"/>
                </a:lnTo>
                <a:lnTo>
                  <a:pt x="42497" y="85061"/>
                </a:lnTo>
                <a:lnTo>
                  <a:pt x="38055" y="84828"/>
                </a:lnTo>
                <a:lnTo>
                  <a:pt x="33661" y="84132"/>
                </a:lnTo>
                <a:lnTo>
                  <a:pt x="29365" y="82980"/>
                </a:lnTo>
                <a:lnTo>
                  <a:pt x="25212" y="81384"/>
                </a:lnTo>
                <a:lnTo>
                  <a:pt x="21248" y="79363"/>
                </a:lnTo>
                <a:lnTo>
                  <a:pt x="17518" y="76939"/>
                </a:lnTo>
                <a:lnTo>
                  <a:pt x="14061" y="74137"/>
                </a:lnTo>
                <a:lnTo>
                  <a:pt x="10916" y="70989"/>
                </a:lnTo>
                <a:lnTo>
                  <a:pt x="8116" y="67530"/>
                </a:lnTo>
                <a:lnTo>
                  <a:pt x="5694" y="63796"/>
                </a:lnTo>
                <a:lnTo>
                  <a:pt x="3674" y="59830"/>
                </a:lnTo>
                <a:lnTo>
                  <a:pt x="2080" y="55673"/>
                </a:lnTo>
                <a:lnTo>
                  <a:pt x="929" y="51373"/>
                </a:lnTo>
                <a:lnTo>
                  <a:pt x="233" y="46976"/>
                </a:lnTo>
                <a:lnTo>
                  <a:pt x="0" y="42531"/>
                </a:lnTo>
                <a:lnTo>
                  <a:pt x="233" y="38085"/>
                </a:lnTo>
                <a:lnTo>
                  <a:pt x="929" y="33688"/>
                </a:lnTo>
                <a:lnTo>
                  <a:pt x="2080" y="29388"/>
                </a:lnTo>
                <a:lnTo>
                  <a:pt x="3674" y="25232"/>
                </a:lnTo>
                <a:lnTo>
                  <a:pt x="5694" y="21265"/>
                </a:lnTo>
                <a:lnTo>
                  <a:pt x="8116" y="17532"/>
                </a:lnTo>
                <a:lnTo>
                  <a:pt x="10916" y="14072"/>
                </a:lnTo>
                <a:lnTo>
                  <a:pt x="14061" y="10924"/>
                </a:lnTo>
                <a:lnTo>
                  <a:pt x="17518" y="8123"/>
                </a:lnTo>
                <a:lnTo>
                  <a:pt x="21248" y="5698"/>
                </a:lnTo>
                <a:lnTo>
                  <a:pt x="25212" y="3677"/>
                </a:lnTo>
                <a:lnTo>
                  <a:pt x="29365" y="2082"/>
                </a:lnTo>
                <a:lnTo>
                  <a:pt x="33661" y="929"/>
                </a:lnTo>
                <a:lnTo>
                  <a:pt x="38055" y="233"/>
                </a:lnTo>
                <a:lnTo>
                  <a:pt x="42497" y="0"/>
                </a:lnTo>
                <a:lnTo>
                  <a:pt x="46939" y="233"/>
                </a:lnTo>
                <a:lnTo>
                  <a:pt x="51333" y="929"/>
                </a:lnTo>
                <a:lnTo>
                  <a:pt x="55629" y="2082"/>
                </a:lnTo>
                <a:lnTo>
                  <a:pt x="59782" y="3677"/>
                </a:lnTo>
                <a:lnTo>
                  <a:pt x="63745" y="5698"/>
                </a:lnTo>
                <a:lnTo>
                  <a:pt x="67476" y="8123"/>
                </a:lnTo>
                <a:lnTo>
                  <a:pt x="70933" y="10924"/>
                </a:lnTo>
                <a:lnTo>
                  <a:pt x="74078" y="14072"/>
                </a:lnTo>
                <a:lnTo>
                  <a:pt x="76878" y="17532"/>
                </a:lnTo>
                <a:lnTo>
                  <a:pt x="79300" y="21265"/>
                </a:lnTo>
                <a:lnTo>
                  <a:pt x="81320" y="25232"/>
                </a:lnTo>
                <a:lnTo>
                  <a:pt x="82914" y="29388"/>
                </a:lnTo>
                <a:lnTo>
                  <a:pt x="84065" y="33688"/>
                </a:lnTo>
                <a:lnTo>
                  <a:pt x="84761" y="38085"/>
                </a:lnTo>
                <a:lnTo>
                  <a:pt x="84994" y="42531"/>
                </a:lnTo>
                <a:close/>
              </a:path>
            </a:pathLst>
          </a:custGeom>
          <a:noFill xmlns:a="http://schemas.openxmlformats.org/drawingml/2006/main"/>
          <a:ln xmlns:a="http://schemas.openxmlformats.org/drawingml/2006/main" w="12142">
            <a:solidFill>
              <a:srgbClr val="151B2D"/>
            </a:solidFill>
          </a:ln>
        </p:spPr>
      </p:sp>
      <p:sp>
        <p:nvSpPr>
          <p:cNvPr id="1044" name="R23|703">
            <a:extLst xmlns:a="http://schemas.openxmlformats.org/drawingml/2006/main">
              <a:ext uri="{FF2B5EF4-FFF2-40B4-BE49-F238E27FC236}">
                <a16:creationId xmlns:a16="http://schemas.microsoft.com/office/drawing/2014/main" id="{C8508AB5-B15F-49EB-8C1F-D9226156DA9F}"/>
              </a:ext>
            </a:extLst>
          </p:cNvPr>
          <p:cNvSpPr>
            <a:spLocks xmlns:a="http://schemas.openxmlformats.org/drawingml/2006/main" noGrp="1"/>
          </p:cNvSpPr>
          <p:nvPr/>
        </p:nvSpPr>
        <p:spPr>
          <a:xfrm xmlns:a="http://schemas.openxmlformats.org/drawingml/2006/main">
            <a:off x="2893047" y="5439087"/>
            <a:ext cx="84994" cy="85061"/>
          </a:xfrm>
          <a:custGeom xmlns:a="http://schemas.openxmlformats.org/drawingml/2006/main">
            <a:pathLst>
              <a:path w="84994" h="85061">
                <a:moveTo>
                  <a:pt x="84994" y="42531"/>
                </a:moveTo>
                <a:lnTo>
                  <a:pt x="84761" y="46976"/>
                </a:lnTo>
                <a:lnTo>
                  <a:pt x="84065" y="51373"/>
                </a:lnTo>
                <a:lnTo>
                  <a:pt x="82914" y="55673"/>
                </a:lnTo>
                <a:lnTo>
                  <a:pt x="81320" y="59830"/>
                </a:lnTo>
                <a:lnTo>
                  <a:pt x="79300" y="63796"/>
                </a:lnTo>
                <a:lnTo>
                  <a:pt x="76878" y="67530"/>
                </a:lnTo>
                <a:lnTo>
                  <a:pt x="74078" y="70989"/>
                </a:lnTo>
                <a:lnTo>
                  <a:pt x="70933" y="74137"/>
                </a:lnTo>
                <a:lnTo>
                  <a:pt x="67476" y="76939"/>
                </a:lnTo>
                <a:lnTo>
                  <a:pt x="63745" y="79363"/>
                </a:lnTo>
                <a:lnTo>
                  <a:pt x="59782" y="81384"/>
                </a:lnTo>
                <a:lnTo>
                  <a:pt x="55629" y="82980"/>
                </a:lnTo>
                <a:lnTo>
                  <a:pt x="51333" y="84132"/>
                </a:lnTo>
                <a:lnTo>
                  <a:pt x="46939" y="84828"/>
                </a:lnTo>
                <a:lnTo>
                  <a:pt x="42497" y="85061"/>
                </a:lnTo>
                <a:lnTo>
                  <a:pt x="38055" y="84828"/>
                </a:lnTo>
                <a:lnTo>
                  <a:pt x="33661" y="84132"/>
                </a:lnTo>
                <a:lnTo>
                  <a:pt x="29365" y="82980"/>
                </a:lnTo>
                <a:lnTo>
                  <a:pt x="25212" y="81384"/>
                </a:lnTo>
                <a:lnTo>
                  <a:pt x="21248" y="79363"/>
                </a:lnTo>
                <a:lnTo>
                  <a:pt x="17518" y="76939"/>
                </a:lnTo>
                <a:lnTo>
                  <a:pt x="14061" y="74137"/>
                </a:lnTo>
                <a:lnTo>
                  <a:pt x="10916" y="70989"/>
                </a:lnTo>
                <a:lnTo>
                  <a:pt x="8116" y="67530"/>
                </a:lnTo>
                <a:lnTo>
                  <a:pt x="5694" y="63796"/>
                </a:lnTo>
                <a:lnTo>
                  <a:pt x="3674" y="59830"/>
                </a:lnTo>
                <a:lnTo>
                  <a:pt x="2080" y="55673"/>
                </a:lnTo>
                <a:lnTo>
                  <a:pt x="929" y="51373"/>
                </a:lnTo>
                <a:lnTo>
                  <a:pt x="233" y="46976"/>
                </a:lnTo>
                <a:lnTo>
                  <a:pt x="0" y="42531"/>
                </a:lnTo>
                <a:lnTo>
                  <a:pt x="233" y="38085"/>
                </a:lnTo>
                <a:lnTo>
                  <a:pt x="929" y="33688"/>
                </a:lnTo>
                <a:lnTo>
                  <a:pt x="2080" y="29388"/>
                </a:lnTo>
                <a:lnTo>
                  <a:pt x="3674" y="25232"/>
                </a:lnTo>
                <a:lnTo>
                  <a:pt x="5694" y="21265"/>
                </a:lnTo>
                <a:lnTo>
                  <a:pt x="8116" y="17532"/>
                </a:lnTo>
                <a:lnTo>
                  <a:pt x="10916" y="14072"/>
                </a:lnTo>
                <a:lnTo>
                  <a:pt x="14061" y="10924"/>
                </a:lnTo>
                <a:lnTo>
                  <a:pt x="17518" y="8123"/>
                </a:lnTo>
                <a:lnTo>
                  <a:pt x="21248" y="5698"/>
                </a:lnTo>
                <a:lnTo>
                  <a:pt x="25212" y="3677"/>
                </a:lnTo>
                <a:lnTo>
                  <a:pt x="29365" y="2082"/>
                </a:lnTo>
                <a:lnTo>
                  <a:pt x="33661" y="929"/>
                </a:lnTo>
                <a:lnTo>
                  <a:pt x="38055" y="233"/>
                </a:lnTo>
                <a:lnTo>
                  <a:pt x="42497" y="0"/>
                </a:lnTo>
                <a:lnTo>
                  <a:pt x="46939" y="233"/>
                </a:lnTo>
                <a:lnTo>
                  <a:pt x="51333" y="929"/>
                </a:lnTo>
                <a:lnTo>
                  <a:pt x="55629" y="2082"/>
                </a:lnTo>
                <a:lnTo>
                  <a:pt x="59782" y="3677"/>
                </a:lnTo>
                <a:lnTo>
                  <a:pt x="63745" y="5698"/>
                </a:lnTo>
                <a:lnTo>
                  <a:pt x="67476" y="8123"/>
                </a:lnTo>
                <a:lnTo>
                  <a:pt x="70933" y="10924"/>
                </a:lnTo>
                <a:lnTo>
                  <a:pt x="74078" y="14072"/>
                </a:lnTo>
                <a:lnTo>
                  <a:pt x="76878" y="17532"/>
                </a:lnTo>
                <a:lnTo>
                  <a:pt x="79300" y="21265"/>
                </a:lnTo>
                <a:lnTo>
                  <a:pt x="81320" y="25232"/>
                </a:lnTo>
                <a:lnTo>
                  <a:pt x="82914" y="29388"/>
                </a:lnTo>
                <a:lnTo>
                  <a:pt x="84065" y="33688"/>
                </a:lnTo>
                <a:lnTo>
                  <a:pt x="84761" y="38085"/>
                </a:lnTo>
                <a:lnTo>
                  <a:pt x="84994" y="42531"/>
                </a:lnTo>
                <a:close/>
              </a:path>
            </a:pathLst>
          </a:custGeom>
          <a:noFill xmlns:a="http://schemas.openxmlformats.org/drawingml/2006/main"/>
          <a:ln xmlns:a="http://schemas.openxmlformats.org/drawingml/2006/main" w="12142">
            <a:solidFill>
              <a:srgbClr val="151B2D"/>
            </a:solidFill>
          </a:ln>
        </p:spPr>
      </p:sp>
      <p:sp>
        <p:nvSpPr>
          <p:cNvPr id="1045" name="R23|704">
            <a:extLst xmlns:a="http://schemas.openxmlformats.org/drawingml/2006/main">
              <a:ext uri="{FF2B5EF4-FFF2-40B4-BE49-F238E27FC236}">
                <a16:creationId xmlns:a16="http://schemas.microsoft.com/office/drawing/2014/main" id="{E4916DA1-3B50-4362-A264-4CBB3143B9B3}"/>
              </a:ext>
            </a:extLst>
          </p:cNvPr>
          <p:cNvSpPr>
            <a:spLocks xmlns:a="http://schemas.openxmlformats.org/drawingml/2006/main" noGrp="1"/>
          </p:cNvSpPr>
          <p:nvPr/>
        </p:nvSpPr>
        <p:spPr>
          <a:xfrm xmlns:a="http://schemas.openxmlformats.org/drawingml/2006/main">
            <a:off x="3081248" y="5639589"/>
            <a:ext cx="84994" cy="85061"/>
          </a:xfrm>
          <a:custGeom xmlns:a="http://schemas.openxmlformats.org/drawingml/2006/main">
            <a:pathLst>
              <a:path w="84994" h="85061">
                <a:moveTo>
                  <a:pt x="84994" y="42531"/>
                </a:moveTo>
                <a:lnTo>
                  <a:pt x="84761" y="46976"/>
                </a:lnTo>
                <a:lnTo>
                  <a:pt x="84065" y="51373"/>
                </a:lnTo>
                <a:lnTo>
                  <a:pt x="82914" y="55673"/>
                </a:lnTo>
                <a:lnTo>
                  <a:pt x="81320" y="59830"/>
                </a:lnTo>
                <a:lnTo>
                  <a:pt x="79300" y="63796"/>
                </a:lnTo>
                <a:lnTo>
                  <a:pt x="76878" y="67530"/>
                </a:lnTo>
                <a:lnTo>
                  <a:pt x="74078" y="70989"/>
                </a:lnTo>
                <a:lnTo>
                  <a:pt x="70933" y="74137"/>
                </a:lnTo>
                <a:lnTo>
                  <a:pt x="67476" y="76939"/>
                </a:lnTo>
                <a:lnTo>
                  <a:pt x="63745" y="79363"/>
                </a:lnTo>
                <a:lnTo>
                  <a:pt x="59782" y="81384"/>
                </a:lnTo>
                <a:lnTo>
                  <a:pt x="55629" y="82980"/>
                </a:lnTo>
                <a:lnTo>
                  <a:pt x="51333" y="84132"/>
                </a:lnTo>
                <a:lnTo>
                  <a:pt x="46939" y="84828"/>
                </a:lnTo>
                <a:lnTo>
                  <a:pt x="42497" y="85061"/>
                </a:lnTo>
                <a:lnTo>
                  <a:pt x="38055" y="84828"/>
                </a:lnTo>
                <a:lnTo>
                  <a:pt x="33661" y="84132"/>
                </a:lnTo>
                <a:lnTo>
                  <a:pt x="29365" y="82980"/>
                </a:lnTo>
                <a:lnTo>
                  <a:pt x="25212" y="81384"/>
                </a:lnTo>
                <a:lnTo>
                  <a:pt x="21248" y="79363"/>
                </a:lnTo>
                <a:lnTo>
                  <a:pt x="17518" y="76939"/>
                </a:lnTo>
                <a:lnTo>
                  <a:pt x="14061" y="74137"/>
                </a:lnTo>
                <a:lnTo>
                  <a:pt x="10916" y="70989"/>
                </a:lnTo>
                <a:lnTo>
                  <a:pt x="8116" y="67530"/>
                </a:lnTo>
                <a:lnTo>
                  <a:pt x="5694" y="63796"/>
                </a:lnTo>
                <a:lnTo>
                  <a:pt x="3674" y="59830"/>
                </a:lnTo>
                <a:lnTo>
                  <a:pt x="2080" y="55673"/>
                </a:lnTo>
                <a:lnTo>
                  <a:pt x="929" y="51373"/>
                </a:lnTo>
                <a:lnTo>
                  <a:pt x="233" y="46976"/>
                </a:lnTo>
                <a:lnTo>
                  <a:pt x="0" y="42531"/>
                </a:lnTo>
                <a:lnTo>
                  <a:pt x="233" y="38085"/>
                </a:lnTo>
                <a:lnTo>
                  <a:pt x="929" y="33688"/>
                </a:lnTo>
                <a:lnTo>
                  <a:pt x="2080" y="29388"/>
                </a:lnTo>
                <a:lnTo>
                  <a:pt x="3674" y="25232"/>
                </a:lnTo>
                <a:lnTo>
                  <a:pt x="5694" y="21265"/>
                </a:lnTo>
                <a:lnTo>
                  <a:pt x="8116" y="17532"/>
                </a:lnTo>
                <a:lnTo>
                  <a:pt x="10916" y="14072"/>
                </a:lnTo>
                <a:lnTo>
                  <a:pt x="14061" y="10924"/>
                </a:lnTo>
                <a:lnTo>
                  <a:pt x="17518" y="8123"/>
                </a:lnTo>
                <a:lnTo>
                  <a:pt x="21248" y="5698"/>
                </a:lnTo>
                <a:lnTo>
                  <a:pt x="25212" y="3677"/>
                </a:lnTo>
                <a:lnTo>
                  <a:pt x="29365" y="2082"/>
                </a:lnTo>
                <a:lnTo>
                  <a:pt x="33661" y="929"/>
                </a:lnTo>
                <a:lnTo>
                  <a:pt x="38055" y="233"/>
                </a:lnTo>
                <a:lnTo>
                  <a:pt x="42497" y="0"/>
                </a:lnTo>
                <a:lnTo>
                  <a:pt x="46939" y="233"/>
                </a:lnTo>
                <a:lnTo>
                  <a:pt x="51333" y="929"/>
                </a:lnTo>
                <a:lnTo>
                  <a:pt x="55629" y="2082"/>
                </a:lnTo>
                <a:lnTo>
                  <a:pt x="59782" y="3677"/>
                </a:lnTo>
                <a:lnTo>
                  <a:pt x="63745" y="5698"/>
                </a:lnTo>
                <a:lnTo>
                  <a:pt x="67476" y="8123"/>
                </a:lnTo>
                <a:lnTo>
                  <a:pt x="70933" y="10924"/>
                </a:lnTo>
                <a:lnTo>
                  <a:pt x="74078" y="14072"/>
                </a:lnTo>
                <a:lnTo>
                  <a:pt x="76878" y="17532"/>
                </a:lnTo>
                <a:lnTo>
                  <a:pt x="79300" y="21265"/>
                </a:lnTo>
                <a:lnTo>
                  <a:pt x="81320" y="25232"/>
                </a:lnTo>
                <a:lnTo>
                  <a:pt x="82914" y="29388"/>
                </a:lnTo>
                <a:lnTo>
                  <a:pt x="84065" y="33688"/>
                </a:lnTo>
                <a:lnTo>
                  <a:pt x="84761" y="38085"/>
                </a:lnTo>
                <a:lnTo>
                  <a:pt x="84994" y="42531"/>
                </a:lnTo>
                <a:close/>
              </a:path>
            </a:pathLst>
          </a:custGeom>
          <a:noFill xmlns:a="http://schemas.openxmlformats.org/drawingml/2006/main"/>
          <a:ln xmlns:a="http://schemas.openxmlformats.org/drawingml/2006/main" w="12142">
            <a:solidFill>
              <a:srgbClr val="151B2D"/>
            </a:solidFill>
          </a:ln>
        </p:spPr>
      </p:sp>
      <p:sp>
        <p:nvSpPr>
          <p:cNvPr id="1046" name="R23|705">
            <a:extLst xmlns:a="http://schemas.openxmlformats.org/drawingml/2006/main">
              <a:ext uri="{FF2B5EF4-FFF2-40B4-BE49-F238E27FC236}">
                <a16:creationId xmlns:a16="http://schemas.microsoft.com/office/drawing/2014/main" id="{B8F97C2E-5400-48E1-AA95-036A5655E690}"/>
              </a:ext>
            </a:extLst>
          </p:cNvPr>
          <p:cNvSpPr>
            <a:spLocks xmlns:a="http://schemas.openxmlformats.org/drawingml/2006/main" noGrp="1"/>
          </p:cNvSpPr>
          <p:nvPr/>
        </p:nvSpPr>
        <p:spPr>
          <a:xfrm xmlns:a="http://schemas.openxmlformats.org/drawingml/2006/main">
            <a:off x="3342301" y="5487693"/>
            <a:ext cx="84994" cy="85061"/>
          </a:xfrm>
          <a:custGeom xmlns:a="http://schemas.openxmlformats.org/drawingml/2006/main">
            <a:pathLst>
              <a:path w="84994" h="85061">
                <a:moveTo>
                  <a:pt x="84994" y="42531"/>
                </a:moveTo>
                <a:lnTo>
                  <a:pt x="84761" y="46976"/>
                </a:lnTo>
                <a:lnTo>
                  <a:pt x="84065" y="51373"/>
                </a:lnTo>
                <a:lnTo>
                  <a:pt x="82914" y="55673"/>
                </a:lnTo>
                <a:lnTo>
                  <a:pt x="81320" y="59830"/>
                </a:lnTo>
                <a:lnTo>
                  <a:pt x="79300" y="63796"/>
                </a:lnTo>
                <a:lnTo>
                  <a:pt x="76878" y="67530"/>
                </a:lnTo>
                <a:lnTo>
                  <a:pt x="74078" y="70989"/>
                </a:lnTo>
                <a:lnTo>
                  <a:pt x="70933" y="74137"/>
                </a:lnTo>
                <a:lnTo>
                  <a:pt x="67476" y="76939"/>
                </a:lnTo>
                <a:lnTo>
                  <a:pt x="63745" y="79363"/>
                </a:lnTo>
                <a:lnTo>
                  <a:pt x="59782" y="81384"/>
                </a:lnTo>
                <a:lnTo>
                  <a:pt x="55629" y="82980"/>
                </a:lnTo>
                <a:lnTo>
                  <a:pt x="51333" y="84132"/>
                </a:lnTo>
                <a:lnTo>
                  <a:pt x="46939" y="84828"/>
                </a:lnTo>
                <a:lnTo>
                  <a:pt x="42497" y="85061"/>
                </a:lnTo>
                <a:lnTo>
                  <a:pt x="38055" y="84828"/>
                </a:lnTo>
                <a:lnTo>
                  <a:pt x="33661" y="84132"/>
                </a:lnTo>
                <a:lnTo>
                  <a:pt x="29365" y="82980"/>
                </a:lnTo>
                <a:lnTo>
                  <a:pt x="25212" y="81384"/>
                </a:lnTo>
                <a:lnTo>
                  <a:pt x="21248" y="79363"/>
                </a:lnTo>
                <a:lnTo>
                  <a:pt x="17518" y="76939"/>
                </a:lnTo>
                <a:lnTo>
                  <a:pt x="14061" y="74137"/>
                </a:lnTo>
                <a:lnTo>
                  <a:pt x="10916" y="70989"/>
                </a:lnTo>
                <a:lnTo>
                  <a:pt x="8116" y="67530"/>
                </a:lnTo>
                <a:lnTo>
                  <a:pt x="5694" y="63796"/>
                </a:lnTo>
                <a:lnTo>
                  <a:pt x="3674" y="59830"/>
                </a:lnTo>
                <a:lnTo>
                  <a:pt x="2080" y="55673"/>
                </a:lnTo>
                <a:lnTo>
                  <a:pt x="929" y="51373"/>
                </a:lnTo>
                <a:lnTo>
                  <a:pt x="233" y="46976"/>
                </a:lnTo>
                <a:lnTo>
                  <a:pt x="0" y="42531"/>
                </a:lnTo>
                <a:lnTo>
                  <a:pt x="233" y="38085"/>
                </a:lnTo>
                <a:lnTo>
                  <a:pt x="929" y="33688"/>
                </a:lnTo>
                <a:lnTo>
                  <a:pt x="2080" y="29388"/>
                </a:lnTo>
                <a:lnTo>
                  <a:pt x="3674" y="25232"/>
                </a:lnTo>
                <a:lnTo>
                  <a:pt x="5694" y="21265"/>
                </a:lnTo>
                <a:lnTo>
                  <a:pt x="8116" y="17532"/>
                </a:lnTo>
                <a:lnTo>
                  <a:pt x="10916" y="14072"/>
                </a:lnTo>
                <a:lnTo>
                  <a:pt x="14061" y="10924"/>
                </a:lnTo>
                <a:lnTo>
                  <a:pt x="17518" y="8123"/>
                </a:lnTo>
                <a:lnTo>
                  <a:pt x="21248" y="5698"/>
                </a:lnTo>
                <a:lnTo>
                  <a:pt x="25212" y="3677"/>
                </a:lnTo>
                <a:lnTo>
                  <a:pt x="29365" y="2082"/>
                </a:lnTo>
                <a:lnTo>
                  <a:pt x="33661" y="929"/>
                </a:lnTo>
                <a:lnTo>
                  <a:pt x="38055" y="233"/>
                </a:lnTo>
                <a:lnTo>
                  <a:pt x="42497" y="0"/>
                </a:lnTo>
                <a:lnTo>
                  <a:pt x="46939" y="233"/>
                </a:lnTo>
                <a:lnTo>
                  <a:pt x="51333" y="929"/>
                </a:lnTo>
                <a:lnTo>
                  <a:pt x="55629" y="2082"/>
                </a:lnTo>
                <a:lnTo>
                  <a:pt x="59782" y="3677"/>
                </a:lnTo>
                <a:lnTo>
                  <a:pt x="63745" y="5698"/>
                </a:lnTo>
                <a:lnTo>
                  <a:pt x="67476" y="8123"/>
                </a:lnTo>
                <a:lnTo>
                  <a:pt x="70933" y="10924"/>
                </a:lnTo>
                <a:lnTo>
                  <a:pt x="74078" y="14072"/>
                </a:lnTo>
                <a:lnTo>
                  <a:pt x="76878" y="17532"/>
                </a:lnTo>
                <a:lnTo>
                  <a:pt x="79300" y="21265"/>
                </a:lnTo>
                <a:lnTo>
                  <a:pt x="81320" y="25232"/>
                </a:lnTo>
                <a:lnTo>
                  <a:pt x="82914" y="29388"/>
                </a:lnTo>
                <a:lnTo>
                  <a:pt x="84065" y="33688"/>
                </a:lnTo>
                <a:lnTo>
                  <a:pt x="84761" y="38085"/>
                </a:lnTo>
                <a:lnTo>
                  <a:pt x="84994" y="42531"/>
                </a:lnTo>
                <a:close/>
              </a:path>
            </a:pathLst>
          </a:custGeom>
          <a:noFill xmlns:a="http://schemas.openxmlformats.org/drawingml/2006/main"/>
          <a:ln xmlns:a="http://schemas.openxmlformats.org/drawingml/2006/main" w="12142">
            <a:solidFill>
              <a:srgbClr val="151B2D"/>
            </a:solidFill>
          </a:ln>
        </p:spPr>
      </p:sp>
      <p:sp>
        <p:nvSpPr>
          <p:cNvPr id="1047" name="R23|706">
            <a:extLst xmlns:a="http://schemas.openxmlformats.org/drawingml/2006/main">
              <a:ext uri="{FF2B5EF4-FFF2-40B4-BE49-F238E27FC236}">
                <a16:creationId xmlns:a16="http://schemas.microsoft.com/office/drawing/2014/main" id="{8ACD1502-1868-43FB-9CA4-F379F0351DC3}"/>
              </a:ext>
            </a:extLst>
          </p:cNvPr>
          <p:cNvSpPr>
            <a:spLocks xmlns:a="http://schemas.openxmlformats.org/drawingml/2006/main" noGrp="1"/>
          </p:cNvSpPr>
          <p:nvPr/>
        </p:nvSpPr>
        <p:spPr>
          <a:xfrm xmlns:a="http://schemas.openxmlformats.org/drawingml/2006/main">
            <a:off x="3469792" y="5748953"/>
            <a:ext cx="84994" cy="85061"/>
          </a:xfrm>
          <a:custGeom xmlns:a="http://schemas.openxmlformats.org/drawingml/2006/main">
            <a:pathLst>
              <a:path w="84994" h="85061">
                <a:moveTo>
                  <a:pt x="84994" y="42531"/>
                </a:moveTo>
                <a:lnTo>
                  <a:pt x="84761" y="46976"/>
                </a:lnTo>
                <a:lnTo>
                  <a:pt x="84065" y="51373"/>
                </a:lnTo>
                <a:lnTo>
                  <a:pt x="82914" y="55673"/>
                </a:lnTo>
                <a:lnTo>
                  <a:pt x="81320" y="59830"/>
                </a:lnTo>
                <a:lnTo>
                  <a:pt x="79300" y="63796"/>
                </a:lnTo>
                <a:lnTo>
                  <a:pt x="76878" y="67530"/>
                </a:lnTo>
                <a:lnTo>
                  <a:pt x="74078" y="70989"/>
                </a:lnTo>
                <a:lnTo>
                  <a:pt x="70933" y="74137"/>
                </a:lnTo>
                <a:lnTo>
                  <a:pt x="67476" y="76939"/>
                </a:lnTo>
                <a:lnTo>
                  <a:pt x="63745" y="79363"/>
                </a:lnTo>
                <a:lnTo>
                  <a:pt x="59782" y="81384"/>
                </a:lnTo>
                <a:lnTo>
                  <a:pt x="55629" y="82980"/>
                </a:lnTo>
                <a:lnTo>
                  <a:pt x="51333" y="84132"/>
                </a:lnTo>
                <a:lnTo>
                  <a:pt x="46939" y="84828"/>
                </a:lnTo>
                <a:lnTo>
                  <a:pt x="42497" y="85061"/>
                </a:lnTo>
                <a:lnTo>
                  <a:pt x="38055" y="84828"/>
                </a:lnTo>
                <a:lnTo>
                  <a:pt x="33661" y="84132"/>
                </a:lnTo>
                <a:lnTo>
                  <a:pt x="29365" y="82980"/>
                </a:lnTo>
                <a:lnTo>
                  <a:pt x="25212" y="81384"/>
                </a:lnTo>
                <a:lnTo>
                  <a:pt x="21248" y="79363"/>
                </a:lnTo>
                <a:lnTo>
                  <a:pt x="17518" y="76939"/>
                </a:lnTo>
                <a:lnTo>
                  <a:pt x="14061" y="74137"/>
                </a:lnTo>
                <a:lnTo>
                  <a:pt x="10916" y="70989"/>
                </a:lnTo>
                <a:lnTo>
                  <a:pt x="8116" y="67530"/>
                </a:lnTo>
                <a:lnTo>
                  <a:pt x="5694" y="63796"/>
                </a:lnTo>
                <a:lnTo>
                  <a:pt x="3674" y="59830"/>
                </a:lnTo>
                <a:lnTo>
                  <a:pt x="2080" y="55673"/>
                </a:lnTo>
                <a:lnTo>
                  <a:pt x="929" y="51373"/>
                </a:lnTo>
                <a:lnTo>
                  <a:pt x="233" y="46976"/>
                </a:lnTo>
                <a:lnTo>
                  <a:pt x="0" y="42531"/>
                </a:lnTo>
                <a:lnTo>
                  <a:pt x="233" y="38085"/>
                </a:lnTo>
                <a:lnTo>
                  <a:pt x="929" y="33688"/>
                </a:lnTo>
                <a:lnTo>
                  <a:pt x="2080" y="29388"/>
                </a:lnTo>
                <a:lnTo>
                  <a:pt x="3674" y="25232"/>
                </a:lnTo>
                <a:lnTo>
                  <a:pt x="5694" y="21265"/>
                </a:lnTo>
                <a:lnTo>
                  <a:pt x="8116" y="17532"/>
                </a:lnTo>
                <a:lnTo>
                  <a:pt x="10916" y="14072"/>
                </a:lnTo>
                <a:lnTo>
                  <a:pt x="14061" y="10924"/>
                </a:lnTo>
                <a:lnTo>
                  <a:pt x="17518" y="8123"/>
                </a:lnTo>
                <a:lnTo>
                  <a:pt x="21248" y="5698"/>
                </a:lnTo>
                <a:lnTo>
                  <a:pt x="25212" y="3677"/>
                </a:lnTo>
                <a:lnTo>
                  <a:pt x="29365" y="2082"/>
                </a:lnTo>
                <a:lnTo>
                  <a:pt x="33661" y="929"/>
                </a:lnTo>
                <a:lnTo>
                  <a:pt x="38055" y="233"/>
                </a:lnTo>
                <a:lnTo>
                  <a:pt x="42497" y="0"/>
                </a:lnTo>
                <a:lnTo>
                  <a:pt x="46939" y="233"/>
                </a:lnTo>
                <a:lnTo>
                  <a:pt x="51333" y="929"/>
                </a:lnTo>
                <a:lnTo>
                  <a:pt x="55629" y="2082"/>
                </a:lnTo>
                <a:lnTo>
                  <a:pt x="59782" y="3677"/>
                </a:lnTo>
                <a:lnTo>
                  <a:pt x="63745" y="5698"/>
                </a:lnTo>
                <a:lnTo>
                  <a:pt x="67476" y="8123"/>
                </a:lnTo>
                <a:lnTo>
                  <a:pt x="70933" y="10924"/>
                </a:lnTo>
                <a:lnTo>
                  <a:pt x="74078" y="14072"/>
                </a:lnTo>
                <a:lnTo>
                  <a:pt x="76878" y="17532"/>
                </a:lnTo>
                <a:lnTo>
                  <a:pt x="79300" y="21265"/>
                </a:lnTo>
                <a:lnTo>
                  <a:pt x="81320" y="25232"/>
                </a:lnTo>
                <a:lnTo>
                  <a:pt x="82914" y="29388"/>
                </a:lnTo>
                <a:lnTo>
                  <a:pt x="84065" y="33688"/>
                </a:lnTo>
                <a:lnTo>
                  <a:pt x="84761" y="38085"/>
                </a:lnTo>
                <a:lnTo>
                  <a:pt x="84994" y="42531"/>
                </a:lnTo>
                <a:close/>
              </a:path>
            </a:pathLst>
          </a:custGeom>
          <a:noFill xmlns:a="http://schemas.openxmlformats.org/drawingml/2006/main"/>
          <a:ln xmlns:a="http://schemas.openxmlformats.org/drawingml/2006/main" w="12142">
            <a:solidFill>
              <a:srgbClr val="151B2D"/>
            </a:solidFill>
          </a:ln>
        </p:spPr>
      </p:sp>
      <p:sp>
        <p:nvSpPr>
          <p:cNvPr id="1048" name="R23|707">
            <a:extLst xmlns:a="http://schemas.openxmlformats.org/drawingml/2006/main">
              <a:ext uri="{FF2B5EF4-FFF2-40B4-BE49-F238E27FC236}">
                <a16:creationId xmlns:a16="http://schemas.microsoft.com/office/drawing/2014/main" id="{456E6B77-FB63-478B-848B-8F7FFDC62EF5}"/>
              </a:ext>
            </a:extLst>
          </p:cNvPr>
          <p:cNvSpPr>
            <a:spLocks xmlns:a="http://schemas.openxmlformats.org/drawingml/2006/main" noGrp="1"/>
          </p:cNvSpPr>
          <p:nvPr/>
        </p:nvSpPr>
        <p:spPr>
          <a:xfrm xmlns:a="http://schemas.openxmlformats.org/drawingml/2006/main">
            <a:off x="2886976" y="5755029"/>
            <a:ext cx="84994" cy="85061"/>
          </a:xfrm>
          <a:custGeom xmlns:a="http://schemas.openxmlformats.org/drawingml/2006/main">
            <a:pathLst>
              <a:path w="84994" h="85061">
                <a:moveTo>
                  <a:pt x="84994" y="42531"/>
                </a:moveTo>
                <a:lnTo>
                  <a:pt x="84761" y="46976"/>
                </a:lnTo>
                <a:lnTo>
                  <a:pt x="84065" y="51373"/>
                </a:lnTo>
                <a:lnTo>
                  <a:pt x="82914" y="55673"/>
                </a:lnTo>
                <a:lnTo>
                  <a:pt x="81320" y="59830"/>
                </a:lnTo>
                <a:lnTo>
                  <a:pt x="79300" y="63796"/>
                </a:lnTo>
                <a:lnTo>
                  <a:pt x="76878" y="67530"/>
                </a:lnTo>
                <a:lnTo>
                  <a:pt x="74078" y="70989"/>
                </a:lnTo>
                <a:lnTo>
                  <a:pt x="70933" y="74137"/>
                </a:lnTo>
                <a:lnTo>
                  <a:pt x="67476" y="76939"/>
                </a:lnTo>
                <a:lnTo>
                  <a:pt x="63745" y="79363"/>
                </a:lnTo>
                <a:lnTo>
                  <a:pt x="59782" y="81384"/>
                </a:lnTo>
                <a:lnTo>
                  <a:pt x="55629" y="82980"/>
                </a:lnTo>
                <a:lnTo>
                  <a:pt x="51333" y="84132"/>
                </a:lnTo>
                <a:lnTo>
                  <a:pt x="46939" y="84828"/>
                </a:lnTo>
                <a:lnTo>
                  <a:pt x="42497" y="85061"/>
                </a:lnTo>
                <a:lnTo>
                  <a:pt x="38055" y="84828"/>
                </a:lnTo>
                <a:lnTo>
                  <a:pt x="33661" y="84132"/>
                </a:lnTo>
                <a:lnTo>
                  <a:pt x="29365" y="82980"/>
                </a:lnTo>
                <a:lnTo>
                  <a:pt x="25212" y="81384"/>
                </a:lnTo>
                <a:lnTo>
                  <a:pt x="21248" y="79363"/>
                </a:lnTo>
                <a:lnTo>
                  <a:pt x="17518" y="76939"/>
                </a:lnTo>
                <a:lnTo>
                  <a:pt x="14061" y="74137"/>
                </a:lnTo>
                <a:lnTo>
                  <a:pt x="10916" y="70989"/>
                </a:lnTo>
                <a:lnTo>
                  <a:pt x="8116" y="67530"/>
                </a:lnTo>
                <a:lnTo>
                  <a:pt x="5694" y="63796"/>
                </a:lnTo>
                <a:lnTo>
                  <a:pt x="3674" y="59830"/>
                </a:lnTo>
                <a:lnTo>
                  <a:pt x="2080" y="55673"/>
                </a:lnTo>
                <a:lnTo>
                  <a:pt x="929" y="51373"/>
                </a:lnTo>
                <a:lnTo>
                  <a:pt x="233" y="46976"/>
                </a:lnTo>
                <a:lnTo>
                  <a:pt x="0" y="42531"/>
                </a:lnTo>
                <a:lnTo>
                  <a:pt x="233" y="38085"/>
                </a:lnTo>
                <a:lnTo>
                  <a:pt x="929" y="33688"/>
                </a:lnTo>
                <a:lnTo>
                  <a:pt x="2080" y="29388"/>
                </a:lnTo>
                <a:lnTo>
                  <a:pt x="3674" y="25232"/>
                </a:lnTo>
                <a:lnTo>
                  <a:pt x="5694" y="21265"/>
                </a:lnTo>
                <a:lnTo>
                  <a:pt x="8116" y="17532"/>
                </a:lnTo>
                <a:lnTo>
                  <a:pt x="10916" y="14072"/>
                </a:lnTo>
                <a:lnTo>
                  <a:pt x="14061" y="10924"/>
                </a:lnTo>
                <a:lnTo>
                  <a:pt x="17518" y="8123"/>
                </a:lnTo>
                <a:lnTo>
                  <a:pt x="21248" y="5698"/>
                </a:lnTo>
                <a:lnTo>
                  <a:pt x="25212" y="3677"/>
                </a:lnTo>
                <a:lnTo>
                  <a:pt x="29365" y="2082"/>
                </a:lnTo>
                <a:lnTo>
                  <a:pt x="33661" y="929"/>
                </a:lnTo>
                <a:lnTo>
                  <a:pt x="38055" y="233"/>
                </a:lnTo>
                <a:lnTo>
                  <a:pt x="42497" y="0"/>
                </a:lnTo>
                <a:lnTo>
                  <a:pt x="46939" y="233"/>
                </a:lnTo>
                <a:lnTo>
                  <a:pt x="51333" y="929"/>
                </a:lnTo>
                <a:lnTo>
                  <a:pt x="55629" y="2082"/>
                </a:lnTo>
                <a:lnTo>
                  <a:pt x="59782" y="3677"/>
                </a:lnTo>
                <a:lnTo>
                  <a:pt x="63745" y="5698"/>
                </a:lnTo>
                <a:lnTo>
                  <a:pt x="67476" y="8123"/>
                </a:lnTo>
                <a:lnTo>
                  <a:pt x="70933" y="10924"/>
                </a:lnTo>
                <a:lnTo>
                  <a:pt x="74078" y="14072"/>
                </a:lnTo>
                <a:lnTo>
                  <a:pt x="76878" y="17532"/>
                </a:lnTo>
                <a:lnTo>
                  <a:pt x="79300" y="21265"/>
                </a:lnTo>
                <a:lnTo>
                  <a:pt x="81320" y="25232"/>
                </a:lnTo>
                <a:lnTo>
                  <a:pt x="82914" y="29388"/>
                </a:lnTo>
                <a:lnTo>
                  <a:pt x="84065" y="33688"/>
                </a:lnTo>
                <a:lnTo>
                  <a:pt x="84761" y="38085"/>
                </a:lnTo>
                <a:lnTo>
                  <a:pt x="84994" y="42531"/>
                </a:lnTo>
                <a:close/>
              </a:path>
            </a:pathLst>
          </a:custGeom>
          <a:noFill xmlns:a="http://schemas.openxmlformats.org/drawingml/2006/main"/>
          <a:ln xmlns:a="http://schemas.openxmlformats.org/drawingml/2006/main" w="12142">
            <a:solidFill>
              <a:srgbClr val="151B2D"/>
            </a:solidFill>
          </a:ln>
        </p:spPr>
      </p:sp>
      <p:sp>
        <p:nvSpPr>
          <p:cNvPr id="1049" name="R23|708">
            <a:extLst xmlns:a="http://schemas.openxmlformats.org/drawingml/2006/main">
              <a:ext uri="{FF2B5EF4-FFF2-40B4-BE49-F238E27FC236}">
                <a16:creationId xmlns:a16="http://schemas.microsoft.com/office/drawing/2014/main" id="{4A6D8D7A-A1C2-49BB-8000-CCA45ABEB733}"/>
              </a:ext>
            </a:extLst>
          </p:cNvPr>
          <p:cNvSpPr>
            <a:spLocks xmlns:a="http://schemas.openxmlformats.org/drawingml/2006/main" noGrp="1"/>
          </p:cNvSpPr>
          <p:nvPr/>
        </p:nvSpPr>
        <p:spPr>
          <a:xfrm xmlns:a="http://schemas.openxmlformats.org/drawingml/2006/main">
            <a:off x="2686634" y="5882621"/>
            <a:ext cx="84994" cy="85061"/>
          </a:xfrm>
          <a:custGeom xmlns:a="http://schemas.openxmlformats.org/drawingml/2006/main">
            <a:pathLst>
              <a:path w="84994" h="85061">
                <a:moveTo>
                  <a:pt x="84994" y="42531"/>
                </a:moveTo>
                <a:lnTo>
                  <a:pt x="84761" y="46976"/>
                </a:lnTo>
                <a:lnTo>
                  <a:pt x="84065" y="51373"/>
                </a:lnTo>
                <a:lnTo>
                  <a:pt x="82914" y="55673"/>
                </a:lnTo>
                <a:lnTo>
                  <a:pt x="81320" y="59830"/>
                </a:lnTo>
                <a:lnTo>
                  <a:pt x="79300" y="63796"/>
                </a:lnTo>
                <a:lnTo>
                  <a:pt x="76878" y="67530"/>
                </a:lnTo>
                <a:lnTo>
                  <a:pt x="74078" y="70989"/>
                </a:lnTo>
                <a:lnTo>
                  <a:pt x="70933" y="74137"/>
                </a:lnTo>
                <a:lnTo>
                  <a:pt x="67476" y="76939"/>
                </a:lnTo>
                <a:lnTo>
                  <a:pt x="63745" y="79363"/>
                </a:lnTo>
                <a:lnTo>
                  <a:pt x="59782" y="81384"/>
                </a:lnTo>
                <a:lnTo>
                  <a:pt x="55629" y="82980"/>
                </a:lnTo>
                <a:lnTo>
                  <a:pt x="51333" y="84132"/>
                </a:lnTo>
                <a:lnTo>
                  <a:pt x="46939" y="84828"/>
                </a:lnTo>
                <a:lnTo>
                  <a:pt x="42497" y="85061"/>
                </a:lnTo>
                <a:lnTo>
                  <a:pt x="38055" y="84828"/>
                </a:lnTo>
                <a:lnTo>
                  <a:pt x="33661" y="84132"/>
                </a:lnTo>
                <a:lnTo>
                  <a:pt x="29365" y="82980"/>
                </a:lnTo>
                <a:lnTo>
                  <a:pt x="25212" y="81384"/>
                </a:lnTo>
                <a:lnTo>
                  <a:pt x="21248" y="79363"/>
                </a:lnTo>
                <a:lnTo>
                  <a:pt x="17518" y="76939"/>
                </a:lnTo>
                <a:lnTo>
                  <a:pt x="14061" y="74137"/>
                </a:lnTo>
                <a:lnTo>
                  <a:pt x="10916" y="70989"/>
                </a:lnTo>
                <a:lnTo>
                  <a:pt x="8116" y="67530"/>
                </a:lnTo>
                <a:lnTo>
                  <a:pt x="5694" y="63796"/>
                </a:lnTo>
                <a:lnTo>
                  <a:pt x="3674" y="59830"/>
                </a:lnTo>
                <a:lnTo>
                  <a:pt x="2080" y="55673"/>
                </a:lnTo>
                <a:lnTo>
                  <a:pt x="929" y="51373"/>
                </a:lnTo>
                <a:lnTo>
                  <a:pt x="233" y="46976"/>
                </a:lnTo>
                <a:lnTo>
                  <a:pt x="0" y="42531"/>
                </a:lnTo>
                <a:lnTo>
                  <a:pt x="233" y="38085"/>
                </a:lnTo>
                <a:lnTo>
                  <a:pt x="929" y="33688"/>
                </a:lnTo>
                <a:lnTo>
                  <a:pt x="2080" y="29388"/>
                </a:lnTo>
                <a:lnTo>
                  <a:pt x="3674" y="25232"/>
                </a:lnTo>
                <a:lnTo>
                  <a:pt x="5694" y="21265"/>
                </a:lnTo>
                <a:lnTo>
                  <a:pt x="8116" y="17532"/>
                </a:lnTo>
                <a:lnTo>
                  <a:pt x="10916" y="14072"/>
                </a:lnTo>
                <a:lnTo>
                  <a:pt x="14061" y="10924"/>
                </a:lnTo>
                <a:lnTo>
                  <a:pt x="17518" y="8123"/>
                </a:lnTo>
                <a:lnTo>
                  <a:pt x="21248" y="5698"/>
                </a:lnTo>
                <a:lnTo>
                  <a:pt x="25212" y="3677"/>
                </a:lnTo>
                <a:lnTo>
                  <a:pt x="29365" y="2082"/>
                </a:lnTo>
                <a:lnTo>
                  <a:pt x="33661" y="929"/>
                </a:lnTo>
                <a:lnTo>
                  <a:pt x="38055" y="233"/>
                </a:lnTo>
                <a:lnTo>
                  <a:pt x="42497" y="0"/>
                </a:lnTo>
                <a:lnTo>
                  <a:pt x="46939" y="233"/>
                </a:lnTo>
                <a:lnTo>
                  <a:pt x="51333" y="929"/>
                </a:lnTo>
                <a:lnTo>
                  <a:pt x="55629" y="2082"/>
                </a:lnTo>
                <a:lnTo>
                  <a:pt x="59782" y="3677"/>
                </a:lnTo>
                <a:lnTo>
                  <a:pt x="63745" y="5698"/>
                </a:lnTo>
                <a:lnTo>
                  <a:pt x="67476" y="8123"/>
                </a:lnTo>
                <a:lnTo>
                  <a:pt x="70933" y="10924"/>
                </a:lnTo>
                <a:lnTo>
                  <a:pt x="74078" y="14072"/>
                </a:lnTo>
                <a:lnTo>
                  <a:pt x="76878" y="17532"/>
                </a:lnTo>
                <a:lnTo>
                  <a:pt x="79300" y="21265"/>
                </a:lnTo>
                <a:lnTo>
                  <a:pt x="81320" y="25232"/>
                </a:lnTo>
                <a:lnTo>
                  <a:pt x="82914" y="29388"/>
                </a:lnTo>
                <a:lnTo>
                  <a:pt x="84065" y="33688"/>
                </a:lnTo>
                <a:lnTo>
                  <a:pt x="84761" y="38085"/>
                </a:lnTo>
                <a:lnTo>
                  <a:pt x="84994" y="42531"/>
                </a:lnTo>
                <a:close/>
              </a:path>
            </a:pathLst>
          </a:custGeom>
          <a:noFill xmlns:a="http://schemas.openxmlformats.org/drawingml/2006/main"/>
          <a:ln xmlns:a="http://schemas.openxmlformats.org/drawingml/2006/main" w="12142">
            <a:solidFill>
              <a:srgbClr val="151B2D"/>
            </a:solidFill>
          </a:ln>
        </p:spPr>
      </p:sp>
      <p:sp>
        <p:nvSpPr>
          <p:cNvPr id="1050" name="Vector element">
            <a:extLst xmlns:a="http://schemas.openxmlformats.org/drawingml/2006/main">
              <a:ext uri="{FF2B5EF4-FFF2-40B4-BE49-F238E27FC236}">
                <a16:creationId xmlns:a16="http://schemas.microsoft.com/office/drawing/2014/main" id="{2C9A4D8F-F2B0-4DCA-A376-8A52842D241C}"/>
              </a:ext>
            </a:extLst>
          </p:cNvPr>
          <p:cNvSpPr>
            <a:spLocks xmlns:a="http://schemas.openxmlformats.org/drawingml/2006/main" noGrp="1"/>
          </p:cNvSpPr>
          <p:nvPr/>
        </p:nvSpPr>
        <p:spPr>
          <a:xfrm xmlns:a="http://schemas.openxmlformats.org/drawingml/2006/main">
            <a:off x="8098772" y="3945087"/>
            <a:ext cx="837859" cy="140580"/>
          </a:xfrm>
          <a:custGeom xmlns:a="http://schemas.openxmlformats.org/drawingml/2006/main">
            <a:pathLst>
              <a:path w="837859" h="140580">
                <a:moveTo>
                  <a:pt x="0" y="71134"/>
                </a:moveTo>
                <a:cubicBezTo>
                  <a:pt x="0" y="31476"/>
                  <a:pt x="31476" y="0"/>
                  <a:pt x="70853" y="281"/>
                </a:cubicBezTo>
                <a:lnTo>
                  <a:pt x="767569" y="281"/>
                </a:lnTo>
                <a:cubicBezTo>
                  <a:pt x="806383" y="0"/>
                  <a:pt x="837859" y="31476"/>
                  <a:pt x="837859" y="70290"/>
                </a:cubicBezTo>
                <a:cubicBezTo>
                  <a:pt x="837859" y="109104"/>
                  <a:pt x="806383" y="140580"/>
                  <a:pt x="767569" y="140299"/>
                </a:cubicBezTo>
                <a:lnTo>
                  <a:pt x="70853" y="140299"/>
                </a:lnTo>
                <a:cubicBezTo>
                  <a:pt x="31476" y="140580"/>
                  <a:pt x="0" y="109104"/>
                  <a:pt x="0" y="71134"/>
                </a:cubicBezTo>
              </a:path>
            </a:pathLst>
          </a:custGeom>
          <a:solidFill xmlns:a="http://schemas.openxmlformats.org/drawingml/2006/main">
            <a:srgbClr val="F1F1F1"/>
          </a:solidFill>
          <a:ln xmlns:a="http://schemas.openxmlformats.org/drawingml/2006/main" w="0" cap="flat">
            <a:noFill/>
            <a:miter/>
          </a:ln>
        </p:spPr>
      </p:sp>
      <p:sp>
        <p:nvSpPr>
          <p:cNvPr id="1051" name="Text filters">
            <a:extLst xmlns:a="http://schemas.openxmlformats.org/drawingml/2006/main">
              <a:ext uri="{FF2B5EF4-FFF2-40B4-BE49-F238E27FC236}">
                <a16:creationId xmlns:a16="http://schemas.microsoft.com/office/drawing/2014/main" id="{23509FEB-5B22-47AC-9917-50C314DE3C37}"/>
              </a:ext>
            </a:extLst>
          </p:cNvPr>
          <p:cNvSpPr>
            <a:spLocks xmlns:a="http://schemas.openxmlformats.org/drawingml/2006/main" noGrp="1"/>
          </p:cNvSpPr>
          <p:nvPr/>
        </p:nvSpPr>
        <p:spPr>
          <a:xfrm xmlns:a="http://schemas.openxmlformats.org/drawingml/2006/main">
            <a:off x="8307933" y="3956727"/>
            <a:ext cx="417755" cy="120890"/>
          </a:xfrm>
          <a:custGeom xmlns:a="http://schemas.openxmlformats.org/drawingml/2006/main">
            <a:pathLst>
              <a:path w="417755" h="120890">
                <a:moveTo>
                  <a:pt x="50268" y="13933"/>
                </a:moveTo>
                <a:cubicBezTo>
                  <a:pt x="39249" y="13933"/>
                  <a:pt x="33080" y="21544"/>
                  <a:pt x="31759" y="36767"/>
                </a:cubicBezTo>
                <a:lnTo>
                  <a:pt x="31554" y="40980"/>
                </a:lnTo>
                <a:cubicBezTo>
                  <a:pt x="39295" y="40433"/>
                  <a:pt x="44304" y="40160"/>
                  <a:pt x="46580" y="40160"/>
                </a:cubicBezTo>
                <a:cubicBezTo>
                  <a:pt x="53820" y="40160"/>
                  <a:pt x="57440" y="42447"/>
                  <a:pt x="57440" y="47022"/>
                </a:cubicBezTo>
                <a:cubicBezTo>
                  <a:pt x="57440" y="50363"/>
                  <a:pt x="55664" y="52354"/>
                  <a:pt x="52113" y="52994"/>
                </a:cubicBezTo>
                <a:cubicBezTo>
                  <a:pt x="50564" y="53269"/>
                  <a:pt x="48755" y="53372"/>
                  <a:pt x="46683" y="53304"/>
                </a:cubicBezTo>
                <a:cubicBezTo>
                  <a:pt x="44611" y="53235"/>
                  <a:pt x="39363" y="53544"/>
                  <a:pt x="30940" y="54230"/>
                </a:cubicBezTo>
                <a:lnTo>
                  <a:pt x="30393" y="69817"/>
                </a:lnTo>
                <a:cubicBezTo>
                  <a:pt x="30393" y="72644"/>
                  <a:pt x="30484" y="76884"/>
                  <a:pt x="30667" y="82536"/>
                </a:cubicBezTo>
                <a:cubicBezTo>
                  <a:pt x="30849" y="88188"/>
                  <a:pt x="30940" y="92404"/>
                  <a:pt x="30940" y="95184"/>
                </a:cubicBezTo>
                <a:cubicBezTo>
                  <a:pt x="30940" y="103844"/>
                  <a:pt x="30439" y="110589"/>
                  <a:pt x="29437" y="115420"/>
                </a:cubicBezTo>
                <a:cubicBezTo>
                  <a:pt x="28663" y="119067"/>
                  <a:pt x="26546" y="120890"/>
                  <a:pt x="23085" y="120890"/>
                </a:cubicBezTo>
                <a:cubicBezTo>
                  <a:pt x="21218" y="120890"/>
                  <a:pt x="19625" y="120286"/>
                  <a:pt x="18304" y="119078"/>
                </a:cubicBezTo>
                <a:cubicBezTo>
                  <a:pt x="16984" y="117870"/>
                  <a:pt x="16324" y="116355"/>
                  <a:pt x="16324" y="114532"/>
                </a:cubicBezTo>
                <a:cubicBezTo>
                  <a:pt x="16324" y="114168"/>
                  <a:pt x="16369" y="113712"/>
                  <a:pt x="16460" y="113164"/>
                </a:cubicBezTo>
                <a:cubicBezTo>
                  <a:pt x="17416" y="107239"/>
                  <a:pt x="17894" y="100790"/>
                  <a:pt x="17894" y="93816"/>
                </a:cubicBezTo>
                <a:lnTo>
                  <a:pt x="17690" y="75151"/>
                </a:lnTo>
                <a:lnTo>
                  <a:pt x="17690" y="55323"/>
                </a:lnTo>
                <a:cubicBezTo>
                  <a:pt x="11998" y="55778"/>
                  <a:pt x="8401" y="56006"/>
                  <a:pt x="6898" y="56006"/>
                </a:cubicBezTo>
                <a:cubicBezTo>
                  <a:pt x="2299" y="56006"/>
                  <a:pt x="0" y="53797"/>
                  <a:pt x="0" y="49381"/>
                </a:cubicBezTo>
                <a:cubicBezTo>
                  <a:pt x="0" y="44873"/>
                  <a:pt x="3984" y="42505"/>
                  <a:pt x="11952" y="42277"/>
                </a:cubicBezTo>
                <a:lnTo>
                  <a:pt x="18509" y="42073"/>
                </a:lnTo>
                <a:cubicBezTo>
                  <a:pt x="18646" y="39523"/>
                  <a:pt x="18987" y="36062"/>
                  <a:pt x="19534" y="31691"/>
                </a:cubicBezTo>
                <a:cubicBezTo>
                  <a:pt x="20718" y="21583"/>
                  <a:pt x="23267" y="14138"/>
                  <a:pt x="27183" y="9357"/>
                </a:cubicBezTo>
                <a:cubicBezTo>
                  <a:pt x="31919" y="3574"/>
                  <a:pt x="39318" y="683"/>
                  <a:pt x="49381" y="683"/>
                </a:cubicBezTo>
                <a:cubicBezTo>
                  <a:pt x="55892" y="683"/>
                  <a:pt x="59147" y="2903"/>
                  <a:pt x="59147" y="7342"/>
                </a:cubicBezTo>
                <a:cubicBezTo>
                  <a:pt x="59147" y="11736"/>
                  <a:pt x="56188" y="13933"/>
                  <a:pt x="50268" y="13933"/>
                </a:cubicBezTo>
                <a:close/>
                <a:moveTo>
                  <a:pt x="89112" y="23495"/>
                </a:moveTo>
                <a:cubicBezTo>
                  <a:pt x="86927" y="23495"/>
                  <a:pt x="85037" y="22721"/>
                  <a:pt x="83443" y="21173"/>
                </a:cubicBezTo>
                <a:cubicBezTo>
                  <a:pt x="81850" y="19625"/>
                  <a:pt x="81053" y="17758"/>
                  <a:pt x="81053" y="15572"/>
                </a:cubicBezTo>
                <a:cubicBezTo>
                  <a:pt x="81053" y="13387"/>
                  <a:pt x="81850" y="11520"/>
                  <a:pt x="83443" y="9972"/>
                </a:cubicBezTo>
                <a:cubicBezTo>
                  <a:pt x="85037" y="8424"/>
                  <a:pt x="86927" y="7650"/>
                  <a:pt x="89112" y="7650"/>
                </a:cubicBezTo>
                <a:cubicBezTo>
                  <a:pt x="91298" y="7650"/>
                  <a:pt x="93176" y="8424"/>
                  <a:pt x="94747" y="9972"/>
                </a:cubicBezTo>
                <a:cubicBezTo>
                  <a:pt x="96318" y="11520"/>
                  <a:pt x="97103" y="13387"/>
                  <a:pt x="97103" y="15572"/>
                </a:cubicBezTo>
                <a:cubicBezTo>
                  <a:pt x="97103" y="17758"/>
                  <a:pt x="96318" y="19625"/>
                  <a:pt x="94747" y="21173"/>
                </a:cubicBezTo>
                <a:cubicBezTo>
                  <a:pt x="93176" y="22721"/>
                  <a:pt x="91298" y="23495"/>
                  <a:pt x="89112" y="23495"/>
                </a:cubicBezTo>
                <a:moveTo>
                  <a:pt x="92186" y="78993"/>
                </a:moveTo>
                <a:cubicBezTo>
                  <a:pt x="92186" y="81728"/>
                  <a:pt x="92265" y="85818"/>
                  <a:pt x="92425" y="91265"/>
                </a:cubicBezTo>
                <a:cubicBezTo>
                  <a:pt x="92584" y="96711"/>
                  <a:pt x="92664" y="100801"/>
                  <a:pt x="92664" y="103536"/>
                </a:cubicBezTo>
                <a:cubicBezTo>
                  <a:pt x="92664" y="105541"/>
                  <a:pt x="92049" y="107181"/>
                  <a:pt x="90820" y="108458"/>
                </a:cubicBezTo>
                <a:cubicBezTo>
                  <a:pt x="89590" y="109734"/>
                  <a:pt x="87974" y="110372"/>
                  <a:pt x="85970" y="110372"/>
                </a:cubicBezTo>
                <a:cubicBezTo>
                  <a:pt x="84013" y="110372"/>
                  <a:pt x="82407" y="109734"/>
                  <a:pt x="81155" y="108458"/>
                </a:cubicBezTo>
                <a:cubicBezTo>
                  <a:pt x="79903" y="107181"/>
                  <a:pt x="79277" y="105541"/>
                  <a:pt x="79277" y="103536"/>
                </a:cubicBezTo>
                <a:cubicBezTo>
                  <a:pt x="79277" y="100801"/>
                  <a:pt x="79197" y="96711"/>
                  <a:pt x="79038" y="91265"/>
                </a:cubicBezTo>
                <a:cubicBezTo>
                  <a:pt x="78879" y="85818"/>
                  <a:pt x="78799" y="81728"/>
                  <a:pt x="78799" y="78993"/>
                </a:cubicBezTo>
                <a:cubicBezTo>
                  <a:pt x="78799" y="74708"/>
                  <a:pt x="79027" y="69365"/>
                  <a:pt x="79482" y="62962"/>
                </a:cubicBezTo>
                <a:cubicBezTo>
                  <a:pt x="79937" y="56557"/>
                  <a:pt x="80165" y="51213"/>
                  <a:pt x="80165" y="46928"/>
                </a:cubicBezTo>
                <a:cubicBezTo>
                  <a:pt x="80165" y="44878"/>
                  <a:pt x="80791" y="43214"/>
                  <a:pt x="82043" y="41938"/>
                </a:cubicBezTo>
                <a:cubicBezTo>
                  <a:pt x="83295" y="40662"/>
                  <a:pt x="84900" y="40024"/>
                  <a:pt x="86858" y="40024"/>
                </a:cubicBezTo>
                <a:cubicBezTo>
                  <a:pt x="88816" y="40024"/>
                  <a:pt x="90421" y="40662"/>
                  <a:pt x="91673" y="41938"/>
                </a:cubicBezTo>
                <a:cubicBezTo>
                  <a:pt x="92926" y="43214"/>
                  <a:pt x="93552" y="44878"/>
                  <a:pt x="93552" y="46928"/>
                </a:cubicBezTo>
                <a:cubicBezTo>
                  <a:pt x="93552" y="51213"/>
                  <a:pt x="93324" y="56557"/>
                  <a:pt x="92869" y="62962"/>
                </a:cubicBezTo>
                <a:cubicBezTo>
                  <a:pt x="92413" y="69365"/>
                  <a:pt x="92186" y="74708"/>
                  <a:pt x="92186" y="78993"/>
                </a:cubicBezTo>
                <a:close/>
                <a:moveTo>
                  <a:pt x="132777" y="56279"/>
                </a:moveTo>
                <a:lnTo>
                  <a:pt x="131753" y="90264"/>
                </a:lnTo>
                <a:cubicBezTo>
                  <a:pt x="131753" y="93866"/>
                  <a:pt x="131571" y="99154"/>
                  <a:pt x="131206" y="106129"/>
                </a:cubicBezTo>
                <a:cubicBezTo>
                  <a:pt x="130751" y="110688"/>
                  <a:pt x="128520" y="112967"/>
                  <a:pt x="124513" y="112967"/>
                </a:cubicBezTo>
                <a:cubicBezTo>
                  <a:pt x="120051" y="112967"/>
                  <a:pt x="117820" y="110642"/>
                  <a:pt x="117820" y="105992"/>
                </a:cubicBezTo>
                <a:cubicBezTo>
                  <a:pt x="117820" y="100476"/>
                  <a:pt x="118070" y="92190"/>
                  <a:pt x="118571" y="81136"/>
                </a:cubicBezTo>
                <a:cubicBezTo>
                  <a:pt x="119072" y="70081"/>
                  <a:pt x="119322" y="61795"/>
                  <a:pt x="119322" y="56279"/>
                </a:cubicBezTo>
                <a:cubicBezTo>
                  <a:pt x="119322" y="49076"/>
                  <a:pt x="119436" y="40836"/>
                  <a:pt x="119664" y="31559"/>
                </a:cubicBezTo>
                <a:cubicBezTo>
                  <a:pt x="119891" y="22281"/>
                  <a:pt x="120005" y="14041"/>
                  <a:pt x="120005" y="6838"/>
                </a:cubicBezTo>
                <a:cubicBezTo>
                  <a:pt x="120005" y="2280"/>
                  <a:pt x="122236" y="0"/>
                  <a:pt x="126698" y="0"/>
                </a:cubicBezTo>
                <a:cubicBezTo>
                  <a:pt x="131206" y="0"/>
                  <a:pt x="133460" y="2280"/>
                  <a:pt x="133460" y="6838"/>
                </a:cubicBezTo>
                <a:cubicBezTo>
                  <a:pt x="133460" y="14041"/>
                  <a:pt x="133346" y="22281"/>
                  <a:pt x="133119" y="31559"/>
                </a:cubicBezTo>
                <a:cubicBezTo>
                  <a:pt x="132891" y="40836"/>
                  <a:pt x="132777" y="49076"/>
                  <a:pt x="132777" y="56279"/>
                </a:cubicBezTo>
                <a:close/>
                <a:moveTo>
                  <a:pt x="199781" y="51831"/>
                </a:moveTo>
                <a:cubicBezTo>
                  <a:pt x="198825" y="51831"/>
                  <a:pt x="197698" y="51785"/>
                  <a:pt x="196400" y="51694"/>
                </a:cubicBezTo>
                <a:cubicBezTo>
                  <a:pt x="195102" y="51602"/>
                  <a:pt x="193975" y="51556"/>
                  <a:pt x="193019" y="51556"/>
                </a:cubicBezTo>
                <a:cubicBezTo>
                  <a:pt x="191972" y="51556"/>
                  <a:pt x="188876" y="51901"/>
                  <a:pt x="183730" y="52591"/>
                </a:cubicBezTo>
                <a:lnTo>
                  <a:pt x="185028" y="92911"/>
                </a:lnTo>
                <a:lnTo>
                  <a:pt x="185096" y="95914"/>
                </a:lnTo>
                <a:lnTo>
                  <a:pt x="185165" y="99393"/>
                </a:lnTo>
                <a:cubicBezTo>
                  <a:pt x="185347" y="109353"/>
                  <a:pt x="182956" y="114333"/>
                  <a:pt x="177993" y="114333"/>
                </a:cubicBezTo>
                <a:cubicBezTo>
                  <a:pt x="176172" y="114333"/>
                  <a:pt x="174590" y="113742"/>
                  <a:pt x="173246" y="112560"/>
                </a:cubicBezTo>
                <a:cubicBezTo>
                  <a:pt x="171903" y="111377"/>
                  <a:pt x="171232" y="109899"/>
                  <a:pt x="171232" y="108125"/>
                </a:cubicBezTo>
                <a:cubicBezTo>
                  <a:pt x="171232" y="106397"/>
                  <a:pt x="171300" y="103805"/>
                  <a:pt x="171437" y="100349"/>
                </a:cubicBezTo>
                <a:cubicBezTo>
                  <a:pt x="171573" y="96891"/>
                  <a:pt x="171641" y="94298"/>
                  <a:pt x="171641" y="92569"/>
                </a:cubicBezTo>
                <a:lnTo>
                  <a:pt x="170275" y="52727"/>
                </a:lnTo>
                <a:cubicBezTo>
                  <a:pt x="166952" y="52591"/>
                  <a:pt x="161897" y="52202"/>
                  <a:pt x="155113" y="51560"/>
                </a:cubicBezTo>
                <a:cubicBezTo>
                  <a:pt x="151061" y="51011"/>
                  <a:pt x="149034" y="48746"/>
                  <a:pt x="149034" y="44766"/>
                </a:cubicBezTo>
                <a:cubicBezTo>
                  <a:pt x="149034" y="42753"/>
                  <a:pt x="149649" y="41084"/>
                  <a:pt x="150878" y="39759"/>
                </a:cubicBezTo>
                <a:cubicBezTo>
                  <a:pt x="152108" y="38433"/>
                  <a:pt x="153679" y="37770"/>
                  <a:pt x="155591" y="37770"/>
                </a:cubicBezTo>
                <a:lnTo>
                  <a:pt x="169934" y="38931"/>
                </a:lnTo>
                <a:cubicBezTo>
                  <a:pt x="169934" y="36601"/>
                  <a:pt x="169832" y="33485"/>
                  <a:pt x="169627" y="29582"/>
                </a:cubicBezTo>
                <a:cubicBezTo>
                  <a:pt x="169422" y="25678"/>
                  <a:pt x="169319" y="22858"/>
                  <a:pt x="169319" y="21124"/>
                </a:cubicBezTo>
                <a:cubicBezTo>
                  <a:pt x="169319" y="19206"/>
                  <a:pt x="169979" y="17619"/>
                  <a:pt x="171300" y="16364"/>
                </a:cubicBezTo>
                <a:cubicBezTo>
                  <a:pt x="172620" y="15108"/>
                  <a:pt x="174237" y="14480"/>
                  <a:pt x="176149" y="14480"/>
                </a:cubicBezTo>
                <a:cubicBezTo>
                  <a:pt x="180247" y="14480"/>
                  <a:pt x="182638" y="17826"/>
                  <a:pt x="183321" y="24520"/>
                </a:cubicBezTo>
                <a:cubicBezTo>
                  <a:pt x="183457" y="26204"/>
                  <a:pt x="183526" y="28230"/>
                  <a:pt x="183526" y="30598"/>
                </a:cubicBezTo>
                <a:lnTo>
                  <a:pt x="183389" y="34560"/>
                </a:lnTo>
                <a:lnTo>
                  <a:pt x="183321" y="38794"/>
                </a:lnTo>
                <a:cubicBezTo>
                  <a:pt x="188967" y="38066"/>
                  <a:pt x="192200" y="37701"/>
                  <a:pt x="193019" y="37701"/>
                </a:cubicBezTo>
                <a:cubicBezTo>
                  <a:pt x="197755" y="37701"/>
                  <a:pt x="200851" y="37929"/>
                  <a:pt x="202308" y="38384"/>
                </a:cubicBezTo>
                <a:cubicBezTo>
                  <a:pt x="205085" y="39301"/>
                  <a:pt x="206474" y="41461"/>
                  <a:pt x="206474" y="44864"/>
                </a:cubicBezTo>
                <a:cubicBezTo>
                  <a:pt x="206474" y="46888"/>
                  <a:pt x="205848" y="48555"/>
                  <a:pt x="204596" y="49865"/>
                </a:cubicBezTo>
                <a:cubicBezTo>
                  <a:pt x="203344" y="51176"/>
                  <a:pt x="201739" y="51831"/>
                  <a:pt x="199781" y="51831"/>
                </a:cubicBezTo>
                <a:close/>
                <a:moveTo>
                  <a:pt x="252058" y="113104"/>
                </a:moveTo>
                <a:cubicBezTo>
                  <a:pt x="241767" y="113104"/>
                  <a:pt x="233435" y="110529"/>
                  <a:pt x="227060" y="105380"/>
                </a:cubicBezTo>
                <a:cubicBezTo>
                  <a:pt x="220094" y="99683"/>
                  <a:pt x="216610" y="91706"/>
                  <a:pt x="216610" y="81452"/>
                </a:cubicBezTo>
                <a:cubicBezTo>
                  <a:pt x="216610" y="69603"/>
                  <a:pt x="219479" y="59668"/>
                  <a:pt x="225216" y="51647"/>
                </a:cubicBezTo>
                <a:cubicBezTo>
                  <a:pt x="231454" y="42896"/>
                  <a:pt x="239787" y="38521"/>
                  <a:pt x="250214" y="38521"/>
                </a:cubicBezTo>
                <a:cubicBezTo>
                  <a:pt x="257772" y="38521"/>
                  <a:pt x="263942" y="39796"/>
                  <a:pt x="268723" y="42346"/>
                </a:cubicBezTo>
                <a:cubicBezTo>
                  <a:pt x="274597" y="45488"/>
                  <a:pt x="277534" y="50314"/>
                  <a:pt x="277534" y="56825"/>
                </a:cubicBezTo>
                <a:cubicBezTo>
                  <a:pt x="277534" y="61379"/>
                  <a:pt x="274961" y="65522"/>
                  <a:pt x="269816" y="69256"/>
                </a:cubicBezTo>
                <a:cubicBezTo>
                  <a:pt x="267539" y="70895"/>
                  <a:pt x="262712" y="73445"/>
                  <a:pt x="255336" y="76905"/>
                </a:cubicBezTo>
                <a:lnTo>
                  <a:pt x="229246" y="89268"/>
                </a:lnTo>
                <a:cubicBezTo>
                  <a:pt x="231796" y="93047"/>
                  <a:pt x="234971" y="95893"/>
                  <a:pt x="238773" y="97805"/>
                </a:cubicBezTo>
                <a:cubicBezTo>
                  <a:pt x="242576" y="99717"/>
                  <a:pt x="247004" y="100674"/>
                  <a:pt x="252058" y="100674"/>
                </a:cubicBezTo>
                <a:cubicBezTo>
                  <a:pt x="255200" y="100674"/>
                  <a:pt x="258888" y="100082"/>
                  <a:pt x="263122" y="98898"/>
                </a:cubicBezTo>
                <a:cubicBezTo>
                  <a:pt x="268495" y="97395"/>
                  <a:pt x="271956" y="95426"/>
                  <a:pt x="273504" y="92990"/>
                </a:cubicBezTo>
                <a:cubicBezTo>
                  <a:pt x="275052" y="90554"/>
                  <a:pt x="276714" y="89336"/>
                  <a:pt x="278490" y="89336"/>
                </a:cubicBezTo>
                <a:cubicBezTo>
                  <a:pt x="280083" y="89336"/>
                  <a:pt x="281506" y="89941"/>
                  <a:pt x="282758" y="91152"/>
                </a:cubicBezTo>
                <a:cubicBezTo>
                  <a:pt x="284011" y="92362"/>
                  <a:pt x="284637" y="93765"/>
                  <a:pt x="284637" y="95363"/>
                </a:cubicBezTo>
                <a:cubicBezTo>
                  <a:pt x="284637" y="100432"/>
                  <a:pt x="280561" y="104793"/>
                  <a:pt x="272411" y="108447"/>
                </a:cubicBezTo>
                <a:cubicBezTo>
                  <a:pt x="265444" y="111552"/>
                  <a:pt x="258660" y="113104"/>
                  <a:pt x="252058" y="113104"/>
                </a:cubicBezTo>
                <a:moveTo>
                  <a:pt x="250214" y="50815"/>
                </a:moveTo>
                <a:cubicBezTo>
                  <a:pt x="244659" y="50815"/>
                  <a:pt x="240037" y="52966"/>
                  <a:pt x="236349" y="57269"/>
                </a:cubicBezTo>
                <a:cubicBezTo>
                  <a:pt x="232661" y="61572"/>
                  <a:pt x="229906" y="68049"/>
                  <a:pt x="228085" y="76700"/>
                </a:cubicBezTo>
                <a:lnTo>
                  <a:pt x="249053" y="66729"/>
                </a:lnTo>
                <a:cubicBezTo>
                  <a:pt x="257294" y="62722"/>
                  <a:pt x="263168" y="59238"/>
                  <a:pt x="266674" y="56279"/>
                </a:cubicBezTo>
                <a:cubicBezTo>
                  <a:pt x="262758" y="52636"/>
                  <a:pt x="257271" y="50815"/>
                  <a:pt x="250214" y="50815"/>
                </a:cubicBezTo>
                <a:close/>
                <a:moveTo>
                  <a:pt x="350618" y="59352"/>
                </a:moveTo>
                <a:cubicBezTo>
                  <a:pt x="350299" y="65044"/>
                  <a:pt x="348022" y="67890"/>
                  <a:pt x="343788" y="67890"/>
                </a:cubicBezTo>
                <a:cubicBezTo>
                  <a:pt x="339872" y="67890"/>
                  <a:pt x="337914" y="65645"/>
                  <a:pt x="337914" y="61156"/>
                </a:cubicBezTo>
                <a:cubicBezTo>
                  <a:pt x="337914" y="60294"/>
                  <a:pt x="337846" y="58706"/>
                  <a:pt x="337709" y="56392"/>
                </a:cubicBezTo>
                <a:lnTo>
                  <a:pt x="337504" y="50678"/>
                </a:lnTo>
                <a:cubicBezTo>
                  <a:pt x="330310" y="51545"/>
                  <a:pt x="324550" y="53575"/>
                  <a:pt x="320224" y="56770"/>
                </a:cubicBezTo>
                <a:cubicBezTo>
                  <a:pt x="316172" y="59737"/>
                  <a:pt x="312803" y="64209"/>
                  <a:pt x="310116" y="70186"/>
                </a:cubicBezTo>
                <a:lnTo>
                  <a:pt x="310253" y="107693"/>
                </a:lnTo>
                <a:cubicBezTo>
                  <a:pt x="310253" y="112302"/>
                  <a:pt x="307999" y="114607"/>
                  <a:pt x="303491" y="114607"/>
                </a:cubicBezTo>
                <a:cubicBezTo>
                  <a:pt x="299484" y="114607"/>
                  <a:pt x="297481" y="112303"/>
                  <a:pt x="297481" y="107696"/>
                </a:cubicBezTo>
                <a:lnTo>
                  <a:pt x="297481" y="59662"/>
                </a:lnTo>
                <a:cubicBezTo>
                  <a:pt x="297481" y="58156"/>
                  <a:pt x="297538" y="55899"/>
                  <a:pt x="297651" y="52889"/>
                </a:cubicBezTo>
                <a:cubicBezTo>
                  <a:pt x="297765" y="49879"/>
                  <a:pt x="297822" y="47620"/>
                  <a:pt x="297822" y="46115"/>
                </a:cubicBezTo>
                <a:cubicBezTo>
                  <a:pt x="297822" y="41508"/>
                  <a:pt x="299826" y="39204"/>
                  <a:pt x="303833" y="39204"/>
                </a:cubicBezTo>
                <a:cubicBezTo>
                  <a:pt x="308295" y="39204"/>
                  <a:pt x="310549" y="42983"/>
                  <a:pt x="310594" y="50542"/>
                </a:cubicBezTo>
                <a:cubicBezTo>
                  <a:pt x="319337" y="42073"/>
                  <a:pt x="329035" y="37838"/>
                  <a:pt x="339690" y="37838"/>
                </a:cubicBezTo>
                <a:cubicBezTo>
                  <a:pt x="343378" y="37838"/>
                  <a:pt x="346133" y="39227"/>
                  <a:pt x="347954" y="42004"/>
                </a:cubicBezTo>
                <a:cubicBezTo>
                  <a:pt x="349775" y="44782"/>
                  <a:pt x="350686" y="48971"/>
                  <a:pt x="350686" y="54571"/>
                </a:cubicBezTo>
                <a:cubicBezTo>
                  <a:pt x="350686" y="56939"/>
                  <a:pt x="350663" y="58533"/>
                  <a:pt x="350618" y="59352"/>
                </a:cubicBezTo>
                <a:close/>
                <a:moveTo>
                  <a:pt x="411062" y="57372"/>
                </a:moveTo>
                <a:cubicBezTo>
                  <a:pt x="408558" y="57372"/>
                  <a:pt x="406805" y="56535"/>
                  <a:pt x="405803" y="54862"/>
                </a:cubicBezTo>
                <a:cubicBezTo>
                  <a:pt x="405120" y="53686"/>
                  <a:pt x="404528" y="51245"/>
                  <a:pt x="404027" y="47537"/>
                </a:cubicBezTo>
                <a:cubicBezTo>
                  <a:pt x="400612" y="48400"/>
                  <a:pt x="395353" y="49992"/>
                  <a:pt x="388250" y="52311"/>
                </a:cubicBezTo>
                <a:cubicBezTo>
                  <a:pt x="380919" y="55222"/>
                  <a:pt x="377231" y="58815"/>
                  <a:pt x="377185" y="63090"/>
                </a:cubicBezTo>
                <a:cubicBezTo>
                  <a:pt x="378551" y="63590"/>
                  <a:pt x="379895" y="63955"/>
                  <a:pt x="381215" y="64182"/>
                </a:cubicBezTo>
                <a:cubicBezTo>
                  <a:pt x="391688" y="66046"/>
                  <a:pt x="399474" y="68616"/>
                  <a:pt x="404573" y="71892"/>
                </a:cubicBezTo>
                <a:cubicBezTo>
                  <a:pt x="411995" y="76668"/>
                  <a:pt x="415706" y="83583"/>
                  <a:pt x="415706" y="92636"/>
                </a:cubicBezTo>
                <a:cubicBezTo>
                  <a:pt x="415706" y="100050"/>
                  <a:pt x="412496" y="105645"/>
                  <a:pt x="406076" y="109420"/>
                </a:cubicBezTo>
                <a:cubicBezTo>
                  <a:pt x="400749" y="112514"/>
                  <a:pt x="394010" y="114060"/>
                  <a:pt x="385859" y="114060"/>
                </a:cubicBezTo>
                <a:cubicBezTo>
                  <a:pt x="379895" y="114060"/>
                  <a:pt x="374203" y="113059"/>
                  <a:pt x="368784" y="111055"/>
                </a:cubicBezTo>
                <a:cubicBezTo>
                  <a:pt x="361772" y="108505"/>
                  <a:pt x="358266" y="104954"/>
                  <a:pt x="358266" y="100400"/>
                </a:cubicBezTo>
                <a:cubicBezTo>
                  <a:pt x="358266" y="98579"/>
                  <a:pt x="358983" y="96985"/>
                  <a:pt x="360418" y="95619"/>
                </a:cubicBezTo>
                <a:cubicBezTo>
                  <a:pt x="361852" y="94253"/>
                  <a:pt x="363480" y="93570"/>
                  <a:pt x="365301" y="93570"/>
                </a:cubicBezTo>
                <a:cubicBezTo>
                  <a:pt x="366713" y="93570"/>
                  <a:pt x="368534" y="94663"/>
                  <a:pt x="370765" y="96849"/>
                </a:cubicBezTo>
                <a:cubicBezTo>
                  <a:pt x="371858" y="97896"/>
                  <a:pt x="374317" y="98761"/>
                  <a:pt x="378141" y="99444"/>
                </a:cubicBezTo>
                <a:cubicBezTo>
                  <a:pt x="381192" y="99991"/>
                  <a:pt x="383765" y="100264"/>
                  <a:pt x="385859" y="100264"/>
                </a:cubicBezTo>
                <a:cubicBezTo>
                  <a:pt x="389684" y="100264"/>
                  <a:pt x="393054" y="99809"/>
                  <a:pt x="395968" y="98900"/>
                </a:cubicBezTo>
                <a:cubicBezTo>
                  <a:pt x="400202" y="97581"/>
                  <a:pt x="402320" y="95489"/>
                  <a:pt x="402320" y="92625"/>
                </a:cubicBezTo>
                <a:cubicBezTo>
                  <a:pt x="402320" y="86440"/>
                  <a:pt x="397994" y="82255"/>
                  <a:pt x="389343" y="80073"/>
                </a:cubicBezTo>
                <a:lnTo>
                  <a:pt x="382239" y="78502"/>
                </a:lnTo>
                <a:cubicBezTo>
                  <a:pt x="376184" y="77180"/>
                  <a:pt x="371881" y="75630"/>
                  <a:pt x="369331" y="73853"/>
                </a:cubicBezTo>
                <a:cubicBezTo>
                  <a:pt x="365643" y="71302"/>
                  <a:pt x="363799" y="67453"/>
                  <a:pt x="363799" y="62306"/>
                </a:cubicBezTo>
                <a:cubicBezTo>
                  <a:pt x="363799" y="52784"/>
                  <a:pt x="368284" y="45995"/>
                  <a:pt x="377254" y="41940"/>
                </a:cubicBezTo>
                <a:cubicBezTo>
                  <a:pt x="379986" y="40711"/>
                  <a:pt x="384357" y="39242"/>
                  <a:pt x="390367" y="37535"/>
                </a:cubicBezTo>
                <a:cubicBezTo>
                  <a:pt x="396377" y="35826"/>
                  <a:pt x="400680" y="34379"/>
                  <a:pt x="403276" y="33194"/>
                </a:cubicBezTo>
                <a:cubicBezTo>
                  <a:pt x="405143" y="32374"/>
                  <a:pt x="407169" y="31964"/>
                  <a:pt x="409354" y="31964"/>
                </a:cubicBezTo>
                <a:cubicBezTo>
                  <a:pt x="411312" y="31964"/>
                  <a:pt x="412917" y="32602"/>
                  <a:pt x="414170" y="33877"/>
                </a:cubicBezTo>
                <a:cubicBezTo>
                  <a:pt x="415422" y="35152"/>
                  <a:pt x="416048" y="36813"/>
                  <a:pt x="416048" y="38862"/>
                </a:cubicBezTo>
                <a:cubicBezTo>
                  <a:pt x="416048" y="40183"/>
                  <a:pt x="416332" y="42118"/>
                  <a:pt x="416901" y="44668"/>
                </a:cubicBezTo>
                <a:cubicBezTo>
                  <a:pt x="417471" y="47218"/>
                  <a:pt x="417755" y="49153"/>
                  <a:pt x="417755" y="50473"/>
                </a:cubicBezTo>
                <a:cubicBezTo>
                  <a:pt x="417755" y="52522"/>
                  <a:pt x="417129" y="54184"/>
                  <a:pt x="415877" y="55459"/>
                </a:cubicBezTo>
                <a:cubicBezTo>
                  <a:pt x="414625" y="56734"/>
                  <a:pt x="413020" y="57372"/>
                  <a:pt x="411062" y="57372"/>
                </a:cubicBezTo>
                <a:close/>
              </a:path>
            </a:pathLst>
          </a:custGeom>
          <a:solidFill xmlns:a="http://schemas.openxmlformats.org/drawingml/2006/main">
            <a:srgbClr val="000000"/>
          </a:solidFill>
          <a:ln xmlns:a="http://schemas.openxmlformats.org/drawingml/2006/main" w="0" cap="flat">
            <a:noFill/>
            <a:miter/>
          </a:ln>
        </p:spPr>
      </p:sp>
      <p:sp>
        <p:nvSpPr>
          <p:cNvPr id="1052" name="R24|Pattern 669">
            <a:extLst xmlns:a="http://schemas.openxmlformats.org/drawingml/2006/main">
              <a:ext uri="{FF2B5EF4-FFF2-40B4-BE49-F238E27FC236}">
                <a16:creationId xmlns:a16="http://schemas.microsoft.com/office/drawing/2014/main" id="{AF1FD797-2642-4125-8CBE-943B3472B2D4}"/>
              </a:ext>
            </a:extLst>
          </p:cNvPr>
          <p:cNvSpPr>
            <a:spLocks xmlns:a="http://schemas.openxmlformats.org/drawingml/2006/main" noGrp="1"/>
          </p:cNvSpPr>
          <p:nvPr/>
        </p:nvSpPr>
        <p:spPr>
          <a:xfrm xmlns:a="http://schemas.openxmlformats.org/drawingml/2006/main">
            <a:off x="2639753" y="1426729"/>
            <a:ext cx="676473" cy="246297"/>
          </a:xfrm>
          <a:custGeom xmlns:a="http://schemas.openxmlformats.org/drawingml/2006/main">
            <a:pathLst>
              <a:path w="676473" h="246297">
                <a:moveTo>
                  <a:pt x="0" y="61574"/>
                </a:moveTo>
                <a:lnTo>
                  <a:pt x="473531" y="61574"/>
                </a:lnTo>
                <a:lnTo>
                  <a:pt x="473531" y="0"/>
                </a:lnTo>
                <a:lnTo>
                  <a:pt x="676473" y="123148"/>
                </a:lnTo>
                <a:lnTo>
                  <a:pt x="473531" y="246297"/>
                </a:lnTo>
                <a:lnTo>
                  <a:pt x="473531" y="184723"/>
                </a:lnTo>
                <a:lnTo>
                  <a:pt x="0" y="184723"/>
                </a:lnTo>
                <a:close/>
              </a:path>
            </a:pathLst>
          </a:custGeom>
          <a:ln xmlns:a="http://schemas.openxmlformats.org/drawingml/2006/main" w="0">
            <a:noFill/>
          </a:ln>
          <ns13:pattFill xmlns:ns13="http://schemas.openxmlformats.org/drawingml/2006/main" prst="lgCheck">
            <ns13:fgClr>
              <ns13:srgbClr val="06AADC"/>
            </ns13:fgClr>
            <ns13:bgClr>
              <ns13:srgbClr val="FFFFFF"/>
            </ns13:bgClr>
          </ns13:pattFill>
        </p:spPr>
      </p:sp>
      <p:sp>
        <p:nvSpPr>
          <p:cNvPr id="1053" name="Vector element">
            <a:extLst xmlns:a="http://schemas.openxmlformats.org/drawingml/2006/main">
              <a:ext uri="{FF2B5EF4-FFF2-40B4-BE49-F238E27FC236}">
                <a16:creationId xmlns:a16="http://schemas.microsoft.com/office/drawing/2014/main" id="{D6D16E5A-A14C-44FC-8DC9-45C9CE8C3130}"/>
              </a:ext>
            </a:extLst>
          </p:cNvPr>
          <p:cNvSpPr>
            <a:spLocks xmlns:a="http://schemas.openxmlformats.org/drawingml/2006/main" noGrp="1"/>
          </p:cNvSpPr>
          <p:nvPr/>
        </p:nvSpPr>
        <p:spPr>
          <a:xfrm xmlns:a="http://schemas.openxmlformats.org/drawingml/2006/main">
            <a:off x="2631950" y="1412545"/>
            <a:ext cx="696056" cy="274104"/>
          </a:xfrm>
          <a:custGeom xmlns:a="http://schemas.openxmlformats.org/drawingml/2006/main">
            <a:pathLst>
              <a:path w="696056" h="274104">
                <a:moveTo>
                  <a:pt x="520288" y="205402"/>
                </a:moveTo>
                <a:lnTo>
                  <a:pt x="520288" y="274104"/>
                </a:lnTo>
                <a:lnTo>
                  <a:pt x="696056" y="137052"/>
                </a:lnTo>
                <a:lnTo>
                  <a:pt x="520288" y="0"/>
                </a:lnTo>
                <a:lnTo>
                  <a:pt x="520288" y="68702"/>
                </a:lnTo>
                <a:lnTo>
                  <a:pt x="0" y="68702"/>
                </a:lnTo>
                <a:lnTo>
                  <a:pt x="0" y="205402"/>
                </a:lnTo>
                <a:lnTo>
                  <a:pt x="520288" y="205402"/>
                </a:lnTo>
                <a:close/>
                <a:moveTo>
                  <a:pt x="534346" y="245324"/>
                </a:moveTo>
                <a:lnTo>
                  <a:pt x="534346" y="191344"/>
                </a:lnTo>
                <a:lnTo>
                  <a:pt x="14058" y="191344"/>
                </a:lnTo>
                <a:lnTo>
                  <a:pt x="14058" y="82760"/>
                </a:lnTo>
                <a:lnTo>
                  <a:pt x="534346" y="82760"/>
                </a:lnTo>
                <a:lnTo>
                  <a:pt x="534346" y="28780"/>
                </a:lnTo>
                <a:lnTo>
                  <a:pt x="673207" y="137052"/>
                </a:lnTo>
                <a:lnTo>
                  <a:pt x="534346" y="245324"/>
                </a:lnTo>
                <a:close/>
              </a:path>
            </a:pathLst>
          </a:custGeom>
          <a:solidFill xmlns:a="http://schemas.openxmlformats.org/drawingml/2006/main">
            <a:srgbClr val="3B3838"/>
          </a:solidFill>
          <a:ln xmlns:a="http://schemas.openxmlformats.org/drawingml/2006/main" w="0" cap="flat">
            <a:noFill/>
            <a:miter/>
          </a:ln>
        </p:spPr>
      </p:sp>
      <p:sp>
        <p:nvSpPr>
          <p:cNvPr id="1054" name="R25|Pattern 670">
            <a:extLst xmlns:a="http://schemas.openxmlformats.org/drawingml/2006/main">
              <a:ext uri="{FF2B5EF4-FFF2-40B4-BE49-F238E27FC236}">
                <a16:creationId xmlns:a16="http://schemas.microsoft.com/office/drawing/2014/main" id="{66CF5ED9-2518-41A0-95D6-388B5A41C8E1}"/>
              </a:ext>
            </a:extLst>
          </p:cNvPr>
          <p:cNvSpPr>
            <a:spLocks xmlns:a="http://schemas.openxmlformats.org/drawingml/2006/main" noGrp="1"/>
          </p:cNvSpPr>
          <p:nvPr/>
        </p:nvSpPr>
        <p:spPr>
          <a:xfrm xmlns:a="http://schemas.openxmlformats.org/drawingml/2006/main">
            <a:off x="6445546" y="2872458"/>
            <a:ext cx="276662" cy="404872"/>
          </a:xfrm>
          <a:custGeom xmlns:a="http://schemas.openxmlformats.org/drawingml/2006/main">
            <a:pathLst>
              <a:path w="276662" h="404872">
                <a:moveTo>
                  <a:pt x="88532" y="0"/>
                </a:moveTo>
                <a:lnTo>
                  <a:pt x="188130" y="0"/>
                </a:lnTo>
                <a:lnTo>
                  <a:pt x="188130" y="267215"/>
                </a:lnTo>
                <a:lnTo>
                  <a:pt x="276662" y="267215"/>
                </a:lnTo>
                <a:lnTo>
                  <a:pt x="138331" y="404872"/>
                </a:lnTo>
                <a:lnTo>
                  <a:pt x="0" y="267215"/>
                </a:lnTo>
                <a:lnTo>
                  <a:pt x="88532" y="267215"/>
                </a:lnTo>
                <a:close/>
              </a:path>
            </a:pathLst>
          </a:custGeom>
          <a:ln xmlns:a="http://schemas.openxmlformats.org/drawingml/2006/main" w="0">
            <a:noFill/>
          </a:ln>
          <ns14:pattFill xmlns:ns14="http://schemas.openxmlformats.org/drawingml/2006/main" prst="lgCheck">
            <ns14:fgClr>
              <ns14:srgbClr val="06AADC"/>
            </ns14:fgClr>
            <ns14:bgClr>
              <ns14:srgbClr val="FFFFFF"/>
            </ns14:bgClr>
          </ns14:pattFill>
        </p:spPr>
      </p:sp>
      <p:sp>
        <p:nvSpPr>
          <p:cNvPr id="1055" name="Vector element">
            <a:extLst xmlns:a="http://schemas.openxmlformats.org/drawingml/2006/main">
              <a:ext uri="{FF2B5EF4-FFF2-40B4-BE49-F238E27FC236}">
                <a16:creationId xmlns:a16="http://schemas.microsoft.com/office/drawing/2014/main" id="{5CD33362-8B57-4B86-B96A-812A00B328A3}"/>
              </a:ext>
            </a:extLst>
          </p:cNvPr>
          <p:cNvSpPr>
            <a:spLocks xmlns:a="http://schemas.openxmlformats.org/drawingml/2006/main" noGrp="1"/>
          </p:cNvSpPr>
          <p:nvPr/>
        </p:nvSpPr>
        <p:spPr>
          <a:xfrm xmlns:a="http://schemas.openxmlformats.org/drawingml/2006/main">
            <a:off x="6430448" y="2864726"/>
            <a:ext cx="305734" cy="423330"/>
          </a:xfrm>
          <a:custGeom xmlns:a="http://schemas.openxmlformats.org/drawingml/2006/main">
            <a:pathLst>
              <a:path w="305734" h="423330">
                <a:moveTo>
                  <a:pt x="76602" y="227276"/>
                </a:moveTo>
                <a:lnTo>
                  <a:pt x="0" y="227276"/>
                </a:lnTo>
                <a:lnTo>
                  <a:pt x="152867" y="423330"/>
                </a:lnTo>
                <a:lnTo>
                  <a:pt x="305734" y="227276"/>
                </a:lnTo>
                <a:lnTo>
                  <a:pt x="229132" y="227276"/>
                </a:lnTo>
                <a:lnTo>
                  <a:pt x="229132" y="0"/>
                </a:lnTo>
                <a:lnTo>
                  <a:pt x="76602" y="0"/>
                </a:lnTo>
                <a:lnTo>
                  <a:pt x="76602" y="227276"/>
                </a:lnTo>
                <a:close/>
                <a:moveTo>
                  <a:pt x="28780" y="241334"/>
                </a:moveTo>
                <a:lnTo>
                  <a:pt x="90660" y="241334"/>
                </a:lnTo>
                <a:lnTo>
                  <a:pt x="90660" y="14058"/>
                </a:lnTo>
                <a:lnTo>
                  <a:pt x="215074" y="14058"/>
                </a:lnTo>
                <a:lnTo>
                  <a:pt x="215074" y="241334"/>
                </a:lnTo>
                <a:lnTo>
                  <a:pt x="276954" y="241334"/>
                </a:lnTo>
                <a:lnTo>
                  <a:pt x="152867" y="400481"/>
                </a:lnTo>
                <a:lnTo>
                  <a:pt x="28780" y="241334"/>
                </a:lnTo>
                <a:close/>
              </a:path>
            </a:pathLst>
          </a:custGeom>
          <a:solidFill xmlns:a="http://schemas.openxmlformats.org/drawingml/2006/main">
            <a:srgbClr val="3B3838"/>
          </a:solidFill>
          <a:ln xmlns:a="http://schemas.openxmlformats.org/drawingml/2006/main" w="0" cap="flat">
            <a:noFill/>
            <a:miter/>
          </a:ln>
        </p:spPr>
      </p:sp>
      <p:sp>
        <p:nvSpPr>
          <p:cNvPr id="1056" name="Vector element">
            <a:extLst xmlns:a="http://schemas.openxmlformats.org/drawingml/2006/main">
              <a:ext uri="{FF2B5EF4-FFF2-40B4-BE49-F238E27FC236}">
                <a16:creationId xmlns:a16="http://schemas.microsoft.com/office/drawing/2014/main" id="{FA4CF4F9-D3CF-4BAD-B9DB-81A48A2196D4}"/>
              </a:ext>
            </a:extLst>
          </p:cNvPr>
          <p:cNvSpPr>
            <a:spLocks xmlns:a="http://schemas.openxmlformats.org/drawingml/2006/main" noGrp="1"/>
          </p:cNvSpPr>
          <p:nvPr/>
        </p:nvSpPr>
        <p:spPr>
          <a:xfrm xmlns:a="http://schemas.openxmlformats.org/drawingml/2006/main">
            <a:off x="8066719" y="5580037"/>
            <a:ext cx="1059414" cy="264854"/>
          </a:xfrm>
          <a:custGeom xmlns:a="http://schemas.openxmlformats.org/drawingml/2006/main">
            <a:pathLst>
              <a:path w="1059414" h="264854">
                <a:moveTo>
                  <a:pt x="0" y="43861"/>
                </a:moveTo>
                <a:cubicBezTo>
                  <a:pt x="422" y="20370"/>
                  <a:pt x="20089" y="703"/>
                  <a:pt x="43861" y="0"/>
                </a:cubicBezTo>
                <a:lnTo>
                  <a:pt x="1015553" y="0"/>
                </a:lnTo>
                <a:cubicBezTo>
                  <a:pt x="1039325" y="703"/>
                  <a:pt x="1058992" y="20370"/>
                  <a:pt x="1059414" y="43861"/>
                </a:cubicBezTo>
                <a:lnTo>
                  <a:pt x="1059414" y="220992"/>
                </a:lnTo>
                <a:cubicBezTo>
                  <a:pt x="1058992" y="244624"/>
                  <a:pt x="1039325" y="264291"/>
                  <a:pt x="1015553" y="264854"/>
                </a:cubicBezTo>
                <a:lnTo>
                  <a:pt x="43861" y="264854"/>
                </a:lnTo>
                <a:cubicBezTo>
                  <a:pt x="20089" y="264291"/>
                  <a:pt x="422" y="244624"/>
                  <a:pt x="0" y="220992"/>
                </a:cubicBezTo>
                <a:lnTo>
                  <a:pt x="0" y="43861"/>
                </a:lnTo>
              </a:path>
            </a:pathLst>
          </a:custGeom>
          <a:solidFill xmlns:a="http://schemas.openxmlformats.org/drawingml/2006/main">
            <a:srgbClr val="FAE4D5"/>
          </a:solidFill>
          <a:ln xmlns:a="http://schemas.openxmlformats.org/drawingml/2006/main" w="0" cap="flat">
            <a:noFill/>
            <a:miter/>
          </a:ln>
        </p:spPr>
      </p:sp>
      <p:sp>
        <p:nvSpPr>
          <p:cNvPr id="1057" name="Vector element">
            <a:extLst xmlns:a="http://schemas.openxmlformats.org/drawingml/2006/main">
              <a:ext uri="{FF2B5EF4-FFF2-40B4-BE49-F238E27FC236}">
                <a16:creationId xmlns:a16="http://schemas.microsoft.com/office/drawing/2014/main" id="{72C65BFB-22D2-4777-8279-8E93CBA49EC4}"/>
              </a:ext>
            </a:extLst>
          </p:cNvPr>
          <p:cNvSpPr>
            <a:spLocks xmlns:a="http://schemas.openxmlformats.org/drawingml/2006/main" noGrp="1"/>
          </p:cNvSpPr>
          <p:nvPr/>
        </p:nvSpPr>
        <p:spPr>
          <a:xfrm xmlns:a="http://schemas.openxmlformats.org/drawingml/2006/main">
            <a:off x="8053083" y="5566682"/>
            <a:ext cx="1086687" cy="291704"/>
          </a:xfrm>
          <a:custGeom xmlns:a="http://schemas.openxmlformats.org/drawingml/2006/main">
            <a:pathLst>
              <a:path w="1086687" h="291704">
                <a:moveTo>
                  <a:pt x="4541" y="256292"/>
                </a:moveTo>
                <a:lnTo>
                  <a:pt x="6987" y="261367"/>
                </a:lnTo>
                <a:lnTo>
                  <a:pt x="9897" y="266161"/>
                </a:lnTo>
                <a:lnTo>
                  <a:pt x="13229" y="270617"/>
                </a:lnTo>
                <a:lnTo>
                  <a:pt x="16968" y="274736"/>
                </a:lnTo>
                <a:lnTo>
                  <a:pt x="21087" y="278476"/>
                </a:lnTo>
                <a:lnTo>
                  <a:pt x="25558" y="281808"/>
                </a:lnTo>
                <a:lnTo>
                  <a:pt x="30337" y="284718"/>
                </a:lnTo>
                <a:lnTo>
                  <a:pt x="35412" y="287164"/>
                </a:lnTo>
                <a:lnTo>
                  <a:pt x="40754" y="289118"/>
                </a:lnTo>
                <a:lnTo>
                  <a:pt x="46321" y="290538"/>
                </a:lnTo>
                <a:lnTo>
                  <a:pt x="52085" y="291423"/>
                </a:lnTo>
                <a:lnTo>
                  <a:pt x="57638" y="291704"/>
                </a:lnTo>
                <a:lnTo>
                  <a:pt x="1029049" y="291704"/>
                </a:lnTo>
                <a:lnTo>
                  <a:pt x="1034602" y="291423"/>
                </a:lnTo>
                <a:lnTo>
                  <a:pt x="1040365" y="290538"/>
                </a:lnTo>
                <a:lnTo>
                  <a:pt x="1045932" y="289118"/>
                </a:lnTo>
                <a:lnTo>
                  <a:pt x="1051274" y="287164"/>
                </a:lnTo>
                <a:lnTo>
                  <a:pt x="1056349" y="284718"/>
                </a:lnTo>
                <a:lnTo>
                  <a:pt x="1061143" y="281808"/>
                </a:lnTo>
                <a:lnTo>
                  <a:pt x="1065600" y="278476"/>
                </a:lnTo>
                <a:lnTo>
                  <a:pt x="1069719" y="274736"/>
                </a:lnTo>
                <a:lnTo>
                  <a:pt x="1073458" y="270617"/>
                </a:lnTo>
                <a:lnTo>
                  <a:pt x="1076790" y="266161"/>
                </a:lnTo>
                <a:lnTo>
                  <a:pt x="1079700" y="261367"/>
                </a:lnTo>
                <a:lnTo>
                  <a:pt x="1082146" y="256292"/>
                </a:lnTo>
                <a:lnTo>
                  <a:pt x="1084100" y="250950"/>
                </a:lnTo>
                <a:lnTo>
                  <a:pt x="1085520" y="245383"/>
                </a:lnTo>
                <a:lnTo>
                  <a:pt x="1086406" y="239619"/>
                </a:lnTo>
                <a:lnTo>
                  <a:pt x="1086687" y="234066"/>
                </a:lnTo>
                <a:lnTo>
                  <a:pt x="1086687" y="57638"/>
                </a:lnTo>
                <a:lnTo>
                  <a:pt x="1086406" y="52085"/>
                </a:lnTo>
                <a:lnTo>
                  <a:pt x="1085520" y="46321"/>
                </a:lnTo>
                <a:lnTo>
                  <a:pt x="1084100" y="40754"/>
                </a:lnTo>
                <a:lnTo>
                  <a:pt x="1082146" y="35412"/>
                </a:lnTo>
                <a:lnTo>
                  <a:pt x="1079700" y="30337"/>
                </a:lnTo>
                <a:lnTo>
                  <a:pt x="1076790" y="25543"/>
                </a:lnTo>
                <a:lnTo>
                  <a:pt x="1073458" y="21087"/>
                </a:lnTo>
                <a:lnTo>
                  <a:pt x="1069719" y="16968"/>
                </a:lnTo>
                <a:lnTo>
                  <a:pt x="1065600" y="13229"/>
                </a:lnTo>
                <a:lnTo>
                  <a:pt x="1061143" y="9897"/>
                </a:lnTo>
                <a:lnTo>
                  <a:pt x="1056349" y="6987"/>
                </a:lnTo>
                <a:lnTo>
                  <a:pt x="1051274" y="4541"/>
                </a:lnTo>
                <a:lnTo>
                  <a:pt x="1045932" y="2587"/>
                </a:lnTo>
                <a:lnTo>
                  <a:pt x="1040365" y="1153"/>
                </a:lnTo>
                <a:lnTo>
                  <a:pt x="1034602" y="281"/>
                </a:lnTo>
                <a:lnTo>
                  <a:pt x="1029049" y="0"/>
                </a:lnTo>
                <a:lnTo>
                  <a:pt x="57638" y="0"/>
                </a:lnTo>
                <a:lnTo>
                  <a:pt x="52085" y="281"/>
                </a:lnTo>
                <a:lnTo>
                  <a:pt x="46321" y="1153"/>
                </a:lnTo>
                <a:lnTo>
                  <a:pt x="40754" y="2587"/>
                </a:lnTo>
                <a:lnTo>
                  <a:pt x="35412" y="4541"/>
                </a:lnTo>
                <a:lnTo>
                  <a:pt x="30337" y="6987"/>
                </a:lnTo>
                <a:lnTo>
                  <a:pt x="25558" y="9897"/>
                </a:lnTo>
                <a:lnTo>
                  <a:pt x="21087" y="13229"/>
                </a:lnTo>
                <a:lnTo>
                  <a:pt x="16968" y="16968"/>
                </a:lnTo>
                <a:lnTo>
                  <a:pt x="13229" y="21087"/>
                </a:lnTo>
                <a:lnTo>
                  <a:pt x="9897" y="25543"/>
                </a:lnTo>
                <a:lnTo>
                  <a:pt x="6987" y="30337"/>
                </a:lnTo>
                <a:lnTo>
                  <a:pt x="4541" y="35412"/>
                </a:lnTo>
                <a:lnTo>
                  <a:pt x="2587" y="40754"/>
                </a:lnTo>
                <a:lnTo>
                  <a:pt x="1167" y="46321"/>
                </a:lnTo>
                <a:lnTo>
                  <a:pt x="281" y="52085"/>
                </a:lnTo>
                <a:lnTo>
                  <a:pt x="0" y="57638"/>
                </a:lnTo>
                <a:lnTo>
                  <a:pt x="0" y="234066"/>
                </a:lnTo>
                <a:lnTo>
                  <a:pt x="281" y="239619"/>
                </a:lnTo>
                <a:lnTo>
                  <a:pt x="1167" y="245383"/>
                </a:lnTo>
                <a:lnTo>
                  <a:pt x="2587" y="250950"/>
                </a:lnTo>
                <a:lnTo>
                  <a:pt x="4541" y="256292"/>
                </a:lnTo>
                <a:close/>
                <a:moveTo>
                  <a:pt x="28742" y="51951"/>
                </a:moveTo>
                <a:lnTo>
                  <a:pt x="29468" y="49129"/>
                </a:lnTo>
                <a:lnTo>
                  <a:pt x="30502" y="46304"/>
                </a:lnTo>
                <a:lnTo>
                  <a:pt x="31694" y="43830"/>
                </a:lnTo>
                <a:lnTo>
                  <a:pt x="33175" y="41380"/>
                </a:lnTo>
                <a:lnTo>
                  <a:pt x="34893" y="39068"/>
                </a:lnTo>
                <a:lnTo>
                  <a:pt x="36877" y="36877"/>
                </a:lnTo>
                <a:lnTo>
                  <a:pt x="39068" y="34893"/>
                </a:lnTo>
                <a:lnTo>
                  <a:pt x="41380" y="33175"/>
                </a:lnTo>
                <a:lnTo>
                  <a:pt x="43830" y="31694"/>
                </a:lnTo>
                <a:lnTo>
                  <a:pt x="46297" y="30505"/>
                </a:lnTo>
                <a:lnTo>
                  <a:pt x="49170" y="29458"/>
                </a:lnTo>
                <a:lnTo>
                  <a:pt x="51951" y="28742"/>
                </a:lnTo>
                <a:lnTo>
                  <a:pt x="54923" y="28291"/>
                </a:lnTo>
                <a:lnTo>
                  <a:pt x="58412" y="28116"/>
                </a:lnTo>
                <a:lnTo>
                  <a:pt x="1028275" y="28116"/>
                </a:lnTo>
                <a:lnTo>
                  <a:pt x="1031764" y="28291"/>
                </a:lnTo>
                <a:lnTo>
                  <a:pt x="1034736" y="28742"/>
                </a:lnTo>
                <a:lnTo>
                  <a:pt x="1037557" y="29468"/>
                </a:lnTo>
                <a:lnTo>
                  <a:pt x="1040383" y="30502"/>
                </a:lnTo>
                <a:lnTo>
                  <a:pt x="1042856" y="31694"/>
                </a:lnTo>
                <a:lnTo>
                  <a:pt x="1045307" y="33175"/>
                </a:lnTo>
                <a:lnTo>
                  <a:pt x="1047619" y="34893"/>
                </a:lnTo>
                <a:lnTo>
                  <a:pt x="1049810" y="36877"/>
                </a:lnTo>
                <a:lnTo>
                  <a:pt x="1051794" y="39068"/>
                </a:lnTo>
                <a:lnTo>
                  <a:pt x="1053511" y="41380"/>
                </a:lnTo>
                <a:lnTo>
                  <a:pt x="1054993" y="43830"/>
                </a:lnTo>
                <a:lnTo>
                  <a:pt x="1056185" y="46304"/>
                </a:lnTo>
                <a:lnTo>
                  <a:pt x="1057218" y="49129"/>
                </a:lnTo>
                <a:lnTo>
                  <a:pt x="1057945" y="51951"/>
                </a:lnTo>
                <a:lnTo>
                  <a:pt x="1058395" y="54922"/>
                </a:lnTo>
                <a:lnTo>
                  <a:pt x="1058571" y="58425"/>
                </a:lnTo>
                <a:lnTo>
                  <a:pt x="1058571" y="233279"/>
                </a:lnTo>
                <a:lnTo>
                  <a:pt x="1058395" y="236783"/>
                </a:lnTo>
                <a:lnTo>
                  <a:pt x="1057945" y="239754"/>
                </a:lnTo>
                <a:lnTo>
                  <a:pt x="1057218" y="242575"/>
                </a:lnTo>
                <a:lnTo>
                  <a:pt x="1056185" y="245401"/>
                </a:lnTo>
                <a:lnTo>
                  <a:pt x="1054993" y="247874"/>
                </a:lnTo>
                <a:lnTo>
                  <a:pt x="1053511" y="250325"/>
                </a:lnTo>
                <a:lnTo>
                  <a:pt x="1051794" y="252637"/>
                </a:lnTo>
                <a:lnTo>
                  <a:pt x="1049810" y="254828"/>
                </a:lnTo>
                <a:lnTo>
                  <a:pt x="1047619" y="256812"/>
                </a:lnTo>
                <a:lnTo>
                  <a:pt x="1045307" y="258529"/>
                </a:lnTo>
                <a:lnTo>
                  <a:pt x="1042856" y="260011"/>
                </a:lnTo>
                <a:lnTo>
                  <a:pt x="1040383" y="261202"/>
                </a:lnTo>
                <a:lnTo>
                  <a:pt x="1037557" y="262236"/>
                </a:lnTo>
                <a:lnTo>
                  <a:pt x="1034736" y="262963"/>
                </a:lnTo>
                <a:lnTo>
                  <a:pt x="1031764" y="263413"/>
                </a:lnTo>
                <a:lnTo>
                  <a:pt x="1028275" y="263588"/>
                </a:lnTo>
                <a:lnTo>
                  <a:pt x="58412" y="263588"/>
                </a:lnTo>
                <a:lnTo>
                  <a:pt x="54923" y="263413"/>
                </a:lnTo>
                <a:lnTo>
                  <a:pt x="51951" y="262963"/>
                </a:lnTo>
                <a:lnTo>
                  <a:pt x="49170" y="262247"/>
                </a:lnTo>
                <a:lnTo>
                  <a:pt x="46297" y="261199"/>
                </a:lnTo>
                <a:lnTo>
                  <a:pt x="43830" y="260011"/>
                </a:lnTo>
                <a:lnTo>
                  <a:pt x="41380" y="258529"/>
                </a:lnTo>
                <a:lnTo>
                  <a:pt x="39068" y="256812"/>
                </a:lnTo>
                <a:lnTo>
                  <a:pt x="36877" y="254828"/>
                </a:lnTo>
                <a:lnTo>
                  <a:pt x="34893" y="252637"/>
                </a:lnTo>
                <a:lnTo>
                  <a:pt x="33175" y="250325"/>
                </a:lnTo>
                <a:lnTo>
                  <a:pt x="31694" y="247874"/>
                </a:lnTo>
                <a:lnTo>
                  <a:pt x="30502" y="245401"/>
                </a:lnTo>
                <a:lnTo>
                  <a:pt x="29468" y="242575"/>
                </a:lnTo>
                <a:lnTo>
                  <a:pt x="28742" y="239754"/>
                </a:lnTo>
                <a:lnTo>
                  <a:pt x="28291" y="236783"/>
                </a:lnTo>
                <a:lnTo>
                  <a:pt x="28116" y="233279"/>
                </a:lnTo>
                <a:lnTo>
                  <a:pt x="28116" y="58425"/>
                </a:lnTo>
                <a:lnTo>
                  <a:pt x="28291" y="54922"/>
                </a:lnTo>
                <a:lnTo>
                  <a:pt x="28742" y="51951"/>
                </a:lnTo>
                <a:close/>
              </a:path>
            </a:pathLst>
          </a:custGeom>
          <a:solidFill xmlns:a="http://schemas.openxmlformats.org/drawingml/2006/main">
            <a:srgbClr val="E3763A"/>
          </a:solidFill>
          <a:ln xmlns:a="http://schemas.openxmlformats.org/drawingml/2006/main" w="0" cap="flat">
            <a:noFill/>
            <a:miter/>
          </a:ln>
        </p:spPr>
      </p:sp>
      <p:sp>
        <p:nvSpPr>
          <p:cNvPr id="1058" name="Vector element">
            <a:extLst xmlns:a="http://schemas.openxmlformats.org/drawingml/2006/main">
              <a:ext uri="{FF2B5EF4-FFF2-40B4-BE49-F238E27FC236}">
                <a16:creationId xmlns:a16="http://schemas.microsoft.com/office/drawing/2014/main" id="{0B70349D-BC74-49B8-A958-04E81AE55424}"/>
              </a:ext>
            </a:extLst>
          </p:cNvPr>
          <p:cNvSpPr>
            <a:spLocks xmlns:a="http://schemas.openxmlformats.org/drawingml/2006/main" noGrp="1"/>
          </p:cNvSpPr>
          <p:nvPr/>
        </p:nvSpPr>
        <p:spPr>
          <a:xfrm xmlns:a="http://schemas.openxmlformats.org/drawingml/2006/main">
            <a:off x="7137202" y="5580037"/>
            <a:ext cx="781627" cy="264854"/>
          </a:xfrm>
          <a:custGeom xmlns:a="http://schemas.openxmlformats.org/drawingml/2006/main">
            <a:pathLst>
              <a:path w="781627" h="264854">
                <a:moveTo>
                  <a:pt x="0" y="43861"/>
                </a:moveTo>
                <a:cubicBezTo>
                  <a:pt x="703" y="20370"/>
                  <a:pt x="20370" y="703"/>
                  <a:pt x="43861" y="0"/>
                </a:cubicBezTo>
                <a:lnTo>
                  <a:pt x="737204" y="0"/>
                </a:lnTo>
                <a:cubicBezTo>
                  <a:pt x="761960" y="703"/>
                  <a:pt x="781627" y="20370"/>
                  <a:pt x="781065" y="43861"/>
                </a:cubicBezTo>
                <a:lnTo>
                  <a:pt x="781065" y="220992"/>
                </a:lnTo>
                <a:cubicBezTo>
                  <a:pt x="781627" y="244624"/>
                  <a:pt x="761960" y="264291"/>
                  <a:pt x="737204" y="264854"/>
                </a:cubicBezTo>
                <a:lnTo>
                  <a:pt x="43861" y="264854"/>
                </a:lnTo>
                <a:cubicBezTo>
                  <a:pt x="20370" y="264291"/>
                  <a:pt x="703" y="244624"/>
                  <a:pt x="0" y="220992"/>
                </a:cubicBezTo>
                <a:lnTo>
                  <a:pt x="0" y="43861"/>
                </a:lnTo>
              </a:path>
            </a:pathLst>
          </a:custGeom>
          <a:solidFill xmlns:a="http://schemas.openxmlformats.org/drawingml/2006/main">
            <a:srgbClr val="D6E5F3"/>
          </a:solidFill>
          <a:ln xmlns:a="http://schemas.openxmlformats.org/drawingml/2006/main" w="0" cap="flat">
            <a:noFill/>
            <a:miter/>
          </a:ln>
        </p:spPr>
      </p:sp>
      <p:sp>
        <p:nvSpPr>
          <p:cNvPr id="1059" name="Vector element">
            <a:extLst xmlns:a="http://schemas.openxmlformats.org/drawingml/2006/main">
              <a:ext uri="{FF2B5EF4-FFF2-40B4-BE49-F238E27FC236}">
                <a16:creationId xmlns:a16="http://schemas.microsoft.com/office/drawing/2014/main" id="{8BFC1068-DC37-48BC-A0BC-BBEF5B3B199D}"/>
              </a:ext>
            </a:extLst>
          </p:cNvPr>
          <p:cNvSpPr>
            <a:spLocks xmlns:a="http://schemas.openxmlformats.org/drawingml/2006/main" noGrp="1"/>
          </p:cNvSpPr>
          <p:nvPr/>
        </p:nvSpPr>
        <p:spPr>
          <a:xfrm xmlns:a="http://schemas.openxmlformats.org/drawingml/2006/main">
            <a:off x="7123846" y="5566682"/>
            <a:ext cx="809040" cy="291704"/>
          </a:xfrm>
          <a:custGeom xmlns:a="http://schemas.openxmlformats.org/drawingml/2006/main">
            <a:pathLst>
              <a:path w="809040" h="291704">
                <a:moveTo>
                  <a:pt x="4541" y="256292"/>
                </a:moveTo>
                <a:lnTo>
                  <a:pt x="6987" y="261367"/>
                </a:lnTo>
                <a:lnTo>
                  <a:pt x="9897" y="266161"/>
                </a:lnTo>
                <a:lnTo>
                  <a:pt x="13229" y="270617"/>
                </a:lnTo>
                <a:lnTo>
                  <a:pt x="16968" y="274736"/>
                </a:lnTo>
                <a:lnTo>
                  <a:pt x="21087" y="278476"/>
                </a:lnTo>
                <a:lnTo>
                  <a:pt x="25543" y="281808"/>
                </a:lnTo>
                <a:lnTo>
                  <a:pt x="30337" y="284718"/>
                </a:lnTo>
                <a:lnTo>
                  <a:pt x="35412" y="287164"/>
                </a:lnTo>
                <a:lnTo>
                  <a:pt x="40754" y="289118"/>
                </a:lnTo>
                <a:lnTo>
                  <a:pt x="46321" y="290538"/>
                </a:lnTo>
                <a:lnTo>
                  <a:pt x="52085" y="291423"/>
                </a:lnTo>
                <a:lnTo>
                  <a:pt x="57638" y="291704"/>
                </a:lnTo>
                <a:lnTo>
                  <a:pt x="751402" y="291704"/>
                </a:lnTo>
                <a:lnTo>
                  <a:pt x="756955" y="291423"/>
                </a:lnTo>
                <a:lnTo>
                  <a:pt x="762719" y="290538"/>
                </a:lnTo>
                <a:lnTo>
                  <a:pt x="768286" y="289118"/>
                </a:lnTo>
                <a:lnTo>
                  <a:pt x="773628" y="287164"/>
                </a:lnTo>
                <a:lnTo>
                  <a:pt x="778703" y="284718"/>
                </a:lnTo>
                <a:lnTo>
                  <a:pt x="783497" y="281808"/>
                </a:lnTo>
                <a:lnTo>
                  <a:pt x="787953" y="278476"/>
                </a:lnTo>
                <a:lnTo>
                  <a:pt x="792072" y="274736"/>
                </a:lnTo>
                <a:lnTo>
                  <a:pt x="795812" y="270617"/>
                </a:lnTo>
                <a:lnTo>
                  <a:pt x="799143" y="266161"/>
                </a:lnTo>
                <a:lnTo>
                  <a:pt x="802054" y="261367"/>
                </a:lnTo>
                <a:lnTo>
                  <a:pt x="804500" y="256292"/>
                </a:lnTo>
                <a:lnTo>
                  <a:pt x="806454" y="250950"/>
                </a:lnTo>
                <a:lnTo>
                  <a:pt x="807874" y="245383"/>
                </a:lnTo>
                <a:lnTo>
                  <a:pt x="808759" y="239619"/>
                </a:lnTo>
                <a:lnTo>
                  <a:pt x="809040" y="234066"/>
                </a:lnTo>
                <a:lnTo>
                  <a:pt x="809040" y="57638"/>
                </a:lnTo>
                <a:lnTo>
                  <a:pt x="808759" y="52085"/>
                </a:lnTo>
                <a:lnTo>
                  <a:pt x="807874" y="46321"/>
                </a:lnTo>
                <a:lnTo>
                  <a:pt x="806454" y="40754"/>
                </a:lnTo>
                <a:lnTo>
                  <a:pt x="804500" y="35412"/>
                </a:lnTo>
                <a:lnTo>
                  <a:pt x="802054" y="30337"/>
                </a:lnTo>
                <a:lnTo>
                  <a:pt x="799143" y="25543"/>
                </a:lnTo>
                <a:lnTo>
                  <a:pt x="795812" y="21087"/>
                </a:lnTo>
                <a:lnTo>
                  <a:pt x="792072" y="16968"/>
                </a:lnTo>
                <a:lnTo>
                  <a:pt x="787953" y="13229"/>
                </a:lnTo>
                <a:lnTo>
                  <a:pt x="783497" y="9897"/>
                </a:lnTo>
                <a:lnTo>
                  <a:pt x="778703" y="6987"/>
                </a:lnTo>
                <a:lnTo>
                  <a:pt x="773628" y="4541"/>
                </a:lnTo>
                <a:lnTo>
                  <a:pt x="768286" y="2587"/>
                </a:lnTo>
                <a:lnTo>
                  <a:pt x="762719" y="1153"/>
                </a:lnTo>
                <a:lnTo>
                  <a:pt x="756955" y="281"/>
                </a:lnTo>
                <a:lnTo>
                  <a:pt x="751402" y="0"/>
                </a:lnTo>
                <a:lnTo>
                  <a:pt x="57638" y="0"/>
                </a:lnTo>
                <a:lnTo>
                  <a:pt x="52085" y="281"/>
                </a:lnTo>
                <a:lnTo>
                  <a:pt x="46321" y="1153"/>
                </a:lnTo>
                <a:lnTo>
                  <a:pt x="40754" y="2587"/>
                </a:lnTo>
                <a:lnTo>
                  <a:pt x="35412" y="4541"/>
                </a:lnTo>
                <a:lnTo>
                  <a:pt x="30337" y="6987"/>
                </a:lnTo>
                <a:lnTo>
                  <a:pt x="25543" y="9897"/>
                </a:lnTo>
                <a:lnTo>
                  <a:pt x="21087" y="13229"/>
                </a:lnTo>
                <a:lnTo>
                  <a:pt x="16968" y="16968"/>
                </a:lnTo>
                <a:lnTo>
                  <a:pt x="13229" y="21087"/>
                </a:lnTo>
                <a:lnTo>
                  <a:pt x="9897" y="25543"/>
                </a:lnTo>
                <a:lnTo>
                  <a:pt x="6987" y="30337"/>
                </a:lnTo>
                <a:lnTo>
                  <a:pt x="4541" y="35412"/>
                </a:lnTo>
                <a:lnTo>
                  <a:pt x="2587" y="40754"/>
                </a:lnTo>
                <a:lnTo>
                  <a:pt x="1153" y="46321"/>
                </a:lnTo>
                <a:lnTo>
                  <a:pt x="281" y="52085"/>
                </a:lnTo>
                <a:lnTo>
                  <a:pt x="0" y="57638"/>
                </a:lnTo>
                <a:lnTo>
                  <a:pt x="0" y="234066"/>
                </a:lnTo>
                <a:lnTo>
                  <a:pt x="281" y="239619"/>
                </a:lnTo>
                <a:lnTo>
                  <a:pt x="1153" y="245383"/>
                </a:lnTo>
                <a:lnTo>
                  <a:pt x="2587" y="250950"/>
                </a:lnTo>
                <a:lnTo>
                  <a:pt x="4541" y="256292"/>
                </a:lnTo>
                <a:close/>
                <a:moveTo>
                  <a:pt x="28742" y="51951"/>
                </a:moveTo>
                <a:lnTo>
                  <a:pt x="29468" y="49129"/>
                </a:lnTo>
                <a:lnTo>
                  <a:pt x="30502" y="46304"/>
                </a:lnTo>
                <a:lnTo>
                  <a:pt x="31694" y="43830"/>
                </a:lnTo>
                <a:lnTo>
                  <a:pt x="33175" y="41380"/>
                </a:lnTo>
                <a:lnTo>
                  <a:pt x="34893" y="39068"/>
                </a:lnTo>
                <a:lnTo>
                  <a:pt x="36877" y="36877"/>
                </a:lnTo>
                <a:lnTo>
                  <a:pt x="39068" y="34893"/>
                </a:lnTo>
                <a:lnTo>
                  <a:pt x="41380" y="33175"/>
                </a:lnTo>
                <a:lnTo>
                  <a:pt x="43830" y="31694"/>
                </a:lnTo>
                <a:lnTo>
                  <a:pt x="46304" y="30502"/>
                </a:lnTo>
                <a:lnTo>
                  <a:pt x="49129" y="29468"/>
                </a:lnTo>
                <a:lnTo>
                  <a:pt x="51951" y="28742"/>
                </a:lnTo>
                <a:lnTo>
                  <a:pt x="54923" y="28291"/>
                </a:lnTo>
                <a:lnTo>
                  <a:pt x="58412" y="28116"/>
                </a:lnTo>
                <a:lnTo>
                  <a:pt x="750615" y="28116"/>
                </a:lnTo>
                <a:lnTo>
                  <a:pt x="754118" y="28291"/>
                </a:lnTo>
                <a:lnTo>
                  <a:pt x="757090" y="28742"/>
                </a:lnTo>
                <a:lnTo>
                  <a:pt x="759870" y="29458"/>
                </a:lnTo>
                <a:lnTo>
                  <a:pt x="762743" y="30505"/>
                </a:lnTo>
                <a:lnTo>
                  <a:pt x="765210" y="31694"/>
                </a:lnTo>
                <a:lnTo>
                  <a:pt x="767661" y="33175"/>
                </a:lnTo>
                <a:lnTo>
                  <a:pt x="769973" y="34893"/>
                </a:lnTo>
                <a:lnTo>
                  <a:pt x="772164" y="36877"/>
                </a:lnTo>
                <a:lnTo>
                  <a:pt x="774082" y="38995"/>
                </a:lnTo>
                <a:lnTo>
                  <a:pt x="775873" y="41393"/>
                </a:lnTo>
                <a:lnTo>
                  <a:pt x="777335" y="43811"/>
                </a:lnTo>
                <a:lnTo>
                  <a:pt x="778576" y="46406"/>
                </a:lnTo>
                <a:lnTo>
                  <a:pt x="779572" y="49129"/>
                </a:lnTo>
                <a:lnTo>
                  <a:pt x="780299" y="51951"/>
                </a:lnTo>
                <a:lnTo>
                  <a:pt x="780749" y="54922"/>
                </a:lnTo>
                <a:lnTo>
                  <a:pt x="780924" y="58425"/>
                </a:lnTo>
                <a:lnTo>
                  <a:pt x="780924" y="233279"/>
                </a:lnTo>
                <a:lnTo>
                  <a:pt x="780749" y="236783"/>
                </a:lnTo>
                <a:lnTo>
                  <a:pt x="780299" y="239754"/>
                </a:lnTo>
                <a:lnTo>
                  <a:pt x="779572" y="242575"/>
                </a:lnTo>
                <a:lnTo>
                  <a:pt x="778576" y="245298"/>
                </a:lnTo>
                <a:lnTo>
                  <a:pt x="777335" y="247894"/>
                </a:lnTo>
                <a:lnTo>
                  <a:pt x="775873" y="250311"/>
                </a:lnTo>
                <a:lnTo>
                  <a:pt x="774082" y="252709"/>
                </a:lnTo>
                <a:lnTo>
                  <a:pt x="772164" y="254828"/>
                </a:lnTo>
                <a:lnTo>
                  <a:pt x="769973" y="256812"/>
                </a:lnTo>
                <a:lnTo>
                  <a:pt x="767661" y="258529"/>
                </a:lnTo>
                <a:lnTo>
                  <a:pt x="765210" y="260011"/>
                </a:lnTo>
                <a:lnTo>
                  <a:pt x="762743" y="261199"/>
                </a:lnTo>
                <a:lnTo>
                  <a:pt x="759870" y="262247"/>
                </a:lnTo>
                <a:lnTo>
                  <a:pt x="757090" y="262963"/>
                </a:lnTo>
                <a:lnTo>
                  <a:pt x="754118" y="263413"/>
                </a:lnTo>
                <a:lnTo>
                  <a:pt x="750615" y="263588"/>
                </a:lnTo>
                <a:lnTo>
                  <a:pt x="58412" y="263588"/>
                </a:lnTo>
                <a:lnTo>
                  <a:pt x="54923" y="263413"/>
                </a:lnTo>
                <a:lnTo>
                  <a:pt x="51951" y="262963"/>
                </a:lnTo>
                <a:lnTo>
                  <a:pt x="49129" y="262236"/>
                </a:lnTo>
                <a:lnTo>
                  <a:pt x="46304" y="261202"/>
                </a:lnTo>
                <a:lnTo>
                  <a:pt x="43830" y="260011"/>
                </a:lnTo>
                <a:lnTo>
                  <a:pt x="41380" y="258529"/>
                </a:lnTo>
                <a:lnTo>
                  <a:pt x="39068" y="256812"/>
                </a:lnTo>
                <a:lnTo>
                  <a:pt x="36877" y="254828"/>
                </a:lnTo>
                <a:lnTo>
                  <a:pt x="34893" y="252637"/>
                </a:lnTo>
                <a:lnTo>
                  <a:pt x="33175" y="250325"/>
                </a:lnTo>
                <a:lnTo>
                  <a:pt x="31694" y="247874"/>
                </a:lnTo>
                <a:lnTo>
                  <a:pt x="30502" y="245401"/>
                </a:lnTo>
                <a:lnTo>
                  <a:pt x="29468" y="242575"/>
                </a:lnTo>
                <a:lnTo>
                  <a:pt x="28742" y="239754"/>
                </a:lnTo>
                <a:lnTo>
                  <a:pt x="28291" y="236783"/>
                </a:lnTo>
                <a:lnTo>
                  <a:pt x="28116" y="233279"/>
                </a:lnTo>
                <a:lnTo>
                  <a:pt x="28116" y="58425"/>
                </a:lnTo>
                <a:lnTo>
                  <a:pt x="28291" y="54922"/>
                </a:lnTo>
                <a:lnTo>
                  <a:pt x="28742" y="51951"/>
                </a:lnTo>
                <a:close/>
              </a:path>
            </a:pathLst>
          </a:custGeom>
          <a:solidFill xmlns:a="http://schemas.openxmlformats.org/drawingml/2006/main">
            <a:srgbClr val="3B608E"/>
          </a:solidFill>
          <a:ln xmlns:a="http://schemas.openxmlformats.org/drawingml/2006/main" w="0" cap="flat">
            <a:noFill/>
            <a:miter/>
          </a:ln>
        </p:spPr>
      </p:sp>
      <p:sp>
        <p:nvSpPr>
          <p:cNvPr id="1060" name="R26|Formula native glyph contours #111111">
            <a:extLst xmlns:a="http://schemas.openxmlformats.org/drawingml/2006/main">
              <a:ext uri="{FF2B5EF4-FFF2-40B4-BE49-F238E27FC236}">
                <a16:creationId xmlns:a16="http://schemas.microsoft.com/office/drawing/2014/main" id="{9A24A1B4-6298-4DC2-AE32-3D6B1A7BA5C2}"/>
              </a:ext>
            </a:extLst>
          </p:cNvPr>
          <p:cNvSpPr>
            <a:spLocks xmlns:a="http://schemas.openxmlformats.org/drawingml/2006/main" noGrp="1"/>
          </p:cNvSpPr>
          <p:nvPr/>
        </p:nvSpPr>
        <p:spPr>
          <a:xfrm xmlns:a="http://schemas.openxmlformats.org/drawingml/2006/main">
            <a:off x="7151490" y="5642769"/>
            <a:ext cx="2287924" cy="189896"/>
          </a:xfrm>
          <a:custGeom xmlns:a="http://schemas.openxmlformats.org/drawingml/2006/main">
            <a:pathLst>
              <a:path w="2287924" h="189896">
                <a:moveTo>
                  <a:pt x="158958" y="0"/>
                </a:moveTo>
                <a:lnTo>
                  <a:pt x="233972" y="0"/>
                </a:lnTo>
                <a:lnTo>
                  <a:pt x="233972" y="5374"/>
                </a:lnTo>
                <a:lnTo>
                  <a:pt x="200037" y="5374"/>
                </a:lnTo>
                <a:lnTo>
                  <a:pt x="200037" y="69867"/>
                </a:lnTo>
                <a:lnTo>
                  <a:pt x="198251" y="69867"/>
                </a:lnTo>
                <a:lnTo>
                  <a:pt x="198251" y="71659"/>
                </a:lnTo>
                <a:lnTo>
                  <a:pt x="194679" y="71659"/>
                </a:lnTo>
                <a:lnTo>
                  <a:pt x="194679" y="69867"/>
                </a:lnTo>
                <a:lnTo>
                  <a:pt x="192893" y="69867"/>
                </a:lnTo>
                <a:lnTo>
                  <a:pt x="192893" y="5374"/>
                </a:lnTo>
                <a:lnTo>
                  <a:pt x="158958" y="5374"/>
                </a:lnTo>
                <a:close/>
                <a:moveTo>
                  <a:pt x="1427050" y="0"/>
                </a:moveTo>
                <a:lnTo>
                  <a:pt x="1500278" y="0"/>
                </a:lnTo>
                <a:lnTo>
                  <a:pt x="1500278" y="5374"/>
                </a:lnTo>
                <a:lnTo>
                  <a:pt x="1466343" y="5374"/>
                </a:lnTo>
                <a:lnTo>
                  <a:pt x="1466343" y="71659"/>
                </a:lnTo>
                <a:lnTo>
                  <a:pt x="1460985" y="71659"/>
                </a:lnTo>
                <a:lnTo>
                  <a:pt x="1460985" y="5374"/>
                </a:lnTo>
                <a:lnTo>
                  <a:pt x="1425264" y="5374"/>
                </a:lnTo>
                <a:lnTo>
                  <a:pt x="1425264" y="1791"/>
                </a:lnTo>
                <a:lnTo>
                  <a:pt x="1427050" y="1791"/>
                </a:lnTo>
                <a:close/>
                <a:moveTo>
                  <a:pt x="946604" y="14332"/>
                </a:moveTo>
                <a:lnTo>
                  <a:pt x="1069841" y="14332"/>
                </a:lnTo>
                <a:lnTo>
                  <a:pt x="1069841" y="16123"/>
                </a:lnTo>
                <a:lnTo>
                  <a:pt x="1071627" y="16123"/>
                </a:lnTo>
                <a:lnTo>
                  <a:pt x="1071627" y="21498"/>
                </a:lnTo>
                <a:lnTo>
                  <a:pt x="1073413" y="21498"/>
                </a:lnTo>
                <a:lnTo>
                  <a:pt x="1073413" y="26872"/>
                </a:lnTo>
                <a:lnTo>
                  <a:pt x="1075199" y="26872"/>
                </a:lnTo>
                <a:lnTo>
                  <a:pt x="1075199" y="30455"/>
                </a:lnTo>
                <a:lnTo>
                  <a:pt x="1076985" y="30455"/>
                </a:lnTo>
                <a:lnTo>
                  <a:pt x="1076985" y="37621"/>
                </a:lnTo>
                <a:lnTo>
                  <a:pt x="1078771" y="37621"/>
                </a:lnTo>
                <a:lnTo>
                  <a:pt x="1078771" y="42995"/>
                </a:lnTo>
                <a:lnTo>
                  <a:pt x="1080557" y="42995"/>
                </a:lnTo>
                <a:lnTo>
                  <a:pt x="1080557" y="46578"/>
                </a:lnTo>
                <a:lnTo>
                  <a:pt x="1082343" y="46578"/>
                </a:lnTo>
                <a:lnTo>
                  <a:pt x="1082343" y="48370"/>
                </a:lnTo>
                <a:lnTo>
                  <a:pt x="1076985" y="48370"/>
                </a:lnTo>
                <a:lnTo>
                  <a:pt x="1076985" y="42995"/>
                </a:lnTo>
                <a:lnTo>
                  <a:pt x="1073413" y="42995"/>
                </a:lnTo>
                <a:lnTo>
                  <a:pt x="1073413" y="39412"/>
                </a:lnTo>
                <a:lnTo>
                  <a:pt x="1071627" y="39412"/>
                </a:lnTo>
                <a:lnTo>
                  <a:pt x="1071627" y="35829"/>
                </a:lnTo>
                <a:lnTo>
                  <a:pt x="1068055" y="35829"/>
                </a:lnTo>
                <a:lnTo>
                  <a:pt x="1068055" y="32246"/>
                </a:lnTo>
                <a:lnTo>
                  <a:pt x="1064483" y="32246"/>
                </a:lnTo>
                <a:lnTo>
                  <a:pt x="1064483" y="30455"/>
                </a:lnTo>
                <a:lnTo>
                  <a:pt x="1060911" y="30455"/>
                </a:lnTo>
                <a:lnTo>
                  <a:pt x="1060911" y="28663"/>
                </a:lnTo>
                <a:lnTo>
                  <a:pt x="1059125" y="28663"/>
                </a:lnTo>
                <a:lnTo>
                  <a:pt x="1059125" y="26872"/>
                </a:lnTo>
                <a:lnTo>
                  <a:pt x="1055553" y="26872"/>
                </a:lnTo>
                <a:lnTo>
                  <a:pt x="1055553" y="25081"/>
                </a:lnTo>
                <a:lnTo>
                  <a:pt x="1050194" y="25081"/>
                </a:lnTo>
                <a:lnTo>
                  <a:pt x="1050194" y="23289"/>
                </a:lnTo>
                <a:lnTo>
                  <a:pt x="1039478" y="23289"/>
                </a:lnTo>
                <a:lnTo>
                  <a:pt x="1039478" y="21498"/>
                </a:lnTo>
                <a:lnTo>
                  <a:pt x="962678" y="21498"/>
                </a:lnTo>
                <a:lnTo>
                  <a:pt x="962678" y="25081"/>
                </a:lnTo>
                <a:lnTo>
                  <a:pt x="964464" y="25081"/>
                </a:lnTo>
                <a:lnTo>
                  <a:pt x="964464" y="26872"/>
                </a:lnTo>
                <a:lnTo>
                  <a:pt x="966250" y="26872"/>
                </a:lnTo>
                <a:lnTo>
                  <a:pt x="966250" y="30455"/>
                </a:lnTo>
                <a:lnTo>
                  <a:pt x="968036" y="30455"/>
                </a:lnTo>
                <a:lnTo>
                  <a:pt x="968036" y="32246"/>
                </a:lnTo>
                <a:lnTo>
                  <a:pt x="969822" y="32246"/>
                </a:lnTo>
                <a:lnTo>
                  <a:pt x="969822" y="34038"/>
                </a:lnTo>
                <a:lnTo>
                  <a:pt x="971608" y="34038"/>
                </a:lnTo>
                <a:lnTo>
                  <a:pt x="971608" y="37621"/>
                </a:lnTo>
                <a:lnTo>
                  <a:pt x="973395" y="37621"/>
                </a:lnTo>
                <a:lnTo>
                  <a:pt x="973395" y="39412"/>
                </a:lnTo>
                <a:lnTo>
                  <a:pt x="975181" y="39412"/>
                </a:lnTo>
                <a:lnTo>
                  <a:pt x="975181" y="41204"/>
                </a:lnTo>
                <a:lnTo>
                  <a:pt x="976967" y="41204"/>
                </a:lnTo>
                <a:lnTo>
                  <a:pt x="976967" y="44787"/>
                </a:lnTo>
                <a:lnTo>
                  <a:pt x="978753" y="44787"/>
                </a:lnTo>
                <a:lnTo>
                  <a:pt x="978753" y="46578"/>
                </a:lnTo>
                <a:lnTo>
                  <a:pt x="980539" y="46578"/>
                </a:lnTo>
                <a:lnTo>
                  <a:pt x="980539" y="48370"/>
                </a:lnTo>
                <a:lnTo>
                  <a:pt x="982325" y="48370"/>
                </a:lnTo>
                <a:lnTo>
                  <a:pt x="982325" y="51953"/>
                </a:lnTo>
                <a:lnTo>
                  <a:pt x="984111" y="51953"/>
                </a:lnTo>
                <a:lnTo>
                  <a:pt x="984111" y="53744"/>
                </a:lnTo>
                <a:lnTo>
                  <a:pt x="985897" y="53744"/>
                </a:lnTo>
                <a:lnTo>
                  <a:pt x="985897" y="57327"/>
                </a:lnTo>
                <a:lnTo>
                  <a:pt x="987683" y="57327"/>
                </a:lnTo>
                <a:lnTo>
                  <a:pt x="987683" y="59118"/>
                </a:lnTo>
                <a:lnTo>
                  <a:pt x="989469" y="59118"/>
                </a:lnTo>
                <a:lnTo>
                  <a:pt x="989469" y="62701"/>
                </a:lnTo>
                <a:lnTo>
                  <a:pt x="991255" y="62701"/>
                </a:lnTo>
                <a:lnTo>
                  <a:pt x="991255" y="64493"/>
                </a:lnTo>
                <a:lnTo>
                  <a:pt x="993041" y="64493"/>
                </a:lnTo>
                <a:lnTo>
                  <a:pt x="993041" y="66284"/>
                </a:lnTo>
                <a:lnTo>
                  <a:pt x="994827" y="66284"/>
                </a:lnTo>
                <a:lnTo>
                  <a:pt x="994827" y="69867"/>
                </a:lnTo>
                <a:lnTo>
                  <a:pt x="998399" y="69867"/>
                </a:lnTo>
                <a:lnTo>
                  <a:pt x="998399" y="73450"/>
                </a:lnTo>
                <a:lnTo>
                  <a:pt x="1000185" y="73450"/>
                </a:lnTo>
                <a:lnTo>
                  <a:pt x="1000185" y="77033"/>
                </a:lnTo>
                <a:lnTo>
                  <a:pt x="1001971" y="77033"/>
                </a:lnTo>
                <a:lnTo>
                  <a:pt x="1001971" y="78825"/>
                </a:lnTo>
                <a:lnTo>
                  <a:pt x="1003757" y="78825"/>
                </a:lnTo>
                <a:lnTo>
                  <a:pt x="1003757" y="80616"/>
                </a:lnTo>
                <a:lnTo>
                  <a:pt x="1005543" y="80616"/>
                </a:lnTo>
                <a:lnTo>
                  <a:pt x="1005543" y="84199"/>
                </a:lnTo>
                <a:lnTo>
                  <a:pt x="1007329" y="84199"/>
                </a:lnTo>
                <a:lnTo>
                  <a:pt x="1007329" y="85990"/>
                </a:lnTo>
                <a:lnTo>
                  <a:pt x="1009115" y="85990"/>
                </a:lnTo>
                <a:lnTo>
                  <a:pt x="1009115" y="89573"/>
                </a:lnTo>
                <a:lnTo>
                  <a:pt x="1007329" y="89573"/>
                </a:lnTo>
                <a:lnTo>
                  <a:pt x="1007329" y="91365"/>
                </a:lnTo>
                <a:lnTo>
                  <a:pt x="1005543" y="91365"/>
                </a:lnTo>
                <a:lnTo>
                  <a:pt x="1005543" y="93156"/>
                </a:lnTo>
                <a:lnTo>
                  <a:pt x="1003757" y="93156"/>
                </a:lnTo>
                <a:lnTo>
                  <a:pt x="1003757" y="96739"/>
                </a:lnTo>
                <a:lnTo>
                  <a:pt x="1001971" y="96739"/>
                </a:lnTo>
                <a:lnTo>
                  <a:pt x="1001971" y="98531"/>
                </a:lnTo>
                <a:lnTo>
                  <a:pt x="1000185" y="98531"/>
                </a:lnTo>
                <a:lnTo>
                  <a:pt x="1000185" y="100322"/>
                </a:lnTo>
                <a:lnTo>
                  <a:pt x="998399" y="100322"/>
                </a:lnTo>
                <a:lnTo>
                  <a:pt x="998399" y="102114"/>
                </a:lnTo>
                <a:lnTo>
                  <a:pt x="996613" y="102114"/>
                </a:lnTo>
                <a:lnTo>
                  <a:pt x="996613" y="105697"/>
                </a:lnTo>
                <a:lnTo>
                  <a:pt x="994827" y="105697"/>
                </a:lnTo>
                <a:lnTo>
                  <a:pt x="994827" y="107488"/>
                </a:lnTo>
                <a:lnTo>
                  <a:pt x="993041" y="107488"/>
                </a:lnTo>
                <a:lnTo>
                  <a:pt x="993041" y="109280"/>
                </a:lnTo>
                <a:lnTo>
                  <a:pt x="991255" y="109280"/>
                </a:lnTo>
                <a:lnTo>
                  <a:pt x="991255" y="111071"/>
                </a:lnTo>
                <a:lnTo>
                  <a:pt x="989469" y="111071"/>
                </a:lnTo>
                <a:lnTo>
                  <a:pt x="989469" y="114654"/>
                </a:lnTo>
                <a:lnTo>
                  <a:pt x="987683" y="114654"/>
                </a:lnTo>
                <a:lnTo>
                  <a:pt x="987683" y="116445"/>
                </a:lnTo>
                <a:lnTo>
                  <a:pt x="985897" y="116445"/>
                </a:lnTo>
                <a:lnTo>
                  <a:pt x="985897" y="118237"/>
                </a:lnTo>
                <a:lnTo>
                  <a:pt x="984111" y="118237"/>
                </a:lnTo>
                <a:lnTo>
                  <a:pt x="984111" y="121820"/>
                </a:lnTo>
                <a:lnTo>
                  <a:pt x="980539" y="121820"/>
                </a:lnTo>
                <a:lnTo>
                  <a:pt x="980539" y="125403"/>
                </a:lnTo>
                <a:lnTo>
                  <a:pt x="978753" y="125403"/>
                </a:lnTo>
                <a:lnTo>
                  <a:pt x="978753" y="127194"/>
                </a:lnTo>
                <a:lnTo>
                  <a:pt x="976967" y="127194"/>
                </a:lnTo>
                <a:lnTo>
                  <a:pt x="976967" y="128986"/>
                </a:lnTo>
                <a:lnTo>
                  <a:pt x="975181" y="128986"/>
                </a:lnTo>
                <a:lnTo>
                  <a:pt x="975181" y="130777"/>
                </a:lnTo>
                <a:lnTo>
                  <a:pt x="973395" y="130777"/>
                </a:lnTo>
                <a:lnTo>
                  <a:pt x="973395" y="134360"/>
                </a:lnTo>
                <a:lnTo>
                  <a:pt x="971608" y="134360"/>
                </a:lnTo>
                <a:lnTo>
                  <a:pt x="971608" y="136152"/>
                </a:lnTo>
                <a:lnTo>
                  <a:pt x="969822" y="136152"/>
                </a:lnTo>
                <a:lnTo>
                  <a:pt x="969822" y="137943"/>
                </a:lnTo>
                <a:lnTo>
                  <a:pt x="968036" y="137943"/>
                </a:lnTo>
                <a:lnTo>
                  <a:pt x="968036" y="139734"/>
                </a:lnTo>
                <a:lnTo>
                  <a:pt x="966250" y="139734"/>
                </a:lnTo>
                <a:lnTo>
                  <a:pt x="966250" y="143317"/>
                </a:lnTo>
                <a:lnTo>
                  <a:pt x="964464" y="143317"/>
                </a:lnTo>
                <a:lnTo>
                  <a:pt x="964464" y="145109"/>
                </a:lnTo>
                <a:lnTo>
                  <a:pt x="962678" y="145109"/>
                </a:lnTo>
                <a:lnTo>
                  <a:pt x="962678" y="146900"/>
                </a:lnTo>
                <a:lnTo>
                  <a:pt x="960892" y="146900"/>
                </a:lnTo>
                <a:lnTo>
                  <a:pt x="960892" y="148692"/>
                </a:lnTo>
                <a:lnTo>
                  <a:pt x="959106" y="148692"/>
                </a:lnTo>
                <a:lnTo>
                  <a:pt x="959106" y="154066"/>
                </a:lnTo>
                <a:lnTo>
                  <a:pt x="960892" y="154066"/>
                </a:lnTo>
                <a:lnTo>
                  <a:pt x="960892" y="152275"/>
                </a:lnTo>
                <a:lnTo>
                  <a:pt x="962678" y="152275"/>
                </a:lnTo>
                <a:lnTo>
                  <a:pt x="962678" y="154066"/>
                </a:lnTo>
                <a:lnTo>
                  <a:pt x="968036" y="154066"/>
                </a:lnTo>
                <a:lnTo>
                  <a:pt x="968036" y="152275"/>
                </a:lnTo>
                <a:lnTo>
                  <a:pt x="969822" y="152275"/>
                </a:lnTo>
                <a:lnTo>
                  <a:pt x="969822" y="154066"/>
                </a:lnTo>
                <a:lnTo>
                  <a:pt x="1021618" y="154066"/>
                </a:lnTo>
                <a:lnTo>
                  <a:pt x="1021618" y="152275"/>
                </a:lnTo>
                <a:lnTo>
                  <a:pt x="1041264" y="152275"/>
                </a:lnTo>
                <a:lnTo>
                  <a:pt x="1041264" y="150483"/>
                </a:lnTo>
                <a:lnTo>
                  <a:pt x="1048408" y="150483"/>
                </a:lnTo>
                <a:lnTo>
                  <a:pt x="1048408" y="148692"/>
                </a:lnTo>
                <a:lnTo>
                  <a:pt x="1053767" y="148692"/>
                </a:lnTo>
                <a:lnTo>
                  <a:pt x="1053767" y="146900"/>
                </a:lnTo>
                <a:lnTo>
                  <a:pt x="1057339" y="146900"/>
                </a:lnTo>
                <a:lnTo>
                  <a:pt x="1057339" y="145109"/>
                </a:lnTo>
                <a:lnTo>
                  <a:pt x="1060911" y="145109"/>
                </a:lnTo>
                <a:lnTo>
                  <a:pt x="1060911" y="143317"/>
                </a:lnTo>
                <a:lnTo>
                  <a:pt x="1064483" y="143317"/>
                </a:lnTo>
                <a:lnTo>
                  <a:pt x="1064483" y="141526"/>
                </a:lnTo>
                <a:lnTo>
                  <a:pt x="1066269" y="141526"/>
                </a:lnTo>
                <a:lnTo>
                  <a:pt x="1066269" y="139734"/>
                </a:lnTo>
                <a:lnTo>
                  <a:pt x="1068055" y="139734"/>
                </a:lnTo>
                <a:lnTo>
                  <a:pt x="1068055" y="137943"/>
                </a:lnTo>
                <a:lnTo>
                  <a:pt x="1071627" y="137943"/>
                </a:lnTo>
                <a:lnTo>
                  <a:pt x="1071627" y="136152"/>
                </a:lnTo>
                <a:lnTo>
                  <a:pt x="1073413" y="136152"/>
                </a:lnTo>
                <a:lnTo>
                  <a:pt x="1073413" y="132569"/>
                </a:lnTo>
                <a:lnTo>
                  <a:pt x="1075199" y="132569"/>
                </a:lnTo>
                <a:lnTo>
                  <a:pt x="1075199" y="128986"/>
                </a:lnTo>
                <a:lnTo>
                  <a:pt x="1076985" y="128986"/>
                </a:lnTo>
                <a:lnTo>
                  <a:pt x="1076985" y="125403"/>
                </a:lnTo>
                <a:lnTo>
                  <a:pt x="1078771" y="125403"/>
                </a:lnTo>
                <a:lnTo>
                  <a:pt x="1078771" y="123611"/>
                </a:lnTo>
                <a:lnTo>
                  <a:pt x="1082343" y="123611"/>
                </a:lnTo>
                <a:lnTo>
                  <a:pt x="1082343" y="127194"/>
                </a:lnTo>
                <a:lnTo>
                  <a:pt x="1080557" y="127194"/>
                </a:lnTo>
                <a:lnTo>
                  <a:pt x="1080557" y="132569"/>
                </a:lnTo>
                <a:lnTo>
                  <a:pt x="1078771" y="132569"/>
                </a:lnTo>
                <a:lnTo>
                  <a:pt x="1078771" y="136152"/>
                </a:lnTo>
                <a:lnTo>
                  <a:pt x="1076985" y="136152"/>
                </a:lnTo>
                <a:lnTo>
                  <a:pt x="1076985" y="143317"/>
                </a:lnTo>
                <a:lnTo>
                  <a:pt x="1075199" y="143317"/>
                </a:lnTo>
                <a:lnTo>
                  <a:pt x="1075199" y="148692"/>
                </a:lnTo>
                <a:lnTo>
                  <a:pt x="1073413" y="148692"/>
                </a:lnTo>
                <a:lnTo>
                  <a:pt x="1073413" y="152275"/>
                </a:lnTo>
                <a:lnTo>
                  <a:pt x="1071627" y="152275"/>
                </a:lnTo>
                <a:lnTo>
                  <a:pt x="1071627" y="157649"/>
                </a:lnTo>
                <a:lnTo>
                  <a:pt x="1069841" y="157649"/>
                </a:lnTo>
                <a:lnTo>
                  <a:pt x="1069841" y="161232"/>
                </a:lnTo>
                <a:lnTo>
                  <a:pt x="944818" y="161232"/>
                </a:lnTo>
                <a:lnTo>
                  <a:pt x="944818" y="157649"/>
                </a:lnTo>
                <a:lnTo>
                  <a:pt x="946604" y="157649"/>
                </a:lnTo>
                <a:lnTo>
                  <a:pt x="946604" y="154066"/>
                </a:lnTo>
                <a:lnTo>
                  <a:pt x="948390" y="154066"/>
                </a:lnTo>
                <a:lnTo>
                  <a:pt x="948390" y="152275"/>
                </a:lnTo>
                <a:lnTo>
                  <a:pt x="950176" y="152275"/>
                </a:lnTo>
                <a:lnTo>
                  <a:pt x="950176" y="150483"/>
                </a:lnTo>
                <a:lnTo>
                  <a:pt x="951962" y="150483"/>
                </a:lnTo>
                <a:lnTo>
                  <a:pt x="951962" y="148692"/>
                </a:lnTo>
                <a:lnTo>
                  <a:pt x="953748" y="148692"/>
                </a:lnTo>
                <a:lnTo>
                  <a:pt x="953748" y="145109"/>
                </a:lnTo>
                <a:lnTo>
                  <a:pt x="955534" y="145109"/>
                </a:lnTo>
                <a:lnTo>
                  <a:pt x="955534" y="143317"/>
                </a:lnTo>
                <a:lnTo>
                  <a:pt x="957320" y="143317"/>
                </a:lnTo>
                <a:lnTo>
                  <a:pt x="957320" y="141526"/>
                </a:lnTo>
                <a:lnTo>
                  <a:pt x="959106" y="141526"/>
                </a:lnTo>
                <a:lnTo>
                  <a:pt x="959106" y="139734"/>
                </a:lnTo>
                <a:lnTo>
                  <a:pt x="960892" y="139734"/>
                </a:lnTo>
                <a:lnTo>
                  <a:pt x="960892" y="136152"/>
                </a:lnTo>
                <a:lnTo>
                  <a:pt x="964464" y="136152"/>
                </a:lnTo>
                <a:lnTo>
                  <a:pt x="964464" y="132569"/>
                </a:lnTo>
                <a:lnTo>
                  <a:pt x="966250" y="132569"/>
                </a:lnTo>
                <a:lnTo>
                  <a:pt x="966250" y="130777"/>
                </a:lnTo>
                <a:lnTo>
                  <a:pt x="968036" y="130777"/>
                </a:lnTo>
                <a:lnTo>
                  <a:pt x="968036" y="128986"/>
                </a:lnTo>
                <a:lnTo>
                  <a:pt x="969822" y="128986"/>
                </a:lnTo>
                <a:lnTo>
                  <a:pt x="969822" y="127194"/>
                </a:lnTo>
                <a:lnTo>
                  <a:pt x="971608" y="127194"/>
                </a:lnTo>
                <a:lnTo>
                  <a:pt x="971608" y="123611"/>
                </a:lnTo>
                <a:lnTo>
                  <a:pt x="973395" y="123611"/>
                </a:lnTo>
                <a:lnTo>
                  <a:pt x="973395" y="121820"/>
                </a:lnTo>
                <a:lnTo>
                  <a:pt x="975181" y="121820"/>
                </a:lnTo>
                <a:lnTo>
                  <a:pt x="975181" y="120028"/>
                </a:lnTo>
                <a:lnTo>
                  <a:pt x="976967" y="120028"/>
                </a:lnTo>
                <a:lnTo>
                  <a:pt x="976967" y="118237"/>
                </a:lnTo>
                <a:lnTo>
                  <a:pt x="978753" y="118237"/>
                </a:lnTo>
                <a:lnTo>
                  <a:pt x="978753" y="114654"/>
                </a:lnTo>
                <a:lnTo>
                  <a:pt x="980539" y="114654"/>
                </a:lnTo>
                <a:lnTo>
                  <a:pt x="980539" y="112862"/>
                </a:lnTo>
                <a:lnTo>
                  <a:pt x="982325" y="112862"/>
                </a:lnTo>
                <a:lnTo>
                  <a:pt x="982325" y="111071"/>
                </a:lnTo>
                <a:lnTo>
                  <a:pt x="984111" y="111071"/>
                </a:lnTo>
                <a:lnTo>
                  <a:pt x="984111" y="109280"/>
                </a:lnTo>
                <a:lnTo>
                  <a:pt x="985897" y="109280"/>
                </a:lnTo>
                <a:lnTo>
                  <a:pt x="985897" y="105697"/>
                </a:lnTo>
                <a:lnTo>
                  <a:pt x="987683" y="105697"/>
                </a:lnTo>
                <a:lnTo>
                  <a:pt x="987683" y="103905"/>
                </a:lnTo>
                <a:lnTo>
                  <a:pt x="989469" y="103905"/>
                </a:lnTo>
                <a:lnTo>
                  <a:pt x="989469" y="102114"/>
                </a:lnTo>
                <a:lnTo>
                  <a:pt x="991255" y="102114"/>
                </a:lnTo>
                <a:lnTo>
                  <a:pt x="991255" y="100322"/>
                </a:lnTo>
                <a:lnTo>
                  <a:pt x="993041" y="100322"/>
                </a:lnTo>
                <a:lnTo>
                  <a:pt x="993041" y="98531"/>
                </a:lnTo>
                <a:lnTo>
                  <a:pt x="994827" y="98531"/>
                </a:lnTo>
                <a:lnTo>
                  <a:pt x="994827" y="94948"/>
                </a:lnTo>
                <a:lnTo>
                  <a:pt x="996613" y="94948"/>
                </a:lnTo>
                <a:lnTo>
                  <a:pt x="996613" y="89573"/>
                </a:lnTo>
                <a:lnTo>
                  <a:pt x="994827" y="89573"/>
                </a:lnTo>
                <a:lnTo>
                  <a:pt x="994827" y="87782"/>
                </a:lnTo>
                <a:lnTo>
                  <a:pt x="993041" y="87782"/>
                </a:lnTo>
                <a:lnTo>
                  <a:pt x="993041" y="84199"/>
                </a:lnTo>
                <a:lnTo>
                  <a:pt x="991255" y="84199"/>
                </a:lnTo>
                <a:lnTo>
                  <a:pt x="991255" y="82407"/>
                </a:lnTo>
                <a:lnTo>
                  <a:pt x="989469" y="82407"/>
                </a:lnTo>
                <a:lnTo>
                  <a:pt x="989469" y="80616"/>
                </a:lnTo>
                <a:lnTo>
                  <a:pt x="987683" y="80616"/>
                </a:lnTo>
                <a:lnTo>
                  <a:pt x="987683" y="77033"/>
                </a:lnTo>
                <a:lnTo>
                  <a:pt x="985897" y="77033"/>
                </a:lnTo>
                <a:lnTo>
                  <a:pt x="985897" y="75242"/>
                </a:lnTo>
                <a:lnTo>
                  <a:pt x="984111" y="75242"/>
                </a:lnTo>
                <a:lnTo>
                  <a:pt x="984111" y="73450"/>
                </a:lnTo>
                <a:lnTo>
                  <a:pt x="982325" y="73450"/>
                </a:lnTo>
                <a:lnTo>
                  <a:pt x="982325" y="69867"/>
                </a:lnTo>
                <a:lnTo>
                  <a:pt x="980539" y="69867"/>
                </a:lnTo>
                <a:lnTo>
                  <a:pt x="980539" y="68076"/>
                </a:lnTo>
                <a:lnTo>
                  <a:pt x="978753" y="68076"/>
                </a:lnTo>
                <a:lnTo>
                  <a:pt x="978753" y="64493"/>
                </a:lnTo>
                <a:lnTo>
                  <a:pt x="976967" y="64493"/>
                </a:lnTo>
                <a:lnTo>
                  <a:pt x="976967" y="62701"/>
                </a:lnTo>
                <a:lnTo>
                  <a:pt x="975181" y="62701"/>
                </a:lnTo>
                <a:lnTo>
                  <a:pt x="975181" y="60910"/>
                </a:lnTo>
                <a:lnTo>
                  <a:pt x="973395" y="60910"/>
                </a:lnTo>
                <a:lnTo>
                  <a:pt x="973395" y="59118"/>
                </a:lnTo>
                <a:lnTo>
                  <a:pt x="971608" y="59118"/>
                </a:lnTo>
                <a:lnTo>
                  <a:pt x="971608" y="55535"/>
                </a:lnTo>
                <a:lnTo>
                  <a:pt x="969822" y="55535"/>
                </a:lnTo>
                <a:lnTo>
                  <a:pt x="969822" y="53744"/>
                </a:lnTo>
                <a:lnTo>
                  <a:pt x="968036" y="53744"/>
                </a:lnTo>
                <a:lnTo>
                  <a:pt x="968036" y="50161"/>
                </a:lnTo>
                <a:lnTo>
                  <a:pt x="966250" y="50161"/>
                </a:lnTo>
                <a:lnTo>
                  <a:pt x="966250" y="48370"/>
                </a:lnTo>
                <a:lnTo>
                  <a:pt x="964464" y="48370"/>
                </a:lnTo>
                <a:lnTo>
                  <a:pt x="964464" y="44787"/>
                </a:lnTo>
                <a:lnTo>
                  <a:pt x="962678" y="44787"/>
                </a:lnTo>
                <a:lnTo>
                  <a:pt x="962678" y="42995"/>
                </a:lnTo>
                <a:lnTo>
                  <a:pt x="960892" y="42995"/>
                </a:lnTo>
                <a:lnTo>
                  <a:pt x="960892" y="41204"/>
                </a:lnTo>
                <a:lnTo>
                  <a:pt x="959106" y="41204"/>
                </a:lnTo>
                <a:lnTo>
                  <a:pt x="959106" y="37621"/>
                </a:lnTo>
                <a:lnTo>
                  <a:pt x="957320" y="37621"/>
                </a:lnTo>
                <a:lnTo>
                  <a:pt x="957320" y="35829"/>
                </a:lnTo>
                <a:lnTo>
                  <a:pt x="955534" y="35829"/>
                </a:lnTo>
                <a:lnTo>
                  <a:pt x="955534" y="32246"/>
                </a:lnTo>
                <a:lnTo>
                  <a:pt x="953748" y="32246"/>
                </a:lnTo>
                <a:lnTo>
                  <a:pt x="953748" y="30455"/>
                </a:lnTo>
                <a:lnTo>
                  <a:pt x="951962" y="30455"/>
                </a:lnTo>
                <a:lnTo>
                  <a:pt x="951962" y="28663"/>
                </a:lnTo>
                <a:lnTo>
                  <a:pt x="950176" y="28663"/>
                </a:lnTo>
                <a:lnTo>
                  <a:pt x="950176" y="26872"/>
                </a:lnTo>
                <a:lnTo>
                  <a:pt x="948390" y="26872"/>
                </a:lnTo>
                <a:lnTo>
                  <a:pt x="948390" y="23289"/>
                </a:lnTo>
                <a:lnTo>
                  <a:pt x="946604" y="23289"/>
                </a:lnTo>
                <a:lnTo>
                  <a:pt x="946604" y="21498"/>
                </a:lnTo>
                <a:lnTo>
                  <a:pt x="944818" y="21498"/>
                </a:lnTo>
                <a:lnTo>
                  <a:pt x="944818" y="16123"/>
                </a:lnTo>
                <a:lnTo>
                  <a:pt x="946604" y="16123"/>
                </a:lnTo>
                <a:close/>
                <a:moveTo>
                  <a:pt x="7144" y="23289"/>
                </a:moveTo>
                <a:lnTo>
                  <a:pt x="14288" y="23289"/>
                </a:lnTo>
                <a:lnTo>
                  <a:pt x="14288" y="25081"/>
                </a:lnTo>
                <a:lnTo>
                  <a:pt x="17860" y="25081"/>
                </a:lnTo>
                <a:lnTo>
                  <a:pt x="17860" y="26872"/>
                </a:lnTo>
                <a:lnTo>
                  <a:pt x="19646" y="26872"/>
                </a:lnTo>
                <a:lnTo>
                  <a:pt x="19646" y="28663"/>
                </a:lnTo>
                <a:lnTo>
                  <a:pt x="23219" y="28663"/>
                </a:lnTo>
                <a:lnTo>
                  <a:pt x="23219" y="30455"/>
                </a:lnTo>
                <a:lnTo>
                  <a:pt x="25005" y="30455"/>
                </a:lnTo>
                <a:lnTo>
                  <a:pt x="25005" y="34038"/>
                </a:lnTo>
                <a:lnTo>
                  <a:pt x="26791" y="34038"/>
                </a:lnTo>
                <a:lnTo>
                  <a:pt x="26791" y="35829"/>
                </a:lnTo>
                <a:lnTo>
                  <a:pt x="28577" y="35829"/>
                </a:lnTo>
                <a:lnTo>
                  <a:pt x="28577" y="39412"/>
                </a:lnTo>
                <a:lnTo>
                  <a:pt x="30363" y="39412"/>
                </a:lnTo>
                <a:lnTo>
                  <a:pt x="30363" y="44787"/>
                </a:lnTo>
                <a:lnTo>
                  <a:pt x="32149" y="44787"/>
                </a:lnTo>
                <a:lnTo>
                  <a:pt x="32149" y="46578"/>
                </a:lnTo>
                <a:lnTo>
                  <a:pt x="30363" y="46578"/>
                </a:lnTo>
                <a:lnTo>
                  <a:pt x="30363" y="48370"/>
                </a:lnTo>
                <a:lnTo>
                  <a:pt x="32149" y="48370"/>
                </a:lnTo>
                <a:lnTo>
                  <a:pt x="32149" y="55535"/>
                </a:lnTo>
                <a:lnTo>
                  <a:pt x="33935" y="55535"/>
                </a:lnTo>
                <a:lnTo>
                  <a:pt x="33935" y="57327"/>
                </a:lnTo>
                <a:lnTo>
                  <a:pt x="32149" y="57327"/>
                </a:lnTo>
                <a:lnTo>
                  <a:pt x="32149" y="62701"/>
                </a:lnTo>
                <a:lnTo>
                  <a:pt x="33935" y="62701"/>
                </a:lnTo>
                <a:lnTo>
                  <a:pt x="33935" y="78825"/>
                </a:lnTo>
                <a:lnTo>
                  <a:pt x="32149" y="78825"/>
                </a:lnTo>
                <a:lnTo>
                  <a:pt x="32149" y="96739"/>
                </a:lnTo>
                <a:lnTo>
                  <a:pt x="30363" y="96739"/>
                </a:lnTo>
                <a:lnTo>
                  <a:pt x="30363" y="98531"/>
                </a:lnTo>
                <a:lnTo>
                  <a:pt x="32149" y="98531"/>
                </a:lnTo>
                <a:lnTo>
                  <a:pt x="32149" y="100322"/>
                </a:lnTo>
                <a:lnTo>
                  <a:pt x="30363" y="100322"/>
                </a:lnTo>
                <a:lnTo>
                  <a:pt x="30363" y="103905"/>
                </a:lnTo>
                <a:lnTo>
                  <a:pt x="32149" y="103905"/>
                </a:lnTo>
                <a:lnTo>
                  <a:pt x="32149" y="102114"/>
                </a:lnTo>
                <a:lnTo>
                  <a:pt x="33935" y="102114"/>
                </a:lnTo>
                <a:lnTo>
                  <a:pt x="33935" y="100322"/>
                </a:lnTo>
                <a:lnTo>
                  <a:pt x="35721" y="100322"/>
                </a:lnTo>
                <a:lnTo>
                  <a:pt x="35721" y="96739"/>
                </a:lnTo>
                <a:lnTo>
                  <a:pt x="37507" y="96739"/>
                </a:lnTo>
                <a:lnTo>
                  <a:pt x="37507" y="94948"/>
                </a:lnTo>
                <a:lnTo>
                  <a:pt x="39293" y="94948"/>
                </a:lnTo>
                <a:lnTo>
                  <a:pt x="39293" y="91365"/>
                </a:lnTo>
                <a:lnTo>
                  <a:pt x="41079" y="91365"/>
                </a:lnTo>
                <a:lnTo>
                  <a:pt x="41079" y="89573"/>
                </a:lnTo>
                <a:lnTo>
                  <a:pt x="42865" y="89573"/>
                </a:lnTo>
                <a:lnTo>
                  <a:pt x="42865" y="87782"/>
                </a:lnTo>
                <a:lnTo>
                  <a:pt x="44651" y="87782"/>
                </a:lnTo>
                <a:lnTo>
                  <a:pt x="44651" y="84199"/>
                </a:lnTo>
                <a:lnTo>
                  <a:pt x="46437" y="84199"/>
                </a:lnTo>
                <a:lnTo>
                  <a:pt x="46437" y="82407"/>
                </a:lnTo>
                <a:lnTo>
                  <a:pt x="48223" y="82407"/>
                </a:lnTo>
                <a:lnTo>
                  <a:pt x="48223" y="78825"/>
                </a:lnTo>
                <a:lnTo>
                  <a:pt x="50009" y="78825"/>
                </a:lnTo>
                <a:lnTo>
                  <a:pt x="50009" y="77033"/>
                </a:lnTo>
                <a:lnTo>
                  <a:pt x="51795" y="77033"/>
                </a:lnTo>
                <a:lnTo>
                  <a:pt x="51795" y="73450"/>
                </a:lnTo>
                <a:lnTo>
                  <a:pt x="53581" y="73450"/>
                </a:lnTo>
                <a:lnTo>
                  <a:pt x="53581" y="69867"/>
                </a:lnTo>
                <a:lnTo>
                  <a:pt x="55367" y="69867"/>
                </a:lnTo>
                <a:lnTo>
                  <a:pt x="55367" y="68076"/>
                </a:lnTo>
                <a:lnTo>
                  <a:pt x="57153" y="68076"/>
                </a:lnTo>
                <a:lnTo>
                  <a:pt x="57153" y="66284"/>
                </a:lnTo>
                <a:lnTo>
                  <a:pt x="58939" y="66284"/>
                </a:lnTo>
                <a:lnTo>
                  <a:pt x="58939" y="62701"/>
                </a:lnTo>
                <a:lnTo>
                  <a:pt x="60726" y="62701"/>
                </a:lnTo>
                <a:lnTo>
                  <a:pt x="60726" y="59118"/>
                </a:lnTo>
                <a:lnTo>
                  <a:pt x="62512" y="59118"/>
                </a:lnTo>
                <a:lnTo>
                  <a:pt x="62512" y="57327"/>
                </a:lnTo>
                <a:lnTo>
                  <a:pt x="64298" y="57327"/>
                </a:lnTo>
                <a:lnTo>
                  <a:pt x="64298" y="53744"/>
                </a:lnTo>
                <a:lnTo>
                  <a:pt x="66084" y="53744"/>
                </a:lnTo>
                <a:lnTo>
                  <a:pt x="66084" y="50161"/>
                </a:lnTo>
                <a:lnTo>
                  <a:pt x="67870" y="50161"/>
                </a:lnTo>
                <a:lnTo>
                  <a:pt x="67870" y="48370"/>
                </a:lnTo>
                <a:lnTo>
                  <a:pt x="69656" y="48370"/>
                </a:lnTo>
                <a:lnTo>
                  <a:pt x="69656" y="44787"/>
                </a:lnTo>
                <a:lnTo>
                  <a:pt x="71442" y="44787"/>
                </a:lnTo>
                <a:lnTo>
                  <a:pt x="71442" y="39412"/>
                </a:lnTo>
                <a:lnTo>
                  <a:pt x="73228" y="39412"/>
                </a:lnTo>
                <a:lnTo>
                  <a:pt x="73228" y="37621"/>
                </a:lnTo>
                <a:lnTo>
                  <a:pt x="75014" y="37621"/>
                </a:lnTo>
                <a:lnTo>
                  <a:pt x="75014" y="34038"/>
                </a:lnTo>
                <a:lnTo>
                  <a:pt x="76800" y="34038"/>
                </a:lnTo>
                <a:lnTo>
                  <a:pt x="76800" y="32246"/>
                </a:lnTo>
                <a:lnTo>
                  <a:pt x="75014" y="32246"/>
                </a:lnTo>
                <a:lnTo>
                  <a:pt x="75014" y="30455"/>
                </a:lnTo>
                <a:lnTo>
                  <a:pt x="76800" y="30455"/>
                </a:lnTo>
                <a:lnTo>
                  <a:pt x="76800" y="26872"/>
                </a:lnTo>
                <a:lnTo>
                  <a:pt x="80372" y="26872"/>
                </a:lnTo>
                <a:lnTo>
                  <a:pt x="80372" y="25081"/>
                </a:lnTo>
                <a:lnTo>
                  <a:pt x="82158" y="25081"/>
                </a:lnTo>
                <a:lnTo>
                  <a:pt x="82158" y="23289"/>
                </a:lnTo>
                <a:lnTo>
                  <a:pt x="85730" y="23289"/>
                </a:lnTo>
                <a:lnTo>
                  <a:pt x="85730" y="25081"/>
                </a:lnTo>
                <a:lnTo>
                  <a:pt x="87516" y="25081"/>
                </a:lnTo>
                <a:lnTo>
                  <a:pt x="87516" y="28663"/>
                </a:lnTo>
                <a:lnTo>
                  <a:pt x="89302" y="28663"/>
                </a:lnTo>
                <a:lnTo>
                  <a:pt x="89302" y="30455"/>
                </a:lnTo>
                <a:lnTo>
                  <a:pt x="87516" y="30455"/>
                </a:lnTo>
                <a:lnTo>
                  <a:pt x="87516" y="32246"/>
                </a:lnTo>
                <a:lnTo>
                  <a:pt x="89302" y="32246"/>
                </a:lnTo>
                <a:lnTo>
                  <a:pt x="89302" y="35829"/>
                </a:lnTo>
                <a:lnTo>
                  <a:pt x="91088" y="35829"/>
                </a:lnTo>
                <a:lnTo>
                  <a:pt x="91088" y="42995"/>
                </a:lnTo>
                <a:lnTo>
                  <a:pt x="92874" y="42995"/>
                </a:lnTo>
                <a:lnTo>
                  <a:pt x="92874" y="48370"/>
                </a:lnTo>
                <a:lnTo>
                  <a:pt x="94660" y="48370"/>
                </a:lnTo>
                <a:lnTo>
                  <a:pt x="94660" y="53744"/>
                </a:lnTo>
                <a:lnTo>
                  <a:pt x="96446" y="53744"/>
                </a:lnTo>
                <a:lnTo>
                  <a:pt x="96446" y="55535"/>
                </a:lnTo>
                <a:lnTo>
                  <a:pt x="94660" y="55535"/>
                </a:lnTo>
                <a:lnTo>
                  <a:pt x="94660" y="57327"/>
                </a:lnTo>
                <a:lnTo>
                  <a:pt x="96446" y="57327"/>
                </a:lnTo>
                <a:lnTo>
                  <a:pt x="96446" y="66284"/>
                </a:lnTo>
                <a:lnTo>
                  <a:pt x="98232" y="66284"/>
                </a:lnTo>
                <a:lnTo>
                  <a:pt x="98232" y="73450"/>
                </a:lnTo>
                <a:lnTo>
                  <a:pt x="100019" y="73450"/>
                </a:lnTo>
                <a:lnTo>
                  <a:pt x="100019" y="85990"/>
                </a:lnTo>
                <a:lnTo>
                  <a:pt x="101805" y="85990"/>
                </a:lnTo>
                <a:lnTo>
                  <a:pt x="101805" y="98531"/>
                </a:lnTo>
                <a:lnTo>
                  <a:pt x="103591" y="98531"/>
                </a:lnTo>
                <a:lnTo>
                  <a:pt x="103591" y="109280"/>
                </a:lnTo>
                <a:lnTo>
                  <a:pt x="105377" y="109280"/>
                </a:lnTo>
                <a:lnTo>
                  <a:pt x="105377" y="107488"/>
                </a:lnTo>
                <a:lnTo>
                  <a:pt x="107163" y="107488"/>
                </a:lnTo>
                <a:lnTo>
                  <a:pt x="107163" y="105697"/>
                </a:lnTo>
                <a:lnTo>
                  <a:pt x="108949" y="105697"/>
                </a:lnTo>
                <a:lnTo>
                  <a:pt x="108949" y="102114"/>
                </a:lnTo>
                <a:lnTo>
                  <a:pt x="110735" y="102114"/>
                </a:lnTo>
                <a:lnTo>
                  <a:pt x="110735" y="100322"/>
                </a:lnTo>
                <a:lnTo>
                  <a:pt x="112521" y="100322"/>
                </a:lnTo>
                <a:lnTo>
                  <a:pt x="112521" y="96739"/>
                </a:lnTo>
                <a:lnTo>
                  <a:pt x="114307" y="96739"/>
                </a:lnTo>
                <a:lnTo>
                  <a:pt x="114307" y="94948"/>
                </a:lnTo>
                <a:lnTo>
                  <a:pt x="116093" y="94948"/>
                </a:lnTo>
                <a:lnTo>
                  <a:pt x="116093" y="93156"/>
                </a:lnTo>
                <a:lnTo>
                  <a:pt x="117879" y="93156"/>
                </a:lnTo>
                <a:lnTo>
                  <a:pt x="117879" y="91365"/>
                </a:lnTo>
                <a:lnTo>
                  <a:pt x="119665" y="91365"/>
                </a:lnTo>
                <a:lnTo>
                  <a:pt x="119665" y="87782"/>
                </a:lnTo>
                <a:lnTo>
                  <a:pt x="121451" y="87782"/>
                </a:lnTo>
                <a:lnTo>
                  <a:pt x="121451" y="84199"/>
                </a:lnTo>
                <a:lnTo>
                  <a:pt x="123237" y="84199"/>
                </a:lnTo>
                <a:lnTo>
                  <a:pt x="123237" y="82407"/>
                </a:lnTo>
                <a:lnTo>
                  <a:pt x="125023" y="82407"/>
                </a:lnTo>
                <a:lnTo>
                  <a:pt x="125023" y="80616"/>
                </a:lnTo>
                <a:lnTo>
                  <a:pt x="126809" y="80616"/>
                </a:lnTo>
                <a:lnTo>
                  <a:pt x="126809" y="77033"/>
                </a:lnTo>
                <a:lnTo>
                  <a:pt x="128595" y="77033"/>
                </a:lnTo>
                <a:lnTo>
                  <a:pt x="128595" y="73450"/>
                </a:lnTo>
                <a:lnTo>
                  <a:pt x="130381" y="73450"/>
                </a:lnTo>
                <a:lnTo>
                  <a:pt x="130381" y="69867"/>
                </a:lnTo>
                <a:lnTo>
                  <a:pt x="132167" y="69867"/>
                </a:lnTo>
                <a:lnTo>
                  <a:pt x="132167" y="68076"/>
                </a:lnTo>
                <a:lnTo>
                  <a:pt x="133953" y="68076"/>
                </a:lnTo>
                <a:lnTo>
                  <a:pt x="133953" y="64493"/>
                </a:lnTo>
                <a:lnTo>
                  <a:pt x="135739" y="64493"/>
                </a:lnTo>
                <a:lnTo>
                  <a:pt x="135739" y="59118"/>
                </a:lnTo>
                <a:lnTo>
                  <a:pt x="137525" y="59118"/>
                </a:lnTo>
                <a:lnTo>
                  <a:pt x="137525" y="53744"/>
                </a:lnTo>
                <a:lnTo>
                  <a:pt x="139312" y="53744"/>
                </a:lnTo>
                <a:lnTo>
                  <a:pt x="139312" y="42995"/>
                </a:lnTo>
                <a:lnTo>
                  <a:pt x="137525" y="42995"/>
                </a:lnTo>
                <a:lnTo>
                  <a:pt x="137525" y="41204"/>
                </a:lnTo>
                <a:lnTo>
                  <a:pt x="135739" y="41204"/>
                </a:lnTo>
                <a:lnTo>
                  <a:pt x="135739" y="39412"/>
                </a:lnTo>
                <a:lnTo>
                  <a:pt x="132167" y="39412"/>
                </a:lnTo>
                <a:lnTo>
                  <a:pt x="132167" y="37621"/>
                </a:lnTo>
                <a:lnTo>
                  <a:pt x="128595" y="37621"/>
                </a:lnTo>
                <a:lnTo>
                  <a:pt x="128595" y="32246"/>
                </a:lnTo>
                <a:lnTo>
                  <a:pt x="130381" y="32246"/>
                </a:lnTo>
                <a:lnTo>
                  <a:pt x="130381" y="26872"/>
                </a:lnTo>
                <a:lnTo>
                  <a:pt x="132167" y="26872"/>
                </a:lnTo>
                <a:lnTo>
                  <a:pt x="132167" y="25081"/>
                </a:lnTo>
                <a:lnTo>
                  <a:pt x="133953" y="25081"/>
                </a:lnTo>
                <a:lnTo>
                  <a:pt x="133953" y="23289"/>
                </a:lnTo>
                <a:lnTo>
                  <a:pt x="137525" y="23289"/>
                </a:lnTo>
                <a:lnTo>
                  <a:pt x="137525" y="25081"/>
                </a:lnTo>
                <a:lnTo>
                  <a:pt x="141098" y="25081"/>
                </a:lnTo>
                <a:lnTo>
                  <a:pt x="141098" y="26872"/>
                </a:lnTo>
                <a:lnTo>
                  <a:pt x="142884" y="26872"/>
                </a:lnTo>
                <a:lnTo>
                  <a:pt x="142884" y="28663"/>
                </a:lnTo>
                <a:lnTo>
                  <a:pt x="144670" y="28663"/>
                </a:lnTo>
                <a:lnTo>
                  <a:pt x="144670" y="35829"/>
                </a:lnTo>
                <a:lnTo>
                  <a:pt x="146456" y="35829"/>
                </a:lnTo>
                <a:lnTo>
                  <a:pt x="146456" y="44787"/>
                </a:lnTo>
                <a:lnTo>
                  <a:pt x="144670" y="44787"/>
                </a:lnTo>
                <a:lnTo>
                  <a:pt x="144670" y="46578"/>
                </a:lnTo>
                <a:lnTo>
                  <a:pt x="146456" y="46578"/>
                </a:lnTo>
                <a:lnTo>
                  <a:pt x="146456" y="48370"/>
                </a:lnTo>
                <a:lnTo>
                  <a:pt x="144670" y="48370"/>
                </a:lnTo>
                <a:lnTo>
                  <a:pt x="144670" y="55535"/>
                </a:lnTo>
                <a:lnTo>
                  <a:pt x="142884" y="55535"/>
                </a:lnTo>
                <a:lnTo>
                  <a:pt x="142884" y="59118"/>
                </a:lnTo>
                <a:lnTo>
                  <a:pt x="141098" y="59118"/>
                </a:lnTo>
                <a:lnTo>
                  <a:pt x="141098" y="62701"/>
                </a:lnTo>
                <a:lnTo>
                  <a:pt x="139312" y="62701"/>
                </a:lnTo>
                <a:lnTo>
                  <a:pt x="139312" y="66284"/>
                </a:lnTo>
                <a:lnTo>
                  <a:pt x="137525" y="66284"/>
                </a:lnTo>
                <a:lnTo>
                  <a:pt x="137525" y="71659"/>
                </a:lnTo>
                <a:lnTo>
                  <a:pt x="135739" y="71659"/>
                </a:lnTo>
                <a:lnTo>
                  <a:pt x="135739" y="75242"/>
                </a:lnTo>
                <a:lnTo>
                  <a:pt x="133953" y="75242"/>
                </a:lnTo>
                <a:lnTo>
                  <a:pt x="133953" y="78825"/>
                </a:lnTo>
                <a:lnTo>
                  <a:pt x="132167" y="78825"/>
                </a:lnTo>
                <a:lnTo>
                  <a:pt x="132167" y="80616"/>
                </a:lnTo>
                <a:lnTo>
                  <a:pt x="130381" y="80616"/>
                </a:lnTo>
                <a:lnTo>
                  <a:pt x="130381" y="84199"/>
                </a:lnTo>
                <a:lnTo>
                  <a:pt x="128595" y="84199"/>
                </a:lnTo>
                <a:lnTo>
                  <a:pt x="128595" y="85990"/>
                </a:lnTo>
                <a:lnTo>
                  <a:pt x="126809" y="85990"/>
                </a:lnTo>
                <a:lnTo>
                  <a:pt x="126809" y="89573"/>
                </a:lnTo>
                <a:lnTo>
                  <a:pt x="125023" y="89573"/>
                </a:lnTo>
                <a:lnTo>
                  <a:pt x="125023" y="93156"/>
                </a:lnTo>
                <a:lnTo>
                  <a:pt x="123237" y="93156"/>
                </a:lnTo>
                <a:lnTo>
                  <a:pt x="123237" y="94948"/>
                </a:lnTo>
                <a:lnTo>
                  <a:pt x="121451" y="94948"/>
                </a:lnTo>
                <a:lnTo>
                  <a:pt x="121451" y="98531"/>
                </a:lnTo>
                <a:lnTo>
                  <a:pt x="119665" y="98531"/>
                </a:lnTo>
                <a:lnTo>
                  <a:pt x="119665" y="100322"/>
                </a:lnTo>
                <a:lnTo>
                  <a:pt x="117879" y="100322"/>
                </a:lnTo>
                <a:lnTo>
                  <a:pt x="117879" y="103905"/>
                </a:lnTo>
                <a:lnTo>
                  <a:pt x="116093" y="103905"/>
                </a:lnTo>
                <a:lnTo>
                  <a:pt x="116093" y="105697"/>
                </a:lnTo>
                <a:lnTo>
                  <a:pt x="114307" y="105697"/>
                </a:lnTo>
                <a:lnTo>
                  <a:pt x="114307" y="109280"/>
                </a:lnTo>
                <a:lnTo>
                  <a:pt x="110735" y="109280"/>
                </a:lnTo>
                <a:lnTo>
                  <a:pt x="110735" y="112862"/>
                </a:lnTo>
                <a:lnTo>
                  <a:pt x="108949" y="112862"/>
                </a:lnTo>
                <a:lnTo>
                  <a:pt x="108949" y="114654"/>
                </a:lnTo>
                <a:lnTo>
                  <a:pt x="107163" y="114654"/>
                </a:lnTo>
                <a:lnTo>
                  <a:pt x="107163" y="116445"/>
                </a:lnTo>
                <a:lnTo>
                  <a:pt x="105377" y="116445"/>
                </a:lnTo>
                <a:lnTo>
                  <a:pt x="105377" y="120028"/>
                </a:lnTo>
                <a:lnTo>
                  <a:pt x="103591" y="120028"/>
                </a:lnTo>
                <a:lnTo>
                  <a:pt x="103591" y="121820"/>
                </a:lnTo>
                <a:lnTo>
                  <a:pt x="101805" y="121820"/>
                </a:lnTo>
                <a:lnTo>
                  <a:pt x="101805" y="123611"/>
                </a:lnTo>
                <a:lnTo>
                  <a:pt x="100019" y="123611"/>
                </a:lnTo>
                <a:lnTo>
                  <a:pt x="100019" y="125403"/>
                </a:lnTo>
                <a:lnTo>
                  <a:pt x="98232" y="125403"/>
                </a:lnTo>
                <a:lnTo>
                  <a:pt x="98232" y="127194"/>
                </a:lnTo>
                <a:lnTo>
                  <a:pt x="96446" y="127194"/>
                </a:lnTo>
                <a:lnTo>
                  <a:pt x="96446" y="130777"/>
                </a:lnTo>
                <a:lnTo>
                  <a:pt x="94660" y="130777"/>
                </a:lnTo>
                <a:lnTo>
                  <a:pt x="94660" y="132569"/>
                </a:lnTo>
                <a:lnTo>
                  <a:pt x="92874" y="132569"/>
                </a:lnTo>
                <a:lnTo>
                  <a:pt x="92874" y="114654"/>
                </a:lnTo>
                <a:lnTo>
                  <a:pt x="91088" y="114654"/>
                </a:lnTo>
                <a:lnTo>
                  <a:pt x="91088" y="96739"/>
                </a:lnTo>
                <a:lnTo>
                  <a:pt x="89302" y="96739"/>
                </a:lnTo>
                <a:lnTo>
                  <a:pt x="89302" y="84199"/>
                </a:lnTo>
                <a:lnTo>
                  <a:pt x="87516" y="84199"/>
                </a:lnTo>
                <a:lnTo>
                  <a:pt x="87516" y="77033"/>
                </a:lnTo>
                <a:lnTo>
                  <a:pt x="85730" y="77033"/>
                </a:lnTo>
                <a:lnTo>
                  <a:pt x="85730" y="75242"/>
                </a:lnTo>
                <a:lnTo>
                  <a:pt x="87516" y="75242"/>
                </a:lnTo>
                <a:lnTo>
                  <a:pt x="87516" y="73450"/>
                </a:lnTo>
                <a:lnTo>
                  <a:pt x="85730" y="73450"/>
                </a:lnTo>
                <a:lnTo>
                  <a:pt x="85730" y="64493"/>
                </a:lnTo>
                <a:lnTo>
                  <a:pt x="83944" y="64493"/>
                </a:lnTo>
                <a:lnTo>
                  <a:pt x="83944" y="57327"/>
                </a:lnTo>
                <a:lnTo>
                  <a:pt x="82158" y="57327"/>
                </a:lnTo>
                <a:lnTo>
                  <a:pt x="82158" y="50161"/>
                </a:lnTo>
                <a:lnTo>
                  <a:pt x="80372" y="50161"/>
                </a:lnTo>
                <a:lnTo>
                  <a:pt x="80372" y="44787"/>
                </a:lnTo>
                <a:lnTo>
                  <a:pt x="78586" y="44787"/>
                </a:lnTo>
                <a:lnTo>
                  <a:pt x="78586" y="41204"/>
                </a:lnTo>
                <a:lnTo>
                  <a:pt x="76800" y="41204"/>
                </a:lnTo>
                <a:lnTo>
                  <a:pt x="76800" y="44787"/>
                </a:lnTo>
                <a:lnTo>
                  <a:pt x="75014" y="44787"/>
                </a:lnTo>
                <a:lnTo>
                  <a:pt x="75014" y="48370"/>
                </a:lnTo>
                <a:lnTo>
                  <a:pt x="73228" y="48370"/>
                </a:lnTo>
                <a:lnTo>
                  <a:pt x="73228" y="51953"/>
                </a:lnTo>
                <a:lnTo>
                  <a:pt x="71442" y="51953"/>
                </a:lnTo>
                <a:lnTo>
                  <a:pt x="71442" y="55535"/>
                </a:lnTo>
                <a:lnTo>
                  <a:pt x="69656" y="55535"/>
                </a:lnTo>
                <a:lnTo>
                  <a:pt x="69656" y="59118"/>
                </a:lnTo>
                <a:lnTo>
                  <a:pt x="67870" y="59118"/>
                </a:lnTo>
                <a:lnTo>
                  <a:pt x="67870" y="60910"/>
                </a:lnTo>
                <a:lnTo>
                  <a:pt x="66084" y="60910"/>
                </a:lnTo>
                <a:lnTo>
                  <a:pt x="66084" y="64493"/>
                </a:lnTo>
                <a:lnTo>
                  <a:pt x="64298" y="64493"/>
                </a:lnTo>
                <a:lnTo>
                  <a:pt x="64298" y="66284"/>
                </a:lnTo>
                <a:lnTo>
                  <a:pt x="62512" y="66284"/>
                </a:lnTo>
                <a:lnTo>
                  <a:pt x="62512" y="69867"/>
                </a:lnTo>
                <a:lnTo>
                  <a:pt x="60726" y="69867"/>
                </a:lnTo>
                <a:lnTo>
                  <a:pt x="60726" y="73450"/>
                </a:lnTo>
                <a:lnTo>
                  <a:pt x="58939" y="73450"/>
                </a:lnTo>
                <a:lnTo>
                  <a:pt x="58939" y="75242"/>
                </a:lnTo>
                <a:lnTo>
                  <a:pt x="57153" y="75242"/>
                </a:lnTo>
                <a:lnTo>
                  <a:pt x="57153" y="78825"/>
                </a:lnTo>
                <a:lnTo>
                  <a:pt x="55367" y="78825"/>
                </a:lnTo>
                <a:lnTo>
                  <a:pt x="55367" y="82407"/>
                </a:lnTo>
                <a:lnTo>
                  <a:pt x="53581" y="82407"/>
                </a:lnTo>
                <a:lnTo>
                  <a:pt x="53581" y="85990"/>
                </a:lnTo>
                <a:lnTo>
                  <a:pt x="51795" y="85990"/>
                </a:lnTo>
                <a:lnTo>
                  <a:pt x="51795" y="87782"/>
                </a:lnTo>
                <a:lnTo>
                  <a:pt x="50009" y="87782"/>
                </a:lnTo>
                <a:lnTo>
                  <a:pt x="50009" y="91365"/>
                </a:lnTo>
                <a:lnTo>
                  <a:pt x="46437" y="91365"/>
                </a:lnTo>
                <a:lnTo>
                  <a:pt x="46437" y="94948"/>
                </a:lnTo>
                <a:lnTo>
                  <a:pt x="44651" y="94948"/>
                </a:lnTo>
                <a:lnTo>
                  <a:pt x="44651" y="96739"/>
                </a:lnTo>
                <a:lnTo>
                  <a:pt x="42865" y="96739"/>
                </a:lnTo>
                <a:lnTo>
                  <a:pt x="42865" y="100322"/>
                </a:lnTo>
                <a:lnTo>
                  <a:pt x="41079" y="100322"/>
                </a:lnTo>
                <a:lnTo>
                  <a:pt x="41079" y="102114"/>
                </a:lnTo>
                <a:lnTo>
                  <a:pt x="39293" y="102114"/>
                </a:lnTo>
                <a:lnTo>
                  <a:pt x="39293" y="105697"/>
                </a:lnTo>
                <a:lnTo>
                  <a:pt x="37507" y="105697"/>
                </a:lnTo>
                <a:lnTo>
                  <a:pt x="37507" y="107488"/>
                </a:lnTo>
                <a:lnTo>
                  <a:pt x="35721" y="107488"/>
                </a:lnTo>
                <a:lnTo>
                  <a:pt x="35721" y="109280"/>
                </a:lnTo>
                <a:lnTo>
                  <a:pt x="33935" y="109280"/>
                </a:lnTo>
                <a:lnTo>
                  <a:pt x="33935" y="111071"/>
                </a:lnTo>
                <a:lnTo>
                  <a:pt x="32149" y="111071"/>
                </a:lnTo>
                <a:lnTo>
                  <a:pt x="32149" y="114654"/>
                </a:lnTo>
                <a:lnTo>
                  <a:pt x="30363" y="114654"/>
                </a:lnTo>
                <a:lnTo>
                  <a:pt x="30363" y="116445"/>
                </a:lnTo>
                <a:lnTo>
                  <a:pt x="28577" y="116445"/>
                </a:lnTo>
                <a:lnTo>
                  <a:pt x="28577" y="120028"/>
                </a:lnTo>
                <a:lnTo>
                  <a:pt x="26791" y="120028"/>
                </a:lnTo>
                <a:lnTo>
                  <a:pt x="26791" y="121820"/>
                </a:lnTo>
                <a:lnTo>
                  <a:pt x="25005" y="121820"/>
                </a:lnTo>
                <a:lnTo>
                  <a:pt x="25005" y="123611"/>
                </a:lnTo>
                <a:lnTo>
                  <a:pt x="23219" y="123611"/>
                </a:lnTo>
                <a:lnTo>
                  <a:pt x="23219" y="127194"/>
                </a:lnTo>
                <a:lnTo>
                  <a:pt x="19646" y="127194"/>
                </a:lnTo>
                <a:lnTo>
                  <a:pt x="19646" y="130777"/>
                </a:lnTo>
                <a:lnTo>
                  <a:pt x="16074" y="130777"/>
                </a:lnTo>
                <a:lnTo>
                  <a:pt x="16074" y="121820"/>
                </a:lnTo>
                <a:lnTo>
                  <a:pt x="17860" y="121820"/>
                </a:lnTo>
                <a:lnTo>
                  <a:pt x="17860" y="112862"/>
                </a:lnTo>
                <a:lnTo>
                  <a:pt x="19646" y="112862"/>
                </a:lnTo>
                <a:lnTo>
                  <a:pt x="19646" y="102114"/>
                </a:lnTo>
                <a:lnTo>
                  <a:pt x="21433" y="102114"/>
                </a:lnTo>
                <a:lnTo>
                  <a:pt x="21433" y="66284"/>
                </a:lnTo>
                <a:lnTo>
                  <a:pt x="23219" y="66284"/>
                </a:lnTo>
                <a:lnTo>
                  <a:pt x="23219" y="64493"/>
                </a:lnTo>
                <a:lnTo>
                  <a:pt x="21433" y="64493"/>
                </a:lnTo>
                <a:lnTo>
                  <a:pt x="21433" y="51953"/>
                </a:lnTo>
                <a:lnTo>
                  <a:pt x="19646" y="51953"/>
                </a:lnTo>
                <a:lnTo>
                  <a:pt x="19646" y="46578"/>
                </a:lnTo>
                <a:lnTo>
                  <a:pt x="17860" y="46578"/>
                </a:lnTo>
                <a:lnTo>
                  <a:pt x="17860" y="42995"/>
                </a:lnTo>
                <a:lnTo>
                  <a:pt x="16074" y="42995"/>
                </a:lnTo>
                <a:lnTo>
                  <a:pt x="16074" y="39412"/>
                </a:lnTo>
                <a:lnTo>
                  <a:pt x="14288" y="39412"/>
                </a:lnTo>
                <a:lnTo>
                  <a:pt x="14288" y="37621"/>
                </a:lnTo>
                <a:lnTo>
                  <a:pt x="12502" y="37621"/>
                </a:lnTo>
                <a:lnTo>
                  <a:pt x="12502" y="35829"/>
                </a:lnTo>
                <a:lnTo>
                  <a:pt x="10716" y="35829"/>
                </a:lnTo>
                <a:lnTo>
                  <a:pt x="10716" y="34038"/>
                </a:lnTo>
                <a:lnTo>
                  <a:pt x="8930" y="34038"/>
                </a:lnTo>
                <a:lnTo>
                  <a:pt x="8930" y="32246"/>
                </a:lnTo>
                <a:lnTo>
                  <a:pt x="0" y="32246"/>
                </a:lnTo>
                <a:lnTo>
                  <a:pt x="0" y="28663"/>
                </a:lnTo>
                <a:lnTo>
                  <a:pt x="1786" y="28663"/>
                </a:lnTo>
                <a:lnTo>
                  <a:pt x="1786" y="26872"/>
                </a:lnTo>
                <a:lnTo>
                  <a:pt x="3572" y="26872"/>
                </a:lnTo>
                <a:lnTo>
                  <a:pt x="3572" y="25081"/>
                </a:lnTo>
                <a:lnTo>
                  <a:pt x="7144" y="25081"/>
                </a:lnTo>
                <a:close/>
                <a:moveTo>
                  <a:pt x="325060" y="23289"/>
                </a:moveTo>
                <a:lnTo>
                  <a:pt x="332204" y="23289"/>
                </a:lnTo>
                <a:lnTo>
                  <a:pt x="332204" y="25081"/>
                </a:lnTo>
                <a:lnTo>
                  <a:pt x="335776" y="25081"/>
                </a:lnTo>
                <a:lnTo>
                  <a:pt x="335776" y="26872"/>
                </a:lnTo>
                <a:lnTo>
                  <a:pt x="339349" y="26872"/>
                </a:lnTo>
                <a:lnTo>
                  <a:pt x="339349" y="28663"/>
                </a:lnTo>
                <a:lnTo>
                  <a:pt x="341135" y="28663"/>
                </a:lnTo>
                <a:lnTo>
                  <a:pt x="341135" y="30455"/>
                </a:lnTo>
                <a:lnTo>
                  <a:pt x="342921" y="30455"/>
                </a:lnTo>
                <a:lnTo>
                  <a:pt x="342921" y="32246"/>
                </a:lnTo>
                <a:lnTo>
                  <a:pt x="344707" y="32246"/>
                </a:lnTo>
                <a:lnTo>
                  <a:pt x="344707" y="34038"/>
                </a:lnTo>
                <a:lnTo>
                  <a:pt x="346493" y="34038"/>
                </a:lnTo>
                <a:lnTo>
                  <a:pt x="346493" y="37621"/>
                </a:lnTo>
                <a:lnTo>
                  <a:pt x="348279" y="37621"/>
                </a:lnTo>
                <a:lnTo>
                  <a:pt x="348279" y="44787"/>
                </a:lnTo>
                <a:lnTo>
                  <a:pt x="350065" y="44787"/>
                </a:lnTo>
                <a:lnTo>
                  <a:pt x="350065" y="53744"/>
                </a:lnTo>
                <a:lnTo>
                  <a:pt x="351851" y="53744"/>
                </a:lnTo>
                <a:lnTo>
                  <a:pt x="351851" y="84199"/>
                </a:lnTo>
                <a:lnTo>
                  <a:pt x="350065" y="84199"/>
                </a:lnTo>
                <a:lnTo>
                  <a:pt x="350065" y="100322"/>
                </a:lnTo>
                <a:lnTo>
                  <a:pt x="348279" y="100322"/>
                </a:lnTo>
                <a:lnTo>
                  <a:pt x="348279" y="103905"/>
                </a:lnTo>
                <a:lnTo>
                  <a:pt x="350065" y="103905"/>
                </a:lnTo>
                <a:lnTo>
                  <a:pt x="350065" y="102114"/>
                </a:lnTo>
                <a:lnTo>
                  <a:pt x="351851" y="102114"/>
                </a:lnTo>
                <a:lnTo>
                  <a:pt x="351851" y="100322"/>
                </a:lnTo>
                <a:lnTo>
                  <a:pt x="353637" y="100322"/>
                </a:lnTo>
                <a:lnTo>
                  <a:pt x="353637" y="96739"/>
                </a:lnTo>
                <a:lnTo>
                  <a:pt x="355423" y="96739"/>
                </a:lnTo>
                <a:lnTo>
                  <a:pt x="355423" y="94948"/>
                </a:lnTo>
                <a:lnTo>
                  <a:pt x="357209" y="94948"/>
                </a:lnTo>
                <a:lnTo>
                  <a:pt x="357209" y="93156"/>
                </a:lnTo>
                <a:lnTo>
                  <a:pt x="358995" y="93156"/>
                </a:lnTo>
                <a:lnTo>
                  <a:pt x="358995" y="91365"/>
                </a:lnTo>
                <a:lnTo>
                  <a:pt x="360781" y="91365"/>
                </a:lnTo>
                <a:lnTo>
                  <a:pt x="360781" y="85990"/>
                </a:lnTo>
                <a:lnTo>
                  <a:pt x="362567" y="85990"/>
                </a:lnTo>
                <a:lnTo>
                  <a:pt x="362567" y="84199"/>
                </a:lnTo>
                <a:lnTo>
                  <a:pt x="364353" y="84199"/>
                </a:lnTo>
                <a:lnTo>
                  <a:pt x="364353" y="82407"/>
                </a:lnTo>
                <a:lnTo>
                  <a:pt x="366139" y="82407"/>
                </a:lnTo>
                <a:lnTo>
                  <a:pt x="366139" y="80616"/>
                </a:lnTo>
                <a:lnTo>
                  <a:pt x="367925" y="80616"/>
                </a:lnTo>
                <a:lnTo>
                  <a:pt x="367925" y="77033"/>
                </a:lnTo>
                <a:lnTo>
                  <a:pt x="369711" y="77033"/>
                </a:lnTo>
                <a:lnTo>
                  <a:pt x="369711" y="75242"/>
                </a:lnTo>
                <a:lnTo>
                  <a:pt x="371497" y="75242"/>
                </a:lnTo>
                <a:lnTo>
                  <a:pt x="371497" y="71659"/>
                </a:lnTo>
                <a:lnTo>
                  <a:pt x="373283" y="71659"/>
                </a:lnTo>
                <a:lnTo>
                  <a:pt x="373283" y="69867"/>
                </a:lnTo>
                <a:lnTo>
                  <a:pt x="375069" y="69867"/>
                </a:lnTo>
                <a:lnTo>
                  <a:pt x="375069" y="66284"/>
                </a:lnTo>
                <a:lnTo>
                  <a:pt x="376856" y="66284"/>
                </a:lnTo>
                <a:lnTo>
                  <a:pt x="376856" y="64493"/>
                </a:lnTo>
                <a:lnTo>
                  <a:pt x="378642" y="64493"/>
                </a:lnTo>
                <a:lnTo>
                  <a:pt x="378642" y="59118"/>
                </a:lnTo>
                <a:lnTo>
                  <a:pt x="380428" y="59118"/>
                </a:lnTo>
                <a:lnTo>
                  <a:pt x="380428" y="57327"/>
                </a:lnTo>
                <a:lnTo>
                  <a:pt x="382214" y="57327"/>
                </a:lnTo>
                <a:lnTo>
                  <a:pt x="382214" y="53744"/>
                </a:lnTo>
                <a:lnTo>
                  <a:pt x="384000" y="53744"/>
                </a:lnTo>
                <a:lnTo>
                  <a:pt x="384000" y="51953"/>
                </a:lnTo>
                <a:lnTo>
                  <a:pt x="385786" y="51953"/>
                </a:lnTo>
                <a:lnTo>
                  <a:pt x="385786" y="46578"/>
                </a:lnTo>
                <a:lnTo>
                  <a:pt x="387572" y="46578"/>
                </a:lnTo>
                <a:lnTo>
                  <a:pt x="387572" y="44787"/>
                </a:lnTo>
                <a:lnTo>
                  <a:pt x="389358" y="44787"/>
                </a:lnTo>
                <a:lnTo>
                  <a:pt x="389358" y="41204"/>
                </a:lnTo>
                <a:lnTo>
                  <a:pt x="391144" y="41204"/>
                </a:lnTo>
                <a:lnTo>
                  <a:pt x="391144" y="39412"/>
                </a:lnTo>
                <a:lnTo>
                  <a:pt x="392930" y="39412"/>
                </a:lnTo>
                <a:lnTo>
                  <a:pt x="392930" y="32246"/>
                </a:lnTo>
                <a:lnTo>
                  <a:pt x="394716" y="32246"/>
                </a:lnTo>
                <a:lnTo>
                  <a:pt x="394716" y="28663"/>
                </a:lnTo>
                <a:lnTo>
                  <a:pt x="396502" y="28663"/>
                </a:lnTo>
                <a:lnTo>
                  <a:pt x="396502" y="26872"/>
                </a:lnTo>
                <a:lnTo>
                  <a:pt x="398288" y="26872"/>
                </a:lnTo>
                <a:lnTo>
                  <a:pt x="398288" y="25081"/>
                </a:lnTo>
                <a:lnTo>
                  <a:pt x="401860" y="25081"/>
                </a:lnTo>
                <a:lnTo>
                  <a:pt x="401860" y="23289"/>
                </a:lnTo>
                <a:lnTo>
                  <a:pt x="403646" y="23289"/>
                </a:lnTo>
                <a:lnTo>
                  <a:pt x="403646" y="26872"/>
                </a:lnTo>
                <a:lnTo>
                  <a:pt x="405432" y="26872"/>
                </a:lnTo>
                <a:lnTo>
                  <a:pt x="405432" y="30455"/>
                </a:lnTo>
                <a:lnTo>
                  <a:pt x="407218" y="30455"/>
                </a:lnTo>
                <a:lnTo>
                  <a:pt x="407218" y="35829"/>
                </a:lnTo>
                <a:lnTo>
                  <a:pt x="409004" y="35829"/>
                </a:lnTo>
                <a:lnTo>
                  <a:pt x="409004" y="41204"/>
                </a:lnTo>
                <a:lnTo>
                  <a:pt x="410790" y="41204"/>
                </a:lnTo>
                <a:lnTo>
                  <a:pt x="410790" y="44787"/>
                </a:lnTo>
                <a:lnTo>
                  <a:pt x="412576" y="44787"/>
                </a:lnTo>
                <a:lnTo>
                  <a:pt x="412576" y="53744"/>
                </a:lnTo>
                <a:lnTo>
                  <a:pt x="414362" y="53744"/>
                </a:lnTo>
                <a:lnTo>
                  <a:pt x="414362" y="55535"/>
                </a:lnTo>
                <a:lnTo>
                  <a:pt x="412576" y="55535"/>
                </a:lnTo>
                <a:lnTo>
                  <a:pt x="412576" y="57327"/>
                </a:lnTo>
                <a:lnTo>
                  <a:pt x="414362" y="57327"/>
                </a:lnTo>
                <a:lnTo>
                  <a:pt x="414362" y="64493"/>
                </a:lnTo>
                <a:lnTo>
                  <a:pt x="416148" y="64493"/>
                </a:lnTo>
                <a:lnTo>
                  <a:pt x="416148" y="71659"/>
                </a:lnTo>
                <a:lnTo>
                  <a:pt x="417935" y="71659"/>
                </a:lnTo>
                <a:lnTo>
                  <a:pt x="417935" y="82407"/>
                </a:lnTo>
                <a:lnTo>
                  <a:pt x="419721" y="82407"/>
                </a:lnTo>
                <a:lnTo>
                  <a:pt x="419721" y="102114"/>
                </a:lnTo>
                <a:lnTo>
                  <a:pt x="421507" y="102114"/>
                </a:lnTo>
                <a:lnTo>
                  <a:pt x="421507" y="109280"/>
                </a:lnTo>
                <a:lnTo>
                  <a:pt x="423293" y="109280"/>
                </a:lnTo>
                <a:lnTo>
                  <a:pt x="423293" y="107488"/>
                </a:lnTo>
                <a:lnTo>
                  <a:pt x="425079" y="107488"/>
                </a:lnTo>
                <a:lnTo>
                  <a:pt x="425079" y="105697"/>
                </a:lnTo>
                <a:lnTo>
                  <a:pt x="426865" y="105697"/>
                </a:lnTo>
                <a:lnTo>
                  <a:pt x="426865" y="102114"/>
                </a:lnTo>
                <a:lnTo>
                  <a:pt x="428651" y="102114"/>
                </a:lnTo>
                <a:lnTo>
                  <a:pt x="428651" y="100322"/>
                </a:lnTo>
                <a:lnTo>
                  <a:pt x="430437" y="100322"/>
                </a:lnTo>
                <a:lnTo>
                  <a:pt x="430437" y="98531"/>
                </a:lnTo>
                <a:lnTo>
                  <a:pt x="432223" y="98531"/>
                </a:lnTo>
                <a:lnTo>
                  <a:pt x="432223" y="96739"/>
                </a:lnTo>
                <a:lnTo>
                  <a:pt x="434009" y="96739"/>
                </a:lnTo>
                <a:lnTo>
                  <a:pt x="434009" y="93156"/>
                </a:lnTo>
                <a:lnTo>
                  <a:pt x="435795" y="93156"/>
                </a:lnTo>
                <a:lnTo>
                  <a:pt x="435795" y="89573"/>
                </a:lnTo>
                <a:lnTo>
                  <a:pt x="437581" y="89573"/>
                </a:lnTo>
                <a:lnTo>
                  <a:pt x="437581" y="87782"/>
                </a:lnTo>
                <a:lnTo>
                  <a:pt x="439367" y="87782"/>
                </a:lnTo>
                <a:lnTo>
                  <a:pt x="439367" y="85990"/>
                </a:lnTo>
                <a:lnTo>
                  <a:pt x="441153" y="85990"/>
                </a:lnTo>
                <a:lnTo>
                  <a:pt x="441153" y="82407"/>
                </a:lnTo>
                <a:lnTo>
                  <a:pt x="442939" y="82407"/>
                </a:lnTo>
                <a:lnTo>
                  <a:pt x="442939" y="78825"/>
                </a:lnTo>
                <a:lnTo>
                  <a:pt x="444725" y="78825"/>
                </a:lnTo>
                <a:lnTo>
                  <a:pt x="444725" y="77033"/>
                </a:lnTo>
                <a:lnTo>
                  <a:pt x="446511" y="77033"/>
                </a:lnTo>
                <a:lnTo>
                  <a:pt x="446511" y="73450"/>
                </a:lnTo>
                <a:lnTo>
                  <a:pt x="448297" y="73450"/>
                </a:lnTo>
                <a:lnTo>
                  <a:pt x="448297" y="71659"/>
                </a:lnTo>
                <a:lnTo>
                  <a:pt x="450083" y="71659"/>
                </a:lnTo>
                <a:lnTo>
                  <a:pt x="450083" y="68076"/>
                </a:lnTo>
                <a:lnTo>
                  <a:pt x="451869" y="68076"/>
                </a:lnTo>
                <a:lnTo>
                  <a:pt x="451869" y="62701"/>
                </a:lnTo>
                <a:lnTo>
                  <a:pt x="453655" y="62701"/>
                </a:lnTo>
                <a:lnTo>
                  <a:pt x="453655" y="60910"/>
                </a:lnTo>
                <a:lnTo>
                  <a:pt x="455441" y="60910"/>
                </a:lnTo>
                <a:lnTo>
                  <a:pt x="455441" y="55535"/>
                </a:lnTo>
                <a:lnTo>
                  <a:pt x="457228" y="55535"/>
                </a:lnTo>
                <a:lnTo>
                  <a:pt x="457228" y="42995"/>
                </a:lnTo>
                <a:lnTo>
                  <a:pt x="455441" y="42995"/>
                </a:lnTo>
                <a:lnTo>
                  <a:pt x="455441" y="41204"/>
                </a:lnTo>
                <a:lnTo>
                  <a:pt x="453655" y="41204"/>
                </a:lnTo>
                <a:lnTo>
                  <a:pt x="453655" y="39412"/>
                </a:lnTo>
                <a:lnTo>
                  <a:pt x="450083" y="39412"/>
                </a:lnTo>
                <a:lnTo>
                  <a:pt x="450083" y="37621"/>
                </a:lnTo>
                <a:lnTo>
                  <a:pt x="446511" y="37621"/>
                </a:lnTo>
                <a:lnTo>
                  <a:pt x="446511" y="34038"/>
                </a:lnTo>
                <a:lnTo>
                  <a:pt x="448297" y="34038"/>
                </a:lnTo>
                <a:lnTo>
                  <a:pt x="448297" y="28663"/>
                </a:lnTo>
                <a:lnTo>
                  <a:pt x="450083" y="28663"/>
                </a:lnTo>
                <a:lnTo>
                  <a:pt x="450083" y="25081"/>
                </a:lnTo>
                <a:lnTo>
                  <a:pt x="451869" y="25081"/>
                </a:lnTo>
                <a:lnTo>
                  <a:pt x="451869" y="23289"/>
                </a:lnTo>
                <a:lnTo>
                  <a:pt x="455441" y="23289"/>
                </a:lnTo>
                <a:lnTo>
                  <a:pt x="455441" y="25081"/>
                </a:lnTo>
                <a:lnTo>
                  <a:pt x="459014" y="25081"/>
                </a:lnTo>
                <a:lnTo>
                  <a:pt x="459014" y="26872"/>
                </a:lnTo>
                <a:lnTo>
                  <a:pt x="460800" y="26872"/>
                </a:lnTo>
                <a:lnTo>
                  <a:pt x="460800" y="30455"/>
                </a:lnTo>
                <a:lnTo>
                  <a:pt x="462586" y="30455"/>
                </a:lnTo>
                <a:lnTo>
                  <a:pt x="462586" y="34038"/>
                </a:lnTo>
                <a:lnTo>
                  <a:pt x="464372" y="34038"/>
                </a:lnTo>
                <a:lnTo>
                  <a:pt x="464372" y="46578"/>
                </a:lnTo>
                <a:lnTo>
                  <a:pt x="462586" y="46578"/>
                </a:lnTo>
                <a:lnTo>
                  <a:pt x="462586" y="53744"/>
                </a:lnTo>
                <a:lnTo>
                  <a:pt x="460800" y="53744"/>
                </a:lnTo>
                <a:lnTo>
                  <a:pt x="460800" y="60910"/>
                </a:lnTo>
                <a:lnTo>
                  <a:pt x="459014" y="60910"/>
                </a:lnTo>
                <a:lnTo>
                  <a:pt x="459014" y="64493"/>
                </a:lnTo>
                <a:lnTo>
                  <a:pt x="457228" y="64493"/>
                </a:lnTo>
                <a:lnTo>
                  <a:pt x="457228" y="68076"/>
                </a:lnTo>
                <a:lnTo>
                  <a:pt x="455441" y="68076"/>
                </a:lnTo>
                <a:lnTo>
                  <a:pt x="455441" y="71659"/>
                </a:lnTo>
                <a:lnTo>
                  <a:pt x="453655" y="71659"/>
                </a:lnTo>
                <a:lnTo>
                  <a:pt x="453655" y="73450"/>
                </a:lnTo>
                <a:lnTo>
                  <a:pt x="451869" y="73450"/>
                </a:lnTo>
                <a:lnTo>
                  <a:pt x="451869" y="78825"/>
                </a:lnTo>
                <a:lnTo>
                  <a:pt x="450083" y="78825"/>
                </a:lnTo>
                <a:lnTo>
                  <a:pt x="450083" y="82407"/>
                </a:lnTo>
                <a:lnTo>
                  <a:pt x="448297" y="82407"/>
                </a:lnTo>
                <a:lnTo>
                  <a:pt x="448297" y="84199"/>
                </a:lnTo>
                <a:lnTo>
                  <a:pt x="446511" y="84199"/>
                </a:lnTo>
                <a:lnTo>
                  <a:pt x="446511" y="87782"/>
                </a:lnTo>
                <a:lnTo>
                  <a:pt x="444725" y="87782"/>
                </a:lnTo>
                <a:lnTo>
                  <a:pt x="444725" y="91365"/>
                </a:lnTo>
                <a:lnTo>
                  <a:pt x="442939" y="91365"/>
                </a:lnTo>
                <a:lnTo>
                  <a:pt x="442939" y="93156"/>
                </a:lnTo>
                <a:lnTo>
                  <a:pt x="441153" y="93156"/>
                </a:lnTo>
                <a:lnTo>
                  <a:pt x="441153" y="94948"/>
                </a:lnTo>
                <a:lnTo>
                  <a:pt x="439367" y="94948"/>
                </a:lnTo>
                <a:lnTo>
                  <a:pt x="439367" y="98531"/>
                </a:lnTo>
                <a:lnTo>
                  <a:pt x="437581" y="98531"/>
                </a:lnTo>
                <a:lnTo>
                  <a:pt x="437581" y="100322"/>
                </a:lnTo>
                <a:lnTo>
                  <a:pt x="435795" y="100322"/>
                </a:lnTo>
                <a:lnTo>
                  <a:pt x="435795" y="103905"/>
                </a:lnTo>
                <a:lnTo>
                  <a:pt x="434009" y="103905"/>
                </a:lnTo>
                <a:lnTo>
                  <a:pt x="434009" y="105697"/>
                </a:lnTo>
                <a:lnTo>
                  <a:pt x="432223" y="105697"/>
                </a:lnTo>
                <a:lnTo>
                  <a:pt x="432223" y="107488"/>
                </a:lnTo>
                <a:lnTo>
                  <a:pt x="430437" y="107488"/>
                </a:lnTo>
                <a:lnTo>
                  <a:pt x="430437" y="111071"/>
                </a:lnTo>
                <a:lnTo>
                  <a:pt x="428651" y="111071"/>
                </a:lnTo>
                <a:lnTo>
                  <a:pt x="428651" y="112862"/>
                </a:lnTo>
                <a:lnTo>
                  <a:pt x="426865" y="112862"/>
                </a:lnTo>
                <a:lnTo>
                  <a:pt x="426865" y="114654"/>
                </a:lnTo>
                <a:lnTo>
                  <a:pt x="425079" y="114654"/>
                </a:lnTo>
                <a:lnTo>
                  <a:pt x="425079" y="118237"/>
                </a:lnTo>
                <a:lnTo>
                  <a:pt x="423293" y="118237"/>
                </a:lnTo>
                <a:lnTo>
                  <a:pt x="423293" y="120028"/>
                </a:lnTo>
                <a:lnTo>
                  <a:pt x="421507" y="120028"/>
                </a:lnTo>
                <a:lnTo>
                  <a:pt x="421507" y="121820"/>
                </a:lnTo>
                <a:lnTo>
                  <a:pt x="419721" y="121820"/>
                </a:lnTo>
                <a:lnTo>
                  <a:pt x="419721" y="123611"/>
                </a:lnTo>
                <a:lnTo>
                  <a:pt x="417935" y="123611"/>
                </a:lnTo>
                <a:lnTo>
                  <a:pt x="417935" y="127194"/>
                </a:lnTo>
                <a:lnTo>
                  <a:pt x="414362" y="127194"/>
                </a:lnTo>
                <a:lnTo>
                  <a:pt x="414362" y="130777"/>
                </a:lnTo>
                <a:lnTo>
                  <a:pt x="412576" y="130777"/>
                </a:lnTo>
                <a:lnTo>
                  <a:pt x="412576" y="132569"/>
                </a:lnTo>
                <a:lnTo>
                  <a:pt x="410790" y="132569"/>
                </a:lnTo>
                <a:lnTo>
                  <a:pt x="410790" y="114654"/>
                </a:lnTo>
                <a:lnTo>
                  <a:pt x="409004" y="114654"/>
                </a:lnTo>
                <a:lnTo>
                  <a:pt x="409004" y="112862"/>
                </a:lnTo>
                <a:lnTo>
                  <a:pt x="410790" y="112862"/>
                </a:lnTo>
                <a:lnTo>
                  <a:pt x="410790" y="107488"/>
                </a:lnTo>
                <a:lnTo>
                  <a:pt x="409004" y="107488"/>
                </a:lnTo>
                <a:lnTo>
                  <a:pt x="409004" y="93156"/>
                </a:lnTo>
                <a:lnTo>
                  <a:pt x="407218" y="93156"/>
                </a:lnTo>
                <a:lnTo>
                  <a:pt x="407218" y="82407"/>
                </a:lnTo>
                <a:lnTo>
                  <a:pt x="405432" y="82407"/>
                </a:lnTo>
                <a:lnTo>
                  <a:pt x="405432" y="73450"/>
                </a:lnTo>
                <a:lnTo>
                  <a:pt x="403646" y="73450"/>
                </a:lnTo>
                <a:lnTo>
                  <a:pt x="403646" y="64493"/>
                </a:lnTo>
                <a:lnTo>
                  <a:pt x="401860" y="64493"/>
                </a:lnTo>
                <a:lnTo>
                  <a:pt x="401860" y="62701"/>
                </a:lnTo>
                <a:lnTo>
                  <a:pt x="403646" y="62701"/>
                </a:lnTo>
                <a:lnTo>
                  <a:pt x="403646" y="60910"/>
                </a:lnTo>
                <a:lnTo>
                  <a:pt x="401860" y="60910"/>
                </a:lnTo>
                <a:lnTo>
                  <a:pt x="401860" y="53744"/>
                </a:lnTo>
                <a:lnTo>
                  <a:pt x="400074" y="53744"/>
                </a:lnTo>
                <a:lnTo>
                  <a:pt x="400074" y="48370"/>
                </a:lnTo>
                <a:lnTo>
                  <a:pt x="398288" y="48370"/>
                </a:lnTo>
                <a:lnTo>
                  <a:pt x="398288" y="42995"/>
                </a:lnTo>
                <a:lnTo>
                  <a:pt x="394716" y="42995"/>
                </a:lnTo>
                <a:lnTo>
                  <a:pt x="394716" y="46578"/>
                </a:lnTo>
                <a:lnTo>
                  <a:pt x="392930" y="46578"/>
                </a:lnTo>
                <a:lnTo>
                  <a:pt x="392930" y="48370"/>
                </a:lnTo>
                <a:lnTo>
                  <a:pt x="391144" y="48370"/>
                </a:lnTo>
                <a:lnTo>
                  <a:pt x="391144" y="51953"/>
                </a:lnTo>
                <a:lnTo>
                  <a:pt x="389358" y="51953"/>
                </a:lnTo>
                <a:lnTo>
                  <a:pt x="389358" y="55535"/>
                </a:lnTo>
                <a:lnTo>
                  <a:pt x="387572" y="55535"/>
                </a:lnTo>
                <a:lnTo>
                  <a:pt x="387572" y="59118"/>
                </a:lnTo>
                <a:lnTo>
                  <a:pt x="385786" y="59118"/>
                </a:lnTo>
                <a:lnTo>
                  <a:pt x="385786" y="62701"/>
                </a:lnTo>
                <a:lnTo>
                  <a:pt x="384000" y="62701"/>
                </a:lnTo>
                <a:lnTo>
                  <a:pt x="384000" y="64493"/>
                </a:lnTo>
                <a:lnTo>
                  <a:pt x="382214" y="64493"/>
                </a:lnTo>
                <a:lnTo>
                  <a:pt x="382214" y="68076"/>
                </a:lnTo>
                <a:lnTo>
                  <a:pt x="380428" y="68076"/>
                </a:lnTo>
                <a:lnTo>
                  <a:pt x="380428" y="71659"/>
                </a:lnTo>
                <a:lnTo>
                  <a:pt x="378642" y="71659"/>
                </a:lnTo>
                <a:lnTo>
                  <a:pt x="378642" y="73450"/>
                </a:lnTo>
                <a:lnTo>
                  <a:pt x="376856" y="73450"/>
                </a:lnTo>
                <a:lnTo>
                  <a:pt x="376856" y="77033"/>
                </a:lnTo>
                <a:lnTo>
                  <a:pt x="375069" y="77033"/>
                </a:lnTo>
                <a:lnTo>
                  <a:pt x="375069" y="80616"/>
                </a:lnTo>
                <a:lnTo>
                  <a:pt x="373283" y="80616"/>
                </a:lnTo>
                <a:lnTo>
                  <a:pt x="373283" y="84199"/>
                </a:lnTo>
                <a:lnTo>
                  <a:pt x="369711" y="84199"/>
                </a:lnTo>
                <a:lnTo>
                  <a:pt x="369711" y="87782"/>
                </a:lnTo>
                <a:lnTo>
                  <a:pt x="367925" y="87782"/>
                </a:lnTo>
                <a:lnTo>
                  <a:pt x="367925" y="89573"/>
                </a:lnTo>
                <a:lnTo>
                  <a:pt x="366139" y="89573"/>
                </a:lnTo>
                <a:lnTo>
                  <a:pt x="366139" y="93156"/>
                </a:lnTo>
                <a:lnTo>
                  <a:pt x="364353" y="93156"/>
                </a:lnTo>
                <a:lnTo>
                  <a:pt x="364353" y="94948"/>
                </a:lnTo>
                <a:lnTo>
                  <a:pt x="362567" y="94948"/>
                </a:lnTo>
                <a:lnTo>
                  <a:pt x="362567" y="98531"/>
                </a:lnTo>
                <a:lnTo>
                  <a:pt x="360781" y="98531"/>
                </a:lnTo>
                <a:lnTo>
                  <a:pt x="360781" y="100322"/>
                </a:lnTo>
                <a:lnTo>
                  <a:pt x="358995" y="100322"/>
                </a:lnTo>
                <a:lnTo>
                  <a:pt x="358995" y="102114"/>
                </a:lnTo>
                <a:lnTo>
                  <a:pt x="357209" y="102114"/>
                </a:lnTo>
                <a:lnTo>
                  <a:pt x="357209" y="105697"/>
                </a:lnTo>
                <a:lnTo>
                  <a:pt x="355423" y="105697"/>
                </a:lnTo>
                <a:lnTo>
                  <a:pt x="355423" y="109280"/>
                </a:lnTo>
                <a:lnTo>
                  <a:pt x="353637" y="109280"/>
                </a:lnTo>
                <a:lnTo>
                  <a:pt x="353637" y="111071"/>
                </a:lnTo>
                <a:lnTo>
                  <a:pt x="351851" y="111071"/>
                </a:lnTo>
                <a:lnTo>
                  <a:pt x="351851" y="112862"/>
                </a:lnTo>
                <a:lnTo>
                  <a:pt x="350065" y="112862"/>
                </a:lnTo>
                <a:lnTo>
                  <a:pt x="350065" y="116445"/>
                </a:lnTo>
                <a:lnTo>
                  <a:pt x="346493" y="116445"/>
                </a:lnTo>
                <a:lnTo>
                  <a:pt x="346493" y="120028"/>
                </a:lnTo>
                <a:lnTo>
                  <a:pt x="344707" y="120028"/>
                </a:lnTo>
                <a:lnTo>
                  <a:pt x="344707" y="121820"/>
                </a:lnTo>
                <a:lnTo>
                  <a:pt x="342921" y="121820"/>
                </a:lnTo>
                <a:lnTo>
                  <a:pt x="342921" y="123611"/>
                </a:lnTo>
                <a:lnTo>
                  <a:pt x="341135" y="123611"/>
                </a:lnTo>
                <a:lnTo>
                  <a:pt x="341135" y="125403"/>
                </a:lnTo>
                <a:lnTo>
                  <a:pt x="339349" y="125403"/>
                </a:lnTo>
                <a:lnTo>
                  <a:pt x="339349" y="128986"/>
                </a:lnTo>
                <a:lnTo>
                  <a:pt x="337563" y="128986"/>
                </a:lnTo>
                <a:lnTo>
                  <a:pt x="337563" y="130777"/>
                </a:lnTo>
                <a:lnTo>
                  <a:pt x="333990" y="130777"/>
                </a:lnTo>
                <a:lnTo>
                  <a:pt x="333990" y="123611"/>
                </a:lnTo>
                <a:lnTo>
                  <a:pt x="335776" y="123611"/>
                </a:lnTo>
                <a:lnTo>
                  <a:pt x="335776" y="116445"/>
                </a:lnTo>
                <a:lnTo>
                  <a:pt x="337563" y="116445"/>
                </a:lnTo>
                <a:lnTo>
                  <a:pt x="337563" y="112862"/>
                </a:lnTo>
                <a:lnTo>
                  <a:pt x="335776" y="112862"/>
                </a:lnTo>
                <a:lnTo>
                  <a:pt x="335776" y="111071"/>
                </a:lnTo>
                <a:lnTo>
                  <a:pt x="337563" y="111071"/>
                </a:lnTo>
                <a:lnTo>
                  <a:pt x="337563" y="96739"/>
                </a:lnTo>
                <a:lnTo>
                  <a:pt x="339349" y="96739"/>
                </a:lnTo>
                <a:lnTo>
                  <a:pt x="339349" y="77033"/>
                </a:lnTo>
                <a:lnTo>
                  <a:pt x="341135" y="77033"/>
                </a:lnTo>
                <a:lnTo>
                  <a:pt x="341135" y="71659"/>
                </a:lnTo>
                <a:lnTo>
                  <a:pt x="339349" y="71659"/>
                </a:lnTo>
                <a:lnTo>
                  <a:pt x="339349" y="55535"/>
                </a:lnTo>
                <a:lnTo>
                  <a:pt x="337563" y="55535"/>
                </a:lnTo>
                <a:lnTo>
                  <a:pt x="337563" y="51953"/>
                </a:lnTo>
                <a:lnTo>
                  <a:pt x="339349" y="51953"/>
                </a:lnTo>
                <a:lnTo>
                  <a:pt x="339349" y="50161"/>
                </a:lnTo>
                <a:lnTo>
                  <a:pt x="337563" y="50161"/>
                </a:lnTo>
                <a:lnTo>
                  <a:pt x="337563" y="44787"/>
                </a:lnTo>
                <a:lnTo>
                  <a:pt x="335776" y="44787"/>
                </a:lnTo>
                <a:lnTo>
                  <a:pt x="335776" y="41204"/>
                </a:lnTo>
                <a:lnTo>
                  <a:pt x="333990" y="41204"/>
                </a:lnTo>
                <a:lnTo>
                  <a:pt x="333990" y="39412"/>
                </a:lnTo>
                <a:lnTo>
                  <a:pt x="332204" y="39412"/>
                </a:lnTo>
                <a:lnTo>
                  <a:pt x="332204" y="37621"/>
                </a:lnTo>
                <a:lnTo>
                  <a:pt x="330418" y="37621"/>
                </a:lnTo>
                <a:lnTo>
                  <a:pt x="330418" y="35829"/>
                </a:lnTo>
                <a:lnTo>
                  <a:pt x="328632" y="35829"/>
                </a:lnTo>
                <a:lnTo>
                  <a:pt x="328632" y="34038"/>
                </a:lnTo>
                <a:lnTo>
                  <a:pt x="326846" y="34038"/>
                </a:lnTo>
                <a:lnTo>
                  <a:pt x="326846" y="32246"/>
                </a:lnTo>
                <a:lnTo>
                  <a:pt x="317916" y="32246"/>
                </a:lnTo>
                <a:lnTo>
                  <a:pt x="317916" y="28663"/>
                </a:lnTo>
                <a:lnTo>
                  <a:pt x="319702" y="28663"/>
                </a:lnTo>
                <a:lnTo>
                  <a:pt x="319702" y="26872"/>
                </a:lnTo>
                <a:lnTo>
                  <a:pt x="321488" y="26872"/>
                </a:lnTo>
                <a:lnTo>
                  <a:pt x="321488" y="25081"/>
                </a:lnTo>
                <a:lnTo>
                  <a:pt x="325060" y="25081"/>
                </a:lnTo>
                <a:close/>
                <a:moveTo>
                  <a:pt x="637618" y="23289"/>
                </a:moveTo>
                <a:lnTo>
                  <a:pt x="687627" y="23289"/>
                </a:lnTo>
                <a:lnTo>
                  <a:pt x="687627" y="25081"/>
                </a:lnTo>
                <a:lnTo>
                  <a:pt x="689413" y="25081"/>
                </a:lnTo>
                <a:lnTo>
                  <a:pt x="689413" y="28663"/>
                </a:lnTo>
                <a:lnTo>
                  <a:pt x="687627" y="28663"/>
                </a:lnTo>
                <a:lnTo>
                  <a:pt x="687627" y="32246"/>
                </a:lnTo>
                <a:lnTo>
                  <a:pt x="678697" y="32246"/>
                </a:lnTo>
                <a:lnTo>
                  <a:pt x="678697" y="35829"/>
                </a:lnTo>
                <a:lnTo>
                  <a:pt x="680483" y="35829"/>
                </a:lnTo>
                <a:lnTo>
                  <a:pt x="680483" y="37621"/>
                </a:lnTo>
                <a:lnTo>
                  <a:pt x="682269" y="37621"/>
                </a:lnTo>
                <a:lnTo>
                  <a:pt x="682269" y="39412"/>
                </a:lnTo>
                <a:lnTo>
                  <a:pt x="684055" y="39412"/>
                </a:lnTo>
                <a:lnTo>
                  <a:pt x="684055" y="42995"/>
                </a:lnTo>
                <a:lnTo>
                  <a:pt x="685841" y="42995"/>
                </a:lnTo>
                <a:lnTo>
                  <a:pt x="685841" y="44787"/>
                </a:lnTo>
                <a:lnTo>
                  <a:pt x="687627" y="44787"/>
                </a:lnTo>
                <a:lnTo>
                  <a:pt x="687627" y="48370"/>
                </a:lnTo>
                <a:lnTo>
                  <a:pt x="689413" y="48370"/>
                </a:lnTo>
                <a:lnTo>
                  <a:pt x="689413" y="50161"/>
                </a:lnTo>
                <a:lnTo>
                  <a:pt x="691199" y="50161"/>
                </a:lnTo>
                <a:lnTo>
                  <a:pt x="691199" y="51953"/>
                </a:lnTo>
                <a:lnTo>
                  <a:pt x="692985" y="51953"/>
                </a:lnTo>
                <a:lnTo>
                  <a:pt x="692985" y="53744"/>
                </a:lnTo>
                <a:lnTo>
                  <a:pt x="694772" y="53744"/>
                </a:lnTo>
                <a:lnTo>
                  <a:pt x="694772" y="57327"/>
                </a:lnTo>
                <a:lnTo>
                  <a:pt x="696558" y="57327"/>
                </a:lnTo>
                <a:lnTo>
                  <a:pt x="696558" y="59118"/>
                </a:lnTo>
                <a:lnTo>
                  <a:pt x="698344" y="59118"/>
                </a:lnTo>
                <a:lnTo>
                  <a:pt x="698344" y="57327"/>
                </a:lnTo>
                <a:lnTo>
                  <a:pt x="700130" y="57327"/>
                </a:lnTo>
                <a:lnTo>
                  <a:pt x="700130" y="55535"/>
                </a:lnTo>
                <a:lnTo>
                  <a:pt x="701916" y="55535"/>
                </a:lnTo>
                <a:lnTo>
                  <a:pt x="701916" y="51953"/>
                </a:lnTo>
                <a:lnTo>
                  <a:pt x="703702" y="51953"/>
                </a:lnTo>
                <a:lnTo>
                  <a:pt x="703702" y="50161"/>
                </a:lnTo>
                <a:lnTo>
                  <a:pt x="705488" y="50161"/>
                </a:lnTo>
                <a:lnTo>
                  <a:pt x="705488" y="46578"/>
                </a:lnTo>
                <a:lnTo>
                  <a:pt x="707274" y="46578"/>
                </a:lnTo>
                <a:lnTo>
                  <a:pt x="707274" y="44787"/>
                </a:lnTo>
                <a:lnTo>
                  <a:pt x="709060" y="44787"/>
                </a:lnTo>
                <a:lnTo>
                  <a:pt x="709060" y="42995"/>
                </a:lnTo>
                <a:lnTo>
                  <a:pt x="710846" y="42995"/>
                </a:lnTo>
                <a:lnTo>
                  <a:pt x="710846" y="39412"/>
                </a:lnTo>
                <a:lnTo>
                  <a:pt x="712632" y="39412"/>
                </a:lnTo>
                <a:lnTo>
                  <a:pt x="712632" y="37621"/>
                </a:lnTo>
                <a:lnTo>
                  <a:pt x="714418" y="37621"/>
                </a:lnTo>
                <a:lnTo>
                  <a:pt x="714418" y="35829"/>
                </a:lnTo>
                <a:lnTo>
                  <a:pt x="716204" y="35829"/>
                </a:lnTo>
                <a:lnTo>
                  <a:pt x="716204" y="34038"/>
                </a:lnTo>
                <a:lnTo>
                  <a:pt x="717990" y="34038"/>
                </a:lnTo>
                <a:lnTo>
                  <a:pt x="717990" y="32246"/>
                </a:lnTo>
                <a:lnTo>
                  <a:pt x="705488" y="32246"/>
                </a:lnTo>
                <a:lnTo>
                  <a:pt x="705488" y="30455"/>
                </a:lnTo>
                <a:lnTo>
                  <a:pt x="703702" y="30455"/>
                </a:lnTo>
                <a:lnTo>
                  <a:pt x="703702" y="25081"/>
                </a:lnTo>
                <a:lnTo>
                  <a:pt x="705488" y="25081"/>
                </a:lnTo>
                <a:lnTo>
                  <a:pt x="705488" y="23289"/>
                </a:lnTo>
                <a:lnTo>
                  <a:pt x="744781" y="23289"/>
                </a:lnTo>
                <a:lnTo>
                  <a:pt x="744781" y="25081"/>
                </a:lnTo>
                <a:lnTo>
                  <a:pt x="746567" y="25081"/>
                </a:lnTo>
                <a:lnTo>
                  <a:pt x="746567" y="30455"/>
                </a:lnTo>
                <a:lnTo>
                  <a:pt x="744781" y="30455"/>
                </a:lnTo>
                <a:lnTo>
                  <a:pt x="744781" y="32246"/>
                </a:lnTo>
                <a:lnTo>
                  <a:pt x="728706" y="32246"/>
                </a:lnTo>
                <a:lnTo>
                  <a:pt x="728706" y="34038"/>
                </a:lnTo>
                <a:lnTo>
                  <a:pt x="726920" y="34038"/>
                </a:lnTo>
                <a:lnTo>
                  <a:pt x="726920" y="35829"/>
                </a:lnTo>
                <a:lnTo>
                  <a:pt x="725134" y="35829"/>
                </a:lnTo>
                <a:lnTo>
                  <a:pt x="725134" y="37621"/>
                </a:lnTo>
                <a:lnTo>
                  <a:pt x="723348" y="37621"/>
                </a:lnTo>
                <a:lnTo>
                  <a:pt x="723348" y="39412"/>
                </a:lnTo>
                <a:lnTo>
                  <a:pt x="721562" y="39412"/>
                </a:lnTo>
                <a:lnTo>
                  <a:pt x="721562" y="42995"/>
                </a:lnTo>
                <a:lnTo>
                  <a:pt x="719776" y="42995"/>
                </a:lnTo>
                <a:lnTo>
                  <a:pt x="719776" y="44787"/>
                </a:lnTo>
                <a:lnTo>
                  <a:pt x="717990" y="44787"/>
                </a:lnTo>
                <a:lnTo>
                  <a:pt x="717990" y="46578"/>
                </a:lnTo>
                <a:lnTo>
                  <a:pt x="716204" y="46578"/>
                </a:lnTo>
                <a:lnTo>
                  <a:pt x="716204" y="48370"/>
                </a:lnTo>
                <a:lnTo>
                  <a:pt x="714418" y="48370"/>
                </a:lnTo>
                <a:lnTo>
                  <a:pt x="714418" y="50161"/>
                </a:lnTo>
                <a:lnTo>
                  <a:pt x="712632" y="50161"/>
                </a:lnTo>
                <a:lnTo>
                  <a:pt x="712632" y="53744"/>
                </a:lnTo>
                <a:lnTo>
                  <a:pt x="710846" y="53744"/>
                </a:lnTo>
                <a:lnTo>
                  <a:pt x="710846" y="55535"/>
                </a:lnTo>
                <a:lnTo>
                  <a:pt x="709060" y="55535"/>
                </a:lnTo>
                <a:lnTo>
                  <a:pt x="709060" y="57327"/>
                </a:lnTo>
                <a:lnTo>
                  <a:pt x="707274" y="57327"/>
                </a:lnTo>
                <a:lnTo>
                  <a:pt x="707274" y="60910"/>
                </a:lnTo>
                <a:lnTo>
                  <a:pt x="705488" y="60910"/>
                </a:lnTo>
                <a:lnTo>
                  <a:pt x="705488" y="62701"/>
                </a:lnTo>
                <a:lnTo>
                  <a:pt x="703702" y="62701"/>
                </a:lnTo>
                <a:lnTo>
                  <a:pt x="703702" y="68076"/>
                </a:lnTo>
                <a:lnTo>
                  <a:pt x="705488" y="68076"/>
                </a:lnTo>
                <a:lnTo>
                  <a:pt x="705488" y="71659"/>
                </a:lnTo>
                <a:lnTo>
                  <a:pt x="707274" y="71659"/>
                </a:lnTo>
                <a:lnTo>
                  <a:pt x="707274" y="75242"/>
                </a:lnTo>
                <a:lnTo>
                  <a:pt x="709060" y="75242"/>
                </a:lnTo>
                <a:lnTo>
                  <a:pt x="709060" y="77033"/>
                </a:lnTo>
                <a:lnTo>
                  <a:pt x="710846" y="77033"/>
                </a:lnTo>
                <a:lnTo>
                  <a:pt x="710846" y="78825"/>
                </a:lnTo>
                <a:lnTo>
                  <a:pt x="712632" y="78825"/>
                </a:lnTo>
                <a:lnTo>
                  <a:pt x="712632" y="82407"/>
                </a:lnTo>
                <a:lnTo>
                  <a:pt x="714418" y="82407"/>
                </a:lnTo>
                <a:lnTo>
                  <a:pt x="714418" y="84199"/>
                </a:lnTo>
                <a:lnTo>
                  <a:pt x="716204" y="84199"/>
                </a:lnTo>
                <a:lnTo>
                  <a:pt x="716204" y="87782"/>
                </a:lnTo>
                <a:lnTo>
                  <a:pt x="717990" y="87782"/>
                </a:lnTo>
                <a:lnTo>
                  <a:pt x="717990" y="89573"/>
                </a:lnTo>
                <a:lnTo>
                  <a:pt x="719776" y="89573"/>
                </a:lnTo>
                <a:lnTo>
                  <a:pt x="719776" y="93156"/>
                </a:lnTo>
                <a:lnTo>
                  <a:pt x="721562" y="93156"/>
                </a:lnTo>
                <a:lnTo>
                  <a:pt x="721562" y="94948"/>
                </a:lnTo>
                <a:lnTo>
                  <a:pt x="723348" y="94948"/>
                </a:lnTo>
                <a:lnTo>
                  <a:pt x="723348" y="96739"/>
                </a:lnTo>
                <a:lnTo>
                  <a:pt x="725134" y="96739"/>
                </a:lnTo>
                <a:lnTo>
                  <a:pt x="725134" y="100322"/>
                </a:lnTo>
                <a:lnTo>
                  <a:pt x="726920" y="100322"/>
                </a:lnTo>
                <a:lnTo>
                  <a:pt x="726920" y="102114"/>
                </a:lnTo>
                <a:lnTo>
                  <a:pt x="728706" y="102114"/>
                </a:lnTo>
                <a:lnTo>
                  <a:pt x="728706" y="105697"/>
                </a:lnTo>
                <a:lnTo>
                  <a:pt x="730492" y="105697"/>
                </a:lnTo>
                <a:lnTo>
                  <a:pt x="730492" y="107488"/>
                </a:lnTo>
                <a:lnTo>
                  <a:pt x="732278" y="107488"/>
                </a:lnTo>
                <a:lnTo>
                  <a:pt x="732278" y="109280"/>
                </a:lnTo>
                <a:lnTo>
                  <a:pt x="734065" y="109280"/>
                </a:lnTo>
                <a:lnTo>
                  <a:pt x="734065" y="111071"/>
                </a:lnTo>
                <a:lnTo>
                  <a:pt x="735851" y="111071"/>
                </a:lnTo>
                <a:lnTo>
                  <a:pt x="735851" y="114654"/>
                </a:lnTo>
                <a:lnTo>
                  <a:pt x="737637" y="114654"/>
                </a:lnTo>
                <a:lnTo>
                  <a:pt x="737637" y="116445"/>
                </a:lnTo>
                <a:lnTo>
                  <a:pt x="741209" y="116445"/>
                </a:lnTo>
                <a:lnTo>
                  <a:pt x="741209" y="118237"/>
                </a:lnTo>
                <a:lnTo>
                  <a:pt x="742995" y="118237"/>
                </a:lnTo>
                <a:lnTo>
                  <a:pt x="742995" y="116445"/>
                </a:lnTo>
                <a:lnTo>
                  <a:pt x="744781" y="116445"/>
                </a:lnTo>
                <a:lnTo>
                  <a:pt x="744781" y="118237"/>
                </a:lnTo>
                <a:lnTo>
                  <a:pt x="746567" y="118237"/>
                </a:lnTo>
                <a:lnTo>
                  <a:pt x="746567" y="116445"/>
                </a:lnTo>
                <a:lnTo>
                  <a:pt x="748353" y="116445"/>
                </a:lnTo>
                <a:lnTo>
                  <a:pt x="748353" y="118237"/>
                </a:lnTo>
                <a:lnTo>
                  <a:pt x="753711" y="118237"/>
                </a:lnTo>
                <a:lnTo>
                  <a:pt x="753711" y="123611"/>
                </a:lnTo>
                <a:lnTo>
                  <a:pt x="742995" y="123611"/>
                </a:lnTo>
                <a:lnTo>
                  <a:pt x="742995" y="125403"/>
                </a:lnTo>
                <a:lnTo>
                  <a:pt x="741209" y="125403"/>
                </a:lnTo>
                <a:lnTo>
                  <a:pt x="741209" y="123611"/>
                </a:lnTo>
                <a:lnTo>
                  <a:pt x="701916" y="123611"/>
                </a:lnTo>
                <a:lnTo>
                  <a:pt x="701916" y="118237"/>
                </a:lnTo>
                <a:lnTo>
                  <a:pt x="707274" y="118237"/>
                </a:lnTo>
                <a:lnTo>
                  <a:pt x="707274" y="116445"/>
                </a:lnTo>
                <a:lnTo>
                  <a:pt x="709060" y="116445"/>
                </a:lnTo>
                <a:lnTo>
                  <a:pt x="709060" y="118237"/>
                </a:lnTo>
                <a:lnTo>
                  <a:pt x="714418" y="118237"/>
                </a:lnTo>
                <a:lnTo>
                  <a:pt x="714418" y="116445"/>
                </a:lnTo>
                <a:lnTo>
                  <a:pt x="712632" y="116445"/>
                </a:lnTo>
                <a:lnTo>
                  <a:pt x="712632" y="112862"/>
                </a:lnTo>
                <a:lnTo>
                  <a:pt x="710846" y="112862"/>
                </a:lnTo>
                <a:lnTo>
                  <a:pt x="710846" y="111071"/>
                </a:lnTo>
                <a:lnTo>
                  <a:pt x="709060" y="111071"/>
                </a:lnTo>
                <a:lnTo>
                  <a:pt x="709060" y="107488"/>
                </a:lnTo>
                <a:lnTo>
                  <a:pt x="707274" y="107488"/>
                </a:lnTo>
                <a:lnTo>
                  <a:pt x="707274" y="105697"/>
                </a:lnTo>
                <a:lnTo>
                  <a:pt x="705488" y="105697"/>
                </a:lnTo>
                <a:lnTo>
                  <a:pt x="705488" y="103905"/>
                </a:lnTo>
                <a:lnTo>
                  <a:pt x="703702" y="103905"/>
                </a:lnTo>
                <a:lnTo>
                  <a:pt x="703702" y="102114"/>
                </a:lnTo>
                <a:lnTo>
                  <a:pt x="701916" y="102114"/>
                </a:lnTo>
                <a:lnTo>
                  <a:pt x="701916" y="96739"/>
                </a:lnTo>
                <a:lnTo>
                  <a:pt x="700130" y="96739"/>
                </a:lnTo>
                <a:lnTo>
                  <a:pt x="700130" y="94948"/>
                </a:lnTo>
                <a:lnTo>
                  <a:pt x="698344" y="94948"/>
                </a:lnTo>
                <a:lnTo>
                  <a:pt x="698344" y="93156"/>
                </a:lnTo>
                <a:lnTo>
                  <a:pt x="696558" y="93156"/>
                </a:lnTo>
                <a:lnTo>
                  <a:pt x="696558" y="91365"/>
                </a:lnTo>
                <a:lnTo>
                  <a:pt x="694772" y="91365"/>
                </a:lnTo>
                <a:lnTo>
                  <a:pt x="694772" y="87782"/>
                </a:lnTo>
                <a:lnTo>
                  <a:pt x="692985" y="87782"/>
                </a:lnTo>
                <a:lnTo>
                  <a:pt x="692985" y="85990"/>
                </a:lnTo>
                <a:lnTo>
                  <a:pt x="691199" y="85990"/>
                </a:lnTo>
                <a:lnTo>
                  <a:pt x="691199" y="82407"/>
                </a:lnTo>
                <a:lnTo>
                  <a:pt x="689413" y="82407"/>
                </a:lnTo>
                <a:lnTo>
                  <a:pt x="689413" y="84199"/>
                </a:lnTo>
                <a:lnTo>
                  <a:pt x="687627" y="84199"/>
                </a:lnTo>
                <a:lnTo>
                  <a:pt x="687627" y="85990"/>
                </a:lnTo>
                <a:lnTo>
                  <a:pt x="685841" y="85990"/>
                </a:lnTo>
                <a:lnTo>
                  <a:pt x="685841" y="89573"/>
                </a:lnTo>
                <a:lnTo>
                  <a:pt x="684055" y="89573"/>
                </a:lnTo>
                <a:lnTo>
                  <a:pt x="684055" y="91365"/>
                </a:lnTo>
                <a:lnTo>
                  <a:pt x="682269" y="91365"/>
                </a:lnTo>
                <a:lnTo>
                  <a:pt x="682269" y="93156"/>
                </a:lnTo>
                <a:lnTo>
                  <a:pt x="680483" y="93156"/>
                </a:lnTo>
                <a:lnTo>
                  <a:pt x="680483" y="96739"/>
                </a:lnTo>
                <a:lnTo>
                  <a:pt x="678697" y="96739"/>
                </a:lnTo>
                <a:lnTo>
                  <a:pt x="678697" y="98531"/>
                </a:lnTo>
                <a:lnTo>
                  <a:pt x="676911" y="98531"/>
                </a:lnTo>
                <a:lnTo>
                  <a:pt x="676911" y="100322"/>
                </a:lnTo>
                <a:lnTo>
                  <a:pt x="675125" y="100322"/>
                </a:lnTo>
                <a:lnTo>
                  <a:pt x="675125" y="103905"/>
                </a:lnTo>
                <a:lnTo>
                  <a:pt x="673339" y="103905"/>
                </a:lnTo>
                <a:lnTo>
                  <a:pt x="673339" y="105697"/>
                </a:lnTo>
                <a:lnTo>
                  <a:pt x="671553" y="105697"/>
                </a:lnTo>
                <a:lnTo>
                  <a:pt x="671553" y="109280"/>
                </a:lnTo>
                <a:lnTo>
                  <a:pt x="669767" y="109280"/>
                </a:lnTo>
                <a:lnTo>
                  <a:pt x="669767" y="111071"/>
                </a:lnTo>
                <a:lnTo>
                  <a:pt x="667981" y="111071"/>
                </a:lnTo>
                <a:lnTo>
                  <a:pt x="667981" y="112862"/>
                </a:lnTo>
                <a:lnTo>
                  <a:pt x="666195" y="112862"/>
                </a:lnTo>
                <a:lnTo>
                  <a:pt x="666195" y="116445"/>
                </a:lnTo>
                <a:lnTo>
                  <a:pt x="675125" y="116445"/>
                </a:lnTo>
                <a:lnTo>
                  <a:pt x="675125" y="118237"/>
                </a:lnTo>
                <a:lnTo>
                  <a:pt x="678697" y="118237"/>
                </a:lnTo>
                <a:lnTo>
                  <a:pt x="678697" y="123611"/>
                </a:lnTo>
                <a:lnTo>
                  <a:pt x="635832" y="123611"/>
                </a:lnTo>
                <a:lnTo>
                  <a:pt x="635832" y="118237"/>
                </a:lnTo>
                <a:lnTo>
                  <a:pt x="639404" y="118237"/>
                </a:lnTo>
                <a:lnTo>
                  <a:pt x="639404" y="116445"/>
                </a:lnTo>
                <a:lnTo>
                  <a:pt x="641190" y="116445"/>
                </a:lnTo>
                <a:lnTo>
                  <a:pt x="641190" y="118237"/>
                </a:lnTo>
                <a:lnTo>
                  <a:pt x="642976" y="118237"/>
                </a:lnTo>
                <a:lnTo>
                  <a:pt x="642976" y="116445"/>
                </a:lnTo>
                <a:lnTo>
                  <a:pt x="653692" y="116445"/>
                </a:lnTo>
                <a:lnTo>
                  <a:pt x="653692" y="114654"/>
                </a:lnTo>
                <a:lnTo>
                  <a:pt x="655479" y="114654"/>
                </a:lnTo>
                <a:lnTo>
                  <a:pt x="655479" y="112862"/>
                </a:lnTo>
                <a:lnTo>
                  <a:pt x="657265" y="112862"/>
                </a:lnTo>
                <a:lnTo>
                  <a:pt x="657265" y="111071"/>
                </a:lnTo>
                <a:lnTo>
                  <a:pt x="659051" y="111071"/>
                </a:lnTo>
                <a:lnTo>
                  <a:pt x="659051" y="109280"/>
                </a:lnTo>
                <a:lnTo>
                  <a:pt x="660837" y="109280"/>
                </a:lnTo>
                <a:lnTo>
                  <a:pt x="660837" y="105697"/>
                </a:lnTo>
                <a:lnTo>
                  <a:pt x="662623" y="105697"/>
                </a:lnTo>
                <a:lnTo>
                  <a:pt x="662623" y="103905"/>
                </a:lnTo>
                <a:lnTo>
                  <a:pt x="664409" y="103905"/>
                </a:lnTo>
                <a:lnTo>
                  <a:pt x="664409" y="102114"/>
                </a:lnTo>
                <a:lnTo>
                  <a:pt x="666195" y="102114"/>
                </a:lnTo>
                <a:lnTo>
                  <a:pt x="666195" y="100322"/>
                </a:lnTo>
                <a:lnTo>
                  <a:pt x="667981" y="100322"/>
                </a:lnTo>
                <a:lnTo>
                  <a:pt x="667981" y="96739"/>
                </a:lnTo>
                <a:lnTo>
                  <a:pt x="669767" y="96739"/>
                </a:lnTo>
                <a:lnTo>
                  <a:pt x="669767" y="93156"/>
                </a:lnTo>
                <a:lnTo>
                  <a:pt x="671553" y="93156"/>
                </a:lnTo>
                <a:lnTo>
                  <a:pt x="671553" y="91365"/>
                </a:lnTo>
                <a:lnTo>
                  <a:pt x="673339" y="91365"/>
                </a:lnTo>
                <a:lnTo>
                  <a:pt x="673339" y="89573"/>
                </a:lnTo>
                <a:lnTo>
                  <a:pt x="675125" y="89573"/>
                </a:lnTo>
                <a:lnTo>
                  <a:pt x="675125" y="87782"/>
                </a:lnTo>
                <a:lnTo>
                  <a:pt x="676911" y="87782"/>
                </a:lnTo>
                <a:lnTo>
                  <a:pt x="676911" y="85990"/>
                </a:lnTo>
                <a:lnTo>
                  <a:pt x="678697" y="85990"/>
                </a:lnTo>
                <a:lnTo>
                  <a:pt x="678697" y="82407"/>
                </a:lnTo>
                <a:lnTo>
                  <a:pt x="680483" y="82407"/>
                </a:lnTo>
                <a:lnTo>
                  <a:pt x="680483" y="80616"/>
                </a:lnTo>
                <a:lnTo>
                  <a:pt x="682269" y="80616"/>
                </a:lnTo>
                <a:lnTo>
                  <a:pt x="682269" y="78825"/>
                </a:lnTo>
                <a:lnTo>
                  <a:pt x="684055" y="78825"/>
                </a:lnTo>
                <a:lnTo>
                  <a:pt x="684055" y="77033"/>
                </a:lnTo>
                <a:lnTo>
                  <a:pt x="685841" y="77033"/>
                </a:lnTo>
                <a:lnTo>
                  <a:pt x="685841" y="75242"/>
                </a:lnTo>
                <a:lnTo>
                  <a:pt x="684055" y="75242"/>
                </a:lnTo>
                <a:lnTo>
                  <a:pt x="684055" y="73450"/>
                </a:lnTo>
                <a:lnTo>
                  <a:pt x="682269" y="73450"/>
                </a:lnTo>
                <a:lnTo>
                  <a:pt x="682269" y="71659"/>
                </a:lnTo>
                <a:lnTo>
                  <a:pt x="680483" y="71659"/>
                </a:lnTo>
                <a:lnTo>
                  <a:pt x="680483" y="68076"/>
                </a:lnTo>
                <a:lnTo>
                  <a:pt x="678697" y="68076"/>
                </a:lnTo>
                <a:lnTo>
                  <a:pt x="678697" y="64493"/>
                </a:lnTo>
                <a:lnTo>
                  <a:pt x="675125" y="64493"/>
                </a:lnTo>
                <a:lnTo>
                  <a:pt x="675125" y="60910"/>
                </a:lnTo>
                <a:lnTo>
                  <a:pt x="673339" y="60910"/>
                </a:lnTo>
                <a:lnTo>
                  <a:pt x="673339" y="59118"/>
                </a:lnTo>
                <a:lnTo>
                  <a:pt x="671553" y="59118"/>
                </a:lnTo>
                <a:lnTo>
                  <a:pt x="671553" y="55535"/>
                </a:lnTo>
                <a:lnTo>
                  <a:pt x="669767" y="55535"/>
                </a:lnTo>
                <a:lnTo>
                  <a:pt x="669767" y="53744"/>
                </a:lnTo>
                <a:lnTo>
                  <a:pt x="667981" y="53744"/>
                </a:lnTo>
                <a:lnTo>
                  <a:pt x="667981" y="50161"/>
                </a:lnTo>
                <a:lnTo>
                  <a:pt x="666195" y="50161"/>
                </a:lnTo>
                <a:lnTo>
                  <a:pt x="666195" y="48370"/>
                </a:lnTo>
                <a:lnTo>
                  <a:pt x="664409" y="48370"/>
                </a:lnTo>
                <a:lnTo>
                  <a:pt x="664409" y="46578"/>
                </a:lnTo>
                <a:lnTo>
                  <a:pt x="662623" y="46578"/>
                </a:lnTo>
                <a:lnTo>
                  <a:pt x="662623" y="42995"/>
                </a:lnTo>
                <a:lnTo>
                  <a:pt x="660837" y="42995"/>
                </a:lnTo>
                <a:lnTo>
                  <a:pt x="660837" y="41204"/>
                </a:lnTo>
                <a:lnTo>
                  <a:pt x="659051" y="41204"/>
                </a:lnTo>
                <a:lnTo>
                  <a:pt x="659051" y="39412"/>
                </a:lnTo>
                <a:lnTo>
                  <a:pt x="657265" y="39412"/>
                </a:lnTo>
                <a:lnTo>
                  <a:pt x="657265" y="35829"/>
                </a:lnTo>
                <a:lnTo>
                  <a:pt x="655479" y="35829"/>
                </a:lnTo>
                <a:lnTo>
                  <a:pt x="655479" y="32246"/>
                </a:lnTo>
                <a:lnTo>
                  <a:pt x="639404" y="32246"/>
                </a:lnTo>
                <a:lnTo>
                  <a:pt x="639404" y="30455"/>
                </a:lnTo>
                <a:lnTo>
                  <a:pt x="637618" y="30455"/>
                </a:lnTo>
                <a:close/>
                <a:moveTo>
                  <a:pt x="1273450" y="23289"/>
                </a:moveTo>
                <a:lnTo>
                  <a:pt x="1280594" y="23289"/>
                </a:lnTo>
                <a:lnTo>
                  <a:pt x="1280594" y="25081"/>
                </a:lnTo>
                <a:lnTo>
                  <a:pt x="1284166" y="25081"/>
                </a:lnTo>
                <a:lnTo>
                  <a:pt x="1284166" y="26872"/>
                </a:lnTo>
                <a:lnTo>
                  <a:pt x="1287738" y="26872"/>
                </a:lnTo>
                <a:lnTo>
                  <a:pt x="1287738" y="28663"/>
                </a:lnTo>
                <a:lnTo>
                  <a:pt x="1289525" y="28663"/>
                </a:lnTo>
                <a:lnTo>
                  <a:pt x="1289525" y="30455"/>
                </a:lnTo>
                <a:lnTo>
                  <a:pt x="1291311" y="30455"/>
                </a:lnTo>
                <a:lnTo>
                  <a:pt x="1291311" y="32246"/>
                </a:lnTo>
                <a:lnTo>
                  <a:pt x="1293097" y="32246"/>
                </a:lnTo>
                <a:lnTo>
                  <a:pt x="1293097" y="34038"/>
                </a:lnTo>
                <a:lnTo>
                  <a:pt x="1294883" y="34038"/>
                </a:lnTo>
                <a:lnTo>
                  <a:pt x="1294883" y="37621"/>
                </a:lnTo>
                <a:lnTo>
                  <a:pt x="1296669" y="37621"/>
                </a:lnTo>
                <a:lnTo>
                  <a:pt x="1296669" y="44787"/>
                </a:lnTo>
                <a:lnTo>
                  <a:pt x="1298455" y="44787"/>
                </a:lnTo>
                <a:lnTo>
                  <a:pt x="1298455" y="53744"/>
                </a:lnTo>
                <a:lnTo>
                  <a:pt x="1300241" y="53744"/>
                </a:lnTo>
                <a:lnTo>
                  <a:pt x="1300241" y="85990"/>
                </a:lnTo>
                <a:lnTo>
                  <a:pt x="1298455" y="85990"/>
                </a:lnTo>
                <a:lnTo>
                  <a:pt x="1298455" y="102114"/>
                </a:lnTo>
                <a:lnTo>
                  <a:pt x="1300241" y="102114"/>
                </a:lnTo>
                <a:lnTo>
                  <a:pt x="1300241" y="100322"/>
                </a:lnTo>
                <a:lnTo>
                  <a:pt x="1302027" y="100322"/>
                </a:lnTo>
                <a:lnTo>
                  <a:pt x="1302027" y="96739"/>
                </a:lnTo>
                <a:lnTo>
                  <a:pt x="1303813" y="96739"/>
                </a:lnTo>
                <a:lnTo>
                  <a:pt x="1303813" y="94948"/>
                </a:lnTo>
                <a:lnTo>
                  <a:pt x="1305599" y="94948"/>
                </a:lnTo>
                <a:lnTo>
                  <a:pt x="1305599" y="93156"/>
                </a:lnTo>
                <a:lnTo>
                  <a:pt x="1307385" y="93156"/>
                </a:lnTo>
                <a:lnTo>
                  <a:pt x="1307385" y="91365"/>
                </a:lnTo>
                <a:lnTo>
                  <a:pt x="1309171" y="91365"/>
                </a:lnTo>
                <a:lnTo>
                  <a:pt x="1309171" y="85990"/>
                </a:lnTo>
                <a:lnTo>
                  <a:pt x="1312743" y="85990"/>
                </a:lnTo>
                <a:lnTo>
                  <a:pt x="1312743" y="82407"/>
                </a:lnTo>
                <a:lnTo>
                  <a:pt x="1314529" y="82407"/>
                </a:lnTo>
                <a:lnTo>
                  <a:pt x="1314529" y="80616"/>
                </a:lnTo>
                <a:lnTo>
                  <a:pt x="1316315" y="80616"/>
                </a:lnTo>
                <a:lnTo>
                  <a:pt x="1316315" y="77033"/>
                </a:lnTo>
                <a:lnTo>
                  <a:pt x="1318101" y="77033"/>
                </a:lnTo>
                <a:lnTo>
                  <a:pt x="1318101" y="75242"/>
                </a:lnTo>
                <a:lnTo>
                  <a:pt x="1319887" y="75242"/>
                </a:lnTo>
                <a:lnTo>
                  <a:pt x="1319887" y="71659"/>
                </a:lnTo>
                <a:lnTo>
                  <a:pt x="1321673" y="71659"/>
                </a:lnTo>
                <a:lnTo>
                  <a:pt x="1321673" y="69867"/>
                </a:lnTo>
                <a:lnTo>
                  <a:pt x="1323459" y="69867"/>
                </a:lnTo>
                <a:lnTo>
                  <a:pt x="1323459" y="66284"/>
                </a:lnTo>
                <a:lnTo>
                  <a:pt x="1325245" y="66284"/>
                </a:lnTo>
                <a:lnTo>
                  <a:pt x="1325245" y="64493"/>
                </a:lnTo>
                <a:lnTo>
                  <a:pt x="1327031" y="64493"/>
                </a:lnTo>
                <a:lnTo>
                  <a:pt x="1327031" y="59118"/>
                </a:lnTo>
                <a:lnTo>
                  <a:pt x="1328818" y="59118"/>
                </a:lnTo>
                <a:lnTo>
                  <a:pt x="1328818" y="57327"/>
                </a:lnTo>
                <a:lnTo>
                  <a:pt x="1330604" y="57327"/>
                </a:lnTo>
                <a:lnTo>
                  <a:pt x="1330604" y="55535"/>
                </a:lnTo>
                <a:lnTo>
                  <a:pt x="1332390" y="55535"/>
                </a:lnTo>
                <a:lnTo>
                  <a:pt x="1332390" y="51953"/>
                </a:lnTo>
                <a:lnTo>
                  <a:pt x="1334176" y="51953"/>
                </a:lnTo>
                <a:lnTo>
                  <a:pt x="1334176" y="48370"/>
                </a:lnTo>
                <a:lnTo>
                  <a:pt x="1335962" y="48370"/>
                </a:lnTo>
                <a:lnTo>
                  <a:pt x="1335962" y="44787"/>
                </a:lnTo>
                <a:lnTo>
                  <a:pt x="1337748" y="44787"/>
                </a:lnTo>
                <a:lnTo>
                  <a:pt x="1337748" y="41204"/>
                </a:lnTo>
                <a:lnTo>
                  <a:pt x="1339534" y="41204"/>
                </a:lnTo>
                <a:lnTo>
                  <a:pt x="1339534" y="39412"/>
                </a:lnTo>
                <a:lnTo>
                  <a:pt x="1341320" y="39412"/>
                </a:lnTo>
                <a:lnTo>
                  <a:pt x="1341320" y="35829"/>
                </a:lnTo>
                <a:lnTo>
                  <a:pt x="1343106" y="35829"/>
                </a:lnTo>
                <a:lnTo>
                  <a:pt x="1343106" y="30455"/>
                </a:lnTo>
                <a:lnTo>
                  <a:pt x="1341320" y="30455"/>
                </a:lnTo>
                <a:lnTo>
                  <a:pt x="1341320" y="28663"/>
                </a:lnTo>
                <a:lnTo>
                  <a:pt x="1344892" y="28663"/>
                </a:lnTo>
                <a:lnTo>
                  <a:pt x="1344892" y="26872"/>
                </a:lnTo>
                <a:lnTo>
                  <a:pt x="1346678" y="26872"/>
                </a:lnTo>
                <a:lnTo>
                  <a:pt x="1346678" y="25081"/>
                </a:lnTo>
                <a:lnTo>
                  <a:pt x="1350250" y="25081"/>
                </a:lnTo>
                <a:lnTo>
                  <a:pt x="1350250" y="23289"/>
                </a:lnTo>
                <a:lnTo>
                  <a:pt x="1352036" y="23289"/>
                </a:lnTo>
                <a:lnTo>
                  <a:pt x="1352036" y="25081"/>
                </a:lnTo>
                <a:lnTo>
                  <a:pt x="1353822" y="25081"/>
                </a:lnTo>
                <a:lnTo>
                  <a:pt x="1353822" y="30455"/>
                </a:lnTo>
                <a:lnTo>
                  <a:pt x="1355608" y="30455"/>
                </a:lnTo>
                <a:lnTo>
                  <a:pt x="1355608" y="34038"/>
                </a:lnTo>
                <a:lnTo>
                  <a:pt x="1357394" y="34038"/>
                </a:lnTo>
                <a:lnTo>
                  <a:pt x="1357394" y="39412"/>
                </a:lnTo>
                <a:lnTo>
                  <a:pt x="1359180" y="39412"/>
                </a:lnTo>
                <a:lnTo>
                  <a:pt x="1359180" y="44787"/>
                </a:lnTo>
                <a:lnTo>
                  <a:pt x="1360966" y="44787"/>
                </a:lnTo>
                <a:lnTo>
                  <a:pt x="1360966" y="51953"/>
                </a:lnTo>
                <a:lnTo>
                  <a:pt x="1362752" y="51953"/>
                </a:lnTo>
                <a:lnTo>
                  <a:pt x="1362752" y="53744"/>
                </a:lnTo>
                <a:lnTo>
                  <a:pt x="1360966" y="53744"/>
                </a:lnTo>
                <a:lnTo>
                  <a:pt x="1360966" y="55535"/>
                </a:lnTo>
                <a:lnTo>
                  <a:pt x="1362752" y="55535"/>
                </a:lnTo>
                <a:lnTo>
                  <a:pt x="1362752" y="62701"/>
                </a:lnTo>
                <a:lnTo>
                  <a:pt x="1364538" y="62701"/>
                </a:lnTo>
                <a:lnTo>
                  <a:pt x="1364538" y="69867"/>
                </a:lnTo>
                <a:lnTo>
                  <a:pt x="1366324" y="69867"/>
                </a:lnTo>
                <a:lnTo>
                  <a:pt x="1366324" y="80616"/>
                </a:lnTo>
                <a:lnTo>
                  <a:pt x="1368110" y="80616"/>
                </a:lnTo>
                <a:lnTo>
                  <a:pt x="1368110" y="91365"/>
                </a:lnTo>
                <a:lnTo>
                  <a:pt x="1369897" y="91365"/>
                </a:lnTo>
                <a:lnTo>
                  <a:pt x="1369897" y="96739"/>
                </a:lnTo>
                <a:lnTo>
                  <a:pt x="1368110" y="96739"/>
                </a:lnTo>
                <a:lnTo>
                  <a:pt x="1368110" y="98531"/>
                </a:lnTo>
                <a:lnTo>
                  <a:pt x="1369897" y="98531"/>
                </a:lnTo>
                <a:lnTo>
                  <a:pt x="1369897" y="109280"/>
                </a:lnTo>
                <a:lnTo>
                  <a:pt x="1371683" y="109280"/>
                </a:lnTo>
                <a:lnTo>
                  <a:pt x="1371683" y="107488"/>
                </a:lnTo>
                <a:lnTo>
                  <a:pt x="1373469" y="107488"/>
                </a:lnTo>
                <a:lnTo>
                  <a:pt x="1373469" y="103905"/>
                </a:lnTo>
                <a:lnTo>
                  <a:pt x="1377041" y="103905"/>
                </a:lnTo>
                <a:lnTo>
                  <a:pt x="1377041" y="100322"/>
                </a:lnTo>
                <a:lnTo>
                  <a:pt x="1378827" y="100322"/>
                </a:lnTo>
                <a:lnTo>
                  <a:pt x="1378827" y="98531"/>
                </a:lnTo>
                <a:lnTo>
                  <a:pt x="1380613" y="98531"/>
                </a:lnTo>
                <a:lnTo>
                  <a:pt x="1380613" y="96739"/>
                </a:lnTo>
                <a:lnTo>
                  <a:pt x="1382399" y="96739"/>
                </a:lnTo>
                <a:lnTo>
                  <a:pt x="1382399" y="93156"/>
                </a:lnTo>
                <a:lnTo>
                  <a:pt x="1384185" y="93156"/>
                </a:lnTo>
                <a:lnTo>
                  <a:pt x="1384185" y="91365"/>
                </a:lnTo>
                <a:lnTo>
                  <a:pt x="1385971" y="91365"/>
                </a:lnTo>
                <a:lnTo>
                  <a:pt x="1385971" y="87782"/>
                </a:lnTo>
                <a:lnTo>
                  <a:pt x="1387757" y="87782"/>
                </a:lnTo>
                <a:lnTo>
                  <a:pt x="1387757" y="85990"/>
                </a:lnTo>
                <a:lnTo>
                  <a:pt x="1389543" y="85990"/>
                </a:lnTo>
                <a:lnTo>
                  <a:pt x="1389543" y="84199"/>
                </a:lnTo>
                <a:lnTo>
                  <a:pt x="1391329" y="84199"/>
                </a:lnTo>
                <a:lnTo>
                  <a:pt x="1391329" y="78825"/>
                </a:lnTo>
                <a:lnTo>
                  <a:pt x="1393115" y="78825"/>
                </a:lnTo>
                <a:lnTo>
                  <a:pt x="1393115" y="77033"/>
                </a:lnTo>
                <a:lnTo>
                  <a:pt x="1394901" y="77033"/>
                </a:lnTo>
                <a:lnTo>
                  <a:pt x="1394901" y="73450"/>
                </a:lnTo>
                <a:lnTo>
                  <a:pt x="1396687" y="73450"/>
                </a:lnTo>
                <a:lnTo>
                  <a:pt x="1396687" y="71659"/>
                </a:lnTo>
                <a:lnTo>
                  <a:pt x="1398473" y="71659"/>
                </a:lnTo>
                <a:lnTo>
                  <a:pt x="1398473" y="68076"/>
                </a:lnTo>
                <a:lnTo>
                  <a:pt x="1400259" y="68076"/>
                </a:lnTo>
                <a:lnTo>
                  <a:pt x="1400259" y="64493"/>
                </a:lnTo>
                <a:lnTo>
                  <a:pt x="1402045" y="64493"/>
                </a:lnTo>
                <a:lnTo>
                  <a:pt x="1402045" y="60910"/>
                </a:lnTo>
                <a:lnTo>
                  <a:pt x="1403831" y="60910"/>
                </a:lnTo>
                <a:lnTo>
                  <a:pt x="1403831" y="55535"/>
                </a:lnTo>
                <a:lnTo>
                  <a:pt x="1405617" y="55535"/>
                </a:lnTo>
                <a:lnTo>
                  <a:pt x="1405617" y="42995"/>
                </a:lnTo>
                <a:lnTo>
                  <a:pt x="1403831" y="42995"/>
                </a:lnTo>
                <a:lnTo>
                  <a:pt x="1403831" y="41204"/>
                </a:lnTo>
                <a:lnTo>
                  <a:pt x="1402045" y="41204"/>
                </a:lnTo>
                <a:lnTo>
                  <a:pt x="1402045" y="39412"/>
                </a:lnTo>
                <a:lnTo>
                  <a:pt x="1398473" y="39412"/>
                </a:lnTo>
                <a:lnTo>
                  <a:pt x="1398473" y="37621"/>
                </a:lnTo>
                <a:lnTo>
                  <a:pt x="1394901" y="37621"/>
                </a:lnTo>
                <a:lnTo>
                  <a:pt x="1394901" y="34038"/>
                </a:lnTo>
                <a:lnTo>
                  <a:pt x="1396687" y="34038"/>
                </a:lnTo>
                <a:lnTo>
                  <a:pt x="1396687" y="28663"/>
                </a:lnTo>
                <a:lnTo>
                  <a:pt x="1398473" y="28663"/>
                </a:lnTo>
                <a:lnTo>
                  <a:pt x="1398473" y="25081"/>
                </a:lnTo>
                <a:lnTo>
                  <a:pt x="1400259" y="25081"/>
                </a:lnTo>
                <a:lnTo>
                  <a:pt x="1400259" y="23289"/>
                </a:lnTo>
                <a:lnTo>
                  <a:pt x="1403831" y="23289"/>
                </a:lnTo>
                <a:lnTo>
                  <a:pt x="1403831" y="25081"/>
                </a:lnTo>
                <a:lnTo>
                  <a:pt x="1407403" y="25081"/>
                </a:lnTo>
                <a:lnTo>
                  <a:pt x="1407403" y="26872"/>
                </a:lnTo>
                <a:lnTo>
                  <a:pt x="1409190" y="26872"/>
                </a:lnTo>
                <a:lnTo>
                  <a:pt x="1409190" y="28663"/>
                </a:lnTo>
                <a:lnTo>
                  <a:pt x="1410976" y="28663"/>
                </a:lnTo>
                <a:lnTo>
                  <a:pt x="1410976" y="34038"/>
                </a:lnTo>
                <a:lnTo>
                  <a:pt x="1412762" y="34038"/>
                </a:lnTo>
                <a:lnTo>
                  <a:pt x="1412762" y="48370"/>
                </a:lnTo>
                <a:lnTo>
                  <a:pt x="1410976" y="48370"/>
                </a:lnTo>
                <a:lnTo>
                  <a:pt x="1410976" y="53744"/>
                </a:lnTo>
                <a:lnTo>
                  <a:pt x="1409190" y="53744"/>
                </a:lnTo>
                <a:lnTo>
                  <a:pt x="1409190" y="55535"/>
                </a:lnTo>
                <a:lnTo>
                  <a:pt x="1410976" y="55535"/>
                </a:lnTo>
                <a:lnTo>
                  <a:pt x="1410976" y="57327"/>
                </a:lnTo>
                <a:lnTo>
                  <a:pt x="1409190" y="57327"/>
                </a:lnTo>
                <a:lnTo>
                  <a:pt x="1409190" y="60910"/>
                </a:lnTo>
                <a:lnTo>
                  <a:pt x="1407403" y="60910"/>
                </a:lnTo>
                <a:lnTo>
                  <a:pt x="1407403" y="64493"/>
                </a:lnTo>
                <a:lnTo>
                  <a:pt x="1405617" y="64493"/>
                </a:lnTo>
                <a:lnTo>
                  <a:pt x="1405617" y="68076"/>
                </a:lnTo>
                <a:lnTo>
                  <a:pt x="1403831" y="68076"/>
                </a:lnTo>
                <a:lnTo>
                  <a:pt x="1403831" y="71659"/>
                </a:lnTo>
                <a:lnTo>
                  <a:pt x="1402045" y="71659"/>
                </a:lnTo>
                <a:lnTo>
                  <a:pt x="1402045" y="77033"/>
                </a:lnTo>
                <a:lnTo>
                  <a:pt x="1400259" y="77033"/>
                </a:lnTo>
                <a:lnTo>
                  <a:pt x="1400259" y="78825"/>
                </a:lnTo>
                <a:lnTo>
                  <a:pt x="1398473" y="78825"/>
                </a:lnTo>
                <a:lnTo>
                  <a:pt x="1398473" y="82407"/>
                </a:lnTo>
                <a:lnTo>
                  <a:pt x="1396687" y="82407"/>
                </a:lnTo>
                <a:lnTo>
                  <a:pt x="1396687" y="84199"/>
                </a:lnTo>
                <a:lnTo>
                  <a:pt x="1394901" y="84199"/>
                </a:lnTo>
                <a:lnTo>
                  <a:pt x="1394901" y="87782"/>
                </a:lnTo>
                <a:lnTo>
                  <a:pt x="1393115" y="87782"/>
                </a:lnTo>
                <a:lnTo>
                  <a:pt x="1393115" y="91365"/>
                </a:lnTo>
                <a:lnTo>
                  <a:pt x="1391329" y="91365"/>
                </a:lnTo>
                <a:lnTo>
                  <a:pt x="1391329" y="93156"/>
                </a:lnTo>
                <a:lnTo>
                  <a:pt x="1389543" y="93156"/>
                </a:lnTo>
                <a:lnTo>
                  <a:pt x="1389543" y="96739"/>
                </a:lnTo>
                <a:lnTo>
                  <a:pt x="1387757" y="96739"/>
                </a:lnTo>
                <a:lnTo>
                  <a:pt x="1387757" y="100322"/>
                </a:lnTo>
                <a:lnTo>
                  <a:pt x="1384185" y="100322"/>
                </a:lnTo>
                <a:lnTo>
                  <a:pt x="1384185" y="103905"/>
                </a:lnTo>
                <a:lnTo>
                  <a:pt x="1382399" y="103905"/>
                </a:lnTo>
                <a:lnTo>
                  <a:pt x="1382399" y="105697"/>
                </a:lnTo>
                <a:lnTo>
                  <a:pt x="1380613" y="105697"/>
                </a:lnTo>
                <a:lnTo>
                  <a:pt x="1380613" y="107488"/>
                </a:lnTo>
                <a:lnTo>
                  <a:pt x="1378827" y="107488"/>
                </a:lnTo>
                <a:lnTo>
                  <a:pt x="1378827" y="111071"/>
                </a:lnTo>
                <a:lnTo>
                  <a:pt x="1377041" y="111071"/>
                </a:lnTo>
                <a:lnTo>
                  <a:pt x="1377041" y="112862"/>
                </a:lnTo>
                <a:lnTo>
                  <a:pt x="1375255" y="112862"/>
                </a:lnTo>
                <a:lnTo>
                  <a:pt x="1375255" y="116445"/>
                </a:lnTo>
                <a:lnTo>
                  <a:pt x="1373469" y="116445"/>
                </a:lnTo>
                <a:lnTo>
                  <a:pt x="1373469" y="118237"/>
                </a:lnTo>
                <a:lnTo>
                  <a:pt x="1371683" y="118237"/>
                </a:lnTo>
                <a:lnTo>
                  <a:pt x="1371683" y="120028"/>
                </a:lnTo>
                <a:lnTo>
                  <a:pt x="1369897" y="120028"/>
                </a:lnTo>
                <a:lnTo>
                  <a:pt x="1369897" y="121820"/>
                </a:lnTo>
                <a:lnTo>
                  <a:pt x="1368110" y="121820"/>
                </a:lnTo>
                <a:lnTo>
                  <a:pt x="1368110" y="123611"/>
                </a:lnTo>
                <a:lnTo>
                  <a:pt x="1366324" y="123611"/>
                </a:lnTo>
                <a:lnTo>
                  <a:pt x="1366324" y="127194"/>
                </a:lnTo>
                <a:lnTo>
                  <a:pt x="1364538" y="127194"/>
                </a:lnTo>
                <a:lnTo>
                  <a:pt x="1364538" y="128986"/>
                </a:lnTo>
                <a:lnTo>
                  <a:pt x="1362752" y="128986"/>
                </a:lnTo>
                <a:lnTo>
                  <a:pt x="1362752" y="130777"/>
                </a:lnTo>
                <a:lnTo>
                  <a:pt x="1359180" y="130777"/>
                </a:lnTo>
                <a:lnTo>
                  <a:pt x="1359180" y="105697"/>
                </a:lnTo>
                <a:lnTo>
                  <a:pt x="1357394" y="105697"/>
                </a:lnTo>
                <a:lnTo>
                  <a:pt x="1357394" y="91365"/>
                </a:lnTo>
                <a:lnTo>
                  <a:pt x="1355608" y="91365"/>
                </a:lnTo>
                <a:lnTo>
                  <a:pt x="1355608" y="80616"/>
                </a:lnTo>
                <a:lnTo>
                  <a:pt x="1353822" y="80616"/>
                </a:lnTo>
                <a:lnTo>
                  <a:pt x="1353822" y="73450"/>
                </a:lnTo>
                <a:lnTo>
                  <a:pt x="1352036" y="73450"/>
                </a:lnTo>
                <a:lnTo>
                  <a:pt x="1352036" y="62701"/>
                </a:lnTo>
                <a:lnTo>
                  <a:pt x="1350250" y="62701"/>
                </a:lnTo>
                <a:lnTo>
                  <a:pt x="1350250" y="53744"/>
                </a:lnTo>
                <a:lnTo>
                  <a:pt x="1348464" y="53744"/>
                </a:lnTo>
                <a:lnTo>
                  <a:pt x="1348464" y="48370"/>
                </a:lnTo>
                <a:lnTo>
                  <a:pt x="1346678" y="48370"/>
                </a:lnTo>
                <a:lnTo>
                  <a:pt x="1346678" y="42995"/>
                </a:lnTo>
                <a:lnTo>
                  <a:pt x="1343106" y="42995"/>
                </a:lnTo>
                <a:lnTo>
                  <a:pt x="1343106" y="46578"/>
                </a:lnTo>
                <a:lnTo>
                  <a:pt x="1341320" y="46578"/>
                </a:lnTo>
                <a:lnTo>
                  <a:pt x="1341320" y="50161"/>
                </a:lnTo>
                <a:lnTo>
                  <a:pt x="1339534" y="50161"/>
                </a:lnTo>
                <a:lnTo>
                  <a:pt x="1339534" y="51953"/>
                </a:lnTo>
                <a:lnTo>
                  <a:pt x="1337748" y="51953"/>
                </a:lnTo>
                <a:lnTo>
                  <a:pt x="1337748" y="57327"/>
                </a:lnTo>
                <a:lnTo>
                  <a:pt x="1335962" y="57327"/>
                </a:lnTo>
                <a:lnTo>
                  <a:pt x="1335962" y="60910"/>
                </a:lnTo>
                <a:lnTo>
                  <a:pt x="1334176" y="60910"/>
                </a:lnTo>
                <a:lnTo>
                  <a:pt x="1334176" y="62701"/>
                </a:lnTo>
                <a:lnTo>
                  <a:pt x="1332390" y="62701"/>
                </a:lnTo>
                <a:lnTo>
                  <a:pt x="1332390" y="64493"/>
                </a:lnTo>
                <a:lnTo>
                  <a:pt x="1330604" y="64493"/>
                </a:lnTo>
                <a:lnTo>
                  <a:pt x="1330604" y="68076"/>
                </a:lnTo>
                <a:lnTo>
                  <a:pt x="1328818" y="68076"/>
                </a:lnTo>
                <a:lnTo>
                  <a:pt x="1328818" y="71659"/>
                </a:lnTo>
                <a:lnTo>
                  <a:pt x="1327031" y="71659"/>
                </a:lnTo>
                <a:lnTo>
                  <a:pt x="1327031" y="75242"/>
                </a:lnTo>
                <a:lnTo>
                  <a:pt x="1325245" y="75242"/>
                </a:lnTo>
                <a:lnTo>
                  <a:pt x="1325245" y="77033"/>
                </a:lnTo>
                <a:lnTo>
                  <a:pt x="1323459" y="77033"/>
                </a:lnTo>
                <a:lnTo>
                  <a:pt x="1323459" y="78825"/>
                </a:lnTo>
                <a:lnTo>
                  <a:pt x="1321673" y="78825"/>
                </a:lnTo>
                <a:lnTo>
                  <a:pt x="1321673" y="84199"/>
                </a:lnTo>
                <a:lnTo>
                  <a:pt x="1319887" y="84199"/>
                </a:lnTo>
                <a:lnTo>
                  <a:pt x="1319887" y="85990"/>
                </a:lnTo>
                <a:lnTo>
                  <a:pt x="1318101" y="85990"/>
                </a:lnTo>
                <a:lnTo>
                  <a:pt x="1318101" y="87782"/>
                </a:lnTo>
                <a:lnTo>
                  <a:pt x="1316315" y="87782"/>
                </a:lnTo>
                <a:lnTo>
                  <a:pt x="1316315" y="89573"/>
                </a:lnTo>
                <a:lnTo>
                  <a:pt x="1314529" y="89573"/>
                </a:lnTo>
                <a:lnTo>
                  <a:pt x="1314529" y="93156"/>
                </a:lnTo>
                <a:lnTo>
                  <a:pt x="1312743" y="93156"/>
                </a:lnTo>
                <a:lnTo>
                  <a:pt x="1312743" y="96739"/>
                </a:lnTo>
                <a:lnTo>
                  <a:pt x="1310957" y="96739"/>
                </a:lnTo>
                <a:lnTo>
                  <a:pt x="1310957" y="98531"/>
                </a:lnTo>
                <a:lnTo>
                  <a:pt x="1309171" y="98531"/>
                </a:lnTo>
                <a:lnTo>
                  <a:pt x="1309171" y="100322"/>
                </a:lnTo>
                <a:lnTo>
                  <a:pt x="1307385" y="100322"/>
                </a:lnTo>
                <a:lnTo>
                  <a:pt x="1307385" y="102114"/>
                </a:lnTo>
                <a:lnTo>
                  <a:pt x="1305599" y="102114"/>
                </a:lnTo>
                <a:lnTo>
                  <a:pt x="1305599" y="105697"/>
                </a:lnTo>
                <a:lnTo>
                  <a:pt x="1303813" y="105697"/>
                </a:lnTo>
                <a:lnTo>
                  <a:pt x="1303813" y="109280"/>
                </a:lnTo>
                <a:lnTo>
                  <a:pt x="1302027" y="109280"/>
                </a:lnTo>
                <a:lnTo>
                  <a:pt x="1302027" y="111071"/>
                </a:lnTo>
                <a:lnTo>
                  <a:pt x="1300241" y="111071"/>
                </a:lnTo>
                <a:lnTo>
                  <a:pt x="1300241" y="112862"/>
                </a:lnTo>
                <a:lnTo>
                  <a:pt x="1298455" y="112862"/>
                </a:lnTo>
                <a:lnTo>
                  <a:pt x="1298455" y="116445"/>
                </a:lnTo>
                <a:lnTo>
                  <a:pt x="1296669" y="116445"/>
                </a:lnTo>
                <a:lnTo>
                  <a:pt x="1296669" y="118237"/>
                </a:lnTo>
                <a:lnTo>
                  <a:pt x="1294883" y="118237"/>
                </a:lnTo>
                <a:lnTo>
                  <a:pt x="1294883" y="120028"/>
                </a:lnTo>
                <a:lnTo>
                  <a:pt x="1293097" y="120028"/>
                </a:lnTo>
                <a:lnTo>
                  <a:pt x="1293097" y="121820"/>
                </a:lnTo>
                <a:lnTo>
                  <a:pt x="1291311" y="121820"/>
                </a:lnTo>
                <a:lnTo>
                  <a:pt x="1291311" y="123611"/>
                </a:lnTo>
                <a:lnTo>
                  <a:pt x="1289525" y="123611"/>
                </a:lnTo>
                <a:lnTo>
                  <a:pt x="1289525" y="125403"/>
                </a:lnTo>
                <a:lnTo>
                  <a:pt x="1287738" y="125403"/>
                </a:lnTo>
                <a:lnTo>
                  <a:pt x="1287738" y="128986"/>
                </a:lnTo>
                <a:lnTo>
                  <a:pt x="1285952" y="128986"/>
                </a:lnTo>
                <a:lnTo>
                  <a:pt x="1285952" y="130777"/>
                </a:lnTo>
                <a:lnTo>
                  <a:pt x="1282380" y="130777"/>
                </a:lnTo>
                <a:lnTo>
                  <a:pt x="1282380" y="123611"/>
                </a:lnTo>
                <a:lnTo>
                  <a:pt x="1284166" y="123611"/>
                </a:lnTo>
                <a:lnTo>
                  <a:pt x="1284166" y="116445"/>
                </a:lnTo>
                <a:lnTo>
                  <a:pt x="1285952" y="116445"/>
                </a:lnTo>
                <a:lnTo>
                  <a:pt x="1285952" y="105697"/>
                </a:lnTo>
                <a:lnTo>
                  <a:pt x="1287738" y="105697"/>
                </a:lnTo>
                <a:lnTo>
                  <a:pt x="1287738" y="103905"/>
                </a:lnTo>
                <a:lnTo>
                  <a:pt x="1285952" y="103905"/>
                </a:lnTo>
                <a:lnTo>
                  <a:pt x="1285952" y="98531"/>
                </a:lnTo>
                <a:lnTo>
                  <a:pt x="1287738" y="98531"/>
                </a:lnTo>
                <a:lnTo>
                  <a:pt x="1287738" y="80616"/>
                </a:lnTo>
                <a:lnTo>
                  <a:pt x="1289525" y="80616"/>
                </a:lnTo>
                <a:lnTo>
                  <a:pt x="1289525" y="69867"/>
                </a:lnTo>
                <a:lnTo>
                  <a:pt x="1287738" y="69867"/>
                </a:lnTo>
                <a:lnTo>
                  <a:pt x="1287738" y="55535"/>
                </a:lnTo>
                <a:lnTo>
                  <a:pt x="1285952" y="55535"/>
                </a:lnTo>
                <a:lnTo>
                  <a:pt x="1285952" y="53744"/>
                </a:lnTo>
                <a:lnTo>
                  <a:pt x="1287738" y="53744"/>
                </a:lnTo>
                <a:lnTo>
                  <a:pt x="1287738" y="50161"/>
                </a:lnTo>
                <a:lnTo>
                  <a:pt x="1285952" y="50161"/>
                </a:lnTo>
                <a:lnTo>
                  <a:pt x="1285952" y="44787"/>
                </a:lnTo>
                <a:lnTo>
                  <a:pt x="1284166" y="44787"/>
                </a:lnTo>
                <a:lnTo>
                  <a:pt x="1284166" y="41204"/>
                </a:lnTo>
                <a:lnTo>
                  <a:pt x="1282380" y="41204"/>
                </a:lnTo>
                <a:lnTo>
                  <a:pt x="1282380" y="39412"/>
                </a:lnTo>
                <a:lnTo>
                  <a:pt x="1280594" y="39412"/>
                </a:lnTo>
                <a:lnTo>
                  <a:pt x="1280594" y="35829"/>
                </a:lnTo>
                <a:lnTo>
                  <a:pt x="1278808" y="35829"/>
                </a:lnTo>
                <a:lnTo>
                  <a:pt x="1278808" y="34038"/>
                </a:lnTo>
                <a:lnTo>
                  <a:pt x="1273450" y="34038"/>
                </a:lnTo>
                <a:lnTo>
                  <a:pt x="1273450" y="32246"/>
                </a:lnTo>
                <a:lnTo>
                  <a:pt x="1266306" y="32246"/>
                </a:lnTo>
                <a:lnTo>
                  <a:pt x="1266306" y="28663"/>
                </a:lnTo>
                <a:lnTo>
                  <a:pt x="1268092" y="28663"/>
                </a:lnTo>
                <a:lnTo>
                  <a:pt x="1268092" y="26872"/>
                </a:lnTo>
                <a:lnTo>
                  <a:pt x="1269878" y="26872"/>
                </a:lnTo>
                <a:lnTo>
                  <a:pt x="1269878" y="25081"/>
                </a:lnTo>
                <a:lnTo>
                  <a:pt x="1273450" y="25081"/>
                </a:lnTo>
                <a:close/>
                <a:moveTo>
                  <a:pt x="1564575" y="23289"/>
                </a:moveTo>
                <a:lnTo>
                  <a:pt x="1571720" y="23289"/>
                </a:lnTo>
                <a:lnTo>
                  <a:pt x="1571720" y="25081"/>
                </a:lnTo>
                <a:lnTo>
                  <a:pt x="1575292" y="25081"/>
                </a:lnTo>
                <a:lnTo>
                  <a:pt x="1575292" y="26872"/>
                </a:lnTo>
                <a:lnTo>
                  <a:pt x="1578864" y="26872"/>
                </a:lnTo>
                <a:lnTo>
                  <a:pt x="1578864" y="28663"/>
                </a:lnTo>
                <a:lnTo>
                  <a:pt x="1580650" y="28663"/>
                </a:lnTo>
                <a:lnTo>
                  <a:pt x="1580650" y="30455"/>
                </a:lnTo>
                <a:lnTo>
                  <a:pt x="1582436" y="30455"/>
                </a:lnTo>
                <a:lnTo>
                  <a:pt x="1582436" y="32246"/>
                </a:lnTo>
                <a:lnTo>
                  <a:pt x="1584222" y="32246"/>
                </a:lnTo>
                <a:lnTo>
                  <a:pt x="1584222" y="34038"/>
                </a:lnTo>
                <a:lnTo>
                  <a:pt x="1586008" y="34038"/>
                </a:lnTo>
                <a:lnTo>
                  <a:pt x="1586008" y="37621"/>
                </a:lnTo>
                <a:lnTo>
                  <a:pt x="1587794" y="37621"/>
                </a:lnTo>
                <a:lnTo>
                  <a:pt x="1587794" y="44787"/>
                </a:lnTo>
                <a:lnTo>
                  <a:pt x="1589580" y="44787"/>
                </a:lnTo>
                <a:lnTo>
                  <a:pt x="1589580" y="55535"/>
                </a:lnTo>
                <a:lnTo>
                  <a:pt x="1591366" y="55535"/>
                </a:lnTo>
                <a:lnTo>
                  <a:pt x="1591366" y="85990"/>
                </a:lnTo>
                <a:lnTo>
                  <a:pt x="1589580" y="85990"/>
                </a:lnTo>
                <a:lnTo>
                  <a:pt x="1589580" y="102114"/>
                </a:lnTo>
                <a:lnTo>
                  <a:pt x="1591366" y="102114"/>
                </a:lnTo>
                <a:lnTo>
                  <a:pt x="1591366" y="100322"/>
                </a:lnTo>
                <a:lnTo>
                  <a:pt x="1593152" y="100322"/>
                </a:lnTo>
                <a:lnTo>
                  <a:pt x="1593152" y="96739"/>
                </a:lnTo>
                <a:lnTo>
                  <a:pt x="1596724" y="96739"/>
                </a:lnTo>
                <a:lnTo>
                  <a:pt x="1596724" y="93156"/>
                </a:lnTo>
                <a:lnTo>
                  <a:pt x="1598510" y="93156"/>
                </a:lnTo>
                <a:lnTo>
                  <a:pt x="1598510" y="91365"/>
                </a:lnTo>
                <a:lnTo>
                  <a:pt x="1600296" y="91365"/>
                </a:lnTo>
                <a:lnTo>
                  <a:pt x="1600296" y="87782"/>
                </a:lnTo>
                <a:lnTo>
                  <a:pt x="1602082" y="87782"/>
                </a:lnTo>
                <a:lnTo>
                  <a:pt x="1602082" y="85990"/>
                </a:lnTo>
                <a:lnTo>
                  <a:pt x="1603868" y="85990"/>
                </a:lnTo>
                <a:lnTo>
                  <a:pt x="1603868" y="82407"/>
                </a:lnTo>
                <a:lnTo>
                  <a:pt x="1605654" y="82407"/>
                </a:lnTo>
                <a:lnTo>
                  <a:pt x="1605654" y="80616"/>
                </a:lnTo>
                <a:lnTo>
                  <a:pt x="1607441" y="80616"/>
                </a:lnTo>
                <a:lnTo>
                  <a:pt x="1607441" y="77033"/>
                </a:lnTo>
                <a:lnTo>
                  <a:pt x="1609227" y="77033"/>
                </a:lnTo>
                <a:lnTo>
                  <a:pt x="1609227" y="75242"/>
                </a:lnTo>
                <a:lnTo>
                  <a:pt x="1611013" y="75242"/>
                </a:lnTo>
                <a:lnTo>
                  <a:pt x="1611013" y="71659"/>
                </a:lnTo>
                <a:lnTo>
                  <a:pt x="1612799" y="71659"/>
                </a:lnTo>
                <a:lnTo>
                  <a:pt x="1612799" y="68076"/>
                </a:lnTo>
                <a:lnTo>
                  <a:pt x="1614585" y="68076"/>
                </a:lnTo>
                <a:lnTo>
                  <a:pt x="1614585" y="66284"/>
                </a:lnTo>
                <a:lnTo>
                  <a:pt x="1616371" y="66284"/>
                </a:lnTo>
                <a:lnTo>
                  <a:pt x="1616371" y="64493"/>
                </a:lnTo>
                <a:lnTo>
                  <a:pt x="1618157" y="64493"/>
                </a:lnTo>
                <a:lnTo>
                  <a:pt x="1618157" y="60910"/>
                </a:lnTo>
                <a:lnTo>
                  <a:pt x="1619943" y="60910"/>
                </a:lnTo>
                <a:lnTo>
                  <a:pt x="1619943" y="57327"/>
                </a:lnTo>
                <a:lnTo>
                  <a:pt x="1621729" y="57327"/>
                </a:lnTo>
                <a:lnTo>
                  <a:pt x="1621729" y="53744"/>
                </a:lnTo>
                <a:lnTo>
                  <a:pt x="1623515" y="53744"/>
                </a:lnTo>
                <a:lnTo>
                  <a:pt x="1623515" y="51953"/>
                </a:lnTo>
                <a:lnTo>
                  <a:pt x="1625301" y="51953"/>
                </a:lnTo>
                <a:lnTo>
                  <a:pt x="1625301" y="48370"/>
                </a:lnTo>
                <a:lnTo>
                  <a:pt x="1627087" y="48370"/>
                </a:lnTo>
                <a:lnTo>
                  <a:pt x="1627087" y="46578"/>
                </a:lnTo>
                <a:lnTo>
                  <a:pt x="1628873" y="46578"/>
                </a:lnTo>
                <a:lnTo>
                  <a:pt x="1628873" y="44787"/>
                </a:lnTo>
                <a:lnTo>
                  <a:pt x="1627087" y="44787"/>
                </a:lnTo>
                <a:lnTo>
                  <a:pt x="1627087" y="42995"/>
                </a:lnTo>
                <a:lnTo>
                  <a:pt x="1628873" y="42995"/>
                </a:lnTo>
                <a:lnTo>
                  <a:pt x="1628873" y="41204"/>
                </a:lnTo>
                <a:lnTo>
                  <a:pt x="1630659" y="41204"/>
                </a:lnTo>
                <a:lnTo>
                  <a:pt x="1630659" y="39412"/>
                </a:lnTo>
                <a:lnTo>
                  <a:pt x="1632445" y="39412"/>
                </a:lnTo>
                <a:lnTo>
                  <a:pt x="1632445" y="35829"/>
                </a:lnTo>
                <a:lnTo>
                  <a:pt x="1634231" y="35829"/>
                </a:lnTo>
                <a:lnTo>
                  <a:pt x="1634231" y="28663"/>
                </a:lnTo>
                <a:lnTo>
                  <a:pt x="1636017" y="28663"/>
                </a:lnTo>
                <a:lnTo>
                  <a:pt x="1636017" y="26872"/>
                </a:lnTo>
                <a:lnTo>
                  <a:pt x="1637803" y="26872"/>
                </a:lnTo>
                <a:lnTo>
                  <a:pt x="1637803" y="25081"/>
                </a:lnTo>
                <a:lnTo>
                  <a:pt x="1641375" y="25081"/>
                </a:lnTo>
                <a:lnTo>
                  <a:pt x="1641375" y="23289"/>
                </a:lnTo>
                <a:lnTo>
                  <a:pt x="1643161" y="23289"/>
                </a:lnTo>
                <a:lnTo>
                  <a:pt x="1643161" y="25081"/>
                </a:lnTo>
                <a:lnTo>
                  <a:pt x="1644947" y="25081"/>
                </a:lnTo>
                <a:lnTo>
                  <a:pt x="1644947" y="30455"/>
                </a:lnTo>
                <a:lnTo>
                  <a:pt x="1646734" y="30455"/>
                </a:lnTo>
                <a:lnTo>
                  <a:pt x="1646734" y="35829"/>
                </a:lnTo>
                <a:lnTo>
                  <a:pt x="1648520" y="35829"/>
                </a:lnTo>
                <a:lnTo>
                  <a:pt x="1648520" y="41204"/>
                </a:lnTo>
                <a:lnTo>
                  <a:pt x="1650306" y="41204"/>
                </a:lnTo>
                <a:lnTo>
                  <a:pt x="1650306" y="46578"/>
                </a:lnTo>
                <a:lnTo>
                  <a:pt x="1652092" y="46578"/>
                </a:lnTo>
                <a:lnTo>
                  <a:pt x="1652092" y="51953"/>
                </a:lnTo>
                <a:lnTo>
                  <a:pt x="1653878" y="51953"/>
                </a:lnTo>
                <a:lnTo>
                  <a:pt x="1653878" y="55535"/>
                </a:lnTo>
                <a:lnTo>
                  <a:pt x="1652092" y="55535"/>
                </a:lnTo>
                <a:lnTo>
                  <a:pt x="1652092" y="57327"/>
                </a:lnTo>
                <a:lnTo>
                  <a:pt x="1653878" y="57327"/>
                </a:lnTo>
                <a:lnTo>
                  <a:pt x="1653878" y="64493"/>
                </a:lnTo>
                <a:lnTo>
                  <a:pt x="1655664" y="64493"/>
                </a:lnTo>
                <a:lnTo>
                  <a:pt x="1655664" y="71659"/>
                </a:lnTo>
                <a:lnTo>
                  <a:pt x="1657450" y="71659"/>
                </a:lnTo>
                <a:lnTo>
                  <a:pt x="1657450" y="82407"/>
                </a:lnTo>
                <a:lnTo>
                  <a:pt x="1659236" y="82407"/>
                </a:lnTo>
                <a:lnTo>
                  <a:pt x="1659236" y="93156"/>
                </a:lnTo>
                <a:lnTo>
                  <a:pt x="1661022" y="93156"/>
                </a:lnTo>
                <a:lnTo>
                  <a:pt x="1661022" y="109280"/>
                </a:lnTo>
                <a:lnTo>
                  <a:pt x="1662808" y="109280"/>
                </a:lnTo>
                <a:lnTo>
                  <a:pt x="1662808" y="107488"/>
                </a:lnTo>
                <a:lnTo>
                  <a:pt x="1664594" y="107488"/>
                </a:lnTo>
                <a:lnTo>
                  <a:pt x="1664594" y="105697"/>
                </a:lnTo>
                <a:lnTo>
                  <a:pt x="1666380" y="105697"/>
                </a:lnTo>
                <a:lnTo>
                  <a:pt x="1666380" y="103905"/>
                </a:lnTo>
                <a:lnTo>
                  <a:pt x="1668166" y="103905"/>
                </a:lnTo>
                <a:lnTo>
                  <a:pt x="1668166" y="100322"/>
                </a:lnTo>
                <a:lnTo>
                  <a:pt x="1669952" y="100322"/>
                </a:lnTo>
                <a:lnTo>
                  <a:pt x="1669952" y="98531"/>
                </a:lnTo>
                <a:lnTo>
                  <a:pt x="1671738" y="98531"/>
                </a:lnTo>
                <a:lnTo>
                  <a:pt x="1671738" y="96739"/>
                </a:lnTo>
                <a:lnTo>
                  <a:pt x="1673524" y="96739"/>
                </a:lnTo>
                <a:lnTo>
                  <a:pt x="1673524" y="93156"/>
                </a:lnTo>
                <a:lnTo>
                  <a:pt x="1675310" y="93156"/>
                </a:lnTo>
                <a:lnTo>
                  <a:pt x="1675310" y="91365"/>
                </a:lnTo>
                <a:lnTo>
                  <a:pt x="1677096" y="91365"/>
                </a:lnTo>
                <a:lnTo>
                  <a:pt x="1677096" y="87782"/>
                </a:lnTo>
                <a:lnTo>
                  <a:pt x="1678882" y="87782"/>
                </a:lnTo>
                <a:lnTo>
                  <a:pt x="1678882" y="85990"/>
                </a:lnTo>
                <a:lnTo>
                  <a:pt x="1680668" y="85990"/>
                </a:lnTo>
                <a:lnTo>
                  <a:pt x="1680668" y="82407"/>
                </a:lnTo>
                <a:lnTo>
                  <a:pt x="1682454" y="82407"/>
                </a:lnTo>
                <a:lnTo>
                  <a:pt x="1682454" y="78825"/>
                </a:lnTo>
                <a:lnTo>
                  <a:pt x="1684240" y="78825"/>
                </a:lnTo>
                <a:lnTo>
                  <a:pt x="1684240" y="77033"/>
                </a:lnTo>
                <a:lnTo>
                  <a:pt x="1686027" y="77033"/>
                </a:lnTo>
                <a:lnTo>
                  <a:pt x="1686027" y="73450"/>
                </a:lnTo>
                <a:lnTo>
                  <a:pt x="1687813" y="73450"/>
                </a:lnTo>
                <a:lnTo>
                  <a:pt x="1687813" y="71659"/>
                </a:lnTo>
                <a:lnTo>
                  <a:pt x="1689599" y="71659"/>
                </a:lnTo>
                <a:lnTo>
                  <a:pt x="1689599" y="68076"/>
                </a:lnTo>
                <a:lnTo>
                  <a:pt x="1691385" y="68076"/>
                </a:lnTo>
                <a:lnTo>
                  <a:pt x="1691385" y="64493"/>
                </a:lnTo>
                <a:lnTo>
                  <a:pt x="1693171" y="64493"/>
                </a:lnTo>
                <a:lnTo>
                  <a:pt x="1693171" y="59118"/>
                </a:lnTo>
                <a:lnTo>
                  <a:pt x="1694957" y="59118"/>
                </a:lnTo>
                <a:lnTo>
                  <a:pt x="1694957" y="55535"/>
                </a:lnTo>
                <a:lnTo>
                  <a:pt x="1696743" y="55535"/>
                </a:lnTo>
                <a:lnTo>
                  <a:pt x="1696743" y="42995"/>
                </a:lnTo>
                <a:lnTo>
                  <a:pt x="1694957" y="42995"/>
                </a:lnTo>
                <a:lnTo>
                  <a:pt x="1694957" y="41204"/>
                </a:lnTo>
                <a:lnTo>
                  <a:pt x="1693171" y="41204"/>
                </a:lnTo>
                <a:lnTo>
                  <a:pt x="1693171" y="39412"/>
                </a:lnTo>
                <a:lnTo>
                  <a:pt x="1689599" y="39412"/>
                </a:lnTo>
                <a:lnTo>
                  <a:pt x="1689599" y="37621"/>
                </a:lnTo>
                <a:lnTo>
                  <a:pt x="1687813" y="37621"/>
                </a:lnTo>
                <a:lnTo>
                  <a:pt x="1687813" y="35829"/>
                </a:lnTo>
                <a:lnTo>
                  <a:pt x="1686027" y="35829"/>
                </a:lnTo>
                <a:lnTo>
                  <a:pt x="1686027" y="34038"/>
                </a:lnTo>
                <a:lnTo>
                  <a:pt x="1687813" y="34038"/>
                </a:lnTo>
                <a:lnTo>
                  <a:pt x="1687813" y="28663"/>
                </a:lnTo>
                <a:lnTo>
                  <a:pt x="1689599" y="28663"/>
                </a:lnTo>
                <a:lnTo>
                  <a:pt x="1689599" y="25081"/>
                </a:lnTo>
                <a:lnTo>
                  <a:pt x="1691385" y="25081"/>
                </a:lnTo>
                <a:lnTo>
                  <a:pt x="1691385" y="23289"/>
                </a:lnTo>
                <a:lnTo>
                  <a:pt x="1694957" y="23289"/>
                </a:lnTo>
                <a:lnTo>
                  <a:pt x="1694957" y="25081"/>
                </a:lnTo>
                <a:lnTo>
                  <a:pt x="1698529" y="25081"/>
                </a:lnTo>
                <a:lnTo>
                  <a:pt x="1698529" y="26872"/>
                </a:lnTo>
                <a:lnTo>
                  <a:pt x="1700315" y="26872"/>
                </a:lnTo>
                <a:lnTo>
                  <a:pt x="1700315" y="28663"/>
                </a:lnTo>
                <a:lnTo>
                  <a:pt x="1702101" y="28663"/>
                </a:lnTo>
                <a:lnTo>
                  <a:pt x="1702101" y="34038"/>
                </a:lnTo>
                <a:lnTo>
                  <a:pt x="1703887" y="34038"/>
                </a:lnTo>
                <a:lnTo>
                  <a:pt x="1703887" y="48370"/>
                </a:lnTo>
                <a:lnTo>
                  <a:pt x="1702101" y="48370"/>
                </a:lnTo>
                <a:lnTo>
                  <a:pt x="1702101" y="50161"/>
                </a:lnTo>
                <a:lnTo>
                  <a:pt x="1703887" y="50161"/>
                </a:lnTo>
                <a:lnTo>
                  <a:pt x="1703887" y="51953"/>
                </a:lnTo>
                <a:lnTo>
                  <a:pt x="1702101" y="51953"/>
                </a:lnTo>
                <a:lnTo>
                  <a:pt x="1702101" y="57327"/>
                </a:lnTo>
                <a:lnTo>
                  <a:pt x="1700315" y="57327"/>
                </a:lnTo>
                <a:lnTo>
                  <a:pt x="1700315" y="60910"/>
                </a:lnTo>
                <a:lnTo>
                  <a:pt x="1698529" y="60910"/>
                </a:lnTo>
                <a:lnTo>
                  <a:pt x="1698529" y="64493"/>
                </a:lnTo>
                <a:lnTo>
                  <a:pt x="1696743" y="64493"/>
                </a:lnTo>
                <a:lnTo>
                  <a:pt x="1696743" y="68076"/>
                </a:lnTo>
                <a:lnTo>
                  <a:pt x="1694957" y="68076"/>
                </a:lnTo>
                <a:lnTo>
                  <a:pt x="1694957" y="71659"/>
                </a:lnTo>
                <a:lnTo>
                  <a:pt x="1693171" y="71659"/>
                </a:lnTo>
                <a:lnTo>
                  <a:pt x="1693171" y="75242"/>
                </a:lnTo>
                <a:lnTo>
                  <a:pt x="1691385" y="75242"/>
                </a:lnTo>
                <a:lnTo>
                  <a:pt x="1691385" y="78825"/>
                </a:lnTo>
                <a:lnTo>
                  <a:pt x="1689599" y="78825"/>
                </a:lnTo>
                <a:lnTo>
                  <a:pt x="1689599" y="82407"/>
                </a:lnTo>
                <a:lnTo>
                  <a:pt x="1687813" y="82407"/>
                </a:lnTo>
                <a:lnTo>
                  <a:pt x="1687813" y="84199"/>
                </a:lnTo>
                <a:lnTo>
                  <a:pt x="1686027" y="84199"/>
                </a:lnTo>
                <a:lnTo>
                  <a:pt x="1686027" y="87782"/>
                </a:lnTo>
                <a:lnTo>
                  <a:pt x="1684240" y="87782"/>
                </a:lnTo>
                <a:lnTo>
                  <a:pt x="1684240" y="91365"/>
                </a:lnTo>
                <a:lnTo>
                  <a:pt x="1682454" y="91365"/>
                </a:lnTo>
                <a:lnTo>
                  <a:pt x="1682454" y="93156"/>
                </a:lnTo>
                <a:lnTo>
                  <a:pt x="1680668" y="93156"/>
                </a:lnTo>
                <a:lnTo>
                  <a:pt x="1680668" y="94948"/>
                </a:lnTo>
                <a:lnTo>
                  <a:pt x="1678882" y="94948"/>
                </a:lnTo>
                <a:lnTo>
                  <a:pt x="1678882" y="98531"/>
                </a:lnTo>
                <a:lnTo>
                  <a:pt x="1677096" y="98531"/>
                </a:lnTo>
                <a:lnTo>
                  <a:pt x="1677096" y="102114"/>
                </a:lnTo>
                <a:lnTo>
                  <a:pt x="1675310" y="102114"/>
                </a:lnTo>
                <a:lnTo>
                  <a:pt x="1675310" y="103905"/>
                </a:lnTo>
                <a:lnTo>
                  <a:pt x="1673524" y="103905"/>
                </a:lnTo>
                <a:lnTo>
                  <a:pt x="1673524" y="105697"/>
                </a:lnTo>
                <a:lnTo>
                  <a:pt x="1671738" y="105697"/>
                </a:lnTo>
                <a:lnTo>
                  <a:pt x="1671738" y="107488"/>
                </a:lnTo>
                <a:lnTo>
                  <a:pt x="1669952" y="107488"/>
                </a:lnTo>
                <a:lnTo>
                  <a:pt x="1669952" y="111071"/>
                </a:lnTo>
                <a:lnTo>
                  <a:pt x="1668166" y="111071"/>
                </a:lnTo>
                <a:lnTo>
                  <a:pt x="1668166" y="112862"/>
                </a:lnTo>
                <a:lnTo>
                  <a:pt x="1666380" y="112862"/>
                </a:lnTo>
                <a:lnTo>
                  <a:pt x="1666380" y="114654"/>
                </a:lnTo>
                <a:lnTo>
                  <a:pt x="1664594" y="114654"/>
                </a:lnTo>
                <a:lnTo>
                  <a:pt x="1664594" y="118237"/>
                </a:lnTo>
                <a:lnTo>
                  <a:pt x="1662808" y="118237"/>
                </a:lnTo>
                <a:lnTo>
                  <a:pt x="1662808" y="120028"/>
                </a:lnTo>
                <a:lnTo>
                  <a:pt x="1661022" y="120028"/>
                </a:lnTo>
                <a:lnTo>
                  <a:pt x="1661022" y="121820"/>
                </a:lnTo>
                <a:lnTo>
                  <a:pt x="1659236" y="121820"/>
                </a:lnTo>
                <a:lnTo>
                  <a:pt x="1659236" y="123611"/>
                </a:lnTo>
                <a:lnTo>
                  <a:pt x="1657450" y="123611"/>
                </a:lnTo>
                <a:lnTo>
                  <a:pt x="1657450" y="125403"/>
                </a:lnTo>
                <a:lnTo>
                  <a:pt x="1655664" y="125403"/>
                </a:lnTo>
                <a:lnTo>
                  <a:pt x="1655664" y="128986"/>
                </a:lnTo>
                <a:lnTo>
                  <a:pt x="1653878" y="128986"/>
                </a:lnTo>
                <a:lnTo>
                  <a:pt x="1653878" y="130777"/>
                </a:lnTo>
                <a:lnTo>
                  <a:pt x="1650306" y="130777"/>
                </a:lnTo>
                <a:lnTo>
                  <a:pt x="1650306" y="107488"/>
                </a:lnTo>
                <a:lnTo>
                  <a:pt x="1648520" y="107488"/>
                </a:lnTo>
                <a:lnTo>
                  <a:pt x="1648520" y="91365"/>
                </a:lnTo>
                <a:lnTo>
                  <a:pt x="1646734" y="91365"/>
                </a:lnTo>
                <a:lnTo>
                  <a:pt x="1646734" y="82407"/>
                </a:lnTo>
                <a:lnTo>
                  <a:pt x="1644947" y="82407"/>
                </a:lnTo>
                <a:lnTo>
                  <a:pt x="1644947" y="73450"/>
                </a:lnTo>
                <a:lnTo>
                  <a:pt x="1643161" y="73450"/>
                </a:lnTo>
                <a:lnTo>
                  <a:pt x="1643161" y="71659"/>
                </a:lnTo>
                <a:lnTo>
                  <a:pt x="1644947" y="71659"/>
                </a:lnTo>
                <a:lnTo>
                  <a:pt x="1644947" y="69867"/>
                </a:lnTo>
                <a:lnTo>
                  <a:pt x="1643161" y="69867"/>
                </a:lnTo>
                <a:lnTo>
                  <a:pt x="1643161" y="60910"/>
                </a:lnTo>
                <a:lnTo>
                  <a:pt x="1641375" y="60910"/>
                </a:lnTo>
                <a:lnTo>
                  <a:pt x="1641375" y="53744"/>
                </a:lnTo>
                <a:lnTo>
                  <a:pt x="1639589" y="53744"/>
                </a:lnTo>
                <a:lnTo>
                  <a:pt x="1639589" y="48370"/>
                </a:lnTo>
                <a:lnTo>
                  <a:pt x="1637803" y="48370"/>
                </a:lnTo>
                <a:lnTo>
                  <a:pt x="1637803" y="41204"/>
                </a:lnTo>
                <a:lnTo>
                  <a:pt x="1636017" y="41204"/>
                </a:lnTo>
                <a:lnTo>
                  <a:pt x="1636017" y="42995"/>
                </a:lnTo>
                <a:lnTo>
                  <a:pt x="1634231" y="42995"/>
                </a:lnTo>
                <a:lnTo>
                  <a:pt x="1634231" y="46578"/>
                </a:lnTo>
                <a:lnTo>
                  <a:pt x="1632445" y="46578"/>
                </a:lnTo>
                <a:lnTo>
                  <a:pt x="1632445" y="48370"/>
                </a:lnTo>
                <a:lnTo>
                  <a:pt x="1630659" y="48370"/>
                </a:lnTo>
                <a:lnTo>
                  <a:pt x="1630659" y="51953"/>
                </a:lnTo>
                <a:lnTo>
                  <a:pt x="1628873" y="51953"/>
                </a:lnTo>
                <a:lnTo>
                  <a:pt x="1628873" y="57327"/>
                </a:lnTo>
                <a:lnTo>
                  <a:pt x="1627087" y="57327"/>
                </a:lnTo>
                <a:lnTo>
                  <a:pt x="1627087" y="59118"/>
                </a:lnTo>
                <a:lnTo>
                  <a:pt x="1625301" y="59118"/>
                </a:lnTo>
                <a:lnTo>
                  <a:pt x="1625301" y="62701"/>
                </a:lnTo>
                <a:lnTo>
                  <a:pt x="1623515" y="62701"/>
                </a:lnTo>
                <a:lnTo>
                  <a:pt x="1623515" y="64493"/>
                </a:lnTo>
                <a:lnTo>
                  <a:pt x="1621729" y="64493"/>
                </a:lnTo>
                <a:lnTo>
                  <a:pt x="1621729" y="68076"/>
                </a:lnTo>
                <a:lnTo>
                  <a:pt x="1619943" y="68076"/>
                </a:lnTo>
                <a:lnTo>
                  <a:pt x="1619943" y="71659"/>
                </a:lnTo>
                <a:lnTo>
                  <a:pt x="1618157" y="71659"/>
                </a:lnTo>
                <a:lnTo>
                  <a:pt x="1618157" y="73450"/>
                </a:lnTo>
                <a:lnTo>
                  <a:pt x="1616371" y="73450"/>
                </a:lnTo>
                <a:lnTo>
                  <a:pt x="1616371" y="77033"/>
                </a:lnTo>
                <a:lnTo>
                  <a:pt x="1614585" y="77033"/>
                </a:lnTo>
                <a:lnTo>
                  <a:pt x="1614585" y="80616"/>
                </a:lnTo>
                <a:lnTo>
                  <a:pt x="1612799" y="80616"/>
                </a:lnTo>
                <a:lnTo>
                  <a:pt x="1612799" y="84199"/>
                </a:lnTo>
                <a:lnTo>
                  <a:pt x="1611013" y="84199"/>
                </a:lnTo>
                <a:lnTo>
                  <a:pt x="1611013" y="85990"/>
                </a:lnTo>
                <a:lnTo>
                  <a:pt x="1609227" y="85990"/>
                </a:lnTo>
                <a:lnTo>
                  <a:pt x="1609227" y="87782"/>
                </a:lnTo>
                <a:lnTo>
                  <a:pt x="1607441" y="87782"/>
                </a:lnTo>
                <a:lnTo>
                  <a:pt x="1607441" y="91365"/>
                </a:lnTo>
                <a:lnTo>
                  <a:pt x="1605654" y="91365"/>
                </a:lnTo>
                <a:lnTo>
                  <a:pt x="1605654" y="93156"/>
                </a:lnTo>
                <a:lnTo>
                  <a:pt x="1603868" y="93156"/>
                </a:lnTo>
                <a:lnTo>
                  <a:pt x="1603868" y="96739"/>
                </a:lnTo>
                <a:lnTo>
                  <a:pt x="1602082" y="96739"/>
                </a:lnTo>
                <a:lnTo>
                  <a:pt x="1602082" y="98531"/>
                </a:lnTo>
                <a:lnTo>
                  <a:pt x="1600296" y="98531"/>
                </a:lnTo>
                <a:lnTo>
                  <a:pt x="1600296" y="100322"/>
                </a:lnTo>
                <a:lnTo>
                  <a:pt x="1598510" y="100322"/>
                </a:lnTo>
                <a:lnTo>
                  <a:pt x="1598510" y="103905"/>
                </a:lnTo>
                <a:lnTo>
                  <a:pt x="1596724" y="103905"/>
                </a:lnTo>
                <a:lnTo>
                  <a:pt x="1596724" y="105697"/>
                </a:lnTo>
                <a:lnTo>
                  <a:pt x="1594938" y="105697"/>
                </a:lnTo>
                <a:lnTo>
                  <a:pt x="1594938" y="109280"/>
                </a:lnTo>
                <a:lnTo>
                  <a:pt x="1593152" y="109280"/>
                </a:lnTo>
                <a:lnTo>
                  <a:pt x="1593152" y="111071"/>
                </a:lnTo>
                <a:lnTo>
                  <a:pt x="1591366" y="111071"/>
                </a:lnTo>
                <a:lnTo>
                  <a:pt x="1591366" y="112862"/>
                </a:lnTo>
                <a:lnTo>
                  <a:pt x="1589580" y="112862"/>
                </a:lnTo>
                <a:lnTo>
                  <a:pt x="1589580" y="116445"/>
                </a:lnTo>
                <a:lnTo>
                  <a:pt x="1587794" y="116445"/>
                </a:lnTo>
                <a:lnTo>
                  <a:pt x="1587794" y="118237"/>
                </a:lnTo>
                <a:lnTo>
                  <a:pt x="1586008" y="118237"/>
                </a:lnTo>
                <a:lnTo>
                  <a:pt x="1586008" y="120028"/>
                </a:lnTo>
                <a:lnTo>
                  <a:pt x="1584222" y="120028"/>
                </a:lnTo>
                <a:lnTo>
                  <a:pt x="1584222" y="121820"/>
                </a:lnTo>
                <a:lnTo>
                  <a:pt x="1582436" y="121820"/>
                </a:lnTo>
                <a:lnTo>
                  <a:pt x="1582436" y="123611"/>
                </a:lnTo>
                <a:lnTo>
                  <a:pt x="1580650" y="123611"/>
                </a:lnTo>
                <a:lnTo>
                  <a:pt x="1580650" y="125403"/>
                </a:lnTo>
                <a:lnTo>
                  <a:pt x="1578864" y="125403"/>
                </a:lnTo>
                <a:lnTo>
                  <a:pt x="1578864" y="128986"/>
                </a:lnTo>
                <a:lnTo>
                  <a:pt x="1577078" y="128986"/>
                </a:lnTo>
                <a:lnTo>
                  <a:pt x="1577078" y="130777"/>
                </a:lnTo>
                <a:lnTo>
                  <a:pt x="1573506" y="130777"/>
                </a:lnTo>
                <a:lnTo>
                  <a:pt x="1573506" y="123611"/>
                </a:lnTo>
                <a:lnTo>
                  <a:pt x="1575292" y="123611"/>
                </a:lnTo>
                <a:lnTo>
                  <a:pt x="1575292" y="116445"/>
                </a:lnTo>
                <a:lnTo>
                  <a:pt x="1577078" y="116445"/>
                </a:lnTo>
                <a:lnTo>
                  <a:pt x="1577078" y="105697"/>
                </a:lnTo>
                <a:lnTo>
                  <a:pt x="1578864" y="105697"/>
                </a:lnTo>
                <a:lnTo>
                  <a:pt x="1578864" y="77033"/>
                </a:lnTo>
                <a:lnTo>
                  <a:pt x="1580650" y="77033"/>
                </a:lnTo>
                <a:lnTo>
                  <a:pt x="1580650" y="73450"/>
                </a:lnTo>
                <a:lnTo>
                  <a:pt x="1578864" y="73450"/>
                </a:lnTo>
                <a:lnTo>
                  <a:pt x="1578864" y="60910"/>
                </a:lnTo>
                <a:lnTo>
                  <a:pt x="1580650" y="60910"/>
                </a:lnTo>
                <a:lnTo>
                  <a:pt x="1580650" y="59118"/>
                </a:lnTo>
                <a:lnTo>
                  <a:pt x="1578864" y="59118"/>
                </a:lnTo>
                <a:lnTo>
                  <a:pt x="1578864" y="50161"/>
                </a:lnTo>
                <a:lnTo>
                  <a:pt x="1577078" y="50161"/>
                </a:lnTo>
                <a:lnTo>
                  <a:pt x="1577078" y="44787"/>
                </a:lnTo>
                <a:lnTo>
                  <a:pt x="1575292" y="44787"/>
                </a:lnTo>
                <a:lnTo>
                  <a:pt x="1575292" y="41204"/>
                </a:lnTo>
                <a:lnTo>
                  <a:pt x="1573506" y="41204"/>
                </a:lnTo>
                <a:lnTo>
                  <a:pt x="1573506" y="39412"/>
                </a:lnTo>
                <a:lnTo>
                  <a:pt x="1571720" y="39412"/>
                </a:lnTo>
                <a:lnTo>
                  <a:pt x="1571720" y="35829"/>
                </a:lnTo>
                <a:lnTo>
                  <a:pt x="1568148" y="35829"/>
                </a:lnTo>
                <a:lnTo>
                  <a:pt x="1568148" y="34038"/>
                </a:lnTo>
                <a:lnTo>
                  <a:pt x="1566361" y="34038"/>
                </a:lnTo>
                <a:lnTo>
                  <a:pt x="1566361" y="32246"/>
                </a:lnTo>
                <a:lnTo>
                  <a:pt x="1557431" y="32246"/>
                </a:lnTo>
                <a:lnTo>
                  <a:pt x="1557431" y="28663"/>
                </a:lnTo>
                <a:lnTo>
                  <a:pt x="1559217" y="28663"/>
                </a:lnTo>
                <a:lnTo>
                  <a:pt x="1559217" y="26872"/>
                </a:lnTo>
                <a:lnTo>
                  <a:pt x="1561003" y="26872"/>
                </a:lnTo>
                <a:lnTo>
                  <a:pt x="1561003" y="25081"/>
                </a:lnTo>
                <a:lnTo>
                  <a:pt x="1564575" y="25081"/>
                </a:lnTo>
                <a:close/>
                <a:moveTo>
                  <a:pt x="1852129" y="23289"/>
                </a:moveTo>
                <a:lnTo>
                  <a:pt x="1900352" y="23289"/>
                </a:lnTo>
                <a:lnTo>
                  <a:pt x="1900352" y="25081"/>
                </a:lnTo>
                <a:lnTo>
                  <a:pt x="1902138" y="25081"/>
                </a:lnTo>
                <a:lnTo>
                  <a:pt x="1902138" y="30455"/>
                </a:lnTo>
                <a:lnTo>
                  <a:pt x="1900352" y="30455"/>
                </a:lnTo>
                <a:lnTo>
                  <a:pt x="1900352" y="32246"/>
                </a:lnTo>
                <a:lnTo>
                  <a:pt x="1891422" y="32246"/>
                </a:lnTo>
                <a:lnTo>
                  <a:pt x="1891422" y="35829"/>
                </a:lnTo>
                <a:lnTo>
                  <a:pt x="1893208" y="35829"/>
                </a:lnTo>
                <a:lnTo>
                  <a:pt x="1893208" y="37621"/>
                </a:lnTo>
                <a:lnTo>
                  <a:pt x="1894994" y="37621"/>
                </a:lnTo>
                <a:lnTo>
                  <a:pt x="1894994" y="39412"/>
                </a:lnTo>
                <a:lnTo>
                  <a:pt x="1896780" y="39412"/>
                </a:lnTo>
                <a:lnTo>
                  <a:pt x="1896780" y="42995"/>
                </a:lnTo>
                <a:lnTo>
                  <a:pt x="1898566" y="42995"/>
                </a:lnTo>
                <a:lnTo>
                  <a:pt x="1898566" y="44787"/>
                </a:lnTo>
                <a:lnTo>
                  <a:pt x="1900352" y="44787"/>
                </a:lnTo>
                <a:lnTo>
                  <a:pt x="1900352" y="46578"/>
                </a:lnTo>
                <a:lnTo>
                  <a:pt x="1902138" y="46578"/>
                </a:lnTo>
                <a:lnTo>
                  <a:pt x="1902138" y="50161"/>
                </a:lnTo>
                <a:lnTo>
                  <a:pt x="1903924" y="50161"/>
                </a:lnTo>
                <a:lnTo>
                  <a:pt x="1903924" y="51953"/>
                </a:lnTo>
                <a:lnTo>
                  <a:pt x="1905710" y="51953"/>
                </a:lnTo>
                <a:lnTo>
                  <a:pt x="1905710" y="55535"/>
                </a:lnTo>
                <a:lnTo>
                  <a:pt x="1907496" y="55535"/>
                </a:lnTo>
                <a:lnTo>
                  <a:pt x="1907496" y="57327"/>
                </a:lnTo>
                <a:lnTo>
                  <a:pt x="1909282" y="57327"/>
                </a:lnTo>
                <a:lnTo>
                  <a:pt x="1909282" y="59118"/>
                </a:lnTo>
                <a:lnTo>
                  <a:pt x="1911068" y="59118"/>
                </a:lnTo>
                <a:lnTo>
                  <a:pt x="1911068" y="57327"/>
                </a:lnTo>
                <a:lnTo>
                  <a:pt x="1912854" y="57327"/>
                </a:lnTo>
                <a:lnTo>
                  <a:pt x="1912854" y="53744"/>
                </a:lnTo>
                <a:lnTo>
                  <a:pt x="1914640" y="53744"/>
                </a:lnTo>
                <a:lnTo>
                  <a:pt x="1914640" y="51953"/>
                </a:lnTo>
                <a:lnTo>
                  <a:pt x="1916426" y="51953"/>
                </a:lnTo>
                <a:lnTo>
                  <a:pt x="1916426" y="50161"/>
                </a:lnTo>
                <a:lnTo>
                  <a:pt x="1918212" y="50161"/>
                </a:lnTo>
                <a:lnTo>
                  <a:pt x="1918212" y="48370"/>
                </a:lnTo>
                <a:lnTo>
                  <a:pt x="1919998" y="48370"/>
                </a:lnTo>
                <a:lnTo>
                  <a:pt x="1919998" y="44787"/>
                </a:lnTo>
                <a:lnTo>
                  <a:pt x="1921784" y="44787"/>
                </a:lnTo>
                <a:lnTo>
                  <a:pt x="1921784" y="42995"/>
                </a:lnTo>
                <a:lnTo>
                  <a:pt x="1923571" y="42995"/>
                </a:lnTo>
                <a:lnTo>
                  <a:pt x="1923571" y="41204"/>
                </a:lnTo>
                <a:lnTo>
                  <a:pt x="1925357" y="41204"/>
                </a:lnTo>
                <a:lnTo>
                  <a:pt x="1925357" y="37621"/>
                </a:lnTo>
                <a:lnTo>
                  <a:pt x="1927143" y="37621"/>
                </a:lnTo>
                <a:lnTo>
                  <a:pt x="1927143" y="35829"/>
                </a:lnTo>
                <a:lnTo>
                  <a:pt x="1928929" y="35829"/>
                </a:lnTo>
                <a:lnTo>
                  <a:pt x="1928929" y="32246"/>
                </a:lnTo>
                <a:lnTo>
                  <a:pt x="1916426" y="32246"/>
                </a:lnTo>
                <a:lnTo>
                  <a:pt x="1916426" y="25081"/>
                </a:lnTo>
                <a:lnTo>
                  <a:pt x="1918212" y="25081"/>
                </a:lnTo>
                <a:lnTo>
                  <a:pt x="1918212" y="23289"/>
                </a:lnTo>
                <a:lnTo>
                  <a:pt x="1959291" y="23289"/>
                </a:lnTo>
                <a:lnTo>
                  <a:pt x="1959291" y="32246"/>
                </a:lnTo>
                <a:lnTo>
                  <a:pt x="1939645" y="32246"/>
                </a:lnTo>
                <a:lnTo>
                  <a:pt x="1939645" y="34038"/>
                </a:lnTo>
                <a:lnTo>
                  <a:pt x="1937859" y="34038"/>
                </a:lnTo>
                <a:lnTo>
                  <a:pt x="1937859" y="37621"/>
                </a:lnTo>
                <a:lnTo>
                  <a:pt x="1936073" y="37621"/>
                </a:lnTo>
                <a:lnTo>
                  <a:pt x="1936073" y="39412"/>
                </a:lnTo>
                <a:lnTo>
                  <a:pt x="1934287" y="39412"/>
                </a:lnTo>
                <a:lnTo>
                  <a:pt x="1934287" y="41204"/>
                </a:lnTo>
                <a:lnTo>
                  <a:pt x="1932501" y="41204"/>
                </a:lnTo>
                <a:lnTo>
                  <a:pt x="1932501" y="44787"/>
                </a:lnTo>
                <a:lnTo>
                  <a:pt x="1930715" y="44787"/>
                </a:lnTo>
                <a:lnTo>
                  <a:pt x="1930715" y="46578"/>
                </a:lnTo>
                <a:lnTo>
                  <a:pt x="1928929" y="46578"/>
                </a:lnTo>
                <a:lnTo>
                  <a:pt x="1928929" y="48370"/>
                </a:lnTo>
                <a:lnTo>
                  <a:pt x="1927143" y="48370"/>
                </a:lnTo>
                <a:lnTo>
                  <a:pt x="1927143" y="51953"/>
                </a:lnTo>
                <a:lnTo>
                  <a:pt x="1925357" y="51953"/>
                </a:lnTo>
                <a:lnTo>
                  <a:pt x="1925357" y="53744"/>
                </a:lnTo>
                <a:lnTo>
                  <a:pt x="1923571" y="53744"/>
                </a:lnTo>
                <a:lnTo>
                  <a:pt x="1923571" y="55535"/>
                </a:lnTo>
                <a:lnTo>
                  <a:pt x="1921784" y="55535"/>
                </a:lnTo>
                <a:lnTo>
                  <a:pt x="1921784" y="57327"/>
                </a:lnTo>
                <a:lnTo>
                  <a:pt x="1919998" y="57327"/>
                </a:lnTo>
                <a:lnTo>
                  <a:pt x="1919998" y="60910"/>
                </a:lnTo>
                <a:lnTo>
                  <a:pt x="1918212" y="60910"/>
                </a:lnTo>
                <a:lnTo>
                  <a:pt x="1918212" y="62701"/>
                </a:lnTo>
                <a:lnTo>
                  <a:pt x="1916426" y="62701"/>
                </a:lnTo>
                <a:lnTo>
                  <a:pt x="1916426" y="64493"/>
                </a:lnTo>
                <a:lnTo>
                  <a:pt x="1914640" y="64493"/>
                </a:lnTo>
                <a:lnTo>
                  <a:pt x="1914640" y="68076"/>
                </a:lnTo>
                <a:lnTo>
                  <a:pt x="1916426" y="68076"/>
                </a:lnTo>
                <a:lnTo>
                  <a:pt x="1916426" y="69867"/>
                </a:lnTo>
                <a:lnTo>
                  <a:pt x="1918212" y="69867"/>
                </a:lnTo>
                <a:lnTo>
                  <a:pt x="1918212" y="71659"/>
                </a:lnTo>
                <a:lnTo>
                  <a:pt x="1919998" y="71659"/>
                </a:lnTo>
                <a:lnTo>
                  <a:pt x="1919998" y="75242"/>
                </a:lnTo>
                <a:lnTo>
                  <a:pt x="1921784" y="75242"/>
                </a:lnTo>
                <a:lnTo>
                  <a:pt x="1921784" y="77033"/>
                </a:lnTo>
                <a:lnTo>
                  <a:pt x="1923571" y="77033"/>
                </a:lnTo>
                <a:lnTo>
                  <a:pt x="1923571" y="80616"/>
                </a:lnTo>
                <a:lnTo>
                  <a:pt x="1925357" y="80616"/>
                </a:lnTo>
                <a:lnTo>
                  <a:pt x="1925357" y="82407"/>
                </a:lnTo>
                <a:lnTo>
                  <a:pt x="1927143" y="82407"/>
                </a:lnTo>
                <a:lnTo>
                  <a:pt x="1927143" y="84199"/>
                </a:lnTo>
                <a:lnTo>
                  <a:pt x="1928929" y="84199"/>
                </a:lnTo>
                <a:lnTo>
                  <a:pt x="1928929" y="85990"/>
                </a:lnTo>
                <a:lnTo>
                  <a:pt x="1930715" y="85990"/>
                </a:lnTo>
                <a:lnTo>
                  <a:pt x="1930715" y="89573"/>
                </a:lnTo>
                <a:lnTo>
                  <a:pt x="1932501" y="89573"/>
                </a:lnTo>
                <a:lnTo>
                  <a:pt x="1932501" y="91365"/>
                </a:lnTo>
                <a:lnTo>
                  <a:pt x="1934287" y="91365"/>
                </a:lnTo>
                <a:lnTo>
                  <a:pt x="1934287" y="94948"/>
                </a:lnTo>
                <a:lnTo>
                  <a:pt x="1936073" y="94948"/>
                </a:lnTo>
                <a:lnTo>
                  <a:pt x="1936073" y="96739"/>
                </a:lnTo>
                <a:lnTo>
                  <a:pt x="1937859" y="96739"/>
                </a:lnTo>
                <a:lnTo>
                  <a:pt x="1937859" y="100322"/>
                </a:lnTo>
                <a:lnTo>
                  <a:pt x="1939645" y="100322"/>
                </a:lnTo>
                <a:lnTo>
                  <a:pt x="1939645" y="102114"/>
                </a:lnTo>
                <a:lnTo>
                  <a:pt x="1941431" y="102114"/>
                </a:lnTo>
                <a:lnTo>
                  <a:pt x="1941431" y="103905"/>
                </a:lnTo>
                <a:lnTo>
                  <a:pt x="1943217" y="103905"/>
                </a:lnTo>
                <a:lnTo>
                  <a:pt x="1943217" y="107488"/>
                </a:lnTo>
                <a:lnTo>
                  <a:pt x="1945003" y="107488"/>
                </a:lnTo>
                <a:lnTo>
                  <a:pt x="1945003" y="109280"/>
                </a:lnTo>
                <a:lnTo>
                  <a:pt x="1946789" y="109280"/>
                </a:lnTo>
                <a:lnTo>
                  <a:pt x="1946789" y="112862"/>
                </a:lnTo>
                <a:lnTo>
                  <a:pt x="1948575" y="112862"/>
                </a:lnTo>
                <a:lnTo>
                  <a:pt x="1948575" y="114654"/>
                </a:lnTo>
                <a:lnTo>
                  <a:pt x="1950361" y="114654"/>
                </a:lnTo>
                <a:lnTo>
                  <a:pt x="1950361" y="116445"/>
                </a:lnTo>
                <a:lnTo>
                  <a:pt x="1952147" y="116445"/>
                </a:lnTo>
                <a:lnTo>
                  <a:pt x="1952147" y="118237"/>
                </a:lnTo>
                <a:lnTo>
                  <a:pt x="1966436" y="118237"/>
                </a:lnTo>
                <a:lnTo>
                  <a:pt x="1966436" y="123611"/>
                </a:lnTo>
                <a:lnTo>
                  <a:pt x="1914640" y="123611"/>
                </a:lnTo>
                <a:lnTo>
                  <a:pt x="1914640" y="121820"/>
                </a:lnTo>
                <a:lnTo>
                  <a:pt x="1916426" y="121820"/>
                </a:lnTo>
                <a:lnTo>
                  <a:pt x="1916426" y="120028"/>
                </a:lnTo>
                <a:lnTo>
                  <a:pt x="1914640" y="120028"/>
                </a:lnTo>
                <a:lnTo>
                  <a:pt x="1914640" y="118237"/>
                </a:lnTo>
                <a:lnTo>
                  <a:pt x="1923571" y="118237"/>
                </a:lnTo>
                <a:lnTo>
                  <a:pt x="1923571" y="116445"/>
                </a:lnTo>
                <a:lnTo>
                  <a:pt x="1925357" y="116445"/>
                </a:lnTo>
                <a:lnTo>
                  <a:pt x="1925357" y="118237"/>
                </a:lnTo>
                <a:lnTo>
                  <a:pt x="1927143" y="118237"/>
                </a:lnTo>
                <a:lnTo>
                  <a:pt x="1927143" y="114654"/>
                </a:lnTo>
                <a:lnTo>
                  <a:pt x="1925357" y="114654"/>
                </a:lnTo>
                <a:lnTo>
                  <a:pt x="1925357" y="112862"/>
                </a:lnTo>
                <a:lnTo>
                  <a:pt x="1923571" y="112862"/>
                </a:lnTo>
                <a:lnTo>
                  <a:pt x="1923571" y="111071"/>
                </a:lnTo>
                <a:lnTo>
                  <a:pt x="1921784" y="111071"/>
                </a:lnTo>
                <a:lnTo>
                  <a:pt x="1921784" y="109280"/>
                </a:lnTo>
                <a:lnTo>
                  <a:pt x="1919998" y="109280"/>
                </a:lnTo>
                <a:lnTo>
                  <a:pt x="1919998" y="105697"/>
                </a:lnTo>
                <a:lnTo>
                  <a:pt x="1918212" y="105697"/>
                </a:lnTo>
                <a:lnTo>
                  <a:pt x="1918212" y="103905"/>
                </a:lnTo>
                <a:lnTo>
                  <a:pt x="1916426" y="103905"/>
                </a:lnTo>
                <a:lnTo>
                  <a:pt x="1916426" y="100322"/>
                </a:lnTo>
                <a:lnTo>
                  <a:pt x="1914640" y="100322"/>
                </a:lnTo>
                <a:lnTo>
                  <a:pt x="1914640" y="98531"/>
                </a:lnTo>
                <a:lnTo>
                  <a:pt x="1912854" y="98531"/>
                </a:lnTo>
                <a:lnTo>
                  <a:pt x="1912854" y="94948"/>
                </a:lnTo>
                <a:lnTo>
                  <a:pt x="1911068" y="94948"/>
                </a:lnTo>
                <a:lnTo>
                  <a:pt x="1911068" y="93156"/>
                </a:lnTo>
                <a:lnTo>
                  <a:pt x="1909282" y="93156"/>
                </a:lnTo>
                <a:lnTo>
                  <a:pt x="1909282" y="89573"/>
                </a:lnTo>
                <a:lnTo>
                  <a:pt x="1907496" y="89573"/>
                </a:lnTo>
                <a:lnTo>
                  <a:pt x="1907496" y="87782"/>
                </a:lnTo>
                <a:lnTo>
                  <a:pt x="1905710" y="87782"/>
                </a:lnTo>
                <a:lnTo>
                  <a:pt x="1905710" y="85990"/>
                </a:lnTo>
                <a:lnTo>
                  <a:pt x="1903924" y="85990"/>
                </a:lnTo>
                <a:lnTo>
                  <a:pt x="1903924" y="82407"/>
                </a:lnTo>
                <a:lnTo>
                  <a:pt x="1902138" y="82407"/>
                </a:lnTo>
                <a:lnTo>
                  <a:pt x="1902138" y="84199"/>
                </a:lnTo>
                <a:lnTo>
                  <a:pt x="1900352" y="84199"/>
                </a:lnTo>
                <a:lnTo>
                  <a:pt x="1900352" y="85990"/>
                </a:lnTo>
                <a:lnTo>
                  <a:pt x="1898566" y="85990"/>
                </a:lnTo>
                <a:lnTo>
                  <a:pt x="1898566" y="87782"/>
                </a:lnTo>
                <a:lnTo>
                  <a:pt x="1896780" y="87782"/>
                </a:lnTo>
                <a:lnTo>
                  <a:pt x="1896780" y="91365"/>
                </a:lnTo>
                <a:lnTo>
                  <a:pt x="1894994" y="91365"/>
                </a:lnTo>
                <a:lnTo>
                  <a:pt x="1894994" y="94948"/>
                </a:lnTo>
                <a:lnTo>
                  <a:pt x="1893208" y="94948"/>
                </a:lnTo>
                <a:lnTo>
                  <a:pt x="1893208" y="96739"/>
                </a:lnTo>
                <a:lnTo>
                  <a:pt x="1891422" y="96739"/>
                </a:lnTo>
                <a:lnTo>
                  <a:pt x="1891422" y="100322"/>
                </a:lnTo>
                <a:lnTo>
                  <a:pt x="1887850" y="100322"/>
                </a:lnTo>
                <a:lnTo>
                  <a:pt x="1887850" y="103905"/>
                </a:lnTo>
                <a:lnTo>
                  <a:pt x="1886064" y="103905"/>
                </a:lnTo>
                <a:lnTo>
                  <a:pt x="1886064" y="105697"/>
                </a:lnTo>
                <a:lnTo>
                  <a:pt x="1884278" y="105697"/>
                </a:lnTo>
                <a:lnTo>
                  <a:pt x="1884278" y="107488"/>
                </a:lnTo>
                <a:lnTo>
                  <a:pt x="1882491" y="107488"/>
                </a:lnTo>
                <a:lnTo>
                  <a:pt x="1882491" y="111071"/>
                </a:lnTo>
                <a:lnTo>
                  <a:pt x="1880705" y="111071"/>
                </a:lnTo>
                <a:lnTo>
                  <a:pt x="1880705" y="112862"/>
                </a:lnTo>
                <a:lnTo>
                  <a:pt x="1878919" y="112862"/>
                </a:lnTo>
                <a:lnTo>
                  <a:pt x="1878919" y="116445"/>
                </a:lnTo>
                <a:lnTo>
                  <a:pt x="1887850" y="116445"/>
                </a:lnTo>
                <a:lnTo>
                  <a:pt x="1887850" y="118237"/>
                </a:lnTo>
                <a:lnTo>
                  <a:pt x="1891422" y="118237"/>
                </a:lnTo>
                <a:lnTo>
                  <a:pt x="1891422" y="123611"/>
                </a:lnTo>
                <a:lnTo>
                  <a:pt x="1880705" y="123611"/>
                </a:lnTo>
                <a:lnTo>
                  <a:pt x="1880705" y="125403"/>
                </a:lnTo>
                <a:lnTo>
                  <a:pt x="1878919" y="125403"/>
                </a:lnTo>
                <a:lnTo>
                  <a:pt x="1878919" y="123611"/>
                </a:lnTo>
                <a:lnTo>
                  <a:pt x="1848557" y="123611"/>
                </a:lnTo>
                <a:lnTo>
                  <a:pt x="1848557" y="118237"/>
                </a:lnTo>
                <a:lnTo>
                  <a:pt x="1850343" y="118237"/>
                </a:lnTo>
                <a:lnTo>
                  <a:pt x="1850343" y="116445"/>
                </a:lnTo>
                <a:lnTo>
                  <a:pt x="1852129" y="116445"/>
                </a:lnTo>
                <a:lnTo>
                  <a:pt x="1852129" y="118237"/>
                </a:lnTo>
                <a:lnTo>
                  <a:pt x="1853915" y="118237"/>
                </a:lnTo>
                <a:lnTo>
                  <a:pt x="1853915" y="116445"/>
                </a:lnTo>
                <a:lnTo>
                  <a:pt x="1866417" y="116445"/>
                </a:lnTo>
                <a:lnTo>
                  <a:pt x="1866417" y="114654"/>
                </a:lnTo>
                <a:lnTo>
                  <a:pt x="1869989" y="114654"/>
                </a:lnTo>
                <a:lnTo>
                  <a:pt x="1869989" y="111071"/>
                </a:lnTo>
                <a:lnTo>
                  <a:pt x="1871775" y="111071"/>
                </a:lnTo>
                <a:lnTo>
                  <a:pt x="1871775" y="109280"/>
                </a:lnTo>
                <a:lnTo>
                  <a:pt x="1873561" y="109280"/>
                </a:lnTo>
                <a:lnTo>
                  <a:pt x="1873561" y="105697"/>
                </a:lnTo>
                <a:lnTo>
                  <a:pt x="1875347" y="105697"/>
                </a:lnTo>
                <a:lnTo>
                  <a:pt x="1875347" y="103905"/>
                </a:lnTo>
                <a:lnTo>
                  <a:pt x="1877133" y="103905"/>
                </a:lnTo>
                <a:lnTo>
                  <a:pt x="1877133" y="102114"/>
                </a:lnTo>
                <a:lnTo>
                  <a:pt x="1878919" y="102114"/>
                </a:lnTo>
                <a:lnTo>
                  <a:pt x="1878919" y="100322"/>
                </a:lnTo>
                <a:lnTo>
                  <a:pt x="1880705" y="100322"/>
                </a:lnTo>
                <a:lnTo>
                  <a:pt x="1880705" y="96739"/>
                </a:lnTo>
                <a:lnTo>
                  <a:pt x="1882491" y="96739"/>
                </a:lnTo>
                <a:lnTo>
                  <a:pt x="1882491" y="94948"/>
                </a:lnTo>
                <a:lnTo>
                  <a:pt x="1884278" y="94948"/>
                </a:lnTo>
                <a:lnTo>
                  <a:pt x="1884278" y="93156"/>
                </a:lnTo>
                <a:lnTo>
                  <a:pt x="1886064" y="93156"/>
                </a:lnTo>
                <a:lnTo>
                  <a:pt x="1886064" y="91365"/>
                </a:lnTo>
                <a:lnTo>
                  <a:pt x="1887850" y="91365"/>
                </a:lnTo>
                <a:lnTo>
                  <a:pt x="1887850" y="87782"/>
                </a:lnTo>
                <a:lnTo>
                  <a:pt x="1889636" y="87782"/>
                </a:lnTo>
                <a:lnTo>
                  <a:pt x="1889636" y="85990"/>
                </a:lnTo>
                <a:lnTo>
                  <a:pt x="1891422" y="85990"/>
                </a:lnTo>
                <a:lnTo>
                  <a:pt x="1891422" y="82407"/>
                </a:lnTo>
                <a:lnTo>
                  <a:pt x="1893208" y="82407"/>
                </a:lnTo>
                <a:lnTo>
                  <a:pt x="1893208" y="80616"/>
                </a:lnTo>
                <a:lnTo>
                  <a:pt x="1894994" y="80616"/>
                </a:lnTo>
                <a:lnTo>
                  <a:pt x="1894994" y="77033"/>
                </a:lnTo>
                <a:lnTo>
                  <a:pt x="1896780" y="77033"/>
                </a:lnTo>
                <a:lnTo>
                  <a:pt x="1896780" y="73450"/>
                </a:lnTo>
                <a:lnTo>
                  <a:pt x="1894994" y="73450"/>
                </a:lnTo>
                <a:lnTo>
                  <a:pt x="1894994" y="71659"/>
                </a:lnTo>
                <a:lnTo>
                  <a:pt x="1893208" y="71659"/>
                </a:lnTo>
                <a:lnTo>
                  <a:pt x="1893208" y="68076"/>
                </a:lnTo>
                <a:lnTo>
                  <a:pt x="1891422" y="68076"/>
                </a:lnTo>
                <a:lnTo>
                  <a:pt x="1891422" y="66284"/>
                </a:lnTo>
                <a:lnTo>
                  <a:pt x="1889636" y="66284"/>
                </a:lnTo>
                <a:lnTo>
                  <a:pt x="1889636" y="62701"/>
                </a:lnTo>
                <a:lnTo>
                  <a:pt x="1887850" y="62701"/>
                </a:lnTo>
                <a:lnTo>
                  <a:pt x="1887850" y="60910"/>
                </a:lnTo>
                <a:lnTo>
                  <a:pt x="1886064" y="60910"/>
                </a:lnTo>
                <a:lnTo>
                  <a:pt x="1886064" y="57327"/>
                </a:lnTo>
                <a:lnTo>
                  <a:pt x="1884278" y="57327"/>
                </a:lnTo>
                <a:lnTo>
                  <a:pt x="1884278" y="55535"/>
                </a:lnTo>
                <a:lnTo>
                  <a:pt x="1882491" y="55535"/>
                </a:lnTo>
                <a:lnTo>
                  <a:pt x="1882491" y="53744"/>
                </a:lnTo>
                <a:lnTo>
                  <a:pt x="1880705" y="53744"/>
                </a:lnTo>
                <a:lnTo>
                  <a:pt x="1880705" y="50161"/>
                </a:lnTo>
                <a:lnTo>
                  <a:pt x="1878919" y="50161"/>
                </a:lnTo>
                <a:lnTo>
                  <a:pt x="1878919" y="48370"/>
                </a:lnTo>
                <a:lnTo>
                  <a:pt x="1877133" y="48370"/>
                </a:lnTo>
                <a:lnTo>
                  <a:pt x="1877133" y="46578"/>
                </a:lnTo>
                <a:lnTo>
                  <a:pt x="1875347" y="46578"/>
                </a:lnTo>
                <a:lnTo>
                  <a:pt x="1875347" y="42995"/>
                </a:lnTo>
                <a:lnTo>
                  <a:pt x="1873561" y="42995"/>
                </a:lnTo>
                <a:lnTo>
                  <a:pt x="1873561" y="41204"/>
                </a:lnTo>
                <a:lnTo>
                  <a:pt x="1871775" y="41204"/>
                </a:lnTo>
                <a:lnTo>
                  <a:pt x="1871775" y="39412"/>
                </a:lnTo>
                <a:lnTo>
                  <a:pt x="1869989" y="39412"/>
                </a:lnTo>
                <a:lnTo>
                  <a:pt x="1869989" y="35829"/>
                </a:lnTo>
                <a:lnTo>
                  <a:pt x="1868203" y="35829"/>
                </a:lnTo>
                <a:lnTo>
                  <a:pt x="1868203" y="34038"/>
                </a:lnTo>
                <a:lnTo>
                  <a:pt x="1866417" y="34038"/>
                </a:lnTo>
                <a:lnTo>
                  <a:pt x="1866417" y="32246"/>
                </a:lnTo>
                <a:lnTo>
                  <a:pt x="1852129" y="32246"/>
                </a:lnTo>
                <a:lnTo>
                  <a:pt x="1852129" y="30455"/>
                </a:lnTo>
                <a:lnTo>
                  <a:pt x="1850343" y="30455"/>
                </a:lnTo>
                <a:lnTo>
                  <a:pt x="1850343" y="25081"/>
                </a:lnTo>
                <a:lnTo>
                  <a:pt x="1852129" y="25081"/>
                </a:lnTo>
                <a:close/>
                <a:moveTo>
                  <a:pt x="2171831" y="23289"/>
                </a:moveTo>
                <a:lnTo>
                  <a:pt x="2221840" y="23289"/>
                </a:lnTo>
                <a:lnTo>
                  <a:pt x="2221840" y="32246"/>
                </a:lnTo>
                <a:lnTo>
                  <a:pt x="2212910" y="32246"/>
                </a:lnTo>
                <a:lnTo>
                  <a:pt x="2212910" y="35829"/>
                </a:lnTo>
                <a:lnTo>
                  <a:pt x="2214696" y="35829"/>
                </a:lnTo>
                <a:lnTo>
                  <a:pt x="2214696" y="37621"/>
                </a:lnTo>
                <a:lnTo>
                  <a:pt x="2216482" y="37621"/>
                </a:lnTo>
                <a:lnTo>
                  <a:pt x="2216482" y="41204"/>
                </a:lnTo>
                <a:lnTo>
                  <a:pt x="2218268" y="41204"/>
                </a:lnTo>
                <a:lnTo>
                  <a:pt x="2218268" y="42995"/>
                </a:lnTo>
                <a:lnTo>
                  <a:pt x="2220054" y="42995"/>
                </a:lnTo>
                <a:lnTo>
                  <a:pt x="2220054" y="46578"/>
                </a:lnTo>
                <a:lnTo>
                  <a:pt x="2223626" y="46578"/>
                </a:lnTo>
                <a:lnTo>
                  <a:pt x="2223626" y="50161"/>
                </a:lnTo>
                <a:lnTo>
                  <a:pt x="2225412" y="50161"/>
                </a:lnTo>
                <a:lnTo>
                  <a:pt x="2225412" y="51953"/>
                </a:lnTo>
                <a:lnTo>
                  <a:pt x="2227198" y="51953"/>
                </a:lnTo>
                <a:lnTo>
                  <a:pt x="2227198" y="55535"/>
                </a:lnTo>
                <a:lnTo>
                  <a:pt x="2228984" y="55535"/>
                </a:lnTo>
                <a:lnTo>
                  <a:pt x="2228984" y="59118"/>
                </a:lnTo>
                <a:lnTo>
                  <a:pt x="2232556" y="59118"/>
                </a:lnTo>
                <a:lnTo>
                  <a:pt x="2232556" y="57327"/>
                </a:lnTo>
                <a:lnTo>
                  <a:pt x="2234342" y="57327"/>
                </a:lnTo>
                <a:lnTo>
                  <a:pt x="2234342" y="53744"/>
                </a:lnTo>
                <a:lnTo>
                  <a:pt x="2236128" y="53744"/>
                </a:lnTo>
                <a:lnTo>
                  <a:pt x="2236128" y="50161"/>
                </a:lnTo>
                <a:lnTo>
                  <a:pt x="2239700" y="50161"/>
                </a:lnTo>
                <a:lnTo>
                  <a:pt x="2239700" y="46578"/>
                </a:lnTo>
                <a:lnTo>
                  <a:pt x="2241487" y="46578"/>
                </a:lnTo>
                <a:lnTo>
                  <a:pt x="2241487" y="44787"/>
                </a:lnTo>
                <a:lnTo>
                  <a:pt x="2243273" y="44787"/>
                </a:lnTo>
                <a:lnTo>
                  <a:pt x="2243273" y="42995"/>
                </a:lnTo>
                <a:lnTo>
                  <a:pt x="2245059" y="42995"/>
                </a:lnTo>
                <a:lnTo>
                  <a:pt x="2245059" y="39412"/>
                </a:lnTo>
                <a:lnTo>
                  <a:pt x="2246845" y="39412"/>
                </a:lnTo>
                <a:lnTo>
                  <a:pt x="2246845" y="37621"/>
                </a:lnTo>
                <a:lnTo>
                  <a:pt x="2248631" y="37621"/>
                </a:lnTo>
                <a:lnTo>
                  <a:pt x="2248631" y="35829"/>
                </a:lnTo>
                <a:lnTo>
                  <a:pt x="2250417" y="35829"/>
                </a:lnTo>
                <a:lnTo>
                  <a:pt x="2250417" y="32246"/>
                </a:lnTo>
                <a:lnTo>
                  <a:pt x="2237914" y="32246"/>
                </a:lnTo>
                <a:lnTo>
                  <a:pt x="2237914" y="25081"/>
                </a:lnTo>
                <a:lnTo>
                  <a:pt x="2239700" y="25081"/>
                </a:lnTo>
                <a:lnTo>
                  <a:pt x="2239700" y="23289"/>
                </a:lnTo>
                <a:lnTo>
                  <a:pt x="2278993" y="23289"/>
                </a:lnTo>
                <a:lnTo>
                  <a:pt x="2278993" y="26872"/>
                </a:lnTo>
                <a:lnTo>
                  <a:pt x="2280780" y="26872"/>
                </a:lnTo>
                <a:lnTo>
                  <a:pt x="2280780" y="28663"/>
                </a:lnTo>
                <a:lnTo>
                  <a:pt x="2278993" y="28663"/>
                </a:lnTo>
                <a:lnTo>
                  <a:pt x="2278993" y="32246"/>
                </a:lnTo>
                <a:lnTo>
                  <a:pt x="2261133" y="32246"/>
                </a:lnTo>
                <a:lnTo>
                  <a:pt x="2261133" y="34038"/>
                </a:lnTo>
                <a:lnTo>
                  <a:pt x="2259347" y="34038"/>
                </a:lnTo>
                <a:lnTo>
                  <a:pt x="2259347" y="37621"/>
                </a:lnTo>
                <a:lnTo>
                  <a:pt x="2257561" y="37621"/>
                </a:lnTo>
                <a:lnTo>
                  <a:pt x="2257561" y="39412"/>
                </a:lnTo>
                <a:lnTo>
                  <a:pt x="2255775" y="39412"/>
                </a:lnTo>
                <a:lnTo>
                  <a:pt x="2255775" y="42995"/>
                </a:lnTo>
                <a:lnTo>
                  <a:pt x="2252203" y="42995"/>
                </a:lnTo>
                <a:lnTo>
                  <a:pt x="2252203" y="46578"/>
                </a:lnTo>
                <a:lnTo>
                  <a:pt x="2250417" y="46578"/>
                </a:lnTo>
                <a:lnTo>
                  <a:pt x="2250417" y="48370"/>
                </a:lnTo>
                <a:lnTo>
                  <a:pt x="2248631" y="48370"/>
                </a:lnTo>
                <a:lnTo>
                  <a:pt x="2248631" y="50161"/>
                </a:lnTo>
                <a:lnTo>
                  <a:pt x="2246845" y="50161"/>
                </a:lnTo>
                <a:lnTo>
                  <a:pt x="2246845" y="53744"/>
                </a:lnTo>
                <a:lnTo>
                  <a:pt x="2245059" y="53744"/>
                </a:lnTo>
                <a:lnTo>
                  <a:pt x="2245059" y="55535"/>
                </a:lnTo>
                <a:lnTo>
                  <a:pt x="2243273" y="55535"/>
                </a:lnTo>
                <a:lnTo>
                  <a:pt x="2243273" y="57327"/>
                </a:lnTo>
                <a:lnTo>
                  <a:pt x="2241487" y="57327"/>
                </a:lnTo>
                <a:lnTo>
                  <a:pt x="2241487" y="60910"/>
                </a:lnTo>
                <a:lnTo>
                  <a:pt x="2239700" y="60910"/>
                </a:lnTo>
                <a:lnTo>
                  <a:pt x="2239700" y="62701"/>
                </a:lnTo>
                <a:lnTo>
                  <a:pt x="2237914" y="62701"/>
                </a:lnTo>
                <a:lnTo>
                  <a:pt x="2237914" y="64493"/>
                </a:lnTo>
                <a:lnTo>
                  <a:pt x="2236128" y="64493"/>
                </a:lnTo>
                <a:lnTo>
                  <a:pt x="2236128" y="68076"/>
                </a:lnTo>
                <a:lnTo>
                  <a:pt x="2237914" y="68076"/>
                </a:lnTo>
                <a:lnTo>
                  <a:pt x="2237914" y="69867"/>
                </a:lnTo>
                <a:lnTo>
                  <a:pt x="2239700" y="69867"/>
                </a:lnTo>
                <a:lnTo>
                  <a:pt x="2239700" y="73450"/>
                </a:lnTo>
                <a:lnTo>
                  <a:pt x="2241487" y="73450"/>
                </a:lnTo>
                <a:lnTo>
                  <a:pt x="2241487" y="75242"/>
                </a:lnTo>
                <a:lnTo>
                  <a:pt x="2243273" y="75242"/>
                </a:lnTo>
                <a:lnTo>
                  <a:pt x="2243273" y="77033"/>
                </a:lnTo>
                <a:lnTo>
                  <a:pt x="2245059" y="77033"/>
                </a:lnTo>
                <a:lnTo>
                  <a:pt x="2245059" y="78825"/>
                </a:lnTo>
                <a:lnTo>
                  <a:pt x="2246845" y="78825"/>
                </a:lnTo>
                <a:lnTo>
                  <a:pt x="2246845" y="82407"/>
                </a:lnTo>
                <a:lnTo>
                  <a:pt x="2248631" y="82407"/>
                </a:lnTo>
                <a:lnTo>
                  <a:pt x="2248631" y="84199"/>
                </a:lnTo>
                <a:lnTo>
                  <a:pt x="2250417" y="84199"/>
                </a:lnTo>
                <a:lnTo>
                  <a:pt x="2250417" y="87782"/>
                </a:lnTo>
                <a:lnTo>
                  <a:pt x="2252203" y="87782"/>
                </a:lnTo>
                <a:lnTo>
                  <a:pt x="2252203" y="89573"/>
                </a:lnTo>
                <a:lnTo>
                  <a:pt x="2253989" y="89573"/>
                </a:lnTo>
                <a:lnTo>
                  <a:pt x="2253989" y="93156"/>
                </a:lnTo>
                <a:lnTo>
                  <a:pt x="2255775" y="93156"/>
                </a:lnTo>
                <a:lnTo>
                  <a:pt x="2255775" y="94948"/>
                </a:lnTo>
                <a:lnTo>
                  <a:pt x="2257561" y="94948"/>
                </a:lnTo>
                <a:lnTo>
                  <a:pt x="2257561" y="96739"/>
                </a:lnTo>
                <a:lnTo>
                  <a:pt x="2259347" y="96739"/>
                </a:lnTo>
                <a:lnTo>
                  <a:pt x="2259347" y="100322"/>
                </a:lnTo>
                <a:lnTo>
                  <a:pt x="2261133" y="100322"/>
                </a:lnTo>
                <a:lnTo>
                  <a:pt x="2261133" y="103905"/>
                </a:lnTo>
                <a:lnTo>
                  <a:pt x="2262919" y="103905"/>
                </a:lnTo>
                <a:lnTo>
                  <a:pt x="2262919" y="105697"/>
                </a:lnTo>
                <a:lnTo>
                  <a:pt x="2264705" y="105697"/>
                </a:lnTo>
                <a:lnTo>
                  <a:pt x="2264705" y="107488"/>
                </a:lnTo>
                <a:lnTo>
                  <a:pt x="2266491" y="107488"/>
                </a:lnTo>
                <a:lnTo>
                  <a:pt x="2266491" y="109280"/>
                </a:lnTo>
                <a:lnTo>
                  <a:pt x="2268277" y="109280"/>
                </a:lnTo>
                <a:lnTo>
                  <a:pt x="2268277" y="111071"/>
                </a:lnTo>
                <a:lnTo>
                  <a:pt x="2270063" y="111071"/>
                </a:lnTo>
                <a:lnTo>
                  <a:pt x="2270063" y="114654"/>
                </a:lnTo>
                <a:lnTo>
                  <a:pt x="2271849" y="114654"/>
                </a:lnTo>
                <a:lnTo>
                  <a:pt x="2271849" y="116445"/>
                </a:lnTo>
                <a:lnTo>
                  <a:pt x="2273635" y="116445"/>
                </a:lnTo>
                <a:lnTo>
                  <a:pt x="2273635" y="118237"/>
                </a:lnTo>
                <a:lnTo>
                  <a:pt x="2275421" y="118237"/>
                </a:lnTo>
                <a:lnTo>
                  <a:pt x="2275421" y="116445"/>
                </a:lnTo>
                <a:lnTo>
                  <a:pt x="2277207" y="116445"/>
                </a:lnTo>
                <a:lnTo>
                  <a:pt x="2277207" y="118237"/>
                </a:lnTo>
                <a:lnTo>
                  <a:pt x="2278993" y="118237"/>
                </a:lnTo>
                <a:lnTo>
                  <a:pt x="2278993" y="116445"/>
                </a:lnTo>
                <a:lnTo>
                  <a:pt x="2282566" y="116445"/>
                </a:lnTo>
                <a:lnTo>
                  <a:pt x="2282566" y="118237"/>
                </a:lnTo>
                <a:lnTo>
                  <a:pt x="2286138" y="118237"/>
                </a:lnTo>
                <a:lnTo>
                  <a:pt x="2286138" y="121820"/>
                </a:lnTo>
                <a:lnTo>
                  <a:pt x="2287924" y="121820"/>
                </a:lnTo>
                <a:lnTo>
                  <a:pt x="2287924" y="123611"/>
                </a:lnTo>
                <a:lnTo>
                  <a:pt x="2277207" y="123611"/>
                </a:lnTo>
                <a:lnTo>
                  <a:pt x="2277207" y="125403"/>
                </a:lnTo>
                <a:lnTo>
                  <a:pt x="2275421" y="125403"/>
                </a:lnTo>
                <a:lnTo>
                  <a:pt x="2275421" y="123611"/>
                </a:lnTo>
                <a:lnTo>
                  <a:pt x="2237914" y="123611"/>
                </a:lnTo>
                <a:lnTo>
                  <a:pt x="2237914" y="125403"/>
                </a:lnTo>
                <a:lnTo>
                  <a:pt x="2236128" y="125403"/>
                </a:lnTo>
                <a:lnTo>
                  <a:pt x="2236128" y="116445"/>
                </a:lnTo>
                <a:lnTo>
                  <a:pt x="2237914" y="116445"/>
                </a:lnTo>
                <a:lnTo>
                  <a:pt x="2237914" y="118237"/>
                </a:lnTo>
                <a:lnTo>
                  <a:pt x="2243273" y="118237"/>
                </a:lnTo>
                <a:lnTo>
                  <a:pt x="2243273" y="116445"/>
                </a:lnTo>
                <a:lnTo>
                  <a:pt x="2245059" y="116445"/>
                </a:lnTo>
                <a:lnTo>
                  <a:pt x="2245059" y="118237"/>
                </a:lnTo>
                <a:lnTo>
                  <a:pt x="2248631" y="118237"/>
                </a:lnTo>
                <a:lnTo>
                  <a:pt x="2248631" y="116445"/>
                </a:lnTo>
                <a:lnTo>
                  <a:pt x="2246845" y="116445"/>
                </a:lnTo>
                <a:lnTo>
                  <a:pt x="2246845" y="112862"/>
                </a:lnTo>
                <a:lnTo>
                  <a:pt x="2245059" y="112862"/>
                </a:lnTo>
                <a:lnTo>
                  <a:pt x="2245059" y="111071"/>
                </a:lnTo>
                <a:lnTo>
                  <a:pt x="2243273" y="111071"/>
                </a:lnTo>
                <a:lnTo>
                  <a:pt x="2243273" y="107488"/>
                </a:lnTo>
                <a:lnTo>
                  <a:pt x="2241487" y="107488"/>
                </a:lnTo>
                <a:lnTo>
                  <a:pt x="2241487" y="105697"/>
                </a:lnTo>
                <a:lnTo>
                  <a:pt x="2239700" y="105697"/>
                </a:lnTo>
                <a:lnTo>
                  <a:pt x="2239700" y="103905"/>
                </a:lnTo>
                <a:lnTo>
                  <a:pt x="2237914" y="103905"/>
                </a:lnTo>
                <a:lnTo>
                  <a:pt x="2237914" y="102114"/>
                </a:lnTo>
                <a:lnTo>
                  <a:pt x="2236128" y="102114"/>
                </a:lnTo>
                <a:lnTo>
                  <a:pt x="2236128" y="98531"/>
                </a:lnTo>
                <a:lnTo>
                  <a:pt x="2234342" y="98531"/>
                </a:lnTo>
                <a:lnTo>
                  <a:pt x="2234342" y="94948"/>
                </a:lnTo>
                <a:lnTo>
                  <a:pt x="2232556" y="94948"/>
                </a:lnTo>
                <a:lnTo>
                  <a:pt x="2232556" y="93156"/>
                </a:lnTo>
                <a:lnTo>
                  <a:pt x="2230770" y="93156"/>
                </a:lnTo>
                <a:lnTo>
                  <a:pt x="2230770" y="91365"/>
                </a:lnTo>
                <a:lnTo>
                  <a:pt x="2228984" y="91365"/>
                </a:lnTo>
                <a:lnTo>
                  <a:pt x="2228984" y="89573"/>
                </a:lnTo>
                <a:lnTo>
                  <a:pt x="2227198" y="89573"/>
                </a:lnTo>
                <a:lnTo>
                  <a:pt x="2227198" y="85990"/>
                </a:lnTo>
                <a:lnTo>
                  <a:pt x="2225412" y="85990"/>
                </a:lnTo>
                <a:lnTo>
                  <a:pt x="2225412" y="84199"/>
                </a:lnTo>
                <a:lnTo>
                  <a:pt x="2221840" y="84199"/>
                </a:lnTo>
                <a:lnTo>
                  <a:pt x="2221840" y="85990"/>
                </a:lnTo>
                <a:lnTo>
                  <a:pt x="2220054" y="85990"/>
                </a:lnTo>
                <a:lnTo>
                  <a:pt x="2220054" y="87782"/>
                </a:lnTo>
                <a:lnTo>
                  <a:pt x="2218268" y="87782"/>
                </a:lnTo>
                <a:lnTo>
                  <a:pt x="2218268" y="91365"/>
                </a:lnTo>
                <a:lnTo>
                  <a:pt x="2216482" y="91365"/>
                </a:lnTo>
                <a:lnTo>
                  <a:pt x="2216482" y="93156"/>
                </a:lnTo>
                <a:lnTo>
                  <a:pt x="2214696" y="93156"/>
                </a:lnTo>
                <a:lnTo>
                  <a:pt x="2214696" y="96739"/>
                </a:lnTo>
                <a:lnTo>
                  <a:pt x="2212910" y="96739"/>
                </a:lnTo>
                <a:lnTo>
                  <a:pt x="2212910" y="98531"/>
                </a:lnTo>
                <a:lnTo>
                  <a:pt x="2211124" y="98531"/>
                </a:lnTo>
                <a:lnTo>
                  <a:pt x="2211124" y="100322"/>
                </a:lnTo>
                <a:lnTo>
                  <a:pt x="2209338" y="100322"/>
                </a:lnTo>
                <a:lnTo>
                  <a:pt x="2209338" y="102114"/>
                </a:lnTo>
                <a:lnTo>
                  <a:pt x="2207552" y="102114"/>
                </a:lnTo>
                <a:lnTo>
                  <a:pt x="2207552" y="105697"/>
                </a:lnTo>
                <a:lnTo>
                  <a:pt x="2205766" y="105697"/>
                </a:lnTo>
                <a:lnTo>
                  <a:pt x="2205766" y="109280"/>
                </a:lnTo>
                <a:lnTo>
                  <a:pt x="2203980" y="109280"/>
                </a:lnTo>
                <a:lnTo>
                  <a:pt x="2203980" y="111071"/>
                </a:lnTo>
                <a:lnTo>
                  <a:pt x="2202194" y="111071"/>
                </a:lnTo>
                <a:lnTo>
                  <a:pt x="2202194" y="112862"/>
                </a:lnTo>
                <a:lnTo>
                  <a:pt x="2200407" y="112862"/>
                </a:lnTo>
                <a:lnTo>
                  <a:pt x="2200407" y="114654"/>
                </a:lnTo>
                <a:lnTo>
                  <a:pt x="2198621" y="114654"/>
                </a:lnTo>
                <a:lnTo>
                  <a:pt x="2198621" y="116445"/>
                </a:lnTo>
                <a:lnTo>
                  <a:pt x="2209338" y="116445"/>
                </a:lnTo>
                <a:lnTo>
                  <a:pt x="2209338" y="118237"/>
                </a:lnTo>
                <a:lnTo>
                  <a:pt x="2212910" y="118237"/>
                </a:lnTo>
                <a:lnTo>
                  <a:pt x="2212910" y="125403"/>
                </a:lnTo>
                <a:lnTo>
                  <a:pt x="2211124" y="125403"/>
                </a:lnTo>
                <a:lnTo>
                  <a:pt x="2211124" y="123611"/>
                </a:lnTo>
                <a:lnTo>
                  <a:pt x="2170045" y="123611"/>
                </a:lnTo>
                <a:lnTo>
                  <a:pt x="2170045" y="118237"/>
                </a:lnTo>
                <a:lnTo>
                  <a:pt x="2173617" y="118237"/>
                </a:lnTo>
                <a:lnTo>
                  <a:pt x="2173617" y="116445"/>
                </a:lnTo>
                <a:lnTo>
                  <a:pt x="2187905" y="116445"/>
                </a:lnTo>
                <a:lnTo>
                  <a:pt x="2187905" y="114654"/>
                </a:lnTo>
                <a:lnTo>
                  <a:pt x="2189691" y="114654"/>
                </a:lnTo>
                <a:lnTo>
                  <a:pt x="2189691" y="112862"/>
                </a:lnTo>
                <a:lnTo>
                  <a:pt x="2191477" y="112862"/>
                </a:lnTo>
                <a:lnTo>
                  <a:pt x="2191477" y="111071"/>
                </a:lnTo>
                <a:lnTo>
                  <a:pt x="2193263" y="111071"/>
                </a:lnTo>
                <a:lnTo>
                  <a:pt x="2193263" y="109280"/>
                </a:lnTo>
                <a:lnTo>
                  <a:pt x="2195049" y="109280"/>
                </a:lnTo>
                <a:lnTo>
                  <a:pt x="2195049" y="105697"/>
                </a:lnTo>
                <a:lnTo>
                  <a:pt x="2196835" y="105697"/>
                </a:lnTo>
                <a:lnTo>
                  <a:pt x="2196835" y="103905"/>
                </a:lnTo>
                <a:lnTo>
                  <a:pt x="2198621" y="103905"/>
                </a:lnTo>
                <a:lnTo>
                  <a:pt x="2198621" y="102114"/>
                </a:lnTo>
                <a:lnTo>
                  <a:pt x="2200407" y="102114"/>
                </a:lnTo>
                <a:lnTo>
                  <a:pt x="2200407" y="98531"/>
                </a:lnTo>
                <a:lnTo>
                  <a:pt x="2202194" y="98531"/>
                </a:lnTo>
                <a:lnTo>
                  <a:pt x="2202194" y="96739"/>
                </a:lnTo>
                <a:lnTo>
                  <a:pt x="2203980" y="96739"/>
                </a:lnTo>
                <a:lnTo>
                  <a:pt x="2203980" y="93156"/>
                </a:lnTo>
                <a:lnTo>
                  <a:pt x="2205766" y="93156"/>
                </a:lnTo>
                <a:lnTo>
                  <a:pt x="2205766" y="91365"/>
                </a:lnTo>
                <a:lnTo>
                  <a:pt x="2207552" y="91365"/>
                </a:lnTo>
                <a:lnTo>
                  <a:pt x="2207552" y="89573"/>
                </a:lnTo>
                <a:lnTo>
                  <a:pt x="2209338" y="89573"/>
                </a:lnTo>
                <a:lnTo>
                  <a:pt x="2209338" y="87782"/>
                </a:lnTo>
                <a:lnTo>
                  <a:pt x="2211124" y="87782"/>
                </a:lnTo>
                <a:lnTo>
                  <a:pt x="2211124" y="85990"/>
                </a:lnTo>
                <a:lnTo>
                  <a:pt x="2212910" y="85990"/>
                </a:lnTo>
                <a:lnTo>
                  <a:pt x="2212910" y="82407"/>
                </a:lnTo>
                <a:lnTo>
                  <a:pt x="2214696" y="82407"/>
                </a:lnTo>
                <a:lnTo>
                  <a:pt x="2214696" y="80616"/>
                </a:lnTo>
                <a:lnTo>
                  <a:pt x="2216482" y="80616"/>
                </a:lnTo>
                <a:lnTo>
                  <a:pt x="2216482" y="78825"/>
                </a:lnTo>
                <a:lnTo>
                  <a:pt x="2218268" y="78825"/>
                </a:lnTo>
                <a:lnTo>
                  <a:pt x="2218268" y="75242"/>
                </a:lnTo>
                <a:lnTo>
                  <a:pt x="2216482" y="75242"/>
                </a:lnTo>
                <a:lnTo>
                  <a:pt x="2216482" y="71659"/>
                </a:lnTo>
                <a:lnTo>
                  <a:pt x="2214696" y="71659"/>
                </a:lnTo>
                <a:lnTo>
                  <a:pt x="2214696" y="69867"/>
                </a:lnTo>
                <a:lnTo>
                  <a:pt x="2212910" y="69867"/>
                </a:lnTo>
                <a:lnTo>
                  <a:pt x="2212910" y="66284"/>
                </a:lnTo>
                <a:lnTo>
                  <a:pt x="2211124" y="66284"/>
                </a:lnTo>
                <a:lnTo>
                  <a:pt x="2211124" y="62701"/>
                </a:lnTo>
                <a:lnTo>
                  <a:pt x="2209338" y="62701"/>
                </a:lnTo>
                <a:lnTo>
                  <a:pt x="2209338" y="60910"/>
                </a:lnTo>
                <a:lnTo>
                  <a:pt x="2207552" y="60910"/>
                </a:lnTo>
                <a:lnTo>
                  <a:pt x="2207552" y="59118"/>
                </a:lnTo>
                <a:lnTo>
                  <a:pt x="2205766" y="59118"/>
                </a:lnTo>
                <a:lnTo>
                  <a:pt x="2205766" y="57327"/>
                </a:lnTo>
                <a:lnTo>
                  <a:pt x="2203980" y="57327"/>
                </a:lnTo>
                <a:lnTo>
                  <a:pt x="2203980" y="53744"/>
                </a:lnTo>
                <a:lnTo>
                  <a:pt x="2202194" y="53744"/>
                </a:lnTo>
                <a:lnTo>
                  <a:pt x="2202194" y="50161"/>
                </a:lnTo>
                <a:lnTo>
                  <a:pt x="2200407" y="50161"/>
                </a:lnTo>
                <a:lnTo>
                  <a:pt x="2200407" y="48370"/>
                </a:lnTo>
                <a:lnTo>
                  <a:pt x="2198621" y="48370"/>
                </a:lnTo>
                <a:lnTo>
                  <a:pt x="2198621" y="46578"/>
                </a:lnTo>
                <a:lnTo>
                  <a:pt x="2196835" y="46578"/>
                </a:lnTo>
                <a:lnTo>
                  <a:pt x="2196835" y="42995"/>
                </a:lnTo>
                <a:lnTo>
                  <a:pt x="2193263" y="42995"/>
                </a:lnTo>
                <a:lnTo>
                  <a:pt x="2193263" y="39412"/>
                </a:lnTo>
                <a:lnTo>
                  <a:pt x="2191477" y="39412"/>
                </a:lnTo>
                <a:lnTo>
                  <a:pt x="2191477" y="35829"/>
                </a:lnTo>
                <a:lnTo>
                  <a:pt x="2189691" y="35829"/>
                </a:lnTo>
                <a:lnTo>
                  <a:pt x="2189691" y="34038"/>
                </a:lnTo>
                <a:lnTo>
                  <a:pt x="2187905" y="34038"/>
                </a:lnTo>
                <a:lnTo>
                  <a:pt x="2187905" y="32246"/>
                </a:lnTo>
                <a:lnTo>
                  <a:pt x="2173617" y="32246"/>
                </a:lnTo>
                <a:lnTo>
                  <a:pt x="2173617" y="30455"/>
                </a:lnTo>
                <a:lnTo>
                  <a:pt x="2171831" y="30455"/>
                </a:lnTo>
                <a:close/>
                <a:moveTo>
                  <a:pt x="844799" y="39412"/>
                </a:moveTo>
                <a:lnTo>
                  <a:pt x="848371" y="39412"/>
                </a:lnTo>
                <a:lnTo>
                  <a:pt x="848371" y="41204"/>
                </a:lnTo>
                <a:lnTo>
                  <a:pt x="850157" y="41204"/>
                </a:lnTo>
                <a:lnTo>
                  <a:pt x="850157" y="84199"/>
                </a:lnTo>
                <a:lnTo>
                  <a:pt x="894809" y="84199"/>
                </a:lnTo>
                <a:lnTo>
                  <a:pt x="894809" y="85990"/>
                </a:lnTo>
                <a:lnTo>
                  <a:pt x="896595" y="85990"/>
                </a:lnTo>
                <a:lnTo>
                  <a:pt x="896595" y="89573"/>
                </a:lnTo>
                <a:lnTo>
                  <a:pt x="893023" y="89573"/>
                </a:lnTo>
                <a:lnTo>
                  <a:pt x="893023" y="91365"/>
                </a:lnTo>
                <a:lnTo>
                  <a:pt x="851943" y="91365"/>
                </a:lnTo>
                <a:lnTo>
                  <a:pt x="851943" y="93156"/>
                </a:lnTo>
                <a:lnTo>
                  <a:pt x="850157" y="93156"/>
                </a:lnTo>
                <a:lnTo>
                  <a:pt x="850157" y="136152"/>
                </a:lnTo>
                <a:lnTo>
                  <a:pt x="848371" y="136152"/>
                </a:lnTo>
                <a:lnTo>
                  <a:pt x="848371" y="137943"/>
                </a:lnTo>
                <a:lnTo>
                  <a:pt x="846585" y="137943"/>
                </a:lnTo>
                <a:lnTo>
                  <a:pt x="846585" y="136152"/>
                </a:lnTo>
                <a:lnTo>
                  <a:pt x="844799" y="136152"/>
                </a:lnTo>
                <a:lnTo>
                  <a:pt x="844799" y="91365"/>
                </a:lnTo>
                <a:lnTo>
                  <a:pt x="801934" y="91365"/>
                </a:lnTo>
                <a:lnTo>
                  <a:pt x="801934" y="89573"/>
                </a:lnTo>
                <a:lnTo>
                  <a:pt x="798362" y="89573"/>
                </a:lnTo>
                <a:lnTo>
                  <a:pt x="798362" y="85990"/>
                </a:lnTo>
                <a:lnTo>
                  <a:pt x="801934" y="85990"/>
                </a:lnTo>
                <a:lnTo>
                  <a:pt x="801934" y="84199"/>
                </a:lnTo>
                <a:lnTo>
                  <a:pt x="844799" y="84199"/>
                </a:lnTo>
                <a:close/>
                <a:moveTo>
                  <a:pt x="2105747" y="69867"/>
                </a:moveTo>
                <a:lnTo>
                  <a:pt x="2109319" y="69867"/>
                </a:lnTo>
                <a:lnTo>
                  <a:pt x="2109319" y="71659"/>
                </a:lnTo>
                <a:lnTo>
                  <a:pt x="2111105" y="71659"/>
                </a:lnTo>
                <a:lnTo>
                  <a:pt x="2111105" y="69867"/>
                </a:lnTo>
                <a:lnTo>
                  <a:pt x="2112891" y="69867"/>
                </a:lnTo>
                <a:lnTo>
                  <a:pt x="2112891" y="71659"/>
                </a:lnTo>
                <a:lnTo>
                  <a:pt x="2116463" y="71659"/>
                </a:lnTo>
                <a:lnTo>
                  <a:pt x="2116463" y="75242"/>
                </a:lnTo>
                <a:lnTo>
                  <a:pt x="2114677" y="75242"/>
                </a:lnTo>
                <a:lnTo>
                  <a:pt x="2114677" y="77033"/>
                </a:lnTo>
                <a:lnTo>
                  <a:pt x="2021803" y="77033"/>
                </a:lnTo>
                <a:lnTo>
                  <a:pt x="2021803" y="75242"/>
                </a:lnTo>
                <a:lnTo>
                  <a:pt x="2020017" y="75242"/>
                </a:lnTo>
                <a:lnTo>
                  <a:pt x="2020017" y="71659"/>
                </a:lnTo>
                <a:lnTo>
                  <a:pt x="2105747" y="71659"/>
                </a:lnTo>
                <a:close/>
                <a:moveTo>
                  <a:pt x="589395" y="77033"/>
                </a:moveTo>
                <a:lnTo>
                  <a:pt x="619758" y="77033"/>
                </a:lnTo>
                <a:lnTo>
                  <a:pt x="619758" y="80616"/>
                </a:lnTo>
                <a:lnTo>
                  <a:pt x="612613" y="80616"/>
                </a:lnTo>
                <a:lnTo>
                  <a:pt x="612613" y="82407"/>
                </a:lnTo>
                <a:lnTo>
                  <a:pt x="610827" y="82407"/>
                </a:lnTo>
                <a:lnTo>
                  <a:pt x="610827" y="87782"/>
                </a:lnTo>
                <a:lnTo>
                  <a:pt x="609041" y="87782"/>
                </a:lnTo>
                <a:lnTo>
                  <a:pt x="609041" y="94948"/>
                </a:lnTo>
                <a:lnTo>
                  <a:pt x="607255" y="94948"/>
                </a:lnTo>
                <a:lnTo>
                  <a:pt x="607255" y="105697"/>
                </a:lnTo>
                <a:lnTo>
                  <a:pt x="605469" y="105697"/>
                </a:lnTo>
                <a:lnTo>
                  <a:pt x="605469" y="111071"/>
                </a:lnTo>
                <a:lnTo>
                  <a:pt x="603683" y="111071"/>
                </a:lnTo>
                <a:lnTo>
                  <a:pt x="603683" y="118237"/>
                </a:lnTo>
                <a:lnTo>
                  <a:pt x="601897" y="118237"/>
                </a:lnTo>
                <a:lnTo>
                  <a:pt x="601897" y="123611"/>
                </a:lnTo>
                <a:lnTo>
                  <a:pt x="600111" y="123611"/>
                </a:lnTo>
                <a:lnTo>
                  <a:pt x="600111" y="132569"/>
                </a:lnTo>
                <a:lnTo>
                  <a:pt x="598325" y="132569"/>
                </a:lnTo>
                <a:lnTo>
                  <a:pt x="598325" y="136152"/>
                </a:lnTo>
                <a:lnTo>
                  <a:pt x="596539" y="136152"/>
                </a:lnTo>
                <a:lnTo>
                  <a:pt x="596539" y="139734"/>
                </a:lnTo>
                <a:lnTo>
                  <a:pt x="594753" y="139734"/>
                </a:lnTo>
                <a:lnTo>
                  <a:pt x="594753" y="141526"/>
                </a:lnTo>
                <a:lnTo>
                  <a:pt x="591181" y="141526"/>
                </a:lnTo>
                <a:lnTo>
                  <a:pt x="591181" y="143317"/>
                </a:lnTo>
                <a:lnTo>
                  <a:pt x="589395" y="143317"/>
                </a:lnTo>
                <a:lnTo>
                  <a:pt x="589395" y="145109"/>
                </a:lnTo>
                <a:lnTo>
                  <a:pt x="587609" y="145109"/>
                </a:lnTo>
                <a:lnTo>
                  <a:pt x="587609" y="146900"/>
                </a:lnTo>
                <a:lnTo>
                  <a:pt x="582251" y="146900"/>
                </a:lnTo>
                <a:lnTo>
                  <a:pt x="582251" y="148692"/>
                </a:lnTo>
                <a:lnTo>
                  <a:pt x="569748" y="148692"/>
                </a:lnTo>
                <a:lnTo>
                  <a:pt x="569748" y="146900"/>
                </a:lnTo>
                <a:lnTo>
                  <a:pt x="564390" y="146900"/>
                </a:lnTo>
                <a:lnTo>
                  <a:pt x="564390" y="145109"/>
                </a:lnTo>
                <a:lnTo>
                  <a:pt x="562604" y="145109"/>
                </a:lnTo>
                <a:lnTo>
                  <a:pt x="562604" y="143317"/>
                </a:lnTo>
                <a:lnTo>
                  <a:pt x="560818" y="143317"/>
                </a:lnTo>
                <a:lnTo>
                  <a:pt x="560818" y="132569"/>
                </a:lnTo>
                <a:lnTo>
                  <a:pt x="562604" y="132569"/>
                </a:lnTo>
                <a:lnTo>
                  <a:pt x="562604" y="130777"/>
                </a:lnTo>
                <a:lnTo>
                  <a:pt x="564390" y="130777"/>
                </a:lnTo>
                <a:lnTo>
                  <a:pt x="564390" y="128986"/>
                </a:lnTo>
                <a:lnTo>
                  <a:pt x="569748" y="128986"/>
                </a:lnTo>
                <a:lnTo>
                  <a:pt x="569748" y="130777"/>
                </a:lnTo>
                <a:lnTo>
                  <a:pt x="571534" y="130777"/>
                </a:lnTo>
                <a:lnTo>
                  <a:pt x="571534" y="137943"/>
                </a:lnTo>
                <a:lnTo>
                  <a:pt x="569748" y="137943"/>
                </a:lnTo>
                <a:lnTo>
                  <a:pt x="569748" y="139734"/>
                </a:lnTo>
                <a:lnTo>
                  <a:pt x="566176" y="139734"/>
                </a:lnTo>
                <a:lnTo>
                  <a:pt x="566176" y="143317"/>
                </a:lnTo>
                <a:lnTo>
                  <a:pt x="567962" y="143317"/>
                </a:lnTo>
                <a:lnTo>
                  <a:pt x="567962" y="145109"/>
                </a:lnTo>
                <a:lnTo>
                  <a:pt x="580465" y="145109"/>
                </a:lnTo>
                <a:lnTo>
                  <a:pt x="580465" y="143317"/>
                </a:lnTo>
                <a:lnTo>
                  <a:pt x="582251" y="143317"/>
                </a:lnTo>
                <a:lnTo>
                  <a:pt x="582251" y="141526"/>
                </a:lnTo>
                <a:lnTo>
                  <a:pt x="584037" y="141526"/>
                </a:lnTo>
                <a:lnTo>
                  <a:pt x="584037" y="139734"/>
                </a:lnTo>
                <a:lnTo>
                  <a:pt x="585823" y="139734"/>
                </a:lnTo>
                <a:lnTo>
                  <a:pt x="585823" y="137943"/>
                </a:lnTo>
                <a:lnTo>
                  <a:pt x="587609" y="137943"/>
                </a:lnTo>
                <a:lnTo>
                  <a:pt x="587609" y="136152"/>
                </a:lnTo>
                <a:lnTo>
                  <a:pt x="589395" y="136152"/>
                </a:lnTo>
                <a:lnTo>
                  <a:pt x="589395" y="127194"/>
                </a:lnTo>
                <a:lnTo>
                  <a:pt x="591181" y="127194"/>
                </a:lnTo>
                <a:lnTo>
                  <a:pt x="591181" y="121820"/>
                </a:lnTo>
                <a:lnTo>
                  <a:pt x="592967" y="121820"/>
                </a:lnTo>
                <a:lnTo>
                  <a:pt x="592967" y="114654"/>
                </a:lnTo>
                <a:lnTo>
                  <a:pt x="594753" y="114654"/>
                </a:lnTo>
                <a:lnTo>
                  <a:pt x="594753" y="109280"/>
                </a:lnTo>
                <a:lnTo>
                  <a:pt x="596539" y="109280"/>
                </a:lnTo>
                <a:lnTo>
                  <a:pt x="596539" y="102114"/>
                </a:lnTo>
                <a:lnTo>
                  <a:pt x="598325" y="102114"/>
                </a:lnTo>
                <a:lnTo>
                  <a:pt x="598325" y="93156"/>
                </a:lnTo>
                <a:lnTo>
                  <a:pt x="600111" y="93156"/>
                </a:lnTo>
                <a:lnTo>
                  <a:pt x="600111" y="85990"/>
                </a:lnTo>
                <a:lnTo>
                  <a:pt x="601897" y="85990"/>
                </a:lnTo>
                <a:lnTo>
                  <a:pt x="601897" y="80616"/>
                </a:lnTo>
                <a:lnTo>
                  <a:pt x="589395" y="80616"/>
                </a:lnTo>
                <a:close/>
                <a:moveTo>
                  <a:pt x="476874" y="78825"/>
                </a:moveTo>
                <a:lnTo>
                  <a:pt x="492948" y="78825"/>
                </a:lnTo>
                <a:lnTo>
                  <a:pt x="492948" y="80616"/>
                </a:lnTo>
                <a:lnTo>
                  <a:pt x="494734" y="80616"/>
                </a:lnTo>
                <a:lnTo>
                  <a:pt x="494734" y="78825"/>
                </a:lnTo>
                <a:lnTo>
                  <a:pt x="496521" y="78825"/>
                </a:lnTo>
                <a:lnTo>
                  <a:pt x="496521" y="80616"/>
                </a:lnTo>
                <a:lnTo>
                  <a:pt x="498307" y="80616"/>
                </a:lnTo>
                <a:lnTo>
                  <a:pt x="498307" y="82407"/>
                </a:lnTo>
                <a:lnTo>
                  <a:pt x="500093" y="82407"/>
                </a:lnTo>
                <a:lnTo>
                  <a:pt x="500093" y="84199"/>
                </a:lnTo>
                <a:lnTo>
                  <a:pt x="501879" y="84199"/>
                </a:lnTo>
                <a:lnTo>
                  <a:pt x="501879" y="85990"/>
                </a:lnTo>
                <a:lnTo>
                  <a:pt x="503665" y="85990"/>
                </a:lnTo>
                <a:lnTo>
                  <a:pt x="503665" y="87782"/>
                </a:lnTo>
                <a:lnTo>
                  <a:pt x="505451" y="87782"/>
                </a:lnTo>
                <a:lnTo>
                  <a:pt x="505451" y="91365"/>
                </a:lnTo>
                <a:lnTo>
                  <a:pt x="507237" y="91365"/>
                </a:lnTo>
                <a:lnTo>
                  <a:pt x="507237" y="94948"/>
                </a:lnTo>
                <a:lnTo>
                  <a:pt x="509023" y="94948"/>
                </a:lnTo>
                <a:lnTo>
                  <a:pt x="509023" y="132569"/>
                </a:lnTo>
                <a:lnTo>
                  <a:pt x="507237" y="132569"/>
                </a:lnTo>
                <a:lnTo>
                  <a:pt x="507237" y="136152"/>
                </a:lnTo>
                <a:lnTo>
                  <a:pt x="505451" y="136152"/>
                </a:lnTo>
                <a:lnTo>
                  <a:pt x="505451" y="137943"/>
                </a:lnTo>
                <a:lnTo>
                  <a:pt x="503665" y="137943"/>
                </a:lnTo>
                <a:lnTo>
                  <a:pt x="503665" y="141526"/>
                </a:lnTo>
                <a:lnTo>
                  <a:pt x="501879" y="141526"/>
                </a:lnTo>
                <a:lnTo>
                  <a:pt x="501879" y="143317"/>
                </a:lnTo>
                <a:lnTo>
                  <a:pt x="500093" y="143317"/>
                </a:lnTo>
                <a:lnTo>
                  <a:pt x="500093" y="145109"/>
                </a:lnTo>
                <a:lnTo>
                  <a:pt x="498307" y="145109"/>
                </a:lnTo>
                <a:lnTo>
                  <a:pt x="498307" y="146900"/>
                </a:lnTo>
                <a:lnTo>
                  <a:pt x="494734" y="146900"/>
                </a:lnTo>
                <a:lnTo>
                  <a:pt x="494734" y="148692"/>
                </a:lnTo>
                <a:lnTo>
                  <a:pt x="492948" y="148692"/>
                </a:lnTo>
                <a:lnTo>
                  <a:pt x="492948" y="146900"/>
                </a:lnTo>
                <a:lnTo>
                  <a:pt x="491162" y="146900"/>
                </a:lnTo>
                <a:lnTo>
                  <a:pt x="491162" y="148692"/>
                </a:lnTo>
                <a:lnTo>
                  <a:pt x="478660" y="148692"/>
                </a:lnTo>
                <a:lnTo>
                  <a:pt x="478660" y="146900"/>
                </a:lnTo>
                <a:lnTo>
                  <a:pt x="475088" y="146900"/>
                </a:lnTo>
                <a:lnTo>
                  <a:pt x="475088" y="145109"/>
                </a:lnTo>
                <a:lnTo>
                  <a:pt x="471516" y="145109"/>
                </a:lnTo>
                <a:lnTo>
                  <a:pt x="471516" y="143317"/>
                </a:lnTo>
                <a:lnTo>
                  <a:pt x="469730" y="143317"/>
                </a:lnTo>
                <a:lnTo>
                  <a:pt x="469730" y="141526"/>
                </a:lnTo>
                <a:lnTo>
                  <a:pt x="467944" y="141526"/>
                </a:lnTo>
                <a:lnTo>
                  <a:pt x="467944" y="136152"/>
                </a:lnTo>
                <a:lnTo>
                  <a:pt x="466158" y="136152"/>
                </a:lnTo>
                <a:lnTo>
                  <a:pt x="466158" y="132569"/>
                </a:lnTo>
                <a:lnTo>
                  <a:pt x="464372" y="132569"/>
                </a:lnTo>
                <a:lnTo>
                  <a:pt x="464372" y="127194"/>
                </a:lnTo>
                <a:lnTo>
                  <a:pt x="462586" y="127194"/>
                </a:lnTo>
                <a:lnTo>
                  <a:pt x="462586" y="100322"/>
                </a:lnTo>
                <a:lnTo>
                  <a:pt x="464372" y="100322"/>
                </a:lnTo>
                <a:lnTo>
                  <a:pt x="464372" y="93156"/>
                </a:lnTo>
                <a:lnTo>
                  <a:pt x="466158" y="93156"/>
                </a:lnTo>
                <a:lnTo>
                  <a:pt x="466158" y="89573"/>
                </a:lnTo>
                <a:lnTo>
                  <a:pt x="467944" y="89573"/>
                </a:lnTo>
                <a:lnTo>
                  <a:pt x="467944" y="85990"/>
                </a:lnTo>
                <a:lnTo>
                  <a:pt x="469730" y="85990"/>
                </a:lnTo>
                <a:lnTo>
                  <a:pt x="469730" y="84199"/>
                </a:lnTo>
                <a:lnTo>
                  <a:pt x="471516" y="84199"/>
                </a:lnTo>
                <a:lnTo>
                  <a:pt x="471516" y="82407"/>
                </a:lnTo>
                <a:lnTo>
                  <a:pt x="473302" y="82407"/>
                </a:lnTo>
                <a:lnTo>
                  <a:pt x="473302" y="80616"/>
                </a:lnTo>
                <a:lnTo>
                  <a:pt x="476874" y="80616"/>
                </a:lnTo>
                <a:close/>
                <a:moveTo>
                  <a:pt x="485804" y="80616"/>
                </a:moveTo>
                <a:lnTo>
                  <a:pt x="485804" y="82407"/>
                </a:lnTo>
                <a:lnTo>
                  <a:pt x="478660" y="82407"/>
                </a:lnTo>
                <a:lnTo>
                  <a:pt x="478660" y="84199"/>
                </a:lnTo>
                <a:lnTo>
                  <a:pt x="476874" y="84199"/>
                </a:lnTo>
                <a:lnTo>
                  <a:pt x="476874" y="85990"/>
                </a:lnTo>
                <a:lnTo>
                  <a:pt x="475088" y="85990"/>
                </a:lnTo>
                <a:lnTo>
                  <a:pt x="475088" y="89573"/>
                </a:lnTo>
                <a:lnTo>
                  <a:pt x="473302" y="89573"/>
                </a:lnTo>
                <a:lnTo>
                  <a:pt x="473302" y="100322"/>
                </a:lnTo>
                <a:lnTo>
                  <a:pt x="471516" y="100322"/>
                </a:lnTo>
                <a:lnTo>
                  <a:pt x="471516" y="125403"/>
                </a:lnTo>
                <a:lnTo>
                  <a:pt x="473302" y="125403"/>
                </a:lnTo>
                <a:lnTo>
                  <a:pt x="473302" y="136152"/>
                </a:lnTo>
                <a:lnTo>
                  <a:pt x="475088" y="136152"/>
                </a:lnTo>
                <a:lnTo>
                  <a:pt x="475088" y="139734"/>
                </a:lnTo>
                <a:lnTo>
                  <a:pt x="476874" y="139734"/>
                </a:lnTo>
                <a:lnTo>
                  <a:pt x="476874" y="141526"/>
                </a:lnTo>
                <a:lnTo>
                  <a:pt x="478660" y="141526"/>
                </a:lnTo>
                <a:lnTo>
                  <a:pt x="478660" y="143317"/>
                </a:lnTo>
                <a:lnTo>
                  <a:pt x="480446" y="143317"/>
                </a:lnTo>
                <a:lnTo>
                  <a:pt x="480446" y="145109"/>
                </a:lnTo>
                <a:lnTo>
                  <a:pt x="492948" y="145109"/>
                </a:lnTo>
                <a:lnTo>
                  <a:pt x="492948" y="143317"/>
                </a:lnTo>
                <a:lnTo>
                  <a:pt x="494734" y="143317"/>
                </a:lnTo>
                <a:lnTo>
                  <a:pt x="494734" y="141526"/>
                </a:lnTo>
                <a:lnTo>
                  <a:pt x="496521" y="141526"/>
                </a:lnTo>
                <a:lnTo>
                  <a:pt x="496521" y="139734"/>
                </a:lnTo>
                <a:lnTo>
                  <a:pt x="498307" y="139734"/>
                </a:lnTo>
                <a:lnTo>
                  <a:pt x="498307" y="134360"/>
                </a:lnTo>
                <a:lnTo>
                  <a:pt x="500093" y="134360"/>
                </a:lnTo>
                <a:lnTo>
                  <a:pt x="500093" y="91365"/>
                </a:lnTo>
                <a:lnTo>
                  <a:pt x="498307" y="91365"/>
                </a:lnTo>
                <a:lnTo>
                  <a:pt x="498307" y="87782"/>
                </a:lnTo>
                <a:lnTo>
                  <a:pt x="496521" y="87782"/>
                </a:lnTo>
                <a:lnTo>
                  <a:pt x="496521" y="85990"/>
                </a:lnTo>
                <a:lnTo>
                  <a:pt x="494734" y="85990"/>
                </a:lnTo>
                <a:lnTo>
                  <a:pt x="494734" y="84199"/>
                </a:lnTo>
                <a:lnTo>
                  <a:pt x="492948" y="84199"/>
                </a:lnTo>
                <a:lnTo>
                  <a:pt x="492948" y="82407"/>
                </a:lnTo>
                <a:lnTo>
                  <a:pt x="489376" y="82407"/>
                </a:lnTo>
                <a:lnTo>
                  <a:pt x="489376" y="80616"/>
                </a:lnTo>
                <a:close/>
                <a:moveTo>
                  <a:pt x="1819980" y="78825"/>
                </a:moveTo>
                <a:lnTo>
                  <a:pt x="1825338" y="78825"/>
                </a:lnTo>
                <a:lnTo>
                  <a:pt x="1825338" y="80616"/>
                </a:lnTo>
                <a:lnTo>
                  <a:pt x="1827124" y="80616"/>
                </a:lnTo>
                <a:lnTo>
                  <a:pt x="1827124" y="85990"/>
                </a:lnTo>
                <a:lnTo>
                  <a:pt x="1825338" y="85990"/>
                </a:lnTo>
                <a:lnTo>
                  <a:pt x="1825338" y="87782"/>
                </a:lnTo>
                <a:lnTo>
                  <a:pt x="1818194" y="87782"/>
                </a:lnTo>
                <a:lnTo>
                  <a:pt x="1818194" y="84199"/>
                </a:lnTo>
                <a:lnTo>
                  <a:pt x="1816408" y="84199"/>
                </a:lnTo>
                <a:lnTo>
                  <a:pt x="1816408" y="82407"/>
                </a:lnTo>
                <a:lnTo>
                  <a:pt x="1818194" y="82407"/>
                </a:lnTo>
                <a:lnTo>
                  <a:pt x="1818194" y="80616"/>
                </a:lnTo>
                <a:lnTo>
                  <a:pt x="1819980" y="80616"/>
                </a:lnTo>
                <a:close/>
                <a:moveTo>
                  <a:pt x="271479" y="94948"/>
                </a:moveTo>
                <a:lnTo>
                  <a:pt x="301842" y="94948"/>
                </a:lnTo>
                <a:lnTo>
                  <a:pt x="301842" y="98531"/>
                </a:lnTo>
                <a:lnTo>
                  <a:pt x="294697" y="98531"/>
                </a:lnTo>
                <a:lnTo>
                  <a:pt x="294697" y="100322"/>
                </a:lnTo>
                <a:lnTo>
                  <a:pt x="292911" y="100322"/>
                </a:lnTo>
                <a:lnTo>
                  <a:pt x="292911" y="103905"/>
                </a:lnTo>
                <a:lnTo>
                  <a:pt x="291125" y="103905"/>
                </a:lnTo>
                <a:lnTo>
                  <a:pt x="291125" y="105697"/>
                </a:lnTo>
                <a:lnTo>
                  <a:pt x="292911" y="105697"/>
                </a:lnTo>
                <a:lnTo>
                  <a:pt x="292911" y="107488"/>
                </a:lnTo>
                <a:lnTo>
                  <a:pt x="291125" y="107488"/>
                </a:lnTo>
                <a:lnTo>
                  <a:pt x="291125" y="112862"/>
                </a:lnTo>
                <a:lnTo>
                  <a:pt x="289339" y="112862"/>
                </a:lnTo>
                <a:lnTo>
                  <a:pt x="289339" y="114654"/>
                </a:lnTo>
                <a:lnTo>
                  <a:pt x="291125" y="114654"/>
                </a:lnTo>
                <a:lnTo>
                  <a:pt x="291125" y="116445"/>
                </a:lnTo>
                <a:lnTo>
                  <a:pt x="289339" y="116445"/>
                </a:lnTo>
                <a:lnTo>
                  <a:pt x="289339" y="121820"/>
                </a:lnTo>
                <a:lnTo>
                  <a:pt x="287553" y="121820"/>
                </a:lnTo>
                <a:lnTo>
                  <a:pt x="287553" y="127194"/>
                </a:lnTo>
                <a:lnTo>
                  <a:pt x="285767" y="127194"/>
                </a:lnTo>
                <a:lnTo>
                  <a:pt x="285767" y="134360"/>
                </a:lnTo>
                <a:lnTo>
                  <a:pt x="283981" y="134360"/>
                </a:lnTo>
                <a:lnTo>
                  <a:pt x="283981" y="139734"/>
                </a:lnTo>
                <a:lnTo>
                  <a:pt x="282195" y="139734"/>
                </a:lnTo>
                <a:lnTo>
                  <a:pt x="282195" y="150483"/>
                </a:lnTo>
                <a:lnTo>
                  <a:pt x="280409" y="150483"/>
                </a:lnTo>
                <a:lnTo>
                  <a:pt x="280409" y="154066"/>
                </a:lnTo>
                <a:lnTo>
                  <a:pt x="278623" y="154066"/>
                </a:lnTo>
                <a:lnTo>
                  <a:pt x="278623" y="155858"/>
                </a:lnTo>
                <a:lnTo>
                  <a:pt x="276837" y="155858"/>
                </a:lnTo>
                <a:lnTo>
                  <a:pt x="276837" y="159441"/>
                </a:lnTo>
                <a:lnTo>
                  <a:pt x="275051" y="159441"/>
                </a:lnTo>
                <a:lnTo>
                  <a:pt x="275051" y="161232"/>
                </a:lnTo>
                <a:lnTo>
                  <a:pt x="273265" y="161232"/>
                </a:lnTo>
                <a:lnTo>
                  <a:pt x="273265" y="163024"/>
                </a:lnTo>
                <a:lnTo>
                  <a:pt x="267907" y="163024"/>
                </a:lnTo>
                <a:lnTo>
                  <a:pt x="267907" y="164815"/>
                </a:lnTo>
                <a:lnTo>
                  <a:pt x="264335" y="164815"/>
                </a:lnTo>
                <a:lnTo>
                  <a:pt x="264335" y="166606"/>
                </a:lnTo>
                <a:lnTo>
                  <a:pt x="250046" y="166606"/>
                </a:lnTo>
                <a:lnTo>
                  <a:pt x="250046" y="164815"/>
                </a:lnTo>
                <a:lnTo>
                  <a:pt x="246474" y="164815"/>
                </a:lnTo>
                <a:lnTo>
                  <a:pt x="246474" y="163024"/>
                </a:lnTo>
                <a:lnTo>
                  <a:pt x="244688" y="163024"/>
                </a:lnTo>
                <a:lnTo>
                  <a:pt x="244688" y="161232"/>
                </a:lnTo>
                <a:lnTo>
                  <a:pt x="242902" y="161232"/>
                </a:lnTo>
                <a:lnTo>
                  <a:pt x="242902" y="159441"/>
                </a:lnTo>
                <a:lnTo>
                  <a:pt x="241116" y="159441"/>
                </a:lnTo>
                <a:lnTo>
                  <a:pt x="241116" y="152275"/>
                </a:lnTo>
                <a:lnTo>
                  <a:pt x="242902" y="152275"/>
                </a:lnTo>
                <a:lnTo>
                  <a:pt x="242902" y="150483"/>
                </a:lnTo>
                <a:lnTo>
                  <a:pt x="244688" y="150483"/>
                </a:lnTo>
                <a:lnTo>
                  <a:pt x="244688" y="148692"/>
                </a:lnTo>
                <a:lnTo>
                  <a:pt x="246474" y="148692"/>
                </a:lnTo>
                <a:lnTo>
                  <a:pt x="246474" y="146900"/>
                </a:lnTo>
                <a:lnTo>
                  <a:pt x="251832" y="146900"/>
                </a:lnTo>
                <a:lnTo>
                  <a:pt x="251832" y="148692"/>
                </a:lnTo>
                <a:lnTo>
                  <a:pt x="253618" y="148692"/>
                </a:lnTo>
                <a:lnTo>
                  <a:pt x="253618" y="154066"/>
                </a:lnTo>
                <a:lnTo>
                  <a:pt x="251832" y="154066"/>
                </a:lnTo>
                <a:lnTo>
                  <a:pt x="251832" y="157649"/>
                </a:lnTo>
                <a:lnTo>
                  <a:pt x="248260" y="157649"/>
                </a:lnTo>
                <a:lnTo>
                  <a:pt x="248260" y="161232"/>
                </a:lnTo>
                <a:lnTo>
                  <a:pt x="250046" y="161232"/>
                </a:lnTo>
                <a:lnTo>
                  <a:pt x="250046" y="163024"/>
                </a:lnTo>
                <a:lnTo>
                  <a:pt x="262549" y="163024"/>
                </a:lnTo>
                <a:lnTo>
                  <a:pt x="262549" y="161232"/>
                </a:lnTo>
                <a:lnTo>
                  <a:pt x="266121" y="161232"/>
                </a:lnTo>
                <a:lnTo>
                  <a:pt x="266121" y="157649"/>
                </a:lnTo>
                <a:lnTo>
                  <a:pt x="267907" y="157649"/>
                </a:lnTo>
                <a:lnTo>
                  <a:pt x="267907" y="155858"/>
                </a:lnTo>
                <a:lnTo>
                  <a:pt x="269693" y="155858"/>
                </a:lnTo>
                <a:lnTo>
                  <a:pt x="269693" y="152275"/>
                </a:lnTo>
                <a:lnTo>
                  <a:pt x="271479" y="152275"/>
                </a:lnTo>
                <a:lnTo>
                  <a:pt x="271479" y="148692"/>
                </a:lnTo>
                <a:lnTo>
                  <a:pt x="273265" y="148692"/>
                </a:lnTo>
                <a:lnTo>
                  <a:pt x="273265" y="146900"/>
                </a:lnTo>
                <a:lnTo>
                  <a:pt x="271479" y="146900"/>
                </a:lnTo>
                <a:lnTo>
                  <a:pt x="271479" y="145109"/>
                </a:lnTo>
                <a:lnTo>
                  <a:pt x="273265" y="145109"/>
                </a:lnTo>
                <a:lnTo>
                  <a:pt x="273265" y="137943"/>
                </a:lnTo>
                <a:lnTo>
                  <a:pt x="275051" y="137943"/>
                </a:lnTo>
                <a:lnTo>
                  <a:pt x="275051" y="130777"/>
                </a:lnTo>
                <a:lnTo>
                  <a:pt x="276837" y="130777"/>
                </a:lnTo>
                <a:lnTo>
                  <a:pt x="276837" y="125403"/>
                </a:lnTo>
                <a:lnTo>
                  <a:pt x="278623" y="125403"/>
                </a:lnTo>
                <a:lnTo>
                  <a:pt x="278623" y="118237"/>
                </a:lnTo>
                <a:lnTo>
                  <a:pt x="280409" y="118237"/>
                </a:lnTo>
                <a:lnTo>
                  <a:pt x="280409" y="112862"/>
                </a:lnTo>
                <a:lnTo>
                  <a:pt x="282195" y="112862"/>
                </a:lnTo>
                <a:lnTo>
                  <a:pt x="282195" y="111071"/>
                </a:lnTo>
                <a:lnTo>
                  <a:pt x="280409" y="111071"/>
                </a:lnTo>
                <a:lnTo>
                  <a:pt x="280409" y="107488"/>
                </a:lnTo>
                <a:lnTo>
                  <a:pt x="282195" y="107488"/>
                </a:lnTo>
                <a:lnTo>
                  <a:pt x="282195" y="102114"/>
                </a:lnTo>
                <a:lnTo>
                  <a:pt x="283981" y="102114"/>
                </a:lnTo>
                <a:lnTo>
                  <a:pt x="283981" y="100322"/>
                </a:lnTo>
                <a:lnTo>
                  <a:pt x="282195" y="100322"/>
                </a:lnTo>
                <a:lnTo>
                  <a:pt x="282195" y="98531"/>
                </a:lnTo>
                <a:lnTo>
                  <a:pt x="271479" y="98531"/>
                </a:lnTo>
                <a:close/>
                <a:moveTo>
                  <a:pt x="1527069" y="94948"/>
                </a:moveTo>
                <a:lnTo>
                  <a:pt x="1534213" y="94948"/>
                </a:lnTo>
                <a:lnTo>
                  <a:pt x="1534213" y="96739"/>
                </a:lnTo>
                <a:lnTo>
                  <a:pt x="1535999" y="96739"/>
                </a:lnTo>
                <a:lnTo>
                  <a:pt x="1535999" y="102114"/>
                </a:lnTo>
                <a:lnTo>
                  <a:pt x="1534213" y="102114"/>
                </a:lnTo>
                <a:lnTo>
                  <a:pt x="1534213" y="103905"/>
                </a:lnTo>
                <a:lnTo>
                  <a:pt x="1527069" y="103905"/>
                </a:lnTo>
                <a:close/>
                <a:moveTo>
                  <a:pt x="158958" y="96739"/>
                </a:moveTo>
                <a:lnTo>
                  <a:pt x="176818" y="96739"/>
                </a:lnTo>
                <a:lnTo>
                  <a:pt x="176818" y="98531"/>
                </a:lnTo>
                <a:lnTo>
                  <a:pt x="178605" y="98531"/>
                </a:lnTo>
                <a:lnTo>
                  <a:pt x="178605" y="100322"/>
                </a:lnTo>
                <a:lnTo>
                  <a:pt x="182177" y="100322"/>
                </a:lnTo>
                <a:lnTo>
                  <a:pt x="182177" y="102114"/>
                </a:lnTo>
                <a:lnTo>
                  <a:pt x="183963" y="102114"/>
                </a:lnTo>
                <a:lnTo>
                  <a:pt x="183963" y="103905"/>
                </a:lnTo>
                <a:lnTo>
                  <a:pt x="185749" y="103905"/>
                </a:lnTo>
                <a:lnTo>
                  <a:pt x="185749" y="107488"/>
                </a:lnTo>
                <a:lnTo>
                  <a:pt x="187535" y="107488"/>
                </a:lnTo>
                <a:lnTo>
                  <a:pt x="187535" y="111071"/>
                </a:lnTo>
                <a:lnTo>
                  <a:pt x="189321" y="111071"/>
                </a:lnTo>
                <a:lnTo>
                  <a:pt x="189321" y="114654"/>
                </a:lnTo>
                <a:lnTo>
                  <a:pt x="191107" y="114654"/>
                </a:lnTo>
                <a:lnTo>
                  <a:pt x="191107" y="123611"/>
                </a:lnTo>
                <a:lnTo>
                  <a:pt x="192893" y="123611"/>
                </a:lnTo>
                <a:lnTo>
                  <a:pt x="192893" y="139734"/>
                </a:lnTo>
                <a:lnTo>
                  <a:pt x="191107" y="139734"/>
                </a:lnTo>
                <a:lnTo>
                  <a:pt x="191107" y="148692"/>
                </a:lnTo>
                <a:lnTo>
                  <a:pt x="189321" y="148692"/>
                </a:lnTo>
                <a:lnTo>
                  <a:pt x="189321" y="152275"/>
                </a:lnTo>
                <a:lnTo>
                  <a:pt x="187535" y="152275"/>
                </a:lnTo>
                <a:lnTo>
                  <a:pt x="187535" y="155858"/>
                </a:lnTo>
                <a:lnTo>
                  <a:pt x="185749" y="155858"/>
                </a:lnTo>
                <a:lnTo>
                  <a:pt x="185749" y="159441"/>
                </a:lnTo>
                <a:lnTo>
                  <a:pt x="183963" y="159441"/>
                </a:lnTo>
                <a:lnTo>
                  <a:pt x="183963" y="161232"/>
                </a:lnTo>
                <a:lnTo>
                  <a:pt x="182177" y="161232"/>
                </a:lnTo>
                <a:lnTo>
                  <a:pt x="182177" y="163024"/>
                </a:lnTo>
                <a:lnTo>
                  <a:pt x="180391" y="163024"/>
                </a:lnTo>
                <a:lnTo>
                  <a:pt x="180391" y="164815"/>
                </a:lnTo>
                <a:lnTo>
                  <a:pt x="178605" y="164815"/>
                </a:lnTo>
                <a:lnTo>
                  <a:pt x="178605" y="166606"/>
                </a:lnTo>
                <a:lnTo>
                  <a:pt x="176818" y="166606"/>
                </a:lnTo>
                <a:lnTo>
                  <a:pt x="176818" y="164815"/>
                </a:lnTo>
                <a:lnTo>
                  <a:pt x="175032" y="164815"/>
                </a:lnTo>
                <a:lnTo>
                  <a:pt x="175032" y="166606"/>
                </a:lnTo>
                <a:lnTo>
                  <a:pt x="160744" y="166606"/>
                </a:lnTo>
                <a:lnTo>
                  <a:pt x="160744" y="164815"/>
                </a:lnTo>
                <a:lnTo>
                  <a:pt x="157172" y="164815"/>
                </a:lnTo>
                <a:lnTo>
                  <a:pt x="157172" y="163024"/>
                </a:lnTo>
                <a:lnTo>
                  <a:pt x="153600" y="163024"/>
                </a:lnTo>
                <a:lnTo>
                  <a:pt x="153600" y="161232"/>
                </a:lnTo>
                <a:lnTo>
                  <a:pt x="151814" y="161232"/>
                </a:lnTo>
                <a:lnTo>
                  <a:pt x="151814" y="159441"/>
                </a:lnTo>
                <a:lnTo>
                  <a:pt x="150028" y="159441"/>
                </a:lnTo>
                <a:lnTo>
                  <a:pt x="150028" y="155858"/>
                </a:lnTo>
                <a:lnTo>
                  <a:pt x="148242" y="155858"/>
                </a:lnTo>
                <a:lnTo>
                  <a:pt x="148242" y="152275"/>
                </a:lnTo>
                <a:lnTo>
                  <a:pt x="146456" y="152275"/>
                </a:lnTo>
                <a:lnTo>
                  <a:pt x="146456" y="148692"/>
                </a:lnTo>
                <a:lnTo>
                  <a:pt x="144670" y="148692"/>
                </a:lnTo>
                <a:lnTo>
                  <a:pt x="144670" y="139734"/>
                </a:lnTo>
                <a:lnTo>
                  <a:pt x="142884" y="139734"/>
                </a:lnTo>
                <a:lnTo>
                  <a:pt x="142884" y="125403"/>
                </a:lnTo>
                <a:lnTo>
                  <a:pt x="144670" y="125403"/>
                </a:lnTo>
                <a:lnTo>
                  <a:pt x="144670" y="116445"/>
                </a:lnTo>
                <a:lnTo>
                  <a:pt x="146456" y="116445"/>
                </a:lnTo>
                <a:lnTo>
                  <a:pt x="146456" y="111071"/>
                </a:lnTo>
                <a:lnTo>
                  <a:pt x="148242" y="111071"/>
                </a:lnTo>
                <a:lnTo>
                  <a:pt x="148242" y="107488"/>
                </a:lnTo>
                <a:lnTo>
                  <a:pt x="150028" y="107488"/>
                </a:lnTo>
                <a:lnTo>
                  <a:pt x="150028" y="105697"/>
                </a:lnTo>
                <a:lnTo>
                  <a:pt x="151814" y="105697"/>
                </a:lnTo>
                <a:lnTo>
                  <a:pt x="151814" y="102114"/>
                </a:lnTo>
                <a:lnTo>
                  <a:pt x="153600" y="102114"/>
                </a:lnTo>
                <a:lnTo>
                  <a:pt x="153600" y="100322"/>
                </a:lnTo>
                <a:lnTo>
                  <a:pt x="157172" y="100322"/>
                </a:lnTo>
                <a:lnTo>
                  <a:pt x="157172" y="98531"/>
                </a:lnTo>
                <a:lnTo>
                  <a:pt x="158958" y="98531"/>
                </a:lnTo>
                <a:close/>
                <a:moveTo>
                  <a:pt x="162530" y="100322"/>
                </a:moveTo>
                <a:lnTo>
                  <a:pt x="162530" y="102114"/>
                </a:lnTo>
                <a:lnTo>
                  <a:pt x="158958" y="102114"/>
                </a:lnTo>
                <a:lnTo>
                  <a:pt x="158958" y="103905"/>
                </a:lnTo>
                <a:lnTo>
                  <a:pt x="157172" y="103905"/>
                </a:lnTo>
                <a:lnTo>
                  <a:pt x="157172" y="107488"/>
                </a:lnTo>
                <a:lnTo>
                  <a:pt x="155386" y="107488"/>
                </a:lnTo>
                <a:lnTo>
                  <a:pt x="155386" y="112862"/>
                </a:lnTo>
                <a:lnTo>
                  <a:pt x="153600" y="112862"/>
                </a:lnTo>
                <a:lnTo>
                  <a:pt x="153600" y="150483"/>
                </a:lnTo>
                <a:lnTo>
                  <a:pt x="155386" y="150483"/>
                </a:lnTo>
                <a:lnTo>
                  <a:pt x="155386" y="155858"/>
                </a:lnTo>
                <a:lnTo>
                  <a:pt x="157172" y="155858"/>
                </a:lnTo>
                <a:lnTo>
                  <a:pt x="157172" y="159441"/>
                </a:lnTo>
                <a:lnTo>
                  <a:pt x="158958" y="159441"/>
                </a:lnTo>
                <a:lnTo>
                  <a:pt x="158958" y="161232"/>
                </a:lnTo>
                <a:lnTo>
                  <a:pt x="160744" y="161232"/>
                </a:lnTo>
                <a:lnTo>
                  <a:pt x="160744" y="163024"/>
                </a:lnTo>
                <a:lnTo>
                  <a:pt x="175032" y="163024"/>
                </a:lnTo>
                <a:lnTo>
                  <a:pt x="175032" y="161232"/>
                </a:lnTo>
                <a:lnTo>
                  <a:pt x="176818" y="161232"/>
                </a:lnTo>
                <a:lnTo>
                  <a:pt x="176818" y="159441"/>
                </a:lnTo>
                <a:lnTo>
                  <a:pt x="178605" y="159441"/>
                </a:lnTo>
                <a:lnTo>
                  <a:pt x="178605" y="155858"/>
                </a:lnTo>
                <a:lnTo>
                  <a:pt x="180391" y="155858"/>
                </a:lnTo>
                <a:lnTo>
                  <a:pt x="180391" y="150483"/>
                </a:lnTo>
                <a:lnTo>
                  <a:pt x="182177" y="150483"/>
                </a:lnTo>
                <a:lnTo>
                  <a:pt x="182177" y="112862"/>
                </a:lnTo>
                <a:lnTo>
                  <a:pt x="180391" y="112862"/>
                </a:lnTo>
                <a:lnTo>
                  <a:pt x="180391" y="107488"/>
                </a:lnTo>
                <a:lnTo>
                  <a:pt x="178605" y="107488"/>
                </a:lnTo>
                <a:lnTo>
                  <a:pt x="178605" y="103905"/>
                </a:lnTo>
                <a:lnTo>
                  <a:pt x="176818" y="103905"/>
                </a:lnTo>
                <a:lnTo>
                  <a:pt x="176818" y="102114"/>
                </a:lnTo>
                <a:lnTo>
                  <a:pt x="173246" y="102114"/>
                </a:lnTo>
                <a:lnTo>
                  <a:pt x="173246" y="100322"/>
                </a:lnTo>
                <a:close/>
                <a:moveTo>
                  <a:pt x="2020017" y="98531"/>
                </a:moveTo>
                <a:lnTo>
                  <a:pt x="2114677" y="98531"/>
                </a:lnTo>
                <a:lnTo>
                  <a:pt x="2114677" y="100322"/>
                </a:lnTo>
                <a:lnTo>
                  <a:pt x="2116463" y="100322"/>
                </a:lnTo>
                <a:lnTo>
                  <a:pt x="2116463" y="103905"/>
                </a:lnTo>
                <a:lnTo>
                  <a:pt x="2114677" y="103905"/>
                </a:lnTo>
                <a:lnTo>
                  <a:pt x="2114677" y="105697"/>
                </a:lnTo>
                <a:lnTo>
                  <a:pt x="2020017" y="105697"/>
                </a:lnTo>
                <a:lnTo>
                  <a:pt x="2020017" y="102114"/>
                </a:lnTo>
                <a:lnTo>
                  <a:pt x="2018231" y="102114"/>
                </a:lnTo>
                <a:lnTo>
                  <a:pt x="2018231" y="100322"/>
                </a:lnTo>
                <a:lnTo>
                  <a:pt x="2020017" y="100322"/>
                </a:lnTo>
                <a:close/>
                <a:moveTo>
                  <a:pt x="1214511" y="100322"/>
                </a:moveTo>
                <a:lnTo>
                  <a:pt x="1219869" y="100322"/>
                </a:lnTo>
                <a:lnTo>
                  <a:pt x="1219869" y="102114"/>
                </a:lnTo>
                <a:lnTo>
                  <a:pt x="1221655" y="102114"/>
                </a:lnTo>
                <a:lnTo>
                  <a:pt x="1221655" y="105697"/>
                </a:lnTo>
                <a:lnTo>
                  <a:pt x="1219869" y="105697"/>
                </a:lnTo>
                <a:lnTo>
                  <a:pt x="1219869" y="107488"/>
                </a:lnTo>
                <a:lnTo>
                  <a:pt x="1218083" y="107488"/>
                </a:lnTo>
                <a:lnTo>
                  <a:pt x="1218083" y="109280"/>
                </a:lnTo>
                <a:lnTo>
                  <a:pt x="1216297" y="109280"/>
                </a:lnTo>
                <a:lnTo>
                  <a:pt x="1216297" y="111071"/>
                </a:lnTo>
                <a:lnTo>
                  <a:pt x="1214511" y="111071"/>
                </a:lnTo>
                <a:lnTo>
                  <a:pt x="1214511" y="109280"/>
                </a:lnTo>
                <a:lnTo>
                  <a:pt x="1212725" y="109280"/>
                </a:lnTo>
                <a:lnTo>
                  <a:pt x="1212725" y="107488"/>
                </a:lnTo>
                <a:lnTo>
                  <a:pt x="1210939" y="107488"/>
                </a:lnTo>
                <a:lnTo>
                  <a:pt x="1210939" y="103905"/>
                </a:lnTo>
                <a:lnTo>
                  <a:pt x="1212725" y="103905"/>
                </a:lnTo>
                <a:lnTo>
                  <a:pt x="1212725" y="102114"/>
                </a:lnTo>
                <a:lnTo>
                  <a:pt x="1214511" y="102114"/>
                </a:lnTo>
                <a:close/>
                <a:moveTo>
                  <a:pt x="1712817" y="100322"/>
                </a:moveTo>
                <a:lnTo>
                  <a:pt x="1714603" y="100322"/>
                </a:lnTo>
                <a:lnTo>
                  <a:pt x="1714603" y="102114"/>
                </a:lnTo>
                <a:lnTo>
                  <a:pt x="1719961" y="102114"/>
                </a:lnTo>
                <a:lnTo>
                  <a:pt x="1719961" y="103905"/>
                </a:lnTo>
                <a:lnTo>
                  <a:pt x="1721747" y="103905"/>
                </a:lnTo>
                <a:lnTo>
                  <a:pt x="1721747" y="105697"/>
                </a:lnTo>
                <a:lnTo>
                  <a:pt x="1723533" y="105697"/>
                </a:lnTo>
                <a:lnTo>
                  <a:pt x="1723533" y="107488"/>
                </a:lnTo>
                <a:lnTo>
                  <a:pt x="1725320" y="107488"/>
                </a:lnTo>
                <a:lnTo>
                  <a:pt x="1725320" y="105697"/>
                </a:lnTo>
                <a:lnTo>
                  <a:pt x="1727106" y="105697"/>
                </a:lnTo>
                <a:lnTo>
                  <a:pt x="1727106" y="103905"/>
                </a:lnTo>
                <a:lnTo>
                  <a:pt x="1730678" y="103905"/>
                </a:lnTo>
                <a:lnTo>
                  <a:pt x="1730678" y="102114"/>
                </a:lnTo>
                <a:lnTo>
                  <a:pt x="1736036" y="102114"/>
                </a:lnTo>
                <a:lnTo>
                  <a:pt x="1736036" y="100322"/>
                </a:lnTo>
                <a:lnTo>
                  <a:pt x="1739608" y="100322"/>
                </a:lnTo>
                <a:lnTo>
                  <a:pt x="1739608" y="102114"/>
                </a:lnTo>
                <a:lnTo>
                  <a:pt x="1744966" y="102114"/>
                </a:lnTo>
                <a:lnTo>
                  <a:pt x="1744966" y="103905"/>
                </a:lnTo>
                <a:lnTo>
                  <a:pt x="1748538" y="103905"/>
                </a:lnTo>
                <a:lnTo>
                  <a:pt x="1748538" y="107488"/>
                </a:lnTo>
                <a:lnTo>
                  <a:pt x="1750324" y="107488"/>
                </a:lnTo>
                <a:lnTo>
                  <a:pt x="1750324" y="111071"/>
                </a:lnTo>
                <a:lnTo>
                  <a:pt x="1748538" y="111071"/>
                </a:lnTo>
                <a:lnTo>
                  <a:pt x="1748538" y="112862"/>
                </a:lnTo>
                <a:lnTo>
                  <a:pt x="1746752" y="112862"/>
                </a:lnTo>
                <a:lnTo>
                  <a:pt x="1746752" y="114654"/>
                </a:lnTo>
                <a:lnTo>
                  <a:pt x="1741394" y="114654"/>
                </a:lnTo>
                <a:lnTo>
                  <a:pt x="1741394" y="112862"/>
                </a:lnTo>
                <a:lnTo>
                  <a:pt x="1739608" y="112862"/>
                </a:lnTo>
                <a:lnTo>
                  <a:pt x="1739608" y="107488"/>
                </a:lnTo>
                <a:lnTo>
                  <a:pt x="1741394" y="107488"/>
                </a:lnTo>
                <a:lnTo>
                  <a:pt x="1741394" y="105697"/>
                </a:lnTo>
                <a:lnTo>
                  <a:pt x="1739608" y="105697"/>
                </a:lnTo>
                <a:lnTo>
                  <a:pt x="1739608" y="103905"/>
                </a:lnTo>
                <a:lnTo>
                  <a:pt x="1737822" y="103905"/>
                </a:lnTo>
                <a:lnTo>
                  <a:pt x="1737822" y="105697"/>
                </a:lnTo>
                <a:lnTo>
                  <a:pt x="1730678" y="105697"/>
                </a:lnTo>
                <a:lnTo>
                  <a:pt x="1730678" y="107488"/>
                </a:lnTo>
                <a:lnTo>
                  <a:pt x="1728892" y="107488"/>
                </a:lnTo>
                <a:lnTo>
                  <a:pt x="1728892" y="109280"/>
                </a:lnTo>
                <a:lnTo>
                  <a:pt x="1727106" y="109280"/>
                </a:lnTo>
                <a:lnTo>
                  <a:pt x="1727106" y="111071"/>
                </a:lnTo>
                <a:lnTo>
                  <a:pt x="1725320" y="111071"/>
                </a:lnTo>
                <a:lnTo>
                  <a:pt x="1725320" y="114654"/>
                </a:lnTo>
                <a:lnTo>
                  <a:pt x="1723533" y="114654"/>
                </a:lnTo>
                <a:lnTo>
                  <a:pt x="1723533" y="120028"/>
                </a:lnTo>
                <a:lnTo>
                  <a:pt x="1721747" y="120028"/>
                </a:lnTo>
                <a:lnTo>
                  <a:pt x="1721747" y="127194"/>
                </a:lnTo>
                <a:lnTo>
                  <a:pt x="1719961" y="127194"/>
                </a:lnTo>
                <a:lnTo>
                  <a:pt x="1719961" y="132569"/>
                </a:lnTo>
                <a:lnTo>
                  <a:pt x="1718175" y="132569"/>
                </a:lnTo>
                <a:lnTo>
                  <a:pt x="1718175" y="143317"/>
                </a:lnTo>
                <a:lnTo>
                  <a:pt x="1716389" y="143317"/>
                </a:lnTo>
                <a:lnTo>
                  <a:pt x="1716389" y="146900"/>
                </a:lnTo>
                <a:lnTo>
                  <a:pt x="1714603" y="146900"/>
                </a:lnTo>
                <a:lnTo>
                  <a:pt x="1714603" y="148692"/>
                </a:lnTo>
                <a:lnTo>
                  <a:pt x="1709245" y="148692"/>
                </a:lnTo>
                <a:lnTo>
                  <a:pt x="1709245" y="134360"/>
                </a:lnTo>
                <a:lnTo>
                  <a:pt x="1711031" y="134360"/>
                </a:lnTo>
                <a:lnTo>
                  <a:pt x="1711031" y="128986"/>
                </a:lnTo>
                <a:lnTo>
                  <a:pt x="1712817" y="128986"/>
                </a:lnTo>
                <a:lnTo>
                  <a:pt x="1712817" y="121820"/>
                </a:lnTo>
                <a:lnTo>
                  <a:pt x="1714603" y="121820"/>
                </a:lnTo>
                <a:lnTo>
                  <a:pt x="1714603" y="116445"/>
                </a:lnTo>
                <a:lnTo>
                  <a:pt x="1716389" y="116445"/>
                </a:lnTo>
                <a:lnTo>
                  <a:pt x="1716389" y="105697"/>
                </a:lnTo>
                <a:lnTo>
                  <a:pt x="1714603" y="105697"/>
                </a:lnTo>
                <a:lnTo>
                  <a:pt x="1714603" y="103905"/>
                </a:lnTo>
                <a:lnTo>
                  <a:pt x="1712817" y="103905"/>
                </a:lnTo>
                <a:lnTo>
                  <a:pt x="1712817" y="105697"/>
                </a:lnTo>
                <a:lnTo>
                  <a:pt x="1709245" y="105697"/>
                </a:lnTo>
                <a:lnTo>
                  <a:pt x="1709245" y="109280"/>
                </a:lnTo>
                <a:lnTo>
                  <a:pt x="1707459" y="109280"/>
                </a:lnTo>
                <a:lnTo>
                  <a:pt x="1707459" y="112862"/>
                </a:lnTo>
                <a:lnTo>
                  <a:pt x="1705673" y="112862"/>
                </a:lnTo>
                <a:lnTo>
                  <a:pt x="1705673" y="118237"/>
                </a:lnTo>
                <a:lnTo>
                  <a:pt x="1700315" y="118237"/>
                </a:lnTo>
                <a:lnTo>
                  <a:pt x="1700315" y="116445"/>
                </a:lnTo>
                <a:lnTo>
                  <a:pt x="1702101" y="116445"/>
                </a:lnTo>
                <a:lnTo>
                  <a:pt x="1702101" y="111071"/>
                </a:lnTo>
                <a:lnTo>
                  <a:pt x="1703887" y="111071"/>
                </a:lnTo>
                <a:lnTo>
                  <a:pt x="1703887" y="107488"/>
                </a:lnTo>
                <a:lnTo>
                  <a:pt x="1705673" y="107488"/>
                </a:lnTo>
                <a:lnTo>
                  <a:pt x="1705673" y="105697"/>
                </a:lnTo>
                <a:lnTo>
                  <a:pt x="1707459" y="105697"/>
                </a:lnTo>
                <a:lnTo>
                  <a:pt x="1707459" y="103905"/>
                </a:lnTo>
                <a:lnTo>
                  <a:pt x="1709245" y="103905"/>
                </a:lnTo>
                <a:lnTo>
                  <a:pt x="1709245" y="102114"/>
                </a:lnTo>
                <a:lnTo>
                  <a:pt x="1712817" y="102114"/>
                </a:lnTo>
                <a:close/>
                <a:moveTo>
                  <a:pt x="1811050" y="100322"/>
                </a:moveTo>
                <a:lnTo>
                  <a:pt x="1814622" y="100322"/>
                </a:lnTo>
                <a:lnTo>
                  <a:pt x="1814622" y="102114"/>
                </a:lnTo>
                <a:lnTo>
                  <a:pt x="1818194" y="102114"/>
                </a:lnTo>
                <a:lnTo>
                  <a:pt x="1818194" y="103905"/>
                </a:lnTo>
                <a:lnTo>
                  <a:pt x="1821766" y="103905"/>
                </a:lnTo>
                <a:lnTo>
                  <a:pt x="1821766" y="105697"/>
                </a:lnTo>
                <a:lnTo>
                  <a:pt x="1823552" y="105697"/>
                </a:lnTo>
                <a:lnTo>
                  <a:pt x="1823552" y="118237"/>
                </a:lnTo>
                <a:lnTo>
                  <a:pt x="1821766" y="118237"/>
                </a:lnTo>
                <a:lnTo>
                  <a:pt x="1821766" y="125403"/>
                </a:lnTo>
                <a:lnTo>
                  <a:pt x="1819980" y="125403"/>
                </a:lnTo>
                <a:lnTo>
                  <a:pt x="1819980" y="130777"/>
                </a:lnTo>
                <a:lnTo>
                  <a:pt x="1818194" y="130777"/>
                </a:lnTo>
                <a:lnTo>
                  <a:pt x="1818194" y="136152"/>
                </a:lnTo>
                <a:lnTo>
                  <a:pt x="1816408" y="136152"/>
                </a:lnTo>
                <a:lnTo>
                  <a:pt x="1816408" y="137943"/>
                </a:lnTo>
                <a:lnTo>
                  <a:pt x="1818194" y="137943"/>
                </a:lnTo>
                <a:lnTo>
                  <a:pt x="1818194" y="139734"/>
                </a:lnTo>
                <a:lnTo>
                  <a:pt x="1816408" y="139734"/>
                </a:lnTo>
                <a:lnTo>
                  <a:pt x="1816408" y="145109"/>
                </a:lnTo>
                <a:lnTo>
                  <a:pt x="1814622" y="145109"/>
                </a:lnTo>
                <a:lnTo>
                  <a:pt x="1814622" y="146900"/>
                </a:lnTo>
                <a:lnTo>
                  <a:pt x="1816408" y="146900"/>
                </a:lnTo>
                <a:lnTo>
                  <a:pt x="1816408" y="148692"/>
                </a:lnTo>
                <a:lnTo>
                  <a:pt x="1814622" y="148692"/>
                </a:lnTo>
                <a:lnTo>
                  <a:pt x="1814622" y="152275"/>
                </a:lnTo>
                <a:lnTo>
                  <a:pt x="1812836" y="152275"/>
                </a:lnTo>
                <a:lnTo>
                  <a:pt x="1812836" y="155858"/>
                </a:lnTo>
                <a:lnTo>
                  <a:pt x="1811050" y="155858"/>
                </a:lnTo>
                <a:lnTo>
                  <a:pt x="1811050" y="159441"/>
                </a:lnTo>
                <a:lnTo>
                  <a:pt x="1809264" y="159441"/>
                </a:lnTo>
                <a:lnTo>
                  <a:pt x="1809264" y="161232"/>
                </a:lnTo>
                <a:lnTo>
                  <a:pt x="1807478" y="161232"/>
                </a:lnTo>
                <a:lnTo>
                  <a:pt x="1807478" y="163024"/>
                </a:lnTo>
                <a:lnTo>
                  <a:pt x="1803905" y="163024"/>
                </a:lnTo>
                <a:lnTo>
                  <a:pt x="1803905" y="164815"/>
                </a:lnTo>
                <a:lnTo>
                  <a:pt x="1800333" y="164815"/>
                </a:lnTo>
                <a:lnTo>
                  <a:pt x="1800333" y="166606"/>
                </a:lnTo>
                <a:lnTo>
                  <a:pt x="1794975" y="166606"/>
                </a:lnTo>
                <a:lnTo>
                  <a:pt x="1794975" y="168398"/>
                </a:lnTo>
                <a:lnTo>
                  <a:pt x="1789617" y="168398"/>
                </a:lnTo>
                <a:lnTo>
                  <a:pt x="1789617" y="166606"/>
                </a:lnTo>
                <a:lnTo>
                  <a:pt x="1784259" y="166606"/>
                </a:lnTo>
                <a:lnTo>
                  <a:pt x="1784259" y="164815"/>
                </a:lnTo>
                <a:lnTo>
                  <a:pt x="1782473" y="164815"/>
                </a:lnTo>
                <a:lnTo>
                  <a:pt x="1782473" y="157649"/>
                </a:lnTo>
                <a:lnTo>
                  <a:pt x="1784259" y="157649"/>
                </a:lnTo>
                <a:lnTo>
                  <a:pt x="1784259" y="155858"/>
                </a:lnTo>
                <a:lnTo>
                  <a:pt x="1786045" y="155858"/>
                </a:lnTo>
                <a:lnTo>
                  <a:pt x="1786045" y="154066"/>
                </a:lnTo>
                <a:lnTo>
                  <a:pt x="1789617" y="154066"/>
                </a:lnTo>
                <a:lnTo>
                  <a:pt x="1789617" y="155858"/>
                </a:lnTo>
                <a:lnTo>
                  <a:pt x="1791403" y="155858"/>
                </a:lnTo>
                <a:lnTo>
                  <a:pt x="1791403" y="163024"/>
                </a:lnTo>
                <a:lnTo>
                  <a:pt x="1789617" y="163024"/>
                </a:lnTo>
                <a:lnTo>
                  <a:pt x="1789617" y="164815"/>
                </a:lnTo>
                <a:lnTo>
                  <a:pt x="1793189" y="164815"/>
                </a:lnTo>
                <a:lnTo>
                  <a:pt x="1793189" y="163024"/>
                </a:lnTo>
                <a:lnTo>
                  <a:pt x="1798547" y="163024"/>
                </a:lnTo>
                <a:lnTo>
                  <a:pt x="1798547" y="161232"/>
                </a:lnTo>
                <a:lnTo>
                  <a:pt x="1800333" y="161232"/>
                </a:lnTo>
                <a:lnTo>
                  <a:pt x="1800333" y="159441"/>
                </a:lnTo>
                <a:lnTo>
                  <a:pt x="1802119" y="159441"/>
                </a:lnTo>
                <a:lnTo>
                  <a:pt x="1802119" y="157649"/>
                </a:lnTo>
                <a:lnTo>
                  <a:pt x="1803905" y="157649"/>
                </a:lnTo>
                <a:lnTo>
                  <a:pt x="1803905" y="152275"/>
                </a:lnTo>
                <a:lnTo>
                  <a:pt x="1805692" y="152275"/>
                </a:lnTo>
                <a:lnTo>
                  <a:pt x="1805692" y="145109"/>
                </a:lnTo>
                <a:lnTo>
                  <a:pt x="1807478" y="145109"/>
                </a:lnTo>
                <a:lnTo>
                  <a:pt x="1807478" y="139734"/>
                </a:lnTo>
                <a:lnTo>
                  <a:pt x="1809264" y="139734"/>
                </a:lnTo>
                <a:lnTo>
                  <a:pt x="1809264" y="132569"/>
                </a:lnTo>
                <a:lnTo>
                  <a:pt x="1811050" y="132569"/>
                </a:lnTo>
                <a:lnTo>
                  <a:pt x="1811050" y="125403"/>
                </a:lnTo>
                <a:lnTo>
                  <a:pt x="1812836" y="125403"/>
                </a:lnTo>
                <a:lnTo>
                  <a:pt x="1812836" y="120028"/>
                </a:lnTo>
                <a:lnTo>
                  <a:pt x="1814622" y="120028"/>
                </a:lnTo>
                <a:lnTo>
                  <a:pt x="1814622" y="105697"/>
                </a:lnTo>
                <a:lnTo>
                  <a:pt x="1812836" y="105697"/>
                </a:lnTo>
                <a:lnTo>
                  <a:pt x="1812836" y="103905"/>
                </a:lnTo>
                <a:lnTo>
                  <a:pt x="1811050" y="103905"/>
                </a:lnTo>
                <a:lnTo>
                  <a:pt x="1811050" y="105697"/>
                </a:lnTo>
                <a:lnTo>
                  <a:pt x="1805692" y="105697"/>
                </a:lnTo>
                <a:lnTo>
                  <a:pt x="1805692" y="107488"/>
                </a:lnTo>
                <a:lnTo>
                  <a:pt x="1803905" y="107488"/>
                </a:lnTo>
                <a:lnTo>
                  <a:pt x="1803905" y="109280"/>
                </a:lnTo>
                <a:lnTo>
                  <a:pt x="1802119" y="109280"/>
                </a:lnTo>
                <a:lnTo>
                  <a:pt x="1802119" y="111071"/>
                </a:lnTo>
                <a:lnTo>
                  <a:pt x="1800333" y="111071"/>
                </a:lnTo>
                <a:lnTo>
                  <a:pt x="1800333" y="116445"/>
                </a:lnTo>
                <a:lnTo>
                  <a:pt x="1798547" y="116445"/>
                </a:lnTo>
                <a:lnTo>
                  <a:pt x="1798547" y="118237"/>
                </a:lnTo>
                <a:lnTo>
                  <a:pt x="1794975" y="118237"/>
                </a:lnTo>
                <a:lnTo>
                  <a:pt x="1794975" y="114654"/>
                </a:lnTo>
                <a:lnTo>
                  <a:pt x="1796761" y="114654"/>
                </a:lnTo>
                <a:lnTo>
                  <a:pt x="1796761" y="111071"/>
                </a:lnTo>
                <a:lnTo>
                  <a:pt x="1798547" y="111071"/>
                </a:lnTo>
                <a:lnTo>
                  <a:pt x="1798547" y="109280"/>
                </a:lnTo>
                <a:lnTo>
                  <a:pt x="1800333" y="109280"/>
                </a:lnTo>
                <a:lnTo>
                  <a:pt x="1800333" y="105697"/>
                </a:lnTo>
                <a:lnTo>
                  <a:pt x="1803905" y="105697"/>
                </a:lnTo>
                <a:lnTo>
                  <a:pt x="1803905" y="103905"/>
                </a:lnTo>
                <a:lnTo>
                  <a:pt x="1805692" y="103905"/>
                </a:lnTo>
                <a:lnTo>
                  <a:pt x="1805692" y="102114"/>
                </a:lnTo>
                <a:lnTo>
                  <a:pt x="1811050" y="102114"/>
                </a:lnTo>
                <a:close/>
                <a:moveTo>
                  <a:pt x="1421692" y="116445"/>
                </a:moveTo>
                <a:lnTo>
                  <a:pt x="1423478" y="116445"/>
                </a:lnTo>
                <a:lnTo>
                  <a:pt x="1423478" y="118237"/>
                </a:lnTo>
                <a:lnTo>
                  <a:pt x="1428836" y="118237"/>
                </a:lnTo>
                <a:lnTo>
                  <a:pt x="1428836" y="120028"/>
                </a:lnTo>
                <a:lnTo>
                  <a:pt x="1430622" y="120028"/>
                </a:lnTo>
                <a:lnTo>
                  <a:pt x="1430622" y="121820"/>
                </a:lnTo>
                <a:lnTo>
                  <a:pt x="1432408" y="121820"/>
                </a:lnTo>
                <a:lnTo>
                  <a:pt x="1432408" y="123611"/>
                </a:lnTo>
                <a:lnTo>
                  <a:pt x="1434194" y="123611"/>
                </a:lnTo>
                <a:lnTo>
                  <a:pt x="1434194" y="121820"/>
                </a:lnTo>
                <a:lnTo>
                  <a:pt x="1437766" y="121820"/>
                </a:lnTo>
                <a:lnTo>
                  <a:pt x="1437766" y="120028"/>
                </a:lnTo>
                <a:lnTo>
                  <a:pt x="1439552" y="120028"/>
                </a:lnTo>
                <a:lnTo>
                  <a:pt x="1439552" y="118237"/>
                </a:lnTo>
                <a:lnTo>
                  <a:pt x="1444910" y="118237"/>
                </a:lnTo>
                <a:lnTo>
                  <a:pt x="1444910" y="116445"/>
                </a:lnTo>
                <a:lnTo>
                  <a:pt x="1450269" y="116445"/>
                </a:lnTo>
                <a:lnTo>
                  <a:pt x="1450269" y="118237"/>
                </a:lnTo>
                <a:lnTo>
                  <a:pt x="1455627" y="118237"/>
                </a:lnTo>
                <a:lnTo>
                  <a:pt x="1455627" y="120028"/>
                </a:lnTo>
                <a:lnTo>
                  <a:pt x="1457413" y="120028"/>
                </a:lnTo>
                <a:lnTo>
                  <a:pt x="1457413" y="121820"/>
                </a:lnTo>
                <a:lnTo>
                  <a:pt x="1459199" y="121820"/>
                </a:lnTo>
                <a:lnTo>
                  <a:pt x="1459199" y="127194"/>
                </a:lnTo>
                <a:lnTo>
                  <a:pt x="1457413" y="127194"/>
                </a:lnTo>
                <a:lnTo>
                  <a:pt x="1457413" y="128986"/>
                </a:lnTo>
                <a:lnTo>
                  <a:pt x="1455627" y="128986"/>
                </a:lnTo>
                <a:lnTo>
                  <a:pt x="1455627" y="130777"/>
                </a:lnTo>
                <a:lnTo>
                  <a:pt x="1452055" y="130777"/>
                </a:lnTo>
                <a:lnTo>
                  <a:pt x="1452055" y="132569"/>
                </a:lnTo>
                <a:lnTo>
                  <a:pt x="1450269" y="132569"/>
                </a:lnTo>
                <a:lnTo>
                  <a:pt x="1450269" y="130777"/>
                </a:lnTo>
                <a:lnTo>
                  <a:pt x="1448483" y="130777"/>
                </a:lnTo>
                <a:lnTo>
                  <a:pt x="1448483" y="123611"/>
                </a:lnTo>
                <a:lnTo>
                  <a:pt x="1450269" y="123611"/>
                </a:lnTo>
                <a:lnTo>
                  <a:pt x="1450269" y="121820"/>
                </a:lnTo>
                <a:lnTo>
                  <a:pt x="1448483" y="121820"/>
                </a:lnTo>
                <a:lnTo>
                  <a:pt x="1448483" y="120028"/>
                </a:lnTo>
                <a:lnTo>
                  <a:pt x="1446696" y="120028"/>
                </a:lnTo>
                <a:lnTo>
                  <a:pt x="1446696" y="121820"/>
                </a:lnTo>
                <a:lnTo>
                  <a:pt x="1439552" y="121820"/>
                </a:lnTo>
                <a:lnTo>
                  <a:pt x="1439552" y="123611"/>
                </a:lnTo>
                <a:lnTo>
                  <a:pt x="1437766" y="123611"/>
                </a:lnTo>
                <a:lnTo>
                  <a:pt x="1437766" y="125403"/>
                </a:lnTo>
                <a:lnTo>
                  <a:pt x="1435980" y="125403"/>
                </a:lnTo>
                <a:lnTo>
                  <a:pt x="1435980" y="127194"/>
                </a:lnTo>
                <a:lnTo>
                  <a:pt x="1434194" y="127194"/>
                </a:lnTo>
                <a:lnTo>
                  <a:pt x="1434194" y="130777"/>
                </a:lnTo>
                <a:lnTo>
                  <a:pt x="1432408" y="130777"/>
                </a:lnTo>
                <a:lnTo>
                  <a:pt x="1432408" y="136152"/>
                </a:lnTo>
                <a:lnTo>
                  <a:pt x="1430622" y="136152"/>
                </a:lnTo>
                <a:lnTo>
                  <a:pt x="1430622" y="143317"/>
                </a:lnTo>
                <a:lnTo>
                  <a:pt x="1428836" y="143317"/>
                </a:lnTo>
                <a:lnTo>
                  <a:pt x="1428836" y="148692"/>
                </a:lnTo>
                <a:lnTo>
                  <a:pt x="1427050" y="148692"/>
                </a:lnTo>
                <a:lnTo>
                  <a:pt x="1427050" y="155858"/>
                </a:lnTo>
                <a:lnTo>
                  <a:pt x="1425264" y="155858"/>
                </a:lnTo>
                <a:lnTo>
                  <a:pt x="1425264" y="157649"/>
                </a:lnTo>
                <a:lnTo>
                  <a:pt x="1427050" y="157649"/>
                </a:lnTo>
                <a:lnTo>
                  <a:pt x="1427050" y="159441"/>
                </a:lnTo>
                <a:lnTo>
                  <a:pt x="1425264" y="159441"/>
                </a:lnTo>
                <a:lnTo>
                  <a:pt x="1425264" y="161232"/>
                </a:lnTo>
                <a:lnTo>
                  <a:pt x="1423478" y="161232"/>
                </a:lnTo>
                <a:lnTo>
                  <a:pt x="1423478" y="164815"/>
                </a:lnTo>
                <a:lnTo>
                  <a:pt x="1418120" y="164815"/>
                </a:lnTo>
                <a:lnTo>
                  <a:pt x="1418120" y="163024"/>
                </a:lnTo>
                <a:lnTo>
                  <a:pt x="1416334" y="163024"/>
                </a:lnTo>
                <a:lnTo>
                  <a:pt x="1416334" y="157649"/>
                </a:lnTo>
                <a:lnTo>
                  <a:pt x="1418120" y="157649"/>
                </a:lnTo>
                <a:lnTo>
                  <a:pt x="1418120" y="152275"/>
                </a:lnTo>
                <a:lnTo>
                  <a:pt x="1419906" y="152275"/>
                </a:lnTo>
                <a:lnTo>
                  <a:pt x="1419906" y="145109"/>
                </a:lnTo>
                <a:lnTo>
                  <a:pt x="1421692" y="145109"/>
                </a:lnTo>
                <a:lnTo>
                  <a:pt x="1421692" y="137943"/>
                </a:lnTo>
                <a:lnTo>
                  <a:pt x="1423478" y="137943"/>
                </a:lnTo>
                <a:lnTo>
                  <a:pt x="1423478" y="132569"/>
                </a:lnTo>
                <a:lnTo>
                  <a:pt x="1425264" y="132569"/>
                </a:lnTo>
                <a:lnTo>
                  <a:pt x="1425264" y="130777"/>
                </a:lnTo>
                <a:lnTo>
                  <a:pt x="1423478" y="130777"/>
                </a:lnTo>
                <a:lnTo>
                  <a:pt x="1423478" y="128986"/>
                </a:lnTo>
                <a:lnTo>
                  <a:pt x="1425264" y="128986"/>
                </a:lnTo>
                <a:lnTo>
                  <a:pt x="1425264" y="121820"/>
                </a:lnTo>
                <a:lnTo>
                  <a:pt x="1423478" y="121820"/>
                </a:lnTo>
                <a:lnTo>
                  <a:pt x="1423478" y="120028"/>
                </a:lnTo>
                <a:lnTo>
                  <a:pt x="1421692" y="120028"/>
                </a:lnTo>
                <a:lnTo>
                  <a:pt x="1421692" y="121820"/>
                </a:lnTo>
                <a:lnTo>
                  <a:pt x="1418120" y="121820"/>
                </a:lnTo>
                <a:lnTo>
                  <a:pt x="1418120" y="125403"/>
                </a:lnTo>
                <a:lnTo>
                  <a:pt x="1416334" y="125403"/>
                </a:lnTo>
                <a:lnTo>
                  <a:pt x="1416334" y="128986"/>
                </a:lnTo>
                <a:lnTo>
                  <a:pt x="1414548" y="128986"/>
                </a:lnTo>
                <a:lnTo>
                  <a:pt x="1414548" y="134360"/>
                </a:lnTo>
                <a:lnTo>
                  <a:pt x="1410976" y="134360"/>
                </a:lnTo>
                <a:lnTo>
                  <a:pt x="1410976" y="127194"/>
                </a:lnTo>
                <a:lnTo>
                  <a:pt x="1412762" y="127194"/>
                </a:lnTo>
                <a:lnTo>
                  <a:pt x="1412762" y="123611"/>
                </a:lnTo>
                <a:lnTo>
                  <a:pt x="1414548" y="123611"/>
                </a:lnTo>
                <a:lnTo>
                  <a:pt x="1414548" y="121820"/>
                </a:lnTo>
                <a:lnTo>
                  <a:pt x="1416334" y="121820"/>
                </a:lnTo>
                <a:lnTo>
                  <a:pt x="1416334" y="120028"/>
                </a:lnTo>
                <a:lnTo>
                  <a:pt x="1418120" y="120028"/>
                </a:lnTo>
                <a:lnTo>
                  <a:pt x="1418120" y="118237"/>
                </a:lnTo>
                <a:lnTo>
                  <a:pt x="1421692" y="118237"/>
                </a:lnTo>
                <a:close/>
                <a:moveTo>
                  <a:pt x="1519924" y="116445"/>
                </a:moveTo>
                <a:lnTo>
                  <a:pt x="1523496" y="116445"/>
                </a:lnTo>
                <a:lnTo>
                  <a:pt x="1523496" y="118237"/>
                </a:lnTo>
                <a:lnTo>
                  <a:pt x="1528855" y="118237"/>
                </a:lnTo>
                <a:lnTo>
                  <a:pt x="1528855" y="121820"/>
                </a:lnTo>
                <a:lnTo>
                  <a:pt x="1532427" y="121820"/>
                </a:lnTo>
                <a:lnTo>
                  <a:pt x="1532427" y="130777"/>
                </a:lnTo>
                <a:lnTo>
                  <a:pt x="1530641" y="130777"/>
                </a:lnTo>
                <a:lnTo>
                  <a:pt x="1530641" y="132569"/>
                </a:lnTo>
                <a:lnTo>
                  <a:pt x="1532427" y="132569"/>
                </a:lnTo>
                <a:lnTo>
                  <a:pt x="1532427" y="136152"/>
                </a:lnTo>
                <a:lnTo>
                  <a:pt x="1530641" y="136152"/>
                </a:lnTo>
                <a:lnTo>
                  <a:pt x="1530641" y="141526"/>
                </a:lnTo>
                <a:lnTo>
                  <a:pt x="1528855" y="141526"/>
                </a:lnTo>
                <a:lnTo>
                  <a:pt x="1528855" y="146900"/>
                </a:lnTo>
                <a:lnTo>
                  <a:pt x="1527069" y="146900"/>
                </a:lnTo>
                <a:lnTo>
                  <a:pt x="1527069" y="154066"/>
                </a:lnTo>
                <a:lnTo>
                  <a:pt x="1525282" y="154066"/>
                </a:lnTo>
                <a:lnTo>
                  <a:pt x="1525282" y="159441"/>
                </a:lnTo>
                <a:lnTo>
                  <a:pt x="1523496" y="159441"/>
                </a:lnTo>
                <a:lnTo>
                  <a:pt x="1523496" y="170189"/>
                </a:lnTo>
                <a:lnTo>
                  <a:pt x="1521710" y="170189"/>
                </a:lnTo>
                <a:lnTo>
                  <a:pt x="1521710" y="173772"/>
                </a:lnTo>
                <a:lnTo>
                  <a:pt x="1519924" y="173772"/>
                </a:lnTo>
                <a:lnTo>
                  <a:pt x="1519924" y="175564"/>
                </a:lnTo>
                <a:lnTo>
                  <a:pt x="1518138" y="175564"/>
                </a:lnTo>
                <a:lnTo>
                  <a:pt x="1518138" y="177355"/>
                </a:lnTo>
                <a:lnTo>
                  <a:pt x="1516352" y="177355"/>
                </a:lnTo>
                <a:lnTo>
                  <a:pt x="1516352" y="179147"/>
                </a:lnTo>
                <a:lnTo>
                  <a:pt x="1514566" y="179147"/>
                </a:lnTo>
                <a:lnTo>
                  <a:pt x="1514566" y="180938"/>
                </a:lnTo>
                <a:lnTo>
                  <a:pt x="1509208" y="180938"/>
                </a:lnTo>
                <a:lnTo>
                  <a:pt x="1509208" y="182730"/>
                </a:lnTo>
                <a:lnTo>
                  <a:pt x="1503850" y="182730"/>
                </a:lnTo>
                <a:lnTo>
                  <a:pt x="1503850" y="184521"/>
                </a:lnTo>
                <a:lnTo>
                  <a:pt x="1498492" y="184521"/>
                </a:lnTo>
                <a:lnTo>
                  <a:pt x="1498492" y="182730"/>
                </a:lnTo>
                <a:lnTo>
                  <a:pt x="1494920" y="182730"/>
                </a:lnTo>
                <a:lnTo>
                  <a:pt x="1494920" y="180938"/>
                </a:lnTo>
                <a:lnTo>
                  <a:pt x="1491348" y="180938"/>
                </a:lnTo>
                <a:lnTo>
                  <a:pt x="1491348" y="173772"/>
                </a:lnTo>
                <a:lnTo>
                  <a:pt x="1493134" y="173772"/>
                </a:lnTo>
                <a:lnTo>
                  <a:pt x="1493134" y="171981"/>
                </a:lnTo>
                <a:lnTo>
                  <a:pt x="1494920" y="171981"/>
                </a:lnTo>
                <a:lnTo>
                  <a:pt x="1494920" y="170189"/>
                </a:lnTo>
                <a:lnTo>
                  <a:pt x="1500278" y="170189"/>
                </a:lnTo>
                <a:lnTo>
                  <a:pt x="1500278" y="179147"/>
                </a:lnTo>
                <a:lnTo>
                  <a:pt x="1498492" y="179147"/>
                </a:lnTo>
                <a:lnTo>
                  <a:pt x="1498492" y="180938"/>
                </a:lnTo>
                <a:lnTo>
                  <a:pt x="1502064" y="180938"/>
                </a:lnTo>
                <a:lnTo>
                  <a:pt x="1502064" y="179147"/>
                </a:lnTo>
                <a:lnTo>
                  <a:pt x="1503850" y="179147"/>
                </a:lnTo>
                <a:lnTo>
                  <a:pt x="1503850" y="180938"/>
                </a:lnTo>
                <a:lnTo>
                  <a:pt x="1505636" y="180938"/>
                </a:lnTo>
                <a:lnTo>
                  <a:pt x="1505636" y="179147"/>
                </a:lnTo>
                <a:lnTo>
                  <a:pt x="1507422" y="179147"/>
                </a:lnTo>
                <a:lnTo>
                  <a:pt x="1507422" y="177355"/>
                </a:lnTo>
                <a:lnTo>
                  <a:pt x="1509208" y="177355"/>
                </a:lnTo>
                <a:lnTo>
                  <a:pt x="1509208" y="175564"/>
                </a:lnTo>
                <a:lnTo>
                  <a:pt x="1510994" y="175564"/>
                </a:lnTo>
                <a:lnTo>
                  <a:pt x="1510994" y="173772"/>
                </a:lnTo>
                <a:lnTo>
                  <a:pt x="1512780" y="173772"/>
                </a:lnTo>
                <a:lnTo>
                  <a:pt x="1512780" y="171981"/>
                </a:lnTo>
                <a:lnTo>
                  <a:pt x="1514566" y="171981"/>
                </a:lnTo>
                <a:lnTo>
                  <a:pt x="1514566" y="170189"/>
                </a:lnTo>
                <a:lnTo>
                  <a:pt x="1512780" y="170189"/>
                </a:lnTo>
                <a:lnTo>
                  <a:pt x="1512780" y="168398"/>
                </a:lnTo>
                <a:lnTo>
                  <a:pt x="1514566" y="168398"/>
                </a:lnTo>
                <a:lnTo>
                  <a:pt x="1514566" y="161232"/>
                </a:lnTo>
                <a:lnTo>
                  <a:pt x="1516352" y="161232"/>
                </a:lnTo>
                <a:lnTo>
                  <a:pt x="1516352" y="155858"/>
                </a:lnTo>
                <a:lnTo>
                  <a:pt x="1518138" y="155858"/>
                </a:lnTo>
                <a:lnTo>
                  <a:pt x="1518138" y="148692"/>
                </a:lnTo>
                <a:lnTo>
                  <a:pt x="1519924" y="148692"/>
                </a:lnTo>
                <a:lnTo>
                  <a:pt x="1519924" y="143317"/>
                </a:lnTo>
                <a:lnTo>
                  <a:pt x="1521710" y="143317"/>
                </a:lnTo>
                <a:lnTo>
                  <a:pt x="1521710" y="136152"/>
                </a:lnTo>
                <a:lnTo>
                  <a:pt x="1523496" y="136152"/>
                </a:lnTo>
                <a:lnTo>
                  <a:pt x="1523496" y="121820"/>
                </a:lnTo>
                <a:lnTo>
                  <a:pt x="1521710" y="121820"/>
                </a:lnTo>
                <a:lnTo>
                  <a:pt x="1521710" y="120028"/>
                </a:lnTo>
                <a:lnTo>
                  <a:pt x="1519924" y="120028"/>
                </a:lnTo>
                <a:lnTo>
                  <a:pt x="1519924" y="121820"/>
                </a:lnTo>
                <a:lnTo>
                  <a:pt x="1516352" y="121820"/>
                </a:lnTo>
                <a:lnTo>
                  <a:pt x="1516352" y="123611"/>
                </a:lnTo>
                <a:lnTo>
                  <a:pt x="1512780" y="123611"/>
                </a:lnTo>
                <a:lnTo>
                  <a:pt x="1512780" y="125403"/>
                </a:lnTo>
                <a:lnTo>
                  <a:pt x="1510994" y="125403"/>
                </a:lnTo>
                <a:lnTo>
                  <a:pt x="1510994" y="127194"/>
                </a:lnTo>
                <a:lnTo>
                  <a:pt x="1509208" y="127194"/>
                </a:lnTo>
                <a:lnTo>
                  <a:pt x="1509208" y="132569"/>
                </a:lnTo>
                <a:lnTo>
                  <a:pt x="1507422" y="132569"/>
                </a:lnTo>
                <a:lnTo>
                  <a:pt x="1507422" y="134360"/>
                </a:lnTo>
                <a:lnTo>
                  <a:pt x="1503850" y="134360"/>
                </a:lnTo>
                <a:lnTo>
                  <a:pt x="1503850" y="128986"/>
                </a:lnTo>
                <a:lnTo>
                  <a:pt x="1505636" y="128986"/>
                </a:lnTo>
                <a:lnTo>
                  <a:pt x="1505636" y="125403"/>
                </a:lnTo>
                <a:lnTo>
                  <a:pt x="1509208" y="125403"/>
                </a:lnTo>
                <a:lnTo>
                  <a:pt x="1509208" y="123611"/>
                </a:lnTo>
                <a:lnTo>
                  <a:pt x="1510994" y="123611"/>
                </a:lnTo>
                <a:lnTo>
                  <a:pt x="1510994" y="121820"/>
                </a:lnTo>
                <a:lnTo>
                  <a:pt x="1512780" y="121820"/>
                </a:lnTo>
                <a:lnTo>
                  <a:pt x="1512780" y="118237"/>
                </a:lnTo>
                <a:lnTo>
                  <a:pt x="1519924" y="118237"/>
                </a:lnTo>
                <a:close/>
                <a:moveTo>
                  <a:pt x="1105562" y="121820"/>
                </a:moveTo>
                <a:lnTo>
                  <a:pt x="1107348" y="121820"/>
                </a:lnTo>
                <a:lnTo>
                  <a:pt x="1107348" y="123611"/>
                </a:lnTo>
                <a:lnTo>
                  <a:pt x="1112706" y="123611"/>
                </a:lnTo>
                <a:lnTo>
                  <a:pt x="1112706" y="125403"/>
                </a:lnTo>
                <a:lnTo>
                  <a:pt x="1114492" y="125403"/>
                </a:lnTo>
                <a:lnTo>
                  <a:pt x="1114492" y="127194"/>
                </a:lnTo>
                <a:lnTo>
                  <a:pt x="1116278" y="127194"/>
                </a:lnTo>
                <a:lnTo>
                  <a:pt x="1116278" y="128986"/>
                </a:lnTo>
                <a:lnTo>
                  <a:pt x="1119850" y="128986"/>
                </a:lnTo>
                <a:lnTo>
                  <a:pt x="1119850" y="127194"/>
                </a:lnTo>
                <a:lnTo>
                  <a:pt x="1121636" y="127194"/>
                </a:lnTo>
                <a:lnTo>
                  <a:pt x="1121636" y="125403"/>
                </a:lnTo>
                <a:lnTo>
                  <a:pt x="1125208" y="125403"/>
                </a:lnTo>
                <a:lnTo>
                  <a:pt x="1125208" y="123611"/>
                </a:lnTo>
                <a:lnTo>
                  <a:pt x="1130567" y="123611"/>
                </a:lnTo>
                <a:lnTo>
                  <a:pt x="1130567" y="121820"/>
                </a:lnTo>
                <a:lnTo>
                  <a:pt x="1134139" y="121820"/>
                </a:lnTo>
                <a:lnTo>
                  <a:pt x="1134139" y="123611"/>
                </a:lnTo>
                <a:lnTo>
                  <a:pt x="1137711" y="123611"/>
                </a:lnTo>
                <a:lnTo>
                  <a:pt x="1137711" y="125403"/>
                </a:lnTo>
                <a:lnTo>
                  <a:pt x="1141283" y="125403"/>
                </a:lnTo>
                <a:lnTo>
                  <a:pt x="1141283" y="128986"/>
                </a:lnTo>
                <a:lnTo>
                  <a:pt x="1143069" y="128986"/>
                </a:lnTo>
                <a:lnTo>
                  <a:pt x="1143069" y="132569"/>
                </a:lnTo>
                <a:lnTo>
                  <a:pt x="1141283" y="132569"/>
                </a:lnTo>
                <a:lnTo>
                  <a:pt x="1141283" y="136152"/>
                </a:lnTo>
                <a:lnTo>
                  <a:pt x="1137711" y="136152"/>
                </a:lnTo>
                <a:lnTo>
                  <a:pt x="1137711" y="137943"/>
                </a:lnTo>
                <a:lnTo>
                  <a:pt x="1135925" y="137943"/>
                </a:lnTo>
                <a:lnTo>
                  <a:pt x="1135925" y="136152"/>
                </a:lnTo>
                <a:lnTo>
                  <a:pt x="1134139" y="136152"/>
                </a:lnTo>
                <a:lnTo>
                  <a:pt x="1134139" y="134360"/>
                </a:lnTo>
                <a:lnTo>
                  <a:pt x="1132353" y="134360"/>
                </a:lnTo>
                <a:lnTo>
                  <a:pt x="1132353" y="132569"/>
                </a:lnTo>
                <a:lnTo>
                  <a:pt x="1134139" y="132569"/>
                </a:lnTo>
                <a:lnTo>
                  <a:pt x="1134139" y="128986"/>
                </a:lnTo>
                <a:lnTo>
                  <a:pt x="1135925" y="128986"/>
                </a:lnTo>
                <a:lnTo>
                  <a:pt x="1135925" y="127194"/>
                </a:lnTo>
                <a:lnTo>
                  <a:pt x="1125208" y="127194"/>
                </a:lnTo>
                <a:lnTo>
                  <a:pt x="1125208" y="128986"/>
                </a:lnTo>
                <a:lnTo>
                  <a:pt x="1123422" y="128986"/>
                </a:lnTo>
                <a:lnTo>
                  <a:pt x="1123422" y="130777"/>
                </a:lnTo>
                <a:lnTo>
                  <a:pt x="1119850" y="130777"/>
                </a:lnTo>
                <a:lnTo>
                  <a:pt x="1119850" y="134360"/>
                </a:lnTo>
                <a:lnTo>
                  <a:pt x="1118064" y="134360"/>
                </a:lnTo>
                <a:lnTo>
                  <a:pt x="1118064" y="139734"/>
                </a:lnTo>
                <a:lnTo>
                  <a:pt x="1116278" y="139734"/>
                </a:lnTo>
                <a:lnTo>
                  <a:pt x="1116278" y="145109"/>
                </a:lnTo>
                <a:lnTo>
                  <a:pt x="1114492" y="145109"/>
                </a:lnTo>
                <a:lnTo>
                  <a:pt x="1114492" y="152275"/>
                </a:lnTo>
                <a:lnTo>
                  <a:pt x="1112706" y="152275"/>
                </a:lnTo>
                <a:lnTo>
                  <a:pt x="1112706" y="157649"/>
                </a:lnTo>
                <a:lnTo>
                  <a:pt x="1110920" y="157649"/>
                </a:lnTo>
                <a:lnTo>
                  <a:pt x="1110920" y="164815"/>
                </a:lnTo>
                <a:lnTo>
                  <a:pt x="1109134" y="164815"/>
                </a:lnTo>
                <a:lnTo>
                  <a:pt x="1109134" y="168398"/>
                </a:lnTo>
                <a:lnTo>
                  <a:pt x="1107348" y="168398"/>
                </a:lnTo>
                <a:lnTo>
                  <a:pt x="1107348" y="170189"/>
                </a:lnTo>
                <a:lnTo>
                  <a:pt x="1103776" y="170189"/>
                </a:lnTo>
                <a:lnTo>
                  <a:pt x="1103776" y="168398"/>
                </a:lnTo>
                <a:lnTo>
                  <a:pt x="1101990" y="168398"/>
                </a:lnTo>
                <a:lnTo>
                  <a:pt x="1101990" y="159441"/>
                </a:lnTo>
                <a:lnTo>
                  <a:pt x="1103776" y="159441"/>
                </a:lnTo>
                <a:lnTo>
                  <a:pt x="1103776" y="154066"/>
                </a:lnTo>
                <a:lnTo>
                  <a:pt x="1105562" y="154066"/>
                </a:lnTo>
                <a:lnTo>
                  <a:pt x="1105562" y="146900"/>
                </a:lnTo>
                <a:lnTo>
                  <a:pt x="1107348" y="146900"/>
                </a:lnTo>
                <a:lnTo>
                  <a:pt x="1107348" y="141526"/>
                </a:lnTo>
                <a:lnTo>
                  <a:pt x="1109134" y="141526"/>
                </a:lnTo>
                <a:lnTo>
                  <a:pt x="1109134" y="139734"/>
                </a:lnTo>
                <a:lnTo>
                  <a:pt x="1107348" y="139734"/>
                </a:lnTo>
                <a:lnTo>
                  <a:pt x="1107348" y="137943"/>
                </a:lnTo>
                <a:lnTo>
                  <a:pt x="1109134" y="137943"/>
                </a:lnTo>
                <a:lnTo>
                  <a:pt x="1109134" y="127194"/>
                </a:lnTo>
                <a:lnTo>
                  <a:pt x="1103776" y="127194"/>
                </a:lnTo>
                <a:lnTo>
                  <a:pt x="1103776" y="128986"/>
                </a:lnTo>
                <a:lnTo>
                  <a:pt x="1101990" y="128986"/>
                </a:lnTo>
                <a:lnTo>
                  <a:pt x="1101990" y="132569"/>
                </a:lnTo>
                <a:lnTo>
                  <a:pt x="1100204" y="132569"/>
                </a:lnTo>
                <a:lnTo>
                  <a:pt x="1100204" y="137943"/>
                </a:lnTo>
                <a:lnTo>
                  <a:pt x="1098418" y="137943"/>
                </a:lnTo>
                <a:lnTo>
                  <a:pt x="1098418" y="139734"/>
                </a:lnTo>
                <a:lnTo>
                  <a:pt x="1094846" y="139734"/>
                </a:lnTo>
                <a:lnTo>
                  <a:pt x="1094846" y="136152"/>
                </a:lnTo>
                <a:lnTo>
                  <a:pt x="1096632" y="136152"/>
                </a:lnTo>
                <a:lnTo>
                  <a:pt x="1096632" y="130777"/>
                </a:lnTo>
                <a:lnTo>
                  <a:pt x="1098418" y="130777"/>
                </a:lnTo>
                <a:lnTo>
                  <a:pt x="1098418" y="128986"/>
                </a:lnTo>
                <a:lnTo>
                  <a:pt x="1100204" y="128986"/>
                </a:lnTo>
                <a:lnTo>
                  <a:pt x="1100204" y="125403"/>
                </a:lnTo>
                <a:lnTo>
                  <a:pt x="1101990" y="125403"/>
                </a:lnTo>
                <a:lnTo>
                  <a:pt x="1101990" y="123611"/>
                </a:lnTo>
                <a:lnTo>
                  <a:pt x="1105562" y="123611"/>
                </a:lnTo>
                <a:close/>
                <a:moveTo>
                  <a:pt x="1203794" y="121820"/>
                </a:moveTo>
                <a:lnTo>
                  <a:pt x="1207366" y="121820"/>
                </a:lnTo>
                <a:lnTo>
                  <a:pt x="1207366" y="123611"/>
                </a:lnTo>
                <a:lnTo>
                  <a:pt x="1212725" y="123611"/>
                </a:lnTo>
                <a:lnTo>
                  <a:pt x="1212725" y="125403"/>
                </a:lnTo>
                <a:lnTo>
                  <a:pt x="1214511" y="125403"/>
                </a:lnTo>
                <a:lnTo>
                  <a:pt x="1214511" y="128986"/>
                </a:lnTo>
                <a:lnTo>
                  <a:pt x="1216297" y="128986"/>
                </a:lnTo>
                <a:lnTo>
                  <a:pt x="1216297" y="139734"/>
                </a:lnTo>
                <a:lnTo>
                  <a:pt x="1214511" y="139734"/>
                </a:lnTo>
                <a:lnTo>
                  <a:pt x="1214511" y="141526"/>
                </a:lnTo>
                <a:lnTo>
                  <a:pt x="1216297" y="141526"/>
                </a:lnTo>
                <a:lnTo>
                  <a:pt x="1216297" y="143317"/>
                </a:lnTo>
                <a:lnTo>
                  <a:pt x="1214511" y="143317"/>
                </a:lnTo>
                <a:lnTo>
                  <a:pt x="1214511" y="150483"/>
                </a:lnTo>
                <a:lnTo>
                  <a:pt x="1212725" y="150483"/>
                </a:lnTo>
                <a:lnTo>
                  <a:pt x="1212725" y="155858"/>
                </a:lnTo>
                <a:lnTo>
                  <a:pt x="1210939" y="155858"/>
                </a:lnTo>
                <a:lnTo>
                  <a:pt x="1210939" y="163024"/>
                </a:lnTo>
                <a:lnTo>
                  <a:pt x="1209152" y="163024"/>
                </a:lnTo>
                <a:lnTo>
                  <a:pt x="1209152" y="168398"/>
                </a:lnTo>
                <a:lnTo>
                  <a:pt x="1207366" y="168398"/>
                </a:lnTo>
                <a:lnTo>
                  <a:pt x="1207366" y="177355"/>
                </a:lnTo>
                <a:lnTo>
                  <a:pt x="1205580" y="177355"/>
                </a:lnTo>
                <a:lnTo>
                  <a:pt x="1205580" y="179147"/>
                </a:lnTo>
                <a:lnTo>
                  <a:pt x="1203794" y="179147"/>
                </a:lnTo>
                <a:lnTo>
                  <a:pt x="1203794" y="180938"/>
                </a:lnTo>
                <a:lnTo>
                  <a:pt x="1202008" y="180938"/>
                </a:lnTo>
                <a:lnTo>
                  <a:pt x="1202008" y="182730"/>
                </a:lnTo>
                <a:lnTo>
                  <a:pt x="1200222" y="182730"/>
                </a:lnTo>
                <a:lnTo>
                  <a:pt x="1200222" y="184521"/>
                </a:lnTo>
                <a:lnTo>
                  <a:pt x="1198436" y="184521"/>
                </a:lnTo>
                <a:lnTo>
                  <a:pt x="1198436" y="186313"/>
                </a:lnTo>
                <a:lnTo>
                  <a:pt x="1196650" y="186313"/>
                </a:lnTo>
                <a:lnTo>
                  <a:pt x="1196650" y="188104"/>
                </a:lnTo>
                <a:lnTo>
                  <a:pt x="1191292" y="188104"/>
                </a:lnTo>
                <a:lnTo>
                  <a:pt x="1191292" y="189896"/>
                </a:lnTo>
                <a:lnTo>
                  <a:pt x="1180576" y="189896"/>
                </a:lnTo>
                <a:lnTo>
                  <a:pt x="1180576" y="188104"/>
                </a:lnTo>
                <a:lnTo>
                  <a:pt x="1178790" y="188104"/>
                </a:lnTo>
                <a:lnTo>
                  <a:pt x="1178790" y="186313"/>
                </a:lnTo>
                <a:lnTo>
                  <a:pt x="1177004" y="186313"/>
                </a:lnTo>
                <a:lnTo>
                  <a:pt x="1177004" y="184521"/>
                </a:lnTo>
                <a:lnTo>
                  <a:pt x="1175218" y="184521"/>
                </a:lnTo>
                <a:lnTo>
                  <a:pt x="1175218" y="180938"/>
                </a:lnTo>
                <a:lnTo>
                  <a:pt x="1177004" y="180938"/>
                </a:lnTo>
                <a:lnTo>
                  <a:pt x="1177004" y="179147"/>
                </a:lnTo>
                <a:lnTo>
                  <a:pt x="1178790" y="179147"/>
                </a:lnTo>
                <a:lnTo>
                  <a:pt x="1178790" y="177355"/>
                </a:lnTo>
                <a:lnTo>
                  <a:pt x="1184148" y="177355"/>
                </a:lnTo>
                <a:lnTo>
                  <a:pt x="1184148" y="179147"/>
                </a:lnTo>
                <a:lnTo>
                  <a:pt x="1185934" y="179147"/>
                </a:lnTo>
                <a:lnTo>
                  <a:pt x="1185934" y="182730"/>
                </a:lnTo>
                <a:lnTo>
                  <a:pt x="1184148" y="182730"/>
                </a:lnTo>
                <a:lnTo>
                  <a:pt x="1184148" y="186313"/>
                </a:lnTo>
                <a:lnTo>
                  <a:pt x="1187720" y="186313"/>
                </a:lnTo>
                <a:lnTo>
                  <a:pt x="1187720" y="184521"/>
                </a:lnTo>
                <a:lnTo>
                  <a:pt x="1189506" y="184521"/>
                </a:lnTo>
                <a:lnTo>
                  <a:pt x="1189506" y="186313"/>
                </a:lnTo>
                <a:lnTo>
                  <a:pt x="1191292" y="186313"/>
                </a:lnTo>
                <a:lnTo>
                  <a:pt x="1191292" y="184521"/>
                </a:lnTo>
                <a:lnTo>
                  <a:pt x="1193078" y="184521"/>
                </a:lnTo>
                <a:lnTo>
                  <a:pt x="1193078" y="182730"/>
                </a:lnTo>
                <a:lnTo>
                  <a:pt x="1194864" y="182730"/>
                </a:lnTo>
                <a:lnTo>
                  <a:pt x="1194864" y="180938"/>
                </a:lnTo>
                <a:lnTo>
                  <a:pt x="1196650" y="180938"/>
                </a:lnTo>
                <a:lnTo>
                  <a:pt x="1196650" y="175564"/>
                </a:lnTo>
                <a:lnTo>
                  <a:pt x="1198436" y="175564"/>
                </a:lnTo>
                <a:lnTo>
                  <a:pt x="1198436" y="170189"/>
                </a:lnTo>
                <a:lnTo>
                  <a:pt x="1200222" y="170189"/>
                </a:lnTo>
                <a:lnTo>
                  <a:pt x="1200222" y="164815"/>
                </a:lnTo>
                <a:lnTo>
                  <a:pt x="1202008" y="164815"/>
                </a:lnTo>
                <a:lnTo>
                  <a:pt x="1202008" y="157649"/>
                </a:lnTo>
                <a:lnTo>
                  <a:pt x="1203794" y="157649"/>
                </a:lnTo>
                <a:lnTo>
                  <a:pt x="1203794" y="150483"/>
                </a:lnTo>
                <a:lnTo>
                  <a:pt x="1205580" y="150483"/>
                </a:lnTo>
                <a:lnTo>
                  <a:pt x="1205580" y="145109"/>
                </a:lnTo>
                <a:lnTo>
                  <a:pt x="1207366" y="145109"/>
                </a:lnTo>
                <a:lnTo>
                  <a:pt x="1207366" y="143317"/>
                </a:lnTo>
                <a:lnTo>
                  <a:pt x="1205580" y="143317"/>
                </a:lnTo>
                <a:lnTo>
                  <a:pt x="1205580" y="141526"/>
                </a:lnTo>
                <a:lnTo>
                  <a:pt x="1207366" y="141526"/>
                </a:lnTo>
                <a:lnTo>
                  <a:pt x="1207366" y="134360"/>
                </a:lnTo>
                <a:lnTo>
                  <a:pt x="1209152" y="134360"/>
                </a:lnTo>
                <a:lnTo>
                  <a:pt x="1209152" y="128986"/>
                </a:lnTo>
                <a:lnTo>
                  <a:pt x="1207366" y="128986"/>
                </a:lnTo>
                <a:lnTo>
                  <a:pt x="1207366" y="127194"/>
                </a:lnTo>
                <a:lnTo>
                  <a:pt x="1200222" y="127194"/>
                </a:lnTo>
                <a:lnTo>
                  <a:pt x="1200222" y="128986"/>
                </a:lnTo>
                <a:lnTo>
                  <a:pt x="1198436" y="128986"/>
                </a:lnTo>
                <a:lnTo>
                  <a:pt x="1198436" y="130777"/>
                </a:lnTo>
                <a:lnTo>
                  <a:pt x="1196650" y="130777"/>
                </a:lnTo>
                <a:lnTo>
                  <a:pt x="1196650" y="132569"/>
                </a:lnTo>
                <a:lnTo>
                  <a:pt x="1194864" y="132569"/>
                </a:lnTo>
                <a:lnTo>
                  <a:pt x="1194864" y="134360"/>
                </a:lnTo>
                <a:lnTo>
                  <a:pt x="1193078" y="134360"/>
                </a:lnTo>
                <a:lnTo>
                  <a:pt x="1193078" y="139734"/>
                </a:lnTo>
                <a:lnTo>
                  <a:pt x="1189506" y="139734"/>
                </a:lnTo>
                <a:lnTo>
                  <a:pt x="1189506" y="134360"/>
                </a:lnTo>
                <a:lnTo>
                  <a:pt x="1191292" y="134360"/>
                </a:lnTo>
                <a:lnTo>
                  <a:pt x="1191292" y="130777"/>
                </a:lnTo>
                <a:lnTo>
                  <a:pt x="1193078" y="130777"/>
                </a:lnTo>
                <a:lnTo>
                  <a:pt x="1193078" y="128986"/>
                </a:lnTo>
                <a:lnTo>
                  <a:pt x="1194864" y="128986"/>
                </a:lnTo>
                <a:lnTo>
                  <a:pt x="1194864" y="127194"/>
                </a:lnTo>
                <a:lnTo>
                  <a:pt x="1196650" y="127194"/>
                </a:lnTo>
                <a:lnTo>
                  <a:pt x="1196650" y="125403"/>
                </a:lnTo>
                <a:lnTo>
                  <a:pt x="1200222" y="125403"/>
                </a:lnTo>
                <a:lnTo>
                  <a:pt x="1200222" y="123611"/>
                </a:lnTo>
                <a:lnTo>
                  <a:pt x="1203794" y="123611"/>
                </a:lnTo>
                <a:close/>
                <a:moveTo>
                  <a:pt x="530455" y="134360"/>
                </a:moveTo>
                <a:lnTo>
                  <a:pt x="534027" y="134360"/>
                </a:lnTo>
                <a:lnTo>
                  <a:pt x="534027" y="136152"/>
                </a:lnTo>
                <a:lnTo>
                  <a:pt x="537600" y="136152"/>
                </a:lnTo>
                <a:lnTo>
                  <a:pt x="537600" y="137943"/>
                </a:lnTo>
                <a:lnTo>
                  <a:pt x="539386" y="137943"/>
                </a:lnTo>
                <a:lnTo>
                  <a:pt x="539386" y="143317"/>
                </a:lnTo>
                <a:lnTo>
                  <a:pt x="541172" y="143317"/>
                </a:lnTo>
                <a:lnTo>
                  <a:pt x="541172" y="145109"/>
                </a:lnTo>
                <a:lnTo>
                  <a:pt x="539386" y="145109"/>
                </a:lnTo>
                <a:lnTo>
                  <a:pt x="539386" y="154066"/>
                </a:lnTo>
                <a:lnTo>
                  <a:pt x="537600" y="154066"/>
                </a:lnTo>
                <a:lnTo>
                  <a:pt x="537600" y="157649"/>
                </a:lnTo>
                <a:lnTo>
                  <a:pt x="535814" y="157649"/>
                </a:lnTo>
                <a:lnTo>
                  <a:pt x="535814" y="161232"/>
                </a:lnTo>
                <a:lnTo>
                  <a:pt x="534027" y="161232"/>
                </a:lnTo>
                <a:lnTo>
                  <a:pt x="534027" y="163024"/>
                </a:lnTo>
                <a:lnTo>
                  <a:pt x="532241" y="163024"/>
                </a:lnTo>
                <a:lnTo>
                  <a:pt x="532241" y="164815"/>
                </a:lnTo>
                <a:lnTo>
                  <a:pt x="530455" y="164815"/>
                </a:lnTo>
                <a:lnTo>
                  <a:pt x="530455" y="166606"/>
                </a:lnTo>
                <a:lnTo>
                  <a:pt x="528669" y="166606"/>
                </a:lnTo>
                <a:lnTo>
                  <a:pt x="528669" y="163024"/>
                </a:lnTo>
                <a:lnTo>
                  <a:pt x="530455" y="163024"/>
                </a:lnTo>
                <a:lnTo>
                  <a:pt x="530455" y="161232"/>
                </a:lnTo>
                <a:lnTo>
                  <a:pt x="532241" y="161232"/>
                </a:lnTo>
                <a:lnTo>
                  <a:pt x="532241" y="157649"/>
                </a:lnTo>
                <a:lnTo>
                  <a:pt x="534027" y="157649"/>
                </a:lnTo>
                <a:lnTo>
                  <a:pt x="534027" y="154066"/>
                </a:lnTo>
                <a:lnTo>
                  <a:pt x="535814" y="154066"/>
                </a:lnTo>
                <a:lnTo>
                  <a:pt x="535814" y="146900"/>
                </a:lnTo>
                <a:lnTo>
                  <a:pt x="528669" y="146900"/>
                </a:lnTo>
                <a:lnTo>
                  <a:pt x="528669" y="145109"/>
                </a:lnTo>
                <a:lnTo>
                  <a:pt x="526883" y="145109"/>
                </a:lnTo>
                <a:lnTo>
                  <a:pt x="526883" y="136152"/>
                </a:lnTo>
                <a:lnTo>
                  <a:pt x="530455" y="136152"/>
                </a:lnTo>
                <a:close/>
                <a:moveTo>
                  <a:pt x="1762826" y="134360"/>
                </a:moveTo>
                <a:lnTo>
                  <a:pt x="1766399" y="134360"/>
                </a:lnTo>
                <a:lnTo>
                  <a:pt x="1766399" y="136152"/>
                </a:lnTo>
                <a:lnTo>
                  <a:pt x="1769971" y="136152"/>
                </a:lnTo>
                <a:lnTo>
                  <a:pt x="1769971" y="137943"/>
                </a:lnTo>
                <a:lnTo>
                  <a:pt x="1771757" y="137943"/>
                </a:lnTo>
                <a:lnTo>
                  <a:pt x="1771757" y="143317"/>
                </a:lnTo>
                <a:lnTo>
                  <a:pt x="1773543" y="143317"/>
                </a:lnTo>
                <a:lnTo>
                  <a:pt x="1773543" y="146900"/>
                </a:lnTo>
                <a:lnTo>
                  <a:pt x="1771757" y="146900"/>
                </a:lnTo>
                <a:lnTo>
                  <a:pt x="1771757" y="154066"/>
                </a:lnTo>
                <a:lnTo>
                  <a:pt x="1769971" y="154066"/>
                </a:lnTo>
                <a:lnTo>
                  <a:pt x="1769971" y="157649"/>
                </a:lnTo>
                <a:lnTo>
                  <a:pt x="1768185" y="157649"/>
                </a:lnTo>
                <a:lnTo>
                  <a:pt x="1768185" y="161232"/>
                </a:lnTo>
                <a:lnTo>
                  <a:pt x="1766399" y="161232"/>
                </a:lnTo>
                <a:lnTo>
                  <a:pt x="1766399" y="163024"/>
                </a:lnTo>
                <a:lnTo>
                  <a:pt x="1764612" y="163024"/>
                </a:lnTo>
                <a:lnTo>
                  <a:pt x="1764612" y="164815"/>
                </a:lnTo>
                <a:lnTo>
                  <a:pt x="1762826" y="164815"/>
                </a:lnTo>
                <a:lnTo>
                  <a:pt x="1762826" y="166606"/>
                </a:lnTo>
                <a:lnTo>
                  <a:pt x="1761040" y="166606"/>
                </a:lnTo>
                <a:lnTo>
                  <a:pt x="1761040" y="163024"/>
                </a:lnTo>
                <a:lnTo>
                  <a:pt x="1762826" y="163024"/>
                </a:lnTo>
                <a:lnTo>
                  <a:pt x="1762826" y="161232"/>
                </a:lnTo>
                <a:lnTo>
                  <a:pt x="1764612" y="161232"/>
                </a:lnTo>
                <a:lnTo>
                  <a:pt x="1764612" y="159441"/>
                </a:lnTo>
                <a:lnTo>
                  <a:pt x="1766399" y="159441"/>
                </a:lnTo>
                <a:lnTo>
                  <a:pt x="1766399" y="154066"/>
                </a:lnTo>
                <a:lnTo>
                  <a:pt x="1768185" y="154066"/>
                </a:lnTo>
                <a:lnTo>
                  <a:pt x="1768185" y="146900"/>
                </a:lnTo>
                <a:lnTo>
                  <a:pt x="1761040" y="146900"/>
                </a:lnTo>
                <a:lnTo>
                  <a:pt x="1761040" y="145109"/>
                </a:lnTo>
                <a:lnTo>
                  <a:pt x="1759254" y="145109"/>
                </a:lnTo>
                <a:lnTo>
                  <a:pt x="1759254" y="137943"/>
                </a:lnTo>
                <a:lnTo>
                  <a:pt x="1761040" y="137943"/>
                </a:lnTo>
                <a:lnTo>
                  <a:pt x="1761040" y="136152"/>
                </a:lnTo>
                <a:lnTo>
                  <a:pt x="1762826" y="136152"/>
                </a:lnTo>
                <a:close/>
                <a:moveTo>
                  <a:pt x="1471701" y="150483"/>
                </a:moveTo>
                <a:lnTo>
                  <a:pt x="1475273" y="150483"/>
                </a:lnTo>
                <a:lnTo>
                  <a:pt x="1475273" y="152275"/>
                </a:lnTo>
                <a:lnTo>
                  <a:pt x="1478845" y="152275"/>
                </a:lnTo>
                <a:lnTo>
                  <a:pt x="1478845" y="154066"/>
                </a:lnTo>
                <a:lnTo>
                  <a:pt x="1480631" y="154066"/>
                </a:lnTo>
                <a:lnTo>
                  <a:pt x="1480631" y="159441"/>
                </a:lnTo>
                <a:lnTo>
                  <a:pt x="1482417" y="159441"/>
                </a:lnTo>
                <a:lnTo>
                  <a:pt x="1482417" y="166606"/>
                </a:lnTo>
                <a:lnTo>
                  <a:pt x="1480631" y="166606"/>
                </a:lnTo>
                <a:lnTo>
                  <a:pt x="1480631" y="171981"/>
                </a:lnTo>
                <a:lnTo>
                  <a:pt x="1478845" y="171981"/>
                </a:lnTo>
                <a:lnTo>
                  <a:pt x="1478845" y="173772"/>
                </a:lnTo>
                <a:lnTo>
                  <a:pt x="1477059" y="173772"/>
                </a:lnTo>
                <a:lnTo>
                  <a:pt x="1477059" y="177355"/>
                </a:lnTo>
                <a:lnTo>
                  <a:pt x="1475273" y="177355"/>
                </a:lnTo>
                <a:lnTo>
                  <a:pt x="1475273" y="180938"/>
                </a:lnTo>
                <a:lnTo>
                  <a:pt x="1471701" y="180938"/>
                </a:lnTo>
                <a:lnTo>
                  <a:pt x="1471701" y="182730"/>
                </a:lnTo>
                <a:lnTo>
                  <a:pt x="1469915" y="182730"/>
                </a:lnTo>
                <a:lnTo>
                  <a:pt x="1469915" y="179147"/>
                </a:lnTo>
                <a:lnTo>
                  <a:pt x="1471701" y="179147"/>
                </a:lnTo>
                <a:lnTo>
                  <a:pt x="1471701" y="177355"/>
                </a:lnTo>
                <a:lnTo>
                  <a:pt x="1473487" y="177355"/>
                </a:lnTo>
                <a:lnTo>
                  <a:pt x="1473487" y="175564"/>
                </a:lnTo>
                <a:lnTo>
                  <a:pt x="1475273" y="175564"/>
                </a:lnTo>
                <a:lnTo>
                  <a:pt x="1475273" y="170189"/>
                </a:lnTo>
                <a:lnTo>
                  <a:pt x="1477059" y="170189"/>
                </a:lnTo>
                <a:lnTo>
                  <a:pt x="1477059" y="164815"/>
                </a:lnTo>
                <a:lnTo>
                  <a:pt x="1478845" y="164815"/>
                </a:lnTo>
                <a:lnTo>
                  <a:pt x="1478845" y="161232"/>
                </a:lnTo>
                <a:lnTo>
                  <a:pt x="1477059" y="161232"/>
                </a:lnTo>
                <a:lnTo>
                  <a:pt x="1477059" y="163024"/>
                </a:lnTo>
                <a:lnTo>
                  <a:pt x="1469915" y="163024"/>
                </a:lnTo>
                <a:lnTo>
                  <a:pt x="1469915" y="161232"/>
                </a:lnTo>
                <a:lnTo>
                  <a:pt x="1468129" y="161232"/>
                </a:lnTo>
                <a:lnTo>
                  <a:pt x="1468129" y="154066"/>
                </a:lnTo>
                <a:lnTo>
                  <a:pt x="1469915" y="154066"/>
                </a:lnTo>
                <a:lnTo>
                  <a:pt x="1469915" y="152275"/>
                </a:lnTo>
                <a:lnTo>
                  <a:pt x="1471701" y="152275"/>
                </a:lnTo>
                <a:close/>
                <a:moveTo>
                  <a:pt x="210753" y="154066"/>
                </a:moveTo>
                <a:lnTo>
                  <a:pt x="217897" y="154066"/>
                </a:lnTo>
                <a:lnTo>
                  <a:pt x="217897" y="155858"/>
                </a:lnTo>
                <a:lnTo>
                  <a:pt x="219684" y="155858"/>
                </a:lnTo>
                <a:lnTo>
                  <a:pt x="219684" y="157649"/>
                </a:lnTo>
                <a:lnTo>
                  <a:pt x="221470" y="157649"/>
                </a:lnTo>
                <a:lnTo>
                  <a:pt x="221470" y="170189"/>
                </a:lnTo>
                <a:lnTo>
                  <a:pt x="219684" y="170189"/>
                </a:lnTo>
                <a:lnTo>
                  <a:pt x="219684" y="175564"/>
                </a:lnTo>
                <a:lnTo>
                  <a:pt x="217897" y="175564"/>
                </a:lnTo>
                <a:lnTo>
                  <a:pt x="217897" y="179147"/>
                </a:lnTo>
                <a:lnTo>
                  <a:pt x="216111" y="179147"/>
                </a:lnTo>
                <a:lnTo>
                  <a:pt x="216111" y="180938"/>
                </a:lnTo>
                <a:lnTo>
                  <a:pt x="214325" y="180938"/>
                </a:lnTo>
                <a:lnTo>
                  <a:pt x="214325" y="182730"/>
                </a:lnTo>
                <a:lnTo>
                  <a:pt x="212539" y="182730"/>
                </a:lnTo>
                <a:lnTo>
                  <a:pt x="212539" y="184521"/>
                </a:lnTo>
                <a:lnTo>
                  <a:pt x="208967" y="184521"/>
                </a:lnTo>
                <a:lnTo>
                  <a:pt x="208967" y="182730"/>
                </a:lnTo>
                <a:lnTo>
                  <a:pt x="210753" y="182730"/>
                </a:lnTo>
                <a:lnTo>
                  <a:pt x="210753" y="180938"/>
                </a:lnTo>
                <a:lnTo>
                  <a:pt x="212539" y="180938"/>
                </a:lnTo>
                <a:lnTo>
                  <a:pt x="212539" y="179147"/>
                </a:lnTo>
                <a:lnTo>
                  <a:pt x="214325" y="179147"/>
                </a:lnTo>
                <a:lnTo>
                  <a:pt x="214325" y="177355"/>
                </a:lnTo>
                <a:lnTo>
                  <a:pt x="216111" y="177355"/>
                </a:lnTo>
                <a:lnTo>
                  <a:pt x="216111" y="170189"/>
                </a:lnTo>
                <a:lnTo>
                  <a:pt x="217897" y="170189"/>
                </a:lnTo>
                <a:lnTo>
                  <a:pt x="217897" y="164815"/>
                </a:lnTo>
                <a:lnTo>
                  <a:pt x="210753" y="164815"/>
                </a:lnTo>
                <a:lnTo>
                  <a:pt x="210753" y="163024"/>
                </a:lnTo>
                <a:lnTo>
                  <a:pt x="208967" y="163024"/>
                </a:lnTo>
                <a:lnTo>
                  <a:pt x="208967" y="161232"/>
                </a:lnTo>
                <a:lnTo>
                  <a:pt x="207181" y="161232"/>
                </a:lnTo>
                <a:lnTo>
                  <a:pt x="207181" y="157649"/>
                </a:lnTo>
                <a:lnTo>
                  <a:pt x="208967" y="157649"/>
                </a:lnTo>
                <a:lnTo>
                  <a:pt x="208967" y="155858"/>
                </a:lnTo>
                <a:lnTo>
                  <a:pt x="210753" y="155858"/>
                </a:lnTo>
                <a:close/>
                <a:moveTo>
                  <a:pt x="1155571" y="155858"/>
                </a:moveTo>
                <a:lnTo>
                  <a:pt x="1160929" y="155858"/>
                </a:lnTo>
                <a:lnTo>
                  <a:pt x="1160929" y="157649"/>
                </a:lnTo>
                <a:lnTo>
                  <a:pt x="1162715" y="157649"/>
                </a:lnTo>
                <a:lnTo>
                  <a:pt x="1162715" y="159441"/>
                </a:lnTo>
                <a:lnTo>
                  <a:pt x="1164501" y="159441"/>
                </a:lnTo>
                <a:lnTo>
                  <a:pt x="1164501" y="161232"/>
                </a:lnTo>
                <a:lnTo>
                  <a:pt x="1166287" y="161232"/>
                </a:lnTo>
                <a:lnTo>
                  <a:pt x="1166287" y="175564"/>
                </a:lnTo>
                <a:lnTo>
                  <a:pt x="1164501" y="175564"/>
                </a:lnTo>
                <a:lnTo>
                  <a:pt x="1164501" y="179147"/>
                </a:lnTo>
                <a:lnTo>
                  <a:pt x="1162715" y="179147"/>
                </a:lnTo>
                <a:lnTo>
                  <a:pt x="1162715" y="180938"/>
                </a:lnTo>
                <a:lnTo>
                  <a:pt x="1160929" y="180938"/>
                </a:lnTo>
                <a:lnTo>
                  <a:pt x="1160929" y="184521"/>
                </a:lnTo>
                <a:lnTo>
                  <a:pt x="1159143" y="184521"/>
                </a:lnTo>
                <a:lnTo>
                  <a:pt x="1159143" y="186313"/>
                </a:lnTo>
                <a:lnTo>
                  <a:pt x="1157357" y="186313"/>
                </a:lnTo>
                <a:lnTo>
                  <a:pt x="1157357" y="188104"/>
                </a:lnTo>
                <a:lnTo>
                  <a:pt x="1153785" y="188104"/>
                </a:lnTo>
                <a:lnTo>
                  <a:pt x="1153785" y="186313"/>
                </a:lnTo>
                <a:lnTo>
                  <a:pt x="1155571" y="186313"/>
                </a:lnTo>
                <a:lnTo>
                  <a:pt x="1155571" y="184521"/>
                </a:lnTo>
                <a:lnTo>
                  <a:pt x="1157357" y="184521"/>
                </a:lnTo>
                <a:lnTo>
                  <a:pt x="1157357" y="180938"/>
                </a:lnTo>
                <a:lnTo>
                  <a:pt x="1159143" y="180938"/>
                </a:lnTo>
                <a:lnTo>
                  <a:pt x="1159143" y="179147"/>
                </a:lnTo>
                <a:lnTo>
                  <a:pt x="1160929" y="179147"/>
                </a:lnTo>
                <a:lnTo>
                  <a:pt x="1160929" y="173772"/>
                </a:lnTo>
                <a:lnTo>
                  <a:pt x="1162715" y="173772"/>
                </a:lnTo>
                <a:lnTo>
                  <a:pt x="1162715" y="168398"/>
                </a:lnTo>
                <a:lnTo>
                  <a:pt x="1155571" y="168398"/>
                </a:lnTo>
                <a:lnTo>
                  <a:pt x="1155571" y="166606"/>
                </a:lnTo>
                <a:lnTo>
                  <a:pt x="1153785" y="166606"/>
                </a:lnTo>
                <a:lnTo>
                  <a:pt x="1153785" y="164815"/>
                </a:lnTo>
                <a:lnTo>
                  <a:pt x="1151999" y="164815"/>
                </a:lnTo>
                <a:lnTo>
                  <a:pt x="1151999" y="161232"/>
                </a:lnTo>
                <a:lnTo>
                  <a:pt x="1153785" y="161232"/>
                </a:lnTo>
                <a:lnTo>
                  <a:pt x="1153785" y="157649"/>
                </a:lnTo>
                <a:lnTo>
                  <a:pt x="1155571" y="157649"/>
                </a:lnTo>
                <a:close/>
              </a:path>
            </a:pathLst>
          </a:custGeom>
          <a:solidFill xmlns:a="http://schemas.openxmlformats.org/drawingml/2006/main">
            <a:srgbClr val="111111"/>
          </a:solidFill>
          <a:ln xmlns:a="http://schemas.openxmlformats.org/drawingml/2006/main" w="0">
            <a:noFill/>
          </a:ln>
        </p:spPr>
      </p:sp>
    </p:spTree>
    <p:extLst>
      <p:ext uri="{BB962C8B-B14F-4D97-AF65-F5344CB8AC3E}">
        <p14:creationId xmlns:p14="http://schemas.microsoft.com/office/powerpoint/2010/main" val="16525221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2026-09-08T03:29:15.3220000Z</dcterms:created>
  <dcterms:modified xsi:type="dcterms:W3CDTF">2026-09-08T03:29:15.3220000Z</dcterms:modified>
</coreProperties>
</file>