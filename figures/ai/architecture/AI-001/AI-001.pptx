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9ad2bb1f8848e0" /><Relationship Type="http://schemas.openxmlformats.org/officeDocument/2006/relationships/extended-properties" Target="/docProps/app.xml" Id="Reab3d66fe0c947b2" /><Relationship Type="http://schemas.openxmlformats.org/officeDocument/2006/relationships/officeDocument" Target="/ppt/presentation.xml" Id="Rb59cf3cec72c44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d6d32aa2aa4b2f"/>
  </p:sldMasterIdLst>
  <p:notesMasterIdLst>
    <p:notesMasterId xmlns:r="http://schemas.openxmlformats.org/officeDocument/2006/relationships" r:id="Rf233b8941a414773"/>
  </p:notesMasterIdLst>
  <p:sldIdLst>
    <p:sldId xmlns:r="http://schemas.openxmlformats.org/officeDocument/2006/relationships" id="256" r:id="Redf81583b5a24309"/>
  </p:sldIdLst>
  <p:sldSz cx="14173200" cy="5172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8d51d2c34647aa" /><Relationship Type="http://schemas.openxmlformats.org/officeDocument/2006/relationships/slideMaster" Target="/ppt/slideMasters/slideMaster1.xml" Id="Rcad6d32aa2aa4b2f" /><Relationship Type="http://schemas.openxmlformats.org/officeDocument/2006/relationships/notesMaster" Target="/ppt/notesMasters/notesMaster1.xml" Id="Rf233b8941a414773" /><Relationship Type="http://schemas.openxmlformats.org/officeDocument/2006/relationships/presProps" Target="/ppt/presProps.xml" Id="Rd44c565bba3b4135" /><Relationship Type="http://schemas.openxmlformats.org/officeDocument/2006/relationships/tableStyles" Target="/ppt/tableStyles.xml" Id="R9f273646f1444370" /><Relationship Type="http://schemas.openxmlformats.org/officeDocument/2006/relationships/slide" Target="/ppt/slides/slide1.xml" Id="Redf81583b5a243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9cc469857142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6e4268533046a2" /><Relationship Type="http://schemas.openxmlformats.org/officeDocument/2006/relationships/notesMaster" Target="/ppt/notesMasters/notesMaster1.xml" Id="R7d78a785f4b14f38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素材ID：AI-001</ns1:t>
            </ns1:r>
          </ns1:p>
          <ns1:p>
            <ns1:r>
              <ns1:t>论文：VGGT: Visual Geometry Grounded Transformer</ns1:t>
            </ns1:r>
          </ns1:p>
          <ns1:p>
            <ns1:r>
              <ns1:t>会议：CVPR 2025</ns1:t>
            </ns1:r>
          </ns1:p>
          <ns1:p>
            <ns1:r>
              <ns1:t>奖项：Best Paper</ns1:t>
            </ns1:r>
          </ns1:p>
          <ns1:p>
            <ns1:r>
              <ns1:t>图号：Figure 2，PDF第3页</ns1:t>
            </ns1:r>
          </ns1:p>
          <ns1:p>
            <ns1:r>
              <ns1:t>类型：系统架构</ns1:t>
            </ns1:r>
          </ns1:p>
          <ns1:p>
            <ns1:r>
              <ns1:t>借鉴点：用色块区分多视图token；交替注意力层嵌套；一主干多任务分支，适合大模型/感知系统总览。</ns1:t>
            </ns1:r>
          </ns1:p>
          <ns1:p>
            <ns1:r>
              <ns1:t>论文URL：https://openaccess.thecvf.com/content/CVPR2025/html/Wang_VGGT_Visual_Geometry_Grounded_Transformer_CVPR_2025_paper.html</ns1:t>
            </ns1:r>
          </ns1:p>
          <ns1:p>
            <ns1:r>
              <ns1:t>官方获奖URL：https://www.thecvf.com/?page_id=413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d17390a44746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08bd0f21784991" /><Relationship Type="http://schemas.openxmlformats.org/officeDocument/2006/relationships/slideLayout" Target="/ppt/slideLayouts/slideLayout1.xml" Id="R84eddbbdda6b4a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eddbbdda6b4a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bf375322247b1" /><Relationship Type="http://schemas.openxmlformats.org/officeDocument/2006/relationships/image" Target="/ppt/media/image.png" Id="R292ab5a601e44512" /><Relationship Type="http://schemas.openxmlformats.org/officeDocument/2006/relationships/image" Target="/ppt/media/image2.png" Id="R2487a14428e04a3f" /><Relationship Type="http://schemas.openxmlformats.org/officeDocument/2006/relationships/image" Target="/ppt/media/image3.png" Id="R6f8e33ab04ad4c80" /><Relationship Type="http://schemas.openxmlformats.org/officeDocument/2006/relationships/image" Target="/ppt/media/image4.png" Id="R69e4338dfdc04873" /><Relationship Type="http://schemas.openxmlformats.org/officeDocument/2006/relationships/image" Target="/ppt/media/image5.png" Id="Re4b463ec167d4cf3" /><Relationship Type="http://schemas.openxmlformats.org/officeDocument/2006/relationships/image" Target="/ppt/media/image6.png" Id="Rc4cb0c2524c748ab" /><Relationship Type="http://schemas.openxmlformats.org/officeDocument/2006/relationships/image" Target="/ppt/media/image7.png" Id="Ra77479277b9446e7" /><Relationship Type="http://schemas.openxmlformats.org/officeDocument/2006/relationships/image" Target="/ppt/media/image8.png" Id="Rb27ea6b01ba74dd8" /><Relationship Type="http://schemas.openxmlformats.org/officeDocument/2006/relationships/image" Target="/ppt/media/image9.png" Id="R3cb76fdc16a4471c" /><Relationship Type="http://schemas.openxmlformats.org/officeDocument/2006/relationships/image" Target="/ppt/media/image10.png" Id="R5533dcebba5e4de3" /><Relationship Type="http://schemas.openxmlformats.org/officeDocument/2006/relationships/notesSlide" Target="/ppt/notesSlides/notesSlide1.xml" Id="Rd667e2007f7240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D11469-3BDC-446D-ABF0-674208EA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" y="0"/>
            <a:ext cx="14144854" cy="4996282"/>
          </a:xfrm>
          <a:custGeom xmlns:a="http://schemas.openxmlformats.org/drawingml/2006/main">
            <a:pathLst>
              <a:path w="14144854" h="4996282">
                <a:moveTo>
                  <a:pt x="14144854" y="0"/>
                </a:moveTo>
                <a:lnTo>
                  <a:pt x="14144854" y="4996282"/>
                </a:lnTo>
                <a:lnTo>
                  <a:pt x="0" y="4996282"/>
                </a:lnTo>
                <a:lnTo>
                  <a:pt x="0" y="0"/>
                </a:lnTo>
                <a:lnTo>
                  <a:pt x="1414485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ab5a601e44512"/>
          <a:stretch xmlns:a="http://schemas.openxmlformats.org/drawingml/2006/main"/>
        </p:blipFill>
        <p:spPr>
          <a:xfrm xmlns:a="http://schemas.openxmlformats.org/drawingml/2006/main">
            <a:off x="12072510" y="259261"/>
            <a:ext cx="1148657" cy="1148657"/>
          </a:xfrm>
          <a:prstGeom xmlns:a="http://schemas.openxmlformats.org/drawingml/2006/main" prst="rect">
            <a:avLst/>
          </a:prstGeom>
        </p:spPr>
      </p:pic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4C6014-6B36-4CFE-A468-AFF9F48F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657" y="1701841"/>
            <a:ext cx="841477" cy="3219117"/>
          </a:xfrm>
          <a:custGeom xmlns:a="http://schemas.openxmlformats.org/drawingml/2006/main">
            <a:pathLst>
              <a:path w="841477" h="3219117">
                <a:moveTo>
                  <a:pt x="0" y="140132"/>
                </a:moveTo>
                <a:cubicBezTo>
                  <a:pt x="0" y="62665"/>
                  <a:pt x="62865" y="0"/>
                  <a:pt x="140332" y="0"/>
                </a:cubicBezTo>
                <a:lnTo>
                  <a:pt x="701145" y="0"/>
                </a:lnTo>
                <a:cubicBezTo>
                  <a:pt x="778612" y="0"/>
                  <a:pt x="841477" y="62665"/>
                  <a:pt x="841477" y="140132"/>
                </a:cubicBezTo>
                <a:lnTo>
                  <a:pt x="841477" y="3078956"/>
                </a:lnTo>
                <a:cubicBezTo>
                  <a:pt x="841477" y="3156423"/>
                  <a:pt x="778612" y="3219117"/>
                  <a:pt x="701145" y="3219117"/>
                </a:cubicBezTo>
                <a:lnTo>
                  <a:pt x="140332" y="3219117"/>
                </a:lnTo>
                <a:cubicBezTo>
                  <a:pt x="62865" y="3219117"/>
                  <a:pt x="0" y="3156423"/>
                  <a:pt x="0" y="3078956"/>
                </a:cubicBezTo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15945F-5B6E-4712-A1E1-DF31B374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657" y="1701841"/>
            <a:ext cx="841477" cy="3219117"/>
          </a:xfrm>
          <a:custGeom xmlns:a="http://schemas.openxmlformats.org/drawingml/2006/main">
            <a:pathLst>
              <a:path w="841477" h="3219117" fill="none">
                <a:moveTo>
                  <a:pt x="0" y="140132"/>
                </a:moveTo>
                <a:cubicBezTo>
                  <a:pt x="0" y="62665"/>
                  <a:pt x="62865" y="0"/>
                  <a:pt x="140332" y="0"/>
                </a:cubicBezTo>
                <a:lnTo>
                  <a:pt x="701145" y="0"/>
                </a:lnTo>
                <a:cubicBezTo>
                  <a:pt x="778612" y="0"/>
                  <a:pt x="841477" y="62665"/>
                  <a:pt x="841477" y="140132"/>
                </a:cubicBezTo>
                <a:lnTo>
                  <a:pt x="841477" y="3078956"/>
                </a:lnTo>
                <a:cubicBezTo>
                  <a:pt x="841477" y="3156423"/>
                  <a:pt x="778612" y="3219117"/>
                  <a:pt x="701145" y="3219117"/>
                </a:cubicBezTo>
                <a:lnTo>
                  <a:pt x="140332" y="3219117"/>
                </a:lnTo>
                <a:cubicBezTo>
                  <a:pt x="62865" y="3219117"/>
                  <a:pt x="0" y="3156423"/>
                  <a:pt x="0" y="3078956"/>
                </a:cubicBezTo>
                <a:lnTo>
                  <a:pt x="0" y="1401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719" cap="flat">
            <a:solidFill>
              <a:srgbClr val="548235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722025-E554-4AD0-B9F2-F3063500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0067" y="65380"/>
            <a:ext cx="2818238" cy="4862322"/>
          </a:xfrm>
          <a:custGeom xmlns:a="http://schemas.openxmlformats.org/drawingml/2006/main">
            <a:pathLst>
              <a:path w="2818238" h="4862322">
                <a:moveTo>
                  <a:pt x="0" y="469802"/>
                </a:moveTo>
                <a:cubicBezTo>
                  <a:pt x="0" y="210312"/>
                  <a:pt x="210141" y="0"/>
                  <a:pt x="469602" y="0"/>
                </a:cubicBezTo>
                <a:lnTo>
                  <a:pt x="2348436" y="0"/>
                </a:lnTo>
                <a:cubicBezTo>
                  <a:pt x="2607897" y="0"/>
                  <a:pt x="2818238" y="210312"/>
                  <a:pt x="2818238" y="469802"/>
                </a:cubicBezTo>
                <a:lnTo>
                  <a:pt x="2818238" y="4392549"/>
                </a:lnTo>
                <a:cubicBezTo>
                  <a:pt x="2818238" y="4652010"/>
                  <a:pt x="2607897" y="4862322"/>
                  <a:pt x="2348436" y="4862322"/>
                </a:cubicBezTo>
                <a:lnTo>
                  <a:pt x="469602" y="4862322"/>
                </a:lnTo>
                <a:cubicBezTo>
                  <a:pt x="210141" y="4862322"/>
                  <a:pt x="0" y="4652010"/>
                  <a:pt x="0" y="439254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0C8672-C7B0-453C-8DC8-6A565475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0067" y="65380"/>
            <a:ext cx="2818238" cy="4862322"/>
          </a:xfrm>
          <a:custGeom xmlns:a="http://schemas.openxmlformats.org/drawingml/2006/main">
            <a:pathLst>
              <a:path w="2818238" h="4862322" fill="none">
                <a:moveTo>
                  <a:pt x="0" y="469802"/>
                </a:moveTo>
                <a:cubicBezTo>
                  <a:pt x="0" y="210312"/>
                  <a:pt x="210141" y="0"/>
                  <a:pt x="469602" y="0"/>
                </a:cubicBezTo>
                <a:lnTo>
                  <a:pt x="2348436" y="0"/>
                </a:lnTo>
                <a:cubicBezTo>
                  <a:pt x="2607897" y="0"/>
                  <a:pt x="2818238" y="210312"/>
                  <a:pt x="2818238" y="469802"/>
                </a:cubicBezTo>
                <a:lnTo>
                  <a:pt x="2818238" y="4392549"/>
                </a:lnTo>
                <a:cubicBezTo>
                  <a:pt x="2818238" y="4652010"/>
                  <a:pt x="2607897" y="4862322"/>
                  <a:pt x="2348436" y="4862322"/>
                </a:cubicBezTo>
                <a:lnTo>
                  <a:pt x="469602" y="4862322"/>
                </a:lnTo>
                <a:cubicBezTo>
                  <a:pt x="210141" y="4862322"/>
                  <a:pt x="0" y="4652010"/>
                  <a:pt x="0" y="4392549"/>
                </a:cubicBezTo>
                <a:lnTo>
                  <a:pt x="0" y="46980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625" cap="flat">
            <a:solidFill>
              <a:srgbClr val="BFBFBF"/>
            </a:solidFill>
            <a:custDash>
              <a:ds d="399990" sp="299995"/>
            </a:custDash>
            <a:miter/>
          </a:ln>
        </p:spPr>
      </p:sp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7a14428e04a3f"/>
          <a:stretch xmlns:a="http://schemas.openxmlformats.org/drawingml/2006/main"/>
        </p:blipFill>
        <p:spPr>
          <a:xfrm xmlns:a="http://schemas.openxmlformats.org/drawingml/2006/main">
            <a:off x="13155900" y="2421879"/>
            <a:ext cx="924535" cy="1651371"/>
          </a:xfrm>
          <a:prstGeom xmlns:a="http://schemas.openxmlformats.org/drawingml/2006/main" prst="rect">
            <a:avLst/>
          </a:prstGeom>
        </p:spPr>
      </p:pic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C0FD79-B098-4B1A-BE78-57F36FF5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056" y="439541"/>
            <a:ext cx="186995" cy="186995"/>
          </a:xfrm>
          <a:custGeom xmlns:a="http://schemas.openxmlformats.org/drawingml/2006/main">
            <a:pathLst>
              <a:path w="186995" h="186995">
                <a:moveTo>
                  <a:pt x="0" y="93497"/>
                </a:moveTo>
                <a:cubicBezTo>
                  <a:pt x="0" y="41862"/>
                  <a:pt x="41862" y="0"/>
                  <a:pt x="93497" y="0"/>
                </a:cubicBezTo>
                <a:cubicBezTo>
                  <a:pt x="144961" y="0"/>
                  <a:pt x="186995" y="41862"/>
                  <a:pt x="186995" y="93497"/>
                </a:cubicBezTo>
                <a:cubicBezTo>
                  <a:pt x="186995" y="145132"/>
                  <a:pt x="144961" y="186995"/>
                  <a:pt x="93497" y="186995"/>
                </a:cubicBezTo>
                <a:cubicBezTo>
                  <a:pt x="41862" y="186995"/>
                  <a:pt x="0" y="145132"/>
                  <a:pt x="0" y="93497"/>
                </a:cubicBezTo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5FDB5E-26AB-461C-A49E-F9E1BDBF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056" y="439541"/>
            <a:ext cx="186995" cy="186995"/>
          </a:xfrm>
          <a:custGeom xmlns:a="http://schemas.openxmlformats.org/drawingml/2006/main">
            <a:pathLst>
              <a:path w="186995" h="186995" fill="none">
                <a:moveTo>
                  <a:pt x="0" y="93497"/>
                </a:moveTo>
                <a:cubicBezTo>
                  <a:pt x="0" y="41862"/>
                  <a:pt x="41862" y="0"/>
                  <a:pt x="93497" y="0"/>
                </a:cubicBezTo>
                <a:cubicBezTo>
                  <a:pt x="144961" y="0"/>
                  <a:pt x="186995" y="41862"/>
                  <a:pt x="186995" y="93497"/>
                </a:cubicBezTo>
                <a:cubicBezTo>
                  <a:pt x="186995" y="145132"/>
                  <a:pt x="144961" y="186995"/>
                  <a:pt x="93497" y="186995"/>
                </a:cubicBezTo>
                <a:cubicBezTo>
                  <a:pt x="41862" y="186995"/>
                  <a:pt x="0" y="145132"/>
                  <a:pt x="0" y="934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A9D18E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B55C1D-44F9-4CF4-8D26-F28E5FB4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056" y="760095"/>
            <a:ext cx="186995" cy="186995"/>
          </a:xfrm>
          <a:custGeom xmlns:a="http://schemas.openxmlformats.org/drawingml/2006/main">
            <a:pathLst>
              <a:path w="186995" h="186995">
                <a:moveTo>
                  <a:pt x="0" y="93497"/>
                </a:moveTo>
                <a:cubicBezTo>
                  <a:pt x="0" y="41862"/>
                  <a:pt x="41862" y="0"/>
                  <a:pt x="93497" y="0"/>
                </a:cubicBezTo>
                <a:cubicBezTo>
                  <a:pt x="144961" y="0"/>
                  <a:pt x="186995" y="41862"/>
                  <a:pt x="186995" y="93497"/>
                </a:cubicBezTo>
                <a:cubicBezTo>
                  <a:pt x="186995" y="145161"/>
                  <a:pt x="144961" y="186995"/>
                  <a:pt x="93497" y="186995"/>
                </a:cubicBezTo>
                <a:cubicBezTo>
                  <a:pt x="41862" y="186995"/>
                  <a:pt x="0" y="145161"/>
                  <a:pt x="0" y="93497"/>
                </a:cubicBezTo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EB857D-9E98-4688-94C1-8AE9B71C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056" y="760095"/>
            <a:ext cx="186995" cy="186995"/>
          </a:xfrm>
          <a:custGeom xmlns:a="http://schemas.openxmlformats.org/drawingml/2006/main">
            <a:pathLst>
              <a:path w="186995" h="186995" fill="none">
                <a:moveTo>
                  <a:pt x="0" y="93497"/>
                </a:moveTo>
                <a:cubicBezTo>
                  <a:pt x="0" y="41862"/>
                  <a:pt x="41862" y="0"/>
                  <a:pt x="93497" y="0"/>
                </a:cubicBezTo>
                <a:cubicBezTo>
                  <a:pt x="144961" y="0"/>
                  <a:pt x="186995" y="41862"/>
                  <a:pt x="186995" y="93497"/>
                </a:cubicBezTo>
                <a:cubicBezTo>
                  <a:pt x="186995" y="145161"/>
                  <a:pt x="144961" y="186995"/>
                  <a:pt x="93497" y="186995"/>
                </a:cubicBezTo>
                <a:cubicBezTo>
                  <a:pt x="41862" y="186995"/>
                  <a:pt x="0" y="145161"/>
                  <a:pt x="0" y="934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A9D18E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09990E-1FF3-4873-99C1-B5C6BF14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056" y="1080649"/>
            <a:ext cx="186995" cy="186995"/>
          </a:xfrm>
          <a:custGeom xmlns:a="http://schemas.openxmlformats.org/drawingml/2006/main">
            <a:pathLst>
              <a:path w="186995" h="186995">
                <a:moveTo>
                  <a:pt x="0" y="93497"/>
                </a:moveTo>
                <a:cubicBezTo>
                  <a:pt x="0" y="41862"/>
                  <a:pt x="41862" y="0"/>
                  <a:pt x="93497" y="0"/>
                </a:cubicBezTo>
                <a:cubicBezTo>
                  <a:pt x="144961" y="0"/>
                  <a:pt x="186995" y="41862"/>
                  <a:pt x="186995" y="93497"/>
                </a:cubicBezTo>
                <a:cubicBezTo>
                  <a:pt x="186995" y="145161"/>
                  <a:pt x="144961" y="186995"/>
                  <a:pt x="93497" y="186995"/>
                </a:cubicBezTo>
                <a:cubicBezTo>
                  <a:pt x="41862" y="186995"/>
                  <a:pt x="0" y="145161"/>
                  <a:pt x="0" y="93497"/>
                </a:cubicBezTo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AF5596-EE69-4732-A14B-AC6F811D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056" y="1080649"/>
            <a:ext cx="186995" cy="186995"/>
          </a:xfrm>
          <a:custGeom xmlns:a="http://schemas.openxmlformats.org/drawingml/2006/main">
            <a:pathLst>
              <a:path w="186995" h="186995" fill="none">
                <a:moveTo>
                  <a:pt x="0" y="93497"/>
                </a:moveTo>
                <a:cubicBezTo>
                  <a:pt x="0" y="41862"/>
                  <a:pt x="41862" y="0"/>
                  <a:pt x="93497" y="0"/>
                </a:cubicBezTo>
                <a:cubicBezTo>
                  <a:pt x="144961" y="0"/>
                  <a:pt x="186995" y="41862"/>
                  <a:pt x="186995" y="93497"/>
                </a:cubicBezTo>
                <a:cubicBezTo>
                  <a:pt x="186995" y="145161"/>
                  <a:pt x="144961" y="186995"/>
                  <a:pt x="93497" y="186995"/>
                </a:cubicBezTo>
                <a:cubicBezTo>
                  <a:pt x="41862" y="186995"/>
                  <a:pt x="0" y="145161"/>
                  <a:pt x="0" y="934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A9D18E"/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191F1-508E-4A83-92CF-46D9BF98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3538" y="613191"/>
            <a:ext cx="186995" cy="186995"/>
          </a:xfrm>
          <a:custGeom xmlns:a="http://schemas.openxmlformats.org/drawingml/2006/main">
            <a:pathLst>
              <a:path w="186995" h="186995">
                <a:moveTo>
                  <a:pt x="0" y="93469"/>
                </a:moveTo>
                <a:cubicBezTo>
                  <a:pt x="0" y="41834"/>
                  <a:pt x="41834" y="0"/>
                  <a:pt x="93497" y="0"/>
                </a:cubicBezTo>
                <a:cubicBezTo>
                  <a:pt x="144961" y="0"/>
                  <a:pt x="186995" y="41834"/>
                  <a:pt x="186995" y="93469"/>
                </a:cubicBezTo>
                <a:cubicBezTo>
                  <a:pt x="186995" y="145132"/>
                  <a:pt x="144961" y="186995"/>
                  <a:pt x="93497" y="186995"/>
                </a:cubicBezTo>
                <a:cubicBezTo>
                  <a:pt x="41834" y="186995"/>
                  <a:pt x="0" y="145132"/>
                  <a:pt x="0" y="93469"/>
                </a:cubicBezTo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5D6C3D-CDF1-4854-BD6D-264A081D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3538" y="613191"/>
            <a:ext cx="186995" cy="186995"/>
          </a:xfrm>
          <a:custGeom xmlns:a="http://schemas.openxmlformats.org/drawingml/2006/main">
            <a:pathLst>
              <a:path w="186995" h="186995" fill="none">
                <a:moveTo>
                  <a:pt x="0" y="93469"/>
                </a:moveTo>
                <a:cubicBezTo>
                  <a:pt x="0" y="41834"/>
                  <a:pt x="41834" y="0"/>
                  <a:pt x="93497" y="0"/>
                </a:cubicBezTo>
                <a:cubicBezTo>
                  <a:pt x="144961" y="0"/>
                  <a:pt x="186995" y="41834"/>
                  <a:pt x="186995" y="93469"/>
                </a:cubicBezTo>
                <a:cubicBezTo>
                  <a:pt x="186995" y="145132"/>
                  <a:pt x="144961" y="186995"/>
                  <a:pt x="93497" y="186995"/>
                </a:cubicBezTo>
                <a:cubicBezTo>
                  <a:pt x="41834" y="186995"/>
                  <a:pt x="0" y="145132"/>
                  <a:pt x="0" y="934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A9D18E"/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C2ADDF-0A72-45EF-94C7-75241F1A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3538" y="960463"/>
            <a:ext cx="186995" cy="186966"/>
          </a:xfrm>
          <a:custGeom xmlns:a="http://schemas.openxmlformats.org/drawingml/2006/main">
            <a:pathLst>
              <a:path w="186995" h="186966">
                <a:moveTo>
                  <a:pt x="0" y="93497"/>
                </a:moveTo>
                <a:cubicBezTo>
                  <a:pt x="0" y="41834"/>
                  <a:pt x="41834" y="0"/>
                  <a:pt x="93497" y="0"/>
                </a:cubicBezTo>
                <a:cubicBezTo>
                  <a:pt x="144961" y="0"/>
                  <a:pt x="186995" y="41834"/>
                  <a:pt x="186995" y="93497"/>
                </a:cubicBezTo>
                <a:cubicBezTo>
                  <a:pt x="186995" y="145132"/>
                  <a:pt x="144961" y="186966"/>
                  <a:pt x="93497" y="186966"/>
                </a:cubicBezTo>
                <a:cubicBezTo>
                  <a:pt x="41834" y="186966"/>
                  <a:pt x="0" y="145132"/>
                  <a:pt x="0" y="93497"/>
                </a:cubicBezTo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E0B492-1970-4E8A-8ACC-8A0D22F9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3538" y="960463"/>
            <a:ext cx="186995" cy="186966"/>
          </a:xfrm>
          <a:custGeom xmlns:a="http://schemas.openxmlformats.org/drawingml/2006/main">
            <a:pathLst>
              <a:path w="186995" h="186966" fill="none">
                <a:moveTo>
                  <a:pt x="0" y="93497"/>
                </a:moveTo>
                <a:cubicBezTo>
                  <a:pt x="0" y="41834"/>
                  <a:pt x="41834" y="0"/>
                  <a:pt x="93497" y="0"/>
                </a:cubicBezTo>
                <a:cubicBezTo>
                  <a:pt x="144961" y="0"/>
                  <a:pt x="186995" y="41834"/>
                  <a:pt x="186995" y="93497"/>
                </a:cubicBezTo>
                <a:cubicBezTo>
                  <a:pt x="186995" y="145132"/>
                  <a:pt x="144961" y="186966"/>
                  <a:pt x="93497" y="186966"/>
                </a:cubicBezTo>
                <a:cubicBezTo>
                  <a:pt x="41834" y="186966"/>
                  <a:pt x="0" y="145132"/>
                  <a:pt x="0" y="934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A9D18E"/>
            </a:solidFill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9BCFBE-BF77-4557-BEB7-63BFE8B6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154" y="539639"/>
            <a:ext cx="649138" cy="170764"/>
          </a:xfrm>
          <a:custGeom xmlns:a="http://schemas.openxmlformats.org/drawingml/2006/main">
            <a:pathLst>
              <a:path w="649138" h="170764" fill="none">
                <a:moveTo>
                  <a:pt x="0" y="0"/>
                </a:moveTo>
                <a:lnTo>
                  <a:pt x="649138" y="170764"/>
                </a:lnTo>
              </a:path>
            </a:pathLst>
          </a:custGeom>
          <a:noFill xmlns:a="http://schemas.openxmlformats.org/drawingml/2006/main"/>
          <a:ln xmlns:a="http://schemas.openxmlformats.org/drawingml/2006/main" w="26719" cap="flat">
            <a:solidFill>
              <a:srgbClr val="A9D18E"/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5E6133-2918-4045-A3F4-207FEACA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437" y="846849"/>
            <a:ext cx="673884" cy="209941"/>
          </a:xfrm>
          <a:custGeom xmlns:a="http://schemas.openxmlformats.org/drawingml/2006/main">
            <a:pathLst>
              <a:path w="673884" h="209941" fill="none">
                <a:moveTo>
                  <a:pt x="0" y="0"/>
                </a:moveTo>
                <a:lnTo>
                  <a:pt x="673884" y="209941"/>
                </a:lnTo>
              </a:path>
            </a:pathLst>
          </a:custGeom>
          <a:noFill xmlns:a="http://schemas.openxmlformats.org/drawingml/2006/main"/>
          <a:ln xmlns:a="http://schemas.openxmlformats.org/drawingml/2006/main" w="26719" cap="flat">
            <a:solidFill>
              <a:srgbClr val="A9D18E"/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F9C58-B261-477F-ADE5-C9B2A813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437" y="1047188"/>
            <a:ext cx="679399" cy="122701"/>
          </a:xfrm>
          <a:custGeom xmlns:a="http://schemas.openxmlformats.org/drawingml/2006/main">
            <a:pathLst>
              <a:path w="679399" h="122701" fill="none">
                <a:moveTo>
                  <a:pt x="0" y="122701"/>
                </a:moveTo>
                <a:lnTo>
                  <a:pt x="6793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719" cap="flat">
            <a:solidFill>
              <a:srgbClr val="A9D18E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1C8A7-4533-404F-A203-C161D0D7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499" y="713261"/>
            <a:ext cx="632565" cy="135874"/>
          </a:xfrm>
          <a:custGeom xmlns:a="http://schemas.openxmlformats.org/drawingml/2006/main">
            <a:pathLst>
              <a:path w="632565" h="135874" fill="none">
                <a:moveTo>
                  <a:pt x="0" y="135874"/>
                </a:moveTo>
                <a:lnTo>
                  <a:pt x="6325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719" cap="flat">
            <a:solidFill>
              <a:srgbClr val="A9D18E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1B6EE5-8DD3-440E-9A3B-4C9015D2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437" y="526266"/>
            <a:ext cx="674942" cy="544439"/>
          </a:xfrm>
          <a:custGeom xmlns:a="http://schemas.openxmlformats.org/drawingml/2006/main">
            <a:pathLst>
              <a:path w="674942" h="544439" fill="none">
                <a:moveTo>
                  <a:pt x="0" y="0"/>
                </a:moveTo>
                <a:lnTo>
                  <a:pt x="674942" y="544439"/>
                </a:lnTo>
              </a:path>
            </a:pathLst>
          </a:custGeom>
          <a:noFill xmlns:a="http://schemas.openxmlformats.org/drawingml/2006/main"/>
          <a:ln xmlns:a="http://schemas.openxmlformats.org/drawingml/2006/main" w="26719" cap="flat">
            <a:solidFill>
              <a:srgbClr val="A9D18E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ADE4C1-1EF5-4323-8792-9B8B1EDD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5810" y="699916"/>
            <a:ext cx="656939" cy="488318"/>
          </a:xfrm>
          <a:custGeom xmlns:a="http://schemas.openxmlformats.org/drawingml/2006/main">
            <a:pathLst>
              <a:path w="656939" h="488318" fill="none">
                <a:moveTo>
                  <a:pt x="0" y="488318"/>
                </a:moveTo>
                <a:lnTo>
                  <a:pt x="6569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719" cap="flat">
            <a:solidFill>
              <a:srgbClr val="A9D18E"/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5512A-FC17-46B4-B08E-E7682013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2509" y="4172902"/>
            <a:ext cx="1001742" cy="761401"/>
          </a:xfrm>
          <a:custGeom xmlns:a="http://schemas.openxmlformats.org/drawingml/2006/main">
            <a:pathLst>
              <a:path w="1001742" h="761401">
                <a:moveTo>
                  <a:pt x="0" y="761401"/>
                </a:moveTo>
                <a:lnTo>
                  <a:pt x="0" y="0"/>
                </a:lnTo>
                <a:lnTo>
                  <a:pt x="1001742" y="0"/>
                </a:lnTo>
                <a:lnTo>
                  <a:pt x="1001742" y="761401"/>
                </a:lnTo>
                <a:lnTo>
                  <a:pt x="0" y="761401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e33ab04ad4c80"/>
          <a:stretch xmlns:a="http://schemas.openxmlformats.org/drawingml/2006/main"/>
        </p:blipFill>
        <p:spPr>
          <a:xfrm xmlns:a="http://schemas.openxmlformats.org/drawingml/2006/main">
            <a:off x="12072510" y="4174332"/>
            <a:ext cx="1001741" cy="758544"/>
          </a:xfrm>
          <a:prstGeom xmlns:a="http://schemas.openxmlformats.org/drawingml/2006/main" prst="rect">
            <a:avLst/>
          </a:prstGeom>
        </p:spPr>
      </p:pic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4338dfdc04873"/>
          <a:stretch xmlns:a="http://schemas.openxmlformats.org/drawingml/2006/main"/>
        </p:blipFill>
        <p:spPr>
          <a:xfrm xmlns:a="http://schemas.openxmlformats.org/drawingml/2006/main">
            <a:off x="13128598" y="4172905"/>
            <a:ext cx="1013244" cy="761397"/>
          </a:xfrm>
          <a:prstGeom xmlns:a="http://schemas.openxmlformats.org/drawingml/2006/main" prst="rect">
            <a:avLst/>
          </a:prstGeom>
        </p:spPr>
      </p:pic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C2DB09-F5F0-4893-B73F-D113F1AC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2213" y="4466844"/>
            <a:ext cx="66780" cy="66780"/>
          </a:xfrm>
          <a:custGeom xmlns:a="http://schemas.openxmlformats.org/drawingml/2006/main">
            <a:pathLst>
              <a:path w="66780" h="66780">
                <a:moveTo>
                  <a:pt x="0" y="33461"/>
                </a:moveTo>
                <a:cubicBezTo>
                  <a:pt x="0" y="14945"/>
                  <a:pt x="14973" y="0"/>
                  <a:pt x="33490" y="0"/>
                </a:cubicBezTo>
                <a:cubicBezTo>
                  <a:pt x="51806" y="0"/>
                  <a:pt x="66780" y="14945"/>
                  <a:pt x="66780" y="33461"/>
                </a:cubicBezTo>
                <a:cubicBezTo>
                  <a:pt x="66780" y="51806"/>
                  <a:pt x="51806" y="66780"/>
                  <a:pt x="33490" y="66780"/>
                </a:cubicBezTo>
                <a:cubicBezTo>
                  <a:pt x="14973" y="66780"/>
                  <a:pt x="0" y="51806"/>
                  <a:pt x="0" y="33461"/>
                </a:cubicBezTo>
              </a:path>
            </a:pathLst>
          </a:custGeom>
          <a:solidFill xmlns:a="http://schemas.openxmlformats.org/drawingml/2006/main">
            <a:srgbClr val="AA56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3853E4-0FD1-4A6D-A74F-805CB5C0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719" y="4373318"/>
            <a:ext cx="1469384" cy="129130"/>
          </a:xfrm>
          <a:custGeom xmlns:a="http://schemas.openxmlformats.org/drawingml/2006/main">
            <a:pathLst>
              <a:path w="1469384" h="129130" fill="none">
                <a:moveTo>
                  <a:pt x="0" y="0"/>
                </a:moveTo>
                <a:lnTo>
                  <a:pt x="1469384" y="129130"/>
                </a:lnTo>
              </a:path>
            </a:pathLst>
          </a:custGeom>
          <a:noFill xmlns:a="http://schemas.openxmlformats.org/drawingml/2006/main"/>
          <a:ln xmlns:a="http://schemas.openxmlformats.org/drawingml/2006/main" w="22265" cap="flat">
            <a:solidFill>
              <a:srgbClr val="AA569A"/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F22AE-6E30-4295-A05F-6BBC5C09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460" y="4226414"/>
            <a:ext cx="66780" cy="66780"/>
          </a:xfrm>
          <a:custGeom xmlns:a="http://schemas.openxmlformats.org/drawingml/2006/main">
            <a:pathLst>
              <a:path w="66780" h="66780">
                <a:moveTo>
                  <a:pt x="0" y="33461"/>
                </a:moveTo>
                <a:cubicBezTo>
                  <a:pt x="0" y="14945"/>
                  <a:pt x="14973" y="0"/>
                  <a:pt x="33490" y="0"/>
                </a:cubicBezTo>
                <a:cubicBezTo>
                  <a:pt x="51835" y="0"/>
                  <a:pt x="66780" y="14945"/>
                  <a:pt x="66780" y="33461"/>
                </a:cubicBezTo>
                <a:cubicBezTo>
                  <a:pt x="66780" y="51835"/>
                  <a:pt x="51835" y="66780"/>
                  <a:pt x="33490" y="66780"/>
                </a:cubicBezTo>
                <a:cubicBezTo>
                  <a:pt x="14973" y="66780"/>
                  <a:pt x="0" y="51835"/>
                  <a:pt x="0" y="33461"/>
                </a:cubicBezTo>
              </a:path>
            </a:pathLst>
          </a:custGeom>
          <a:solidFill xmlns:a="http://schemas.openxmlformats.org/drawingml/2006/main">
            <a:srgbClr val="812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FF5F27-90E3-4082-80B4-332B2570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773" y="4466844"/>
            <a:ext cx="66808" cy="66780"/>
          </a:xfrm>
          <a:custGeom xmlns:a="http://schemas.openxmlformats.org/drawingml/2006/main">
            <a:pathLst>
              <a:path w="66808" h="66780">
                <a:moveTo>
                  <a:pt x="0" y="33461"/>
                </a:moveTo>
                <a:cubicBezTo>
                  <a:pt x="0" y="14945"/>
                  <a:pt x="14973" y="0"/>
                  <a:pt x="33490" y="0"/>
                </a:cubicBezTo>
                <a:cubicBezTo>
                  <a:pt x="51835" y="0"/>
                  <a:pt x="66808" y="14945"/>
                  <a:pt x="66808" y="33461"/>
                </a:cubicBezTo>
                <a:cubicBezTo>
                  <a:pt x="66808" y="51806"/>
                  <a:pt x="51835" y="66780"/>
                  <a:pt x="33490" y="66780"/>
                </a:cubicBezTo>
                <a:cubicBezTo>
                  <a:pt x="14973" y="66780"/>
                  <a:pt x="0" y="51806"/>
                  <a:pt x="0" y="33461"/>
                </a:cubicBezTo>
              </a:path>
            </a:pathLst>
          </a:custGeom>
          <a:solidFill xmlns:a="http://schemas.openxmlformats.org/drawingml/2006/main">
            <a:srgbClr val="812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84782-6D95-476B-B4C8-CB44AD13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7177" y="4293194"/>
            <a:ext cx="1134056" cy="206940"/>
          </a:xfrm>
          <a:custGeom xmlns:a="http://schemas.openxmlformats.org/drawingml/2006/main">
            <a:pathLst>
              <a:path w="1134056" h="206940" fill="none">
                <a:moveTo>
                  <a:pt x="0" y="0"/>
                </a:moveTo>
                <a:lnTo>
                  <a:pt x="1134056" y="206940"/>
                </a:lnTo>
              </a:path>
            </a:pathLst>
          </a:custGeom>
          <a:noFill xmlns:a="http://schemas.openxmlformats.org/drawingml/2006/main"/>
          <a:ln xmlns:a="http://schemas.openxmlformats.org/drawingml/2006/main" w="22265" cap="flat">
            <a:solidFill>
              <a:srgbClr val="812CE5"/>
            </a:solidFill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A271D-8C38-4ECA-986C-C3F8C168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3063" y="4533624"/>
            <a:ext cx="53435" cy="66780"/>
          </a:xfrm>
          <a:custGeom xmlns:a="http://schemas.openxmlformats.org/drawingml/2006/main">
            <a:pathLst>
              <a:path w="53435" h="66780">
                <a:moveTo>
                  <a:pt x="0" y="33461"/>
                </a:moveTo>
                <a:cubicBezTo>
                  <a:pt x="0" y="14945"/>
                  <a:pt x="11916" y="0"/>
                  <a:pt x="26718" y="0"/>
                </a:cubicBezTo>
                <a:cubicBezTo>
                  <a:pt x="41491" y="0"/>
                  <a:pt x="53435" y="14945"/>
                  <a:pt x="53435" y="33461"/>
                </a:cubicBezTo>
                <a:cubicBezTo>
                  <a:pt x="53435" y="51806"/>
                  <a:pt x="41491" y="66780"/>
                  <a:pt x="26718" y="66780"/>
                </a:cubicBezTo>
                <a:cubicBezTo>
                  <a:pt x="11916" y="66780"/>
                  <a:pt x="0" y="51806"/>
                  <a:pt x="0" y="33461"/>
                </a:cubicBezTo>
              </a:path>
            </a:pathLst>
          </a:custGeom>
          <a:solidFill xmlns:a="http://schemas.openxmlformats.org/drawingml/2006/main">
            <a:srgbClr val="C2706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63DA23-3DD2-40AD-BBD7-14D81FEE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5558" y="4627121"/>
            <a:ext cx="66780" cy="66780"/>
          </a:xfrm>
          <a:custGeom xmlns:a="http://schemas.openxmlformats.org/drawingml/2006/main">
            <a:pathLst>
              <a:path w="66780" h="66780">
                <a:moveTo>
                  <a:pt x="0" y="33461"/>
                </a:moveTo>
                <a:cubicBezTo>
                  <a:pt x="0" y="14945"/>
                  <a:pt x="14973" y="0"/>
                  <a:pt x="33490" y="0"/>
                </a:cubicBezTo>
                <a:cubicBezTo>
                  <a:pt x="51835" y="0"/>
                  <a:pt x="66780" y="14945"/>
                  <a:pt x="66780" y="33461"/>
                </a:cubicBezTo>
                <a:cubicBezTo>
                  <a:pt x="66780" y="51806"/>
                  <a:pt x="51835" y="66780"/>
                  <a:pt x="33490" y="66780"/>
                </a:cubicBezTo>
                <a:cubicBezTo>
                  <a:pt x="14973" y="66780"/>
                  <a:pt x="0" y="51806"/>
                  <a:pt x="0" y="33461"/>
                </a:cubicBezTo>
              </a:path>
            </a:pathLst>
          </a:custGeom>
          <a:solidFill xmlns:a="http://schemas.openxmlformats.org/drawingml/2006/main">
            <a:srgbClr val="C2706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5F25D1-12EC-4D94-97A7-F6ED0230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498" y="4573686"/>
            <a:ext cx="1383916" cy="92412"/>
          </a:xfrm>
          <a:custGeom xmlns:a="http://schemas.openxmlformats.org/drawingml/2006/main">
            <a:pathLst>
              <a:path w="1383916" h="92412" fill="none">
                <a:moveTo>
                  <a:pt x="0" y="0"/>
                </a:moveTo>
                <a:lnTo>
                  <a:pt x="1383916" y="92412"/>
                </a:lnTo>
              </a:path>
            </a:pathLst>
          </a:custGeom>
          <a:noFill xmlns:a="http://schemas.openxmlformats.org/drawingml/2006/main"/>
          <a:ln xmlns:a="http://schemas.openxmlformats.org/drawingml/2006/main" w="22265" cap="flat">
            <a:solidFill>
              <a:srgbClr val="C2706F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5179D8-F113-4190-8328-8EE2072F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340" y="4827460"/>
            <a:ext cx="53435" cy="66780"/>
          </a:xfrm>
          <a:custGeom xmlns:a="http://schemas.openxmlformats.org/drawingml/2006/main">
            <a:pathLst>
              <a:path w="53435" h="66780">
                <a:moveTo>
                  <a:pt x="0" y="33461"/>
                </a:moveTo>
                <a:cubicBezTo>
                  <a:pt x="0" y="14945"/>
                  <a:pt x="11916" y="0"/>
                  <a:pt x="26718" y="0"/>
                </a:cubicBezTo>
                <a:cubicBezTo>
                  <a:pt x="41491" y="0"/>
                  <a:pt x="53435" y="14945"/>
                  <a:pt x="53435" y="33461"/>
                </a:cubicBezTo>
                <a:cubicBezTo>
                  <a:pt x="53435" y="51835"/>
                  <a:pt x="41491" y="66780"/>
                  <a:pt x="26718" y="66780"/>
                </a:cubicBezTo>
                <a:cubicBezTo>
                  <a:pt x="11916" y="66780"/>
                  <a:pt x="0" y="51835"/>
                  <a:pt x="0" y="33461"/>
                </a:cubicBezTo>
              </a:path>
            </a:pathLst>
          </a:custGeom>
          <a:solidFill xmlns:a="http://schemas.openxmlformats.org/drawingml/2006/main">
            <a:srgbClr val="FFB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38C549-E41A-421F-AF99-00F95481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8993" y="4774025"/>
            <a:ext cx="66780" cy="66780"/>
          </a:xfrm>
          <a:custGeom xmlns:a="http://schemas.openxmlformats.org/drawingml/2006/main">
            <a:pathLst>
              <a:path w="66780" h="66780">
                <a:moveTo>
                  <a:pt x="0" y="33490"/>
                </a:moveTo>
                <a:cubicBezTo>
                  <a:pt x="0" y="14973"/>
                  <a:pt x="14973" y="0"/>
                  <a:pt x="33318" y="0"/>
                </a:cubicBezTo>
                <a:cubicBezTo>
                  <a:pt x="51835" y="0"/>
                  <a:pt x="66780" y="14973"/>
                  <a:pt x="66780" y="33490"/>
                </a:cubicBezTo>
                <a:cubicBezTo>
                  <a:pt x="66780" y="51835"/>
                  <a:pt x="51835" y="66780"/>
                  <a:pt x="33318" y="66780"/>
                </a:cubicBezTo>
                <a:cubicBezTo>
                  <a:pt x="14973" y="66780"/>
                  <a:pt x="0" y="51835"/>
                  <a:pt x="0" y="33490"/>
                </a:cubicBezTo>
              </a:path>
            </a:pathLst>
          </a:custGeom>
          <a:solidFill xmlns:a="http://schemas.openxmlformats.org/drawingml/2006/main">
            <a:srgbClr val="FFB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8CFFC-49EA-4F2B-87C4-DE84D5F7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0058" y="4814087"/>
            <a:ext cx="1349369" cy="47920"/>
          </a:xfrm>
          <a:custGeom xmlns:a="http://schemas.openxmlformats.org/drawingml/2006/main">
            <a:pathLst>
              <a:path w="1349369" h="47920" fill="none">
                <a:moveTo>
                  <a:pt x="0" y="47920"/>
                </a:moveTo>
                <a:lnTo>
                  <a:pt x="13493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265" cap="flat">
            <a:solidFill>
              <a:srgbClr val="FFB000"/>
            </a:solidFill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911298-FF85-484A-9DA7-5B1D1281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6346" y="4346600"/>
            <a:ext cx="66780" cy="53435"/>
          </a:xfrm>
          <a:custGeom xmlns:a="http://schemas.openxmlformats.org/drawingml/2006/main">
            <a:pathLst>
              <a:path w="66780" h="53435">
                <a:moveTo>
                  <a:pt x="0" y="26718"/>
                </a:moveTo>
                <a:cubicBezTo>
                  <a:pt x="0" y="11944"/>
                  <a:pt x="14945" y="0"/>
                  <a:pt x="33318" y="0"/>
                </a:cubicBezTo>
                <a:cubicBezTo>
                  <a:pt x="51835" y="0"/>
                  <a:pt x="66780" y="11944"/>
                  <a:pt x="66780" y="26718"/>
                </a:cubicBezTo>
                <a:cubicBezTo>
                  <a:pt x="66780" y="41519"/>
                  <a:pt x="51835" y="53435"/>
                  <a:pt x="33318" y="53435"/>
                </a:cubicBezTo>
                <a:cubicBezTo>
                  <a:pt x="14945" y="53435"/>
                  <a:pt x="0" y="41519"/>
                  <a:pt x="0" y="26718"/>
                </a:cubicBezTo>
              </a:path>
            </a:pathLst>
          </a:custGeom>
          <a:solidFill xmlns:a="http://schemas.openxmlformats.org/drawingml/2006/main">
            <a:srgbClr val="AA569A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463ec167d4cf3"/>
          <a:stretch xmlns:a="http://schemas.openxmlformats.org/drawingml/2006/main"/>
        </p:blipFill>
        <p:spPr>
          <a:xfrm xmlns:a="http://schemas.openxmlformats.org/drawingml/2006/main">
            <a:off x="12074400" y="1701776"/>
            <a:ext cx="1011311" cy="761389"/>
          </a:xfrm>
          <a:prstGeom xmlns:a="http://schemas.openxmlformats.org/drawingml/2006/main" prst="rect">
            <a:avLst/>
          </a:prstGeom>
        </p:spPr>
      </p:pic>
      <p:sp>
        <p:nvSpPr>
          <p:cNvPr id="40" name="Text DINO">
            <a:extLst xmlns:a="http://schemas.openxmlformats.org/drawingml/2006/main">
              <a:ext uri="{FF2B5EF4-FFF2-40B4-BE49-F238E27FC236}">
                <a16:creationId xmlns:a16="http://schemas.microsoft.com/office/drawing/2014/main" id="{34D05219-857E-4E0B-A8B2-0191E5C3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822" y="2451248"/>
            <a:ext cx="517160" cy="147340"/>
          </a:xfrm>
          <a:custGeom xmlns:a="http://schemas.openxmlformats.org/drawingml/2006/main">
            <a:pathLst>
              <a:path w="517160" h="147340">
                <a:moveTo>
                  <a:pt x="0" y="144418"/>
                </a:moveTo>
                <a:lnTo>
                  <a:pt x="60692" y="144418"/>
                </a:lnTo>
                <a:cubicBezTo>
                  <a:pt x="85484" y="144418"/>
                  <a:pt x="107922" y="137368"/>
                  <a:pt x="121171" y="125397"/>
                </a:cubicBezTo>
                <a:cubicBezTo>
                  <a:pt x="135063" y="112788"/>
                  <a:pt x="142970" y="93764"/>
                  <a:pt x="142970" y="73031"/>
                </a:cubicBezTo>
                <a:cubicBezTo>
                  <a:pt x="142970" y="53795"/>
                  <a:pt x="136771" y="37122"/>
                  <a:pt x="124804" y="25366"/>
                </a:cubicBezTo>
                <a:cubicBezTo>
                  <a:pt x="110273" y="10617"/>
                  <a:pt x="86978" y="2922"/>
                  <a:pt x="57701" y="2922"/>
                </a:cubicBezTo>
                <a:lnTo>
                  <a:pt x="0" y="2922"/>
                </a:lnTo>
                <a:lnTo>
                  <a:pt x="0" y="6985"/>
                </a:lnTo>
                <a:cubicBezTo>
                  <a:pt x="16882" y="8478"/>
                  <a:pt x="18594" y="10190"/>
                  <a:pt x="18806" y="26221"/>
                </a:cubicBezTo>
                <a:lnTo>
                  <a:pt x="18806" y="121122"/>
                </a:lnTo>
                <a:cubicBezTo>
                  <a:pt x="18594" y="136726"/>
                  <a:pt x="16027" y="139292"/>
                  <a:pt x="0" y="140358"/>
                </a:cubicBezTo>
                <a:lnTo>
                  <a:pt x="0" y="144418"/>
                </a:lnTo>
                <a:moveTo>
                  <a:pt x="40605" y="19168"/>
                </a:moveTo>
                <a:cubicBezTo>
                  <a:pt x="40605" y="12541"/>
                  <a:pt x="42740" y="10829"/>
                  <a:pt x="51718" y="10829"/>
                </a:cubicBezTo>
                <a:cubicBezTo>
                  <a:pt x="70308" y="10829"/>
                  <a:pt x="83987" y="14250"/>
                  <a:pt x="94246" y="21519"/>
                </a:cubicBezTo>
                <a:cubicBezTo>
                  <a:pt x="110913" y="33062"/>
                  <a:pt x="119675" y="51444"/>
                  <a:pt x="119675" y="74528"/>
                </a:cubicBezTo>
                <a:cubicBezTo>
                  <a:pt x="119675" y="99747"/>
                  <a:pt x="110913" y="117702"/>
                  <a:pt x="93604" y="127749"/>
                </a:cubicBezTo>
                <a:cubicBezTo>
                  <a:pt x="82706" y="133948"/>
                  <a:pt x="70308" y="136514"/>
                  <a:pt x="51718" y="136514"/>
                </a:cubicBezTo>
                <a:cubicBezTo>
                  <a:pt x="43168" y="136514"/>
                  <a:pt x="40605" y="134590"/>
                  <a:pt x="40605" y="127749"/>
                </a:cubicBezTo>
                <a:lnTo>
                  <a:pt x="40605" y="19168"/>
                </a:lnTo>
                <a:close/>
                <a:moveTo>
                  <a:pt x="160492" y="144418"/>
                </a:moveTo>
                <a:lnTo>
                  <a:pt x="223962" y="144418"/>
                </a:lnTo>
                <a:lnTo>
                  <a:pt x="223962" y="140358"/>
                </a:lnTo>
                <a:cubicBezTo>
                  <a:pt x="206438" y="139931"/>
                  <a:pt x="203447" y="136941"/>
                  <a:pt x="203020" y="121122"/>
                </a:cubicBezTo>
                <a:lnTo>
                  <a:pt x="203020" y="26221"/>
                </a:lnTo>
                <a:cubicBezTo>
                  <a:pt x="203447" y="10190"/>
                  <a:pt x="206226" y="7624"/>
                  <a:pt x="223962" y="6985"/>
                </a:cubicBezTo>
                <a:lnTo>
                  <a:pt x="223962" y="2922"/>
                </a:lnTo>
                <a:lnTo>
                  <a:pt x="160492" y="2922"/>
                </a:lnTo>
                <a:lnTo>
                  <a:pt x="160492" y="6985"/>
                </a:lnTo>
                <a:cubicBezTo>
                  <a:pt x="178658" y="8051"/>
                  <a:pt x="181009" y="10190"/>
                  <a:pt x="181221" y="26221"/>
                </a:cubicBezTo>
                <a:lnTo>
                  <a:pt x="181221" y="121122"/>
                </a:lnTo>
                <a:cubicBezTo>
                  <a:pt x="181009" y="137368"/>
                  <a:pt x="178443" y="139719"/>
                  <a:pt x="160492" y="140358"/>
                </a:cubicBezTo>
                <a:lnTo>
                  <a:pt x="160492" y="144418"/>
                </a:lnTo>
                <a:close/>
                <a:moveTo>
                  <a:pt x="374408" y="2922"/>
                </a:moveTo>
                <a:lnTo>
                  <a:pt x="324187" y="2922"/>
                </a:lnTo>
                <a:lnTo>
                  <a:pt x="324187" y="6985"/>
                </a:lnTo>
                <a:cubicBezTo>
                  <a:pt x="341281" y="8051"/>
                  <a:pt x="344059" y="11687"/>
                  <a:pt x="344701" y="34344"/>
                </a:cubicBezTo>
                <a:lnTo>
                  <a:pt x="344701" y="106373"/>
                </a:lnTo>
                <a:lnTo>
                  <a:pt x="262426" y="2922"/>
                </a:lnTo>
                <a:lnTo>
                  <a:pt x="225881" y="2922"/>
                </a:lnTo>
                <a:lnTo>
                  <a:pt x="225881" y="6985"/>
                </a:lnTo>
                <a:cubicBezTo>
                  <a:pt x="235070" y="6985"/>
                  <a:pt x="238061" y="8694"/>
                  <a:pt x="246611" y="18740"/>
                </a:cubicBezTo>
                <a:lnTo>
                  <a:pt x="246611" y="113000"/>
                </a:lnTo>
                <a:cubicBezTo>
                  <a:pt x="246183" y="135656"/>
                  <a:pt x="243405" y="139292"/>
                  <a:pt x="225881" y="140358"/>
                </a:cubicBezTo>
                <a:lnTo>
                  <a:pt x="225881" y="144418"/>
                </a:lnTo>
                <a:lnTo>
                  <a:pt x="276102" y="144418"/>
                </a:lnTo>
                <a:lnTo>
                  <a:pt x="276102" y="140358"/>
                </a:lnTo>
                <a:cubicBezTo>
                  <a:pt x="259648" y="139504"/>
                  <a:pt x="256442" y="135017"/>
                  <a:pt x="256015" y="113000"/>
                </a:cubicBezTo>
                <a:lnTo>
                  <a:pt x="256015" y="29211"/>
                </a:lnTo>
                <a:lnTo>
                  <a:pt x="350470" y="146714"/>
                </a:lnTo>
                <a:lnTo>
                  <a:pt x="354106" y="146714"/>
                </a:lnTo>
                <a:lnTo>
                  <a:pt x="354106" y="34331"/>
                </a:lnTo>
                <a:cubicBezTo>
                  <a:pt x="354745" y="12111"/>
                  <a:pt x="357523" y="8478"/>
                  <a:pt x="374408" y="6985"/>
                </a:cubicBezTo>
                <a:lnTo>
                  <a:pt x="374408" y="2922"/>
                </a:lnTo>
                <a:close/>
                <a:moveTo>
                  <a:pt x="447279" y="0"/>
                </a:moveTo>
                <a:cubicBezTo>
                  <a:pt x="406463" y="0"/>
                  <a:pt x="377399" y="30541"/>
                  <a:pt x="377399" y="73673"/>
                </a:cubicBezTo>
                <a:cubicBezTo>
                  <a:pt x="377399" y="93744"/>
                  <a:pt x="384237" y="113384"/>
                  <a:pt x="395777" y="125557"/>
                </a:cubicBezTo>
                <a:cubicBezTo>
                  <a:pt x="408172" y="139008"/>
                  <a:pt x="427192" y="147340"/>
                  <a:pt x="445998" y="147340"/>
                </a:cubicBezTo>
                <a:cubicBezTo>
                  <a:pt x="488096" y="147340"/>
                  <a:pt x="517160" y="117656"/>
                  <a:pt x="517160" y="74528"/>
                </a:cubicBezTo>
                <a:cubicBezTo>
                  <a:pt x="517160" y="53387"/>
                  <a:pt x="510965" y="35025"/>
                  <a:pt x="499209" y="22428"/>
                </a:cubicBezTo>
                <a:cubicBezTo>
                  <a:pt x="485748" y="7696"/>
                  <a:pt x="467797" y="0"/>
                  <a:pt x="447279" y="0"/>
                </a:cubicBezTo>
                <a:moveTo>
                  <a:pt x="447279" y="7696"/>
                </a:moveTo>
                <a:cubicBezTo>
                  <a:pt x="457111" y="7696"/>
                  <a:pt x="466939" y="11540"/>
                  <a:pt x="474635" y="18372"/>
                </a:cubicBezTo>
                <a:cubicBezTo>
                  <a:pt x="486175" y="28833"/>
                  <a:pt x="492798" y="48904"/>
                  <a:pt x="492798" y="74312"/>
                </a:cubicBezTo>
                <a:cubicBezTo>
                  <a:pt x="492798" y="86909"/>
                  <a:pt x="490235" y="101642"/>
                  <a:pt x="485748" y="112745"/>
                </a:cubicBezTo>
                <a:cubicBezTo>
                  <a:pt x="483824" y="118083"/>
                  <a:pt x="480192" y="123421"/>
                  <a:pt x="475274" y="128332"/>
                </a:cubicBezTo>
                <a:cubicBezTo>
                  <a:pt x="467797" y="135806"/>
                  <a:pt x="458177" y="139648"/>
                  <a:pt x="446852" y="139648"/>
                </a:cubicBezTo>
                <a:cubicBezTo>
                  <a:pt x="437021" y="139648"/>
                  <a:pt x="427404" y="135806"/>
                  <a:pt x="419712" y="129187"/>
                </a:cubicBezTo>
                <a:cubicBezTo>
                  <a:pt x="408814" y="119365"/>
                  <a:pt x="401761" y="97801"/>
                  <a:pt x="401761" y="74100"/>
                </a:cubicBezTo>
                <a:cubicBezTo>
                  <a:pt x="401761" y="52321"/>
                  <a:pt x="407744" y="31611"/>
                  <a:pt x="416718" y="21574"/>
                </a:cubicBezTo>
                <a:cubicBezTo>
                  <a:pt x="425053" y="12395"/>
                  <a:pt x="435527" y="7696"/>
                  <a:pt x="447279" y="7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Add">
            <a:extLst xmlns:a="http://schemas.openxmlformats.org/drawingml/2006/main">
              <a:ext uri="{FF2B5EF4-FFF2-40B4-BE49-F238E27FC236}">
                <a16:creationId xmlns:a16="http://schemas.microsoft.com/office/drawing/2014/main" id="{F9E1323B-F019-4ED1-B0BA-1FA2F734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306" y="241187"/>
            <a:ext cx="297096" cy="120281"/>
          </a:xfrm>
          <a:custGeom xmlns:a="http://schemas.openxmlformats.org/drawingml/2006/main">
            <a:pathLst>
              <a:path w="297096" h="120281">
                <a:moveTo>
                  <a:pt x="119981" y="115286"/>
                </a:moveTo>
                <a:cubicBezTo>
                  <a:pt x="112168" y="114767"/>
                  <a:pt x="110433" y="113032"/>
                  <a:pt x="104355" y="100192"/>
                </a:cubicBezTo>
                <a:lnTo>
                  <a:pt x="61118" y="1584"/>
                </a:lnTo>
                <a:lnTo>
                  <a:pt x="57647" y="1584"/>
                </a:lnTo>
                <a:lnTo>
                  <a:pt x="21530" y="86834"/>
                </a:lnTo>
                <a:cubicBezTo>
                  <a:pt x="10418" y="112165"/>
                  <a:pt x="8333" y="114939"/>
                  <a:pt x="0" y="115286"/>
                </a:cubicBezTo>
                <a:lnTo>
                  <a:pt x="0" y="118585"/>
                </a:lnTo>
                <a:lnTo>
                  <a:pt x="34380" y="118585"/>
                </a:lnTo>
                <a:lnTo>
                  <a:pt x="34380" y="115286"/>
                </a:lnTo>
                <a:cubicBezTo>
                  <a:pt x="26044" y="115286"/>
                  <a:pt x="22571" y="113204"/>
                  <a:pt x="22571" y="108175"/>
                </a:cubicBezTo>
                <a:cubicBezTo>
                  <a:pt x="22571" y="106093"/>
                  <a:pt x="23093" y="103663"/>
                  <a:pt x="23962" y="101408"/>
                </a:cubicBezTo>
                <a:lnTo>
                  <a:pt x="31947" y="81108"/>
                </a:lnTo>
                <a:lnTo>
                  <a:pt x="77441" y="81108"/>
                </a:lnTo>
                <a:lnTo>
                  <a:pt x="84561" y="97765"/>
                </a:lnTo>
                <a:cubicBezTo>
                  <a:pt x="86643" y="102450"/>
                  <a:pt x="87859" y="106959"/>
                  <a:pt x="87859" y="109389"/>
                </a:cubicBezTo>
                <a:cubicBezTo>
                  <a:pt x="87859" y="113726"/>
                  <a:pt x="84908" y="115114"/>
                  <a:pt x="75703" y="115286"/>
                </a:cubicBezTo>
                <a:lnTo>
                  <a:pt x="75703" y="118585"/>
                </a:lnTo>
                <a:lnTo>
                  <a:pt x="119981" y="118585"/>
                </a:lnTo>
                <a:lnTo>
                  <a:pt x="119981" y="115286"/>
                </a:lnTo>
                <a:moveTo>
                  <a:pt x="34899" y="73989"/>
                </a:moveTo>
                <a:lnTo>
                  <a:pt x="54868" y="26240"/>
                </a:lnTo>
                <a:lnTo>
                  <a:pt x="75009" y="73989"/>
                </a:lnTo>
                <a:lnTo>
                  <a:pt x="34899" y="73989"/>
                </a:lnTo>
                <a:close/>
                <a:moveTo>
                  <a:pt x="216528" y="108477"/>
                </a:moveTo>
                <a:cubicBezTo>
                  <a:pt x="214271" y="108649"/>
                  <a:pt x="213230" y="108649"/>
                  <a:pt x="212533" y="108649"/>
                </a:cubicBezTo>
                <a:cubicBezTo>
                  <a:pt x="206458" y="108649"/>
                  <a:pt x="204895" y="106742"/>
                  <a:pt x="204895" y="98759"/>
                </a:cubicBezTo>
                <a:lnTo>
                  <a:pt x="204895" y="347"/>
                </a:lnTo>
                <a:lnTo>
                  <a:pt x="204026" y="0"/>
                </a:lnTo>
                <a:cubicBezTo>
                  <a:pt x="195865" y="2779"/>
                  <a:pt x="189962" y="4687"/>
                  <a:pt x="178501" y="7641"/>
                </a:cubicBezTo>
                <a:lnTo>
                  <a:pt x="178501" y="10418"/>
                </a:lnTo>
                <a:cubicBezTo>
                  <a:pt x="179892" y="10246"/>
                  <a:pt x="180758" y="10246"/>
                  <a:pt x="182321" y="10246"/>
                </a:cubicBezTo>
                <a:cubicBezTo>
                  <a:pt x="188746" y="10246"/>
                  <a:pt x="190309" y="11981"/>
                  <a:pt x="190309" y="19100"/>
                </a:cubicBezTo>
                <a:lnTo>
                  <a:pt x="190309" y="46186"/>
                </a:lnTo>
                <a:cubicBezTo>
                  <a:pt x="183709" y="40630"/>
                  <a:pt x="179022" y="38719"/>
                  <a:pt x="172076" y="38719"/>
                </a:cubicBezTo>
                <a:cubicBezTo>
                  <a:pt x="152109" y="38719"/>
                  <a:pt x="135961" y="58331"/>
                  <a:pt x="135961" y="82971"/>
                </a:cubicBezTo>
                <a:cubicBezTo>
                  <a:pt x="135961" y="105179"/>
                  <a:pt x="148811" y="120281"/>
                  <a:pt x="168083" y="120281"/>
                </a:cubicBezTo>
                <a:cubicBezTo>
                  <a:pt x="177806" y="120281"/>
                  <a:pt x="184406" y="116810"/>
                  <a:pt x="190309" y="108649"/>
                </a:cubicBezTo>
                <a:lnTo>
                  <a:pt x="190309" y="119761"/>
                </a:lnTo>
                <a:lnTo>
                  <a:pt x="191003" y="120281"/>
                </a:lnTo>
                <a:lnTo>
                  <a:pt x="216528" y="111254"/>
                </a:lnTo>
                <a:lnTo>
                  <a:pt x="216528" y="108477"/>
                </a:lnTo>
                <a:moveTo>
                  <a:pt x="190309" y="100842"/>
                </a:moveTo>
                <a:cubicBezTo>
                  <a:pt x="190309" y="102058"/>
                  <a:pt x="189093" y="104140"/>
                  <a:pt x="187358" y="106048"/>
                </a:cubicBezTo>
                <a:cubicBezTo>
                  <a:pt x="184406" y="109519"/>
                  <a:pt x="179892" y="111254"/>
                  <a:pt x="174855" y="111254"/>
                </a:cubicBezTo>
                <a:cubicBezTo>
                  <a:pt x="160270" y="111254"/>
                  <a:pt x="150893" y="97371"/>
                  <a:pt x="150893" y="75857"/>
                </a:cubicBezTo>
                <a:cubicBezTo>
                  <a:pt x="150893" y="56423"/>
                  <a:pt x="159401" y="43584"/>
                  <a:pt x="172598" y="43584"/>
                </a:cubicBezTo>
                <a:cubicBezTo>
                  <a:pt x="181974" y="43584"/>
                  <a:pt x="190309" y="51736"/>
                  <a:pt x="190309" y="60933"/>
                </a:cubicBezTo>
                <a:lnTo>
                  <a:pt x="190309" y="100842"/>
                </a:lnTo>
                <a:close/>
                <a:moveTo>
                  <a:pt x="297096" y="108477"/>
                </a:moveTo>
                <a:cubicBezTo>
                  <a:pt x="294839" y="108649"/>
                  <a:pt x="293798" y="108649"/>
                  <a:pt x="293101" y="108649"/>
                </a:cubicBezTo>
                <a:cubicBezTo>
                  <a:pt x="287026" y="108649"/>
                  <a:pt x="285462" y="106742"/>
                  <a:pt x="285462" y="98759"/>
                </a:cubicBezTo>
                <a:lnTo>
                  <a:pt x="285462" y="347"/>
                </a:lnTo>
                <a:lnTo>
                  <a:pt x="284593" y="0"/>
                </a:lnTo>
                <a:cubicBezTo>
                  <a:pt x="276433" y="2779"/>
                  <a:pt x="270530" y="4687"/>
                  <a:pt x="259068" y="7641"/>
                </a:cubicBezTo>
                <a:lnTo>
                  <a:pt x="259068" y="10418"/>
                </a:lnTo>
                <a:cubicBezTo>
                  <a:pt x="260459" y="10246"/>
                  <a:pt x="261326" y="10246"/>
                  <a:pt x="262889" y="10246"/>
                </a:cubicBezTo>
                <a:cubicBezTo>
                  <a:pt x="269314" y="10246"/>
                  <a:pt x="270877" y="11981"/>
                  <a:pt x="270877" y="19100"/>
                </a:cubicBezTo>
                <a:lnTo>
                  <a:pt x="270877" y="46186"/>
                </a:lnTo>
                <a:cubicBezTo>
                  <a:pt x="264277" y="40630"/>
                  <a:pt x="259590" y="38719"/>
                  <a:pt x="252643" y="38719"/>
                </a:cubicBezTo>
                <a:cubicBezTo>
                  <a:pt x="232677" y="38719"/>
                  <a:pt x="216528" y="58331"/>
                  <a:pt x="216528" y="82971"/>
                </a:cubicBezTo>
                <a:cubicBezTo>
                  <a:pt x="216528" y="105179"/>
                  <a:pt x="229378" y="120281"/>
                  <a:pt x="248651" y="120281"/>
                </a:cubicBezTo>
                <a:cubicBezTo>
                  <a:pt x="258374" y="120281"/>
                  <a:pt x="264974" y="116810"/>
                  <a:pt x="270877" y="108649"/>
                </a:cubicBezTo>
                <a:lnTo>
                  <a:pt x="270877" y="119761"/>
                </a:lnTo>
                <a:lnTo>
                  <a:pt x="271571" y="120281"/>
                </a:lnTo>
                <a:lnTo>
                  <a:pt x="297096" y="111254"/>
                </a:lnTo>
                <a:lnTo>
                  <a:pt x="297096" y="108477"/>
                </a:lnTo>
                <a:moveTo>
                  <a:pt x="270877" y="100842"/>
                </a:moveTo>
                <a:cubicBezTo>
                  <a:pt x="270877" y="102058"/>
                  <a:pt x="269661" y="104140"/>
                  <a:pt x="267926" y="106048"/>
                </a:cubicBezTo>
                <a:cubicBezTo>
                  <a:pt x="264974" y="109519"/>
                  <a:pt x="260459" y="111254"/>
                  <a:pt x="255423" y="111254"/>
                </a:cubicBezTo>
                <a:cubicBezTo>
                  <a:pt x="240837" y="111254"/>
                  <a:pt x="231461" y="97371"/>
                  <a:pt x="231461" y="75857"/>
                </a:cubicBezTo>
                <a:cubicBezTo>
                  <a:pt x="231461" y="56423"/>
                  <a:pt x="239968" y="43584"/>
                  <a:pt x="253165" y="43584"/>
                </a:cubicBezTo>
                <a:cubicBezTo>
                  <a:pt x="262542" y="43584"/>
                  <a:pt x="270877" y="51736"/>
                  <a:pt x="270877" y="60933"/>
                </a:cubicBezTo>
                <a:lnTo>
                  <a:pt x="270877" y="1008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cameratoken">
            <a:extLst xmlns:a="http://schemas.openxmlformats.org/drawingml/2006/main">
              <a:ext uri="{FF2B5EF4-FFF2-40B4-BE49-F238E27FC236}">
                <a16:creationId xmlns:a16="http://schemas.microsoft.com/office/drawing/2014/main" id="{B0157E0B-7F05-4B6D-A426-A4629EED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314" y="454542"/>
            <a:ext cx="950644" cy="120629"/>
          </a:xfrm>
          <a:custGeom xmlns:a="http://schemas.openxmlformats.org/drawingml/2006/main">
            <a:pathLst>
              <a:path w="950644" h="120629">
                <a:moveTo>
                  <a:pt x="64932" y="91745"/>
                </a:moveTo>
                <a:cubicBezTo>
                  <a:pt x="56576" y="103921"/>
                  <a:pt x="50310" y="108097"/>
                  <a:pt x="40386" y="108097"/>
                </a:cubicBezTo>
                <a:cubicBezTo>
                  <a:pt x="24371" y="108097"/>
                  <a:pt x="13404" y="94180"/>
                  <a:pt x="13404" y="74176"/>
                </a:cubicBezTo>
                <a:cubicBezTo>
                  <a:pt x="13404" y="56084"/>
                  <a:pt x="22979" y="43908"/>
                  <a:pt x="37079" y="43908"/>
                </a:cubicBezTo>
                <a:cubicBezTo>
                  <a:pt x="43345" y="43908"/>
                  <a:pt x="45608" y="45648"/>
                  <a:pt x="47351" y="52257"/>
                </a:cubicBezTo>
                <a:lnTo>
                  <a:pt x="48394" y="56084"/>
                </a:lnTo>
                <a:cubicBezTo>
                  <a:pt x="49786" y="61129"/>
                  <a:pt x="52921" y="64088"/>
                  <a:pt x="56751" y="64088"/>
                </a:cubicBezTo>
                <a:cubicBezTo>
                  <a:pt x="61277" y="64088"/>
                  <a:pt x="64932" y="60781"/>
                  <a:pt x="64932" y="56780"/>
                </a:cubicBezTo>
                <a:cubicBezTo>
                  <a:pt x="64932" y="47040"/>
                  <a:pt x="52745" y="38858"/>
                  <a:pt x="38123" y="38858"/>
                </a:cubicBezTo>
                <a:cubicBezTo>
                  <a:pt x="29593" y="38858"/>
                  <a:pt x="20716" y="42341"/>
                  <a:pt x="13579" y="48604"/>
                </a:cubicBezTo>
                <a:cubicBezTo>
                  <a:pt x="4874" y="56260"/>
                  <a:pt x="0" y="68088"/>
                  <a:pt x="0" y="82004"/>
                </a:cubicBezTo>
                <a:cubicBezTo>
                  <a:pt x="0" y="104444"/>
                  <a:pt x="13751" y="120629"/>
                  <a:pt x="33076" y="120629"/>
                </a:cubicBezTo>
                <a:cubicBezTo>
                  <a:pt x="40909" y="120629"/>
                  <a:pt x="47871" y="117845"/>
                  <a:pt x="54140" y="112448"/>
                </a:cubicBezTo>
                <a:cubicBezTo>
                  <a:pt x="58839" y="108445"/>
                  <a:pt x="62146" y="103573"/>
                  <a:pt x="67368" y="93309"/>
                </a:cubicBezTo>
                <a:lnTo>
                  <a:pt x="64932" y="91745"/>
                </a:lnTo>
                <a:close/>
                <a:moveTo>
                  <a:pt x="153014" y="107403"/>
                </a:moveTo>
                <a:cubicBezTo>
                  <a:pt x="150054" y="109837"/>
                  <a:pt x="147967" y="110708"/>
                  <a:pt x="145356" y="110708"/>
                </a:cubicBezTo>
                <a:cubicBezTo>
                  <a:pt x="141353" y="110708"/>
                  <a:pt x="140133" y="108272"/>
                  <a:pt x="140133" y="100619"/>
                </a:cubicBezTo>
                <a:lnTo>
                  <a:pt x="140133" y="66696"/>
                </a:lnTo>
                <a:cubicBezTo>
                  <a:pt x="140133" y="57649"/>
                  <a:pt x="139262" y="52605"/>
                  <a:pt x="136651" y="48429"/>
                </a:cubicBezTo>
                <a:cubicBezTo>
                  <a:pt x="132821" y="42168"/>
                  <a:pt x="125335" y="38858"/>
                  <a:pt x="115066" y="38858"/>
                </a:cubicBezTo>
                <a:cubicBezTo>
                  <a:pt x="98701" y="38858"/>
                  <a:pt x="85821" y="47385"/>
                  <a:pt x="85821" y="58345"/>
                </a:cubicBezTo>
                <a:cubicBezTo>
                  <a:pt x="85821" y="62348"/>
                  <a:pt x="89128" y="65825"/>
                  <a:pt x="93306" y="65825"/>
                </a:cubicBezTo>
                <a:cubicBezTo>
                  <a:pt x="97482" y="65825"/>
                  <a:pt x="101139" y="62348"/>
                  <a:pt x="101139" y="58520"/>
                </a:cubicBezTo>
                <a:cubicBezTo>
                  <a:pt x="101139" y="57824"/>
                  <a:pt x="100964" y="56953"/>
                  <a:pt x="100791" y="55736"/>
                </a:cubicBezTo>
                <a:cubicBezTo>
                  <a:pt x="100443" y="54172"/>
                  <a:pt x="100268" y="52780"/>
                  <a:pt x="100268" y="51561"/>
                </a:cubicBezTo>
                <a:cubicBezTo>
                  <a:pt x="100268" y="46864"/>
                  <a:pt x="105838" y="43037"/>
                  <a:pt x="112803" y="43037"/>
                </a:cubicBezTo>
                <a:cubicBezTo>
                  <a:pt x="121332" y="43037"/>
                  <a:pt x="126031" y="48081"/>
                  <a:pt x="126031" y="57476"/>
                </a:cubicBezTo>
                <a:lnTo>
                  <a:pt x="126031" y="68088"/>
                </a:lnTo>
                <a:cubicBezTo>
                  <a:pt x="99397" y="78700"/>
                  <a:pt x="96265" y="80264"/>
                  <a:pt x="88780" y="86876"/>
                </a:cubicBezTo>
                <a:cubicBezTo>
                  <a:pt x="84949" y="90355"/>
                  <a:pt x="82511" y="96268"/>
                  <a:pt x="82511" y="102009"/>
                </a:cubicBezTo>
                <a:cubicBezTo>
                  <a:pt x="82511" y="112971"/>
                  <a:pt x="90172" y="120629"/>
                  <a:pt x="100791" y="120629"/>
                </a:cubicBezTo>
                <a:cubicBezTo>
                  <a:pt x="108449" y="120629"/>
                  <a:pt x="115587" y="116974"/>
                  <a:pt x="126207" y="107921"/>
                </a:cubicBezTo>
                <a:cubicBezTo>
                  <a:pt x="127078" y="117149"/>
                  <a:pt x="130210" y="120629"/>
                  <a:pt x="137347" y="120629"/>
                </a:cubicBezTo>
                <a:cubicBezTo>
                  <a:pt x="143265" y="120629"/>
                  <a:pt x="146923" y="118541"/>
                  <a:pt x="153014" y="111927"/>
                </a:cubicBezTo>
                <a:lnTo>
                  <a:pt x="153014" y="107403"/>
                </a:lnTo>
                <a:moveTo>
                  <a:pt x="126031" y="97477"/>
                </a:moveTo>
                <a:cubicBezTo>
                  <a:pt x="126031" y="102699"/>
                  <a:pt x="125163" y="104614"/>
                  <a:pt x="121505" y="106705"/>
                </a:cubicBezTo>
                <a:cubicBezTo>
                  <a:pt x="117154" y="109141"/>
                  <a:pt x="112455" y="110532"/>
                  <a:pt x="108797" y="110532"/>
                </a:cubicBezTo>
                <a:cubicBezTo>
                  <a:pt x="102707" y="110532"/>
                  <a:pt x="97832" y="104614"/>
                  <a:pt x="97832" y="97129"/>
                </a:cubicBezTo>
                <a:lnTo>
                  <a:pt x="97832" y="96433"/>
                </a:lnTo>
                <a:cubicBezTo>
                  <a:pt x="98005" y="85989"/>
                  <a:pt x="105666" y="79372"/>
                  <a:pt x="126031" y="72234"/>
                </a:cubicBezTo>
                <a:lnTo>
                  <a:pt x="126031" y="97477"/>
                </a:lnTo>
                <a:close/>
                <a:moveTo>
                  <a:pt x="159279" y="118929"/>
                </a:moveTo>
                <a:lnTo>
                  <a:pt x="197925" y="118929"/>
                </a:lnTo>
                <a:lnTo>
                  <a:pt x="197925" y="116318"/>
                </a:lnTo>
                <a:cubicBezTo>
                  <a:pt x="189048" y="116145"/>
                  <a:pt x="186261" y="114230"/>
                  <a:pt x="186089" y="107268"/>
                </a:cubicBezTo>
                <a:lnTo>
                  <a:pt x="186089" y="58183"/>
                </a:lnTo>
                <a:cubicBezTo>
                  <a:pt x="186089" y="57835"/>
                  <a:pt x="187480" y="56092"/>
                  <a:pt x="188700" y="54876"/>
                </a:cubicBezTo>
                <a:cubicBezTo>
                  <a:pt x="193051" y="50870"/>
                  <a:pt x="200536" y="47911"/>
                  <a:pt x="206629" y="47911"/>
                </a:cubicBezTo>
                <a:cubicBezTo>
                  <a:pt x="214287" y="47911"/>
                  <a:pt x="218118" y="54005"/>
                  <a:pt x="218118" y="66189"/>
                </a:cubicBezTo>
                <a:lnTo>
                  <a:pt x="218118" y="103961"/>
                </a:lnTo>
                <a:cubicBezTo>
                  <a:pt x="217770" y="113882"/>
                  <a:pt x="216030" y="115797"/>
                  <a:pt x="206281" y="116318"/>
                </a:cubicBezTo>
                <a:lnTo>
                  <a:pt x="206281" y="118929"/>
                </a:lnTo>
                <a:lnTo>
                  <a:pt x="245275" y="118929"/>
                </a:lnTo>
                <a:lnTo>
                  <a:pt x="245275" y="116318"/>
                </a:lnTo>
                <a:cubicBezTo>
                  <a:pt x="235527" y="116318"/>
                  <a:pt x="233089" y="113534"/>
                  <a:pt x="232741" y="102394"/>
                </a:cubicBezTo>
                <a:lnTo>
                  <a:pt x="232741" y="58531"/>
                </a:lnTo>
                <a:cubicBezTo>
                  <a:pt x="237963" y="51045"/>
                  <a:pt x="243536" y="47911"/>
                  <a:pt x="251717" y="47911"/>
                </a:cubicBezTo>
                <a:cubicBezTo>
                  <a:pt x="261638" y="47911"/>
                  <a:pt x="264772" y="52613"/>
                  <a:pt x="264772" y="67060"/>
                </a:cubicBezTo>
                <a:lnTo>
                  <a:pt x="264772" y="103786"/>
                </a:lnTo>
                <a:cubicBezTo>
                  <a:pt x="264424" y="114057"/>
                  <a:pt x="263381" y="115274"/>
                  <a:pt x="253284" y="116318"/>
                </a:cubicBezTo>
                <a:lnTo>
                  <a:pt x="253284" y="118929"/>
                </a:lnTo>
                <a:lnTo>
                  <a:pt x="291407" y="118929"/>
                </a:lnTo>
                <a:lnTo>
                  <a:pt x="291407" y="116318"/>
                </a:lnTo>
                <a:lnTo>
                  <a:pt x="286881" y="115970"/>
                </a:lnTo>
                <a:cubicBezTo>
                  <a:pt x="281310" y="115101"/>
                  <a:pt x="279395" y="112490"/>
                  <a:pt x="279395" y="105701"/>
                </a:cubicBezTo>
                <a:lnTo>
                  <a:pt x="279395" y="69844"/>
                </a:lnTo>
                <a:cubicBezTo>
                  <a:pt x="279395" y="49306"/>
                  <a:pt x="272606" y="38858"/>
                  <a:pt x="259202" y="38858"/>
                </a:cubicBezTo>
                <a:cubicBezTo>
                  <a:pt x="249106" y="38858"/>
                  <a:pt x="240226" y="43385"/>
                  <a:pt x="230825" y="53481"/>
                </a:cubicBezTo>
                <a:cubicBezTo>
                  <a:pt x="227694" y="43560"/>
                  <a:pt x="221775" y="38858"/>
                  <a:pt x="212375" y="38858"/>
                </a:cubicBezTo>
                <a:cubicBezTo>
                  <a:pt x="204539" y="38858"/>
                  <a:pt x="199840" y="41122"/>
                  <a:pt x="185390" y="52265"/>
                </a:cubicBezTo>
                <a:lnTo>
                  <a:pt x="185390" y="39209"/>
                </a:lnTo>
                <a:lnTo>
                  <a:pt x="184173" y="38858"/>
                </a:lnTo>
                <a:cubicBezTo>
                  <a:pt x="174946" y="42168"/>
                  <a:pt x="169027" y="44083"/>
                  <a:pt x="159802" y="46694"/>
                </a:cubicBezTo>
                <a:lnTo>
                  <a:pt x="159802" y="49654"/>
                </a:lnTo>
                <a:cubicBezTo>
                  <a:pt x="161890" y="49130"/>
                  <a:pt x="163457" y="48958"/>
                  <a:pt x="165372" y="48958"/>
                </a:cubicBezTo>
                <a:cubicBezTo>
                  <a:pt x="169899" y="48958"/>
                  <a:pt x="171466" y="51741"/>
                  <a:pt x="171466" y="60095"/>
                </a:cubicBezTo>
                <a:lnTo>
                  <a:pt x="171466" y="104134"/>
                </a:lnTo>
                <a:cubicBezTo>
                  <a:pt x="171118" y="113882"/>
                  <a:pt x="168855" y="116318"/>
                  <a:pt x="159279" y="116318"/>
                </a:cubicBezTo>
                <a:lnTo>
                  <a:pt x="159279" y="118929"/>
                </a:lnTo>
                <a:close/>
                <a:moveTo>
                  <a:pt x="361564" y="90332"/>
                </a:moveTo>
                <a:cubicBezTo>
                  <a:pt x="353210" y="103568"/>
                  <a:pt x="345722" y="108620"/>
                  <a:pt x="334582" y="108620"/>
                </a:cubicBezTo>
                <a:cubicBezTo>
                  <a:pt x="324660" y="108620"/>
                  <a:pt x="317175" y="103568"/>
                  <a:pt x="312126" y="93641"/>
                </a:cubicBezTo>
                <a:cubicBezTo>
                  <a:pt x="308991" y="87022"/>
                  <a:pt x="307775" y="81449"/>
                  <a:pt x="307427" y="70649"/>
                </a:cubicBezTo>
                <a:lnTo>
                  <a:pt x="361043" y="70649"/>
                </a:lnTo>
                <a:cubicBezTo>
                  <a:pt x="359649" y="59354"/>
                  <a:pt x="357909" y="54323"/>
                  <a:pt x="353558" y="48772"/>
                </a:cubicBezTo>
                <a:cubicBezTo>
                  <a:pt x="348333" y="42516"/>
                  <a:pt x="340327" y="38858"/>
                  <a:pt x="331275" y="38858"/>
                </a:cubicBezTo>
                <a:cubicBezTo>
                  <a:pt x="322570" y="38858"/>
                  <a:pt x="314389" y="41993"/>
                  <a:pt x="307775" y="47903"/>
                </a:cubicBezTo>
                <a:cubicBezTo>
                  <a:pt x="299591" y="55017"/>
                  <a:pt x="294892" y="67342"/>
                  <a:pt x="294892" y="81622"/>
                </a:cubicBezTo>
                <a:cubicBezTo>
                  <a:pt x="294892" y="105658"/>
                  <a:pt x="307427" y="120629"/>
                  <a:pt x="327444" y="120629"/>
                </a:cubicBezTo>
                <a:cubicBezTo>
                  <a:pt x="343982" y="120629"/>
                  <a:pt x="357038" y="110360"/>
                  <a:pt x="364350" y="91551"/>
                </a:cubicBezTo>
                <a:lnTo>
                  <a:pt x="361564" y="90332"/>
                </a:lnTo>
                <a:moveTo>
                  <a:pt x="307775" y="65078"/>
                </a:moveTo>
                <a:cubicBezTo>
                  <a:pt x="309687" y="51547"/>
                  <a:pt x="315608" y="45127"/>
                  <a:pt x="326225" y="45127"/>
                </a:cubicBezTo>
                <a:cubicBezTo>
                  <a:pt x="336845" y="45127"/>
                  <a:pt x="341023" y="49986"/>
                  <a:pt x="343286" y="65078"/>
                </a:cubicBezTo>
                <a:lnTo>
                  <a:pt x="307775" y="65078"/>
                </a:lnTo>
                <a:close/>
                <a:moveTo>
                  <a:pt x="371832" y="118929"/>
                </a:moveTo>
                <a:lnTo>
                  <a:pt x="413613" y="118929"/>
                </a:lnTo>
                <a:lnTo>
                  <a:pt x="413613" y="116318"/>
                </a:lnTo>
                <a:cubicBezTo>
                  <a:pt x="401949" y="115970"/>
                  <a:pt x="399163" y="113534"/>
                  <a:pt x="398815" y="103265"/>
                </a:cubicBezTo>
                <a:lnTo>
                  <a:pt x="398815" y="64098"/>
                </a:lnTo>
                <a:cubicBezTo>
                  <a:pt x="398815" y="58528"/>
                  <a:pt x="406127" y="49826"/>
                  <a:pt x="411002" y="49826"/>
                </a:cubicBezTo>
                <a:cubicBezTo>
                  <a:pt x="412045" y="49826"/>
                  <a:pt x="413613" y="50697"/>
                  <a:pt x="415528" y="52437"/>
                </a:cubicBezTo>
                <a:cubicBezTo>
                  <a:pt x="418139" y="55048"/>
                  <a:pt x="420227" y="55917"/>
                  <a:pt x="422490" y="55917"/>
                </a:cubicBezTo>
                <a:cubicBezTo>
                  <a:pt x="426668" y="55917"/>
                  <a:pt x="429279" y="52958"/>
                  <a:pt x="429279" y="48086"/>
                </a:cubicBezTo>
                <a:cubicBezTo>
                  <a:pt x="429279" y="42341"/>
                  <a:pt x="425624" y="38858"/>
                  <a:pt x="419706" y="38858"/>
                </a:cubicBezTo>
                <a:cubicBezTo>
                  <a:pt x="412393" y="38858"/>
                  <a:pt x="407519" y="42689"/>
                  <a:pt x="398815" y="55221"/>
                </a:cubicBezTo>
                <a:lnTo>
                  <a:pt x="398815" y="39209"/>
                </a:lnTo>
                <a:lnTo>
                  <a:pt x="397946" y="38858"/>
                </a:lnTo>
                <a:cubicBezTo>
                  <a:pt x="388198" y="42689"/>
                  <a:pt x="381929" y="45127"/>
                  <a:pt x="372180" y="48259"/>
                </a:cubicBezTo>
                <a:lnTo>
                  <a:pt x="372180" y="51045"/>
                </a:lnTo>
                <a:cubicBezTo>
                  <a:pt x="374619" y="50522"/>
                  <a:pt x="376186" y="50347"/>
                  <a:pt x="378274" y="50347"/>
                </a:cubicBezTo>
                <a:cubicBezTo>
                  <a:pt x="382625" y="50347"/>
                  <a:pt x="384192" y="53133"/>
                  <a:pt x="384192" y="60791"/>
                </a:cubicBezTo>
                <a:lnTo>
                  <a:pt x="384192" y="104309"/>
                </a:lnTo>
                <a:cubicBezTo>
                  <a:pt x="383844" y="113359"/>
                  <a:pt x="382800" y="114405"/>
                  <a:pt x="371832" y="116318"/>
                </a:cubicBezTo>
                <a:lnTo>
                  <a:pt x="371832" y="118929"/>
                </a:lnTo>
                <a:close/>
                <a:moveTo>
                  <a:pt x="514576" y="107403"/>
                </a:moveTo>
                <a:cubicBezTo>
                  <a:pt x="511617" y="109837"/>
                  <a:pt x="509529" y="110708"/>
                  <a:pt x="506918" y="110708"/>
                </a:cubicBezTo>
                <a:cubicBezTo>
                  <a:pt x="502915" y="110708"/>
                  <a:pt x="501696" y="108272"/>
                  <a:pt x="501696" y="100619"/>
                </a:cubicBezTo>
                <a:lnTo>
                  <a:pt x="501696" y="66696"/>
                </a:lnTo>
                <a:cubicBezTo>
                  <a:pt x="501696" y="57649"/>
                  <a:pt x="500825" y="52605"/>
                  <a:pt x="498214" y="48429"/>
                </a:cubicBezTo>
                <a:cubicBezTo>
                  <a:pt x="494383" y="42168"/>
                  <a:pt x="486898" y="38858"/>
                  <a:pt x="476629" y="38858"/>
                </a:cubicBezTo>
                <a:cubicBezTo>
                  <a:pt x="460264" y="38858"/>
                  <a:pt x="447383" y="47385"/>
                  <a:pt x="447383" y="58345"/>
                </a:cubicBezTo>
                <a:cubicBezTo>
                  <a:pt x="447383" y="62348"/>
                  <a:pt x="450690" y="65825"/>
                  <a:pt x="454869" y="65825"/>
                </a:cubicBezTo>
                <a:cubicBezTo>
                  <a:pt x="459044" y="65825"/>
                  <a:pt x="462702" y="62348"/>
                  <a:pt x="462702" y="58520"/>
                </a:cubicBezTo>
                <a:cubicBezTo>
                  <a:pt x="462702" y="57824"/>
                  <a:pt x="462527" y="56953"/>
                  <a:pt x="462354" y="55736"/>
                </a:cubicBezTo>
                <a:cubicBezTo>
                  <a:pt x="462006" y="54172"/>
                  <a:pt x="461831" y="52780"/>
                  <a:pt x="461831" y="51561"/>
                </a:cubicBezTo>
                <a:cubicBezTo>
                  <a:pt x="461831" y="46864"/>
                  <a:pt x="467401" y="43037"/>
                  <a:pt x="474366" y="43037"/>
                </a:cubicBezTo>
                <a:cubicBezTo>
                  <a:pt x="482895" y="43037"/>
                  <a:pt x="487594" y="48081"/>
                  <a:pt x="487594" y="57476"/>
                </a:cubicBezTo>
                <a:lnTo>
                  <a:pt x="487594" y="68088"/>
                </a:lnTo>
                <a:cubicBezTo>
                  <a:pt x="460960" y="78700"/>
                  <a:pt x="457828" y="80264"/>
                  <a:pt x="450342" y="86876"/>
                </a:cubicBezTo>
                <a:cubicBezTo>
                  <a:pt x="446512" y="90355"/>
                  <a:pt x="444074" y="96268"/>
                  <a:pt x="444074" y="102009"/>
                </a:cubicBezTo>
                <a:cubicBezTo>
                  <a:pt x="444074" y="112971"/>
                  <a:pt x="451734" y="120629"/>
                  <a:pt x="462354" y="120629"/>
                </a:cubicBezTo>
                <a:cubicBezTo>
                  <a:pt x="470012" y="120629"/>
                  <a:pt x="477149" y="116974"/>
                  <a:pt x="487769" y="107921"/>
                </a:cubicBezTo>
                <a:cubicBezTo>
                  <a:pt x="488640" y="117149"/>
                  <a:pt x="491772" y="120629"/>
                  <a:pt x="498910" y="120629"/>
                </a:cubicBezTo>
                <a:cubicBezTo>
                  <a:pt x="504828" y="120629"/>
                  <a:pt x="508485" y="118541"/>
                  <a:pt x="514576" y="111927"/>
                </a:cubicBezTo>
                <a:lnTo>
                  <a:pt x="514576" y="107403"/>
                </a:lnTo>
                <a:moveTo>
                  <a:pt x="487594" y="97477"/>
                </a:moveTo>
                <a:cubicBezTo>
                  <a:pt x="487594" y="102699"/>
                  <a:pt x="486725" y="104614"/>
                  <a:pt x="483068" y="106705"/>
                </a:cubicBezTo>
                <a:cubicBezTo>
                  <a:pt x="478717" y="109141"/>
                  <a:pt x="474018" y="110532"/>
                  <a:pt x="470360" y="110532"/>
                </a:cubicBezTo>
                <a:cubicBezTo>
                  <a:pt x="464269" y="110532"/>
                  <a:pt x="459395" y="104614"/>
                  <a:pt x="459395" y="97129"/>
                </a:cubicBezTo>
                <a:lnTo>
                  <a:pt x="459395" y="96433"/>
                </a:lnTo>
                <a:cubicBezTo>
                  <a:pt x="459568" y="85989"/>
                  <a:pt x="467228" y="79372"/>
                  <a:pt x="487594" y="72234"/>
                </a:cubicBezTo>
                <a:lnTo>
                  <a:pt x="487594" y="97477"/>
                </a:lnTo>
                <a:close/>
                <a:moveTo>
                  <a:pt x="602484" y="40558"/>
                </a:moveTo>
                <a:lnTo>
                  <a:pt x="584903" y="40558"/>
                </a:lnTo>
                <a:lnTo>
                  <a:pt x="584903" y="20366"/>
                </a:lnTo>
                <a:cubicBezTo>
                  <a:pt x="584903" y="18626"/>
                  <a:pt x="584555" y="18102"/>
                  <a:pt x="583683" y="18102"/>
                </a:cubicBezTo>
                <a:cubicBezTo>
                  <a:pt x="573587" y="32725"/>
                  <a:pt x="568365" y="38646"/>
                  <a:pt x="563318" y="41605"/>
                </a:cubicBezTo>
                <a:cubicBezTo>
                  <a:pt x="561403" y="42822"/>
                  <a:pt x="560356" y="43868"/>
                  <a:pt x="560356" y="44912"/>
                </a:cubicBezTo>
                <a:cubicBezTo>
                  <a:pt x="560356" y="45435"/>
                  <a:pt x="560531" y="45783"/>
                  <a:pt x="561055" y="46131"/>
                </a:cubicBezTo>
                <a:lnTo>
                  <a:pt x="570280" y="46131"/>
                </a:lnTo>
                <a:lnTo>
                  <a:pt x="570280" y="98523"/>
                </a:lnTo>
                <a:cubicBezTo>
                  <a:pt x="570280" y="113144"/>
                  <a:pt x="575502" y="120629"/>
                  <a:pt x="585774" y="120629"/>
                </a:cubicBezTo>
                <a:cubicBezTo>
                  <a:pt x="594303" y="120629"/>
                  <a:pt x="600917" y="116453"/>
                  <a:pt x="606663" y="107401"/>
                </a:cubicBezTo>
                <a:lnTo>
                  <a:pt x="604400" y="105486"/>
                </a:lnTo>
                <a:cubicBezTo>
                  <a:pt x="600569" y="110012"/>
                  <a:pt x="597786" y="111579"/>
                  <a:pt x="593955" y="111579"/>
                </a:cubicBezTo>
                <a:cubicBezTo>
                  <a:pt x="587514" y="111579"/>
                  <a:pt x="584903" y="106877"/>
                  <a:pt x="584903" y="95912"/>
                </a:cubicBezTo>
                <a:lnTo>
                  <a:pt x="584903" y="46131"/>
                </a:lnTo>
                <a:lnTo>
                  <a:pt x="602484" y="46131"/>
                </a:lnTo>
                <a:lnTo>
                  <a:pt x="602484" y="40558"/>
                </a:lnTo>
                <a:close/>
                <a:moveTo>
                  <a:pt x="654881" y="38858"/>
                </a:moveTo>
                <a:cubicBezTo>
                  <a:pt x="632075" y="38858"/>
                  <a:pt x="616408" y="55564"/>
                  <a:pt x="616408" y="79571"/>
                </a:cubicBezTo>
                <a:cubicBezTo>
                  <a:pt x="616408" y="103230"/>
                  <a:pt x="632598" y="120629"/>
                  <a:pt x="654531" y="120629"/>
                </a:cubicBezTo>
                <a:cubicBezTo>
                  <a:pt x="676466" y="120629"/>
                  <a:pt x="693177" y="102362"/>
                  <a:pt x="693177" y="78179"/>
                </a:cubicBezTo>
                <a:cubicBezTo>
                  <a:pt x="693177" y="55216"/>
                  <a:pt x="677162" y="38858"/>
                  <a:pt x="654881" y="38858"/>
                </a:cubicBezTo>
                <a:moveTo>
                  <a:pt x="652618" y="43735"/>
                </a:moveTo>
                <a:cubicBezTo>
                  <a:pt x="667241" y="43735"/>
                  <a:pt x="677510" y="60435"/>
                  <a:pt x="677510" y="84267"/>
                </a:cubicBezTo>
                <a:cubicBezTo>
                  <a:pt x="677510" y="104099"/>
                  <a:pt x="669677" y="115755"/>
                  <a:pt x="656621" y="115755"/>
                </a:cubicBezTo>
                <a:cubicBezTo>
                  <a:pt x="649832" y="115755"/>
                  <a:pt x="643390" y="111582"/>
                  <a:pt x="639735" y="104622"/>
                </a:cubicBezTo>
                <a:cubicBezTo>
                  <a:pt x="634861" y="95575"/>
                  <a:pt x="632075" y="83399"/>
                  <a:pt x="632075" y="71047"/>
                </a:cubicBezTo>
                <a:cubicBezTo>
                  <a:pt x="632075" y="54520"/>
                  <a:pt x="640083" y="43735"/>
                  <a:pt x="652618" y="43735"/>
                </a:cubicBezTo>
                <a:close/>
                <a:moveTo>
                  <a:pt x="706407" y="118929"/>
                </a:moveTo>
                <a:lnTo>
                  <a:pt x="747143" y="118929"/>
                </a:lnTo>
                <a:lnTo>
                  <a:pt x="747143" y="116318"/>
                </a:lnTo>
                <a:lnTo>
                  <a:pt x="743661" y="116145"/>
                </a:lnTo>
                <a:cubicBezTo>
                  <a:pt x="736348" y="115622"/>
                  <a:pt x="734260" y="113707"/>
                  <a:pt x="734085" y="107263"/>
                </a:cubicBezTo>
                <a:lnTo>
                  <a:pt x="734085" y="75217"/>
                </a:lnTo>
                <a:lnTo>
                  <a:pt x="758459" y="107786"/>
                </a:lnTo>
                <a:cubicBezTo>
                  <a:pt x="759155" y="108657"/>
                  <a:pt x="759675" y="109526"/>
                  <a:pt x="760199" y="110049"/>
                </a:cubicBezTo>
                <a:cubicBezTo>
                  <a:pt x="761590" y="111792"/>
                  <a:pt x="762114" y="112835"/>
                  <a:pt x="762114" y="113707"/>
                </a:cubicBezTo>
                <a:cubicBezTo>
                  <a:pt x="762114" y="115274"/>
                  <a:pt x="760547" y="116318"/>
                  <a:pt x="758459" y="116318"/>
                </a:cubicBezTo>
                <a:lnTo>
                  <a:pt x="755149" y="116318"/>
                </a:lnTo>
                <a:lnTo>
                  <a:pt x="755149" y="118929"/>
                </a:lnTo>
                <a:lnTo>
                  <a:pt x="793099" y="118929"/>
                </a:lnTo>
                <a:lnTo>
                  <a:pt x="793099" y="116318"/>
                </a:lnTo>
                <a:cubicBezTo>
                  <a:pt x="785441" y="115797"/>
                  <a:pt x="780044" y="112487"/>
                  <a:pt x="772733" y="103605"/>
                </a:cubicBezTo>
                <a:lnTo>
                  <a:pt x="746096" y="69817"/>
                </a:lnTo>
                <a:lnTo>
                  <a:pt x="751146" y="65116"/>
                </a:lnTo>
                <a:cubicBezTo>
                  <a:pt x="772906" y="45608"/>
                  <a:pt x="777608" y="42822"/>
                  <a:pt x="788748" y="43172"/>
                </a:cubicBezTo>
                <a:lnTo>
                  <a:pt x="788748" y="40558"/>
                </a:lnTo>
                <a:lnTo>
                  <a:pt x="753234" y="40558"/>
                </a:lnTo>
                <a:lnTo>
                  <a:pt x="753234" y="42997"/>
                </a:lnTo>
                <a:cubicBezTo>
                  <a:pt x="760023" y="43172"/>
                  <a:pt x="761938" y="43868"/>
                  <a:pt x="761938" y="46131"/>
                </a:cubicBezTo>
                <a:cubicBezTo>
                  <a:pt x="761938" y="47699"/>
                  <a:pt x="760371" y="49962"/>
                  <a:pt x="757935" y="52227"/>
                </a:cubicBezTo>
                <a:lnTo>
                  <a:pt x="734085" y="73475"/>
                </a:lnTo>
                <a:lnTo>
                  <a:pt x="734085" y="348"/>
                </a:lnTo>
                <a:lnTo>
                  <a:pt x="733389" y="0"/>
                </a:lnTo>
                <a:cubicBezTo>
                  <a:pt x="726599" y="2088"/>
                  <a:pt x="721553" y="3655"/>
                  <a:pt x="711629" y="6266"/>
                </a:cubicBezTo>
                <a:lnTo>
                  <a:pt x="706407" y="7658"/>
                </a:lnTo>
                <a:lnTo>
                  <a:pt x="706407" y="10444"/>
                </a:lnTo>
                <a:cubicBezTo>
                  <a:pt x="708670" y="10269"/>
                  <a:pt x="710237" y="10096"/>
                  <a:pt x="711977" y="10096"/>
                </a:cubicBezTo>
                <a:cubicBezTo>
                  <a:pt x="717898" y="10096"/>
                  <a:pt x="719462" y="12360"/>
                  <a:pt x="719462" y="20714"/>
                </a:cubicBezTo>
                <a:lnTo>
                  <a:pt x="719462" y="104651"/>
                </a:lnTo>
                <a:cubicBezTo>
                  <a:pt x="719289" y="113882"/>
                  <a:pt x="718766" y="114403"/>
                  <a:pt x="706407" y="116318"/>
                </a:cubicBezTo>
                <a:lnTo>
                  <a:pt x="706407" y="118929"/>
                </a:lnTo>
                <a:close/>
                <a:moveTo>
                  <a:pt x="856815" y="90332"/>
                </a:moveTo>
                <a:cubicBezTo>
                  <a:pt x="848461" y="103568"/>
                  <a:pt x="840973" y="108620"/>
                  <a:pt x="829833" y="108620"/>
                </a:cubicBezTo>
                <a:cubicBezTo>
                  <a:pt x="819912" y="108620"/>
                  <a:pt x="812426" y="103568"/>
                  <a:pt x="807377" y="93641"/>
                </a:cubicBezTo>
                <a:cubicBezTo>
                  <a:pt x="804242" y="87022"/>
                  <a:pt x="803026" y="81449"/>
                  <a:pt x="802678" y="70649"/>
                </a:cubicBezTo>
                <a:lnTo>
                  <a:pt x="856294" y="70649"/>
                </a:lnTo>
                <a:cubicBezTo>
                  <a:pt x="854900" y="59354"/>
                  <a:pt x="853160" y="54323"/>
                  <a:pt x="848809" y="48772"/>
                </a:cubicBezTo>
                <a:cubicBezTo>
                  <a:pt x="843584" y="42516"/>
                  <a:pt x="835578" y="38858"/>
                  <a:pt x="826526" y="38858"/>
                </a:cubicBezTo>
                <a:cubicBezTo>
                  <a:pt x="817821" y="38858"/>
                  <a:pt x="809640" y="41993"/>
                  <a:pt x="803026" y="47903"/>
                </a:cubicBezTo>
                <a:cubicBezTo>
                  <a:pt x="794842" y="55017"/>
                  <a:pt x="790143" y="67342"/>
                  <a:pt x="790143" y="81622"/>
                </a:cubicBezTo>
                <a:cubicBezTo>
                  <a:pt x="790143" y="105658"/>
                  <a:pt x="802678" y="120629"/>
                  <a:pt x="822695" y="120629"/>
                </a:cubicBezTo>
                <a:cubicBezTo>
                  <a:pt x="839233" y="120629"/>
                  <a:pt x="852289" y="110360"/>
                  <a:pt x="859601" y="91551"/>
                </a:cubicBezTo>
                <a:lnTo>
                  <a:pt x="856815" y="90332"/>
                </a:lnTo>
                <a:moveTo>
                  <a:pt x="803026" y="65078"/>
                </a:moveTo>
                <a:cubicBezTo>
                  <a:pt x="804938" y="51547"/>
                  <a:pt x="810859" y="45127"/>
                  <a:pt x="821476" y="45127"/>
                </a:cubicBezTo>
                <a:cubicBezTo>
                  <a:pt x="832096" y="45127"/>
                  <a:pt x="836274" y="49986"/>
                  <a:pt x="838537" y="65078"/>
                </a:cubicBezTo>
                <a:lnTo>
                  <a:pt x="803026" y="65078"/>
                </a:lnTo>
                <a:close/>
                <a:moveTo>
                  <a:pt x="869346" y="118929"/>
                </a:moveTo>
                <a:lnTo>
                  <a:pt x="906253" y="118929"/>
                </a:lnTo>
                <a:lnTo>
                  <a:pt x="906253" y="116318"/>
                </a:lnTo>
                <a:cubicBezTo>
                  <a:pt x="897548" y="115797"/>
                  <a:pt x="894762" y="113534"/>
                  <a:pt x="894762" y="107268"/>
                </a:cubicBezTo>
                <a:lnTo>
                  <a:pt x="894762" y="58355"/>
                </a:lnTo>
                <a:cubicBezTo>
                  <a:pt x="903118" y="50522"/>
                  <a:pt x="906949" y="48434"/>
                  <a:pt x="912694" y="48434"/>
                </a:cubicBezTo>
                <a:cubicBezTo>
                  <a:pt x="921223" y="48434"/>
                  <a:pt x="925402" y="53829"/>
                  <a:pt x="925402" y="65318"/>
                </a:cubicBezTo>
                <a:lnTo>
                  <a:pt x="925402" y="101698"/>
                </a:lnTo>
                <a:cubicBezTo>
                  <a:pt x="925054" y="113011"/>
                  <a:pt x="922963" y="115797"/>
                  <a:pt x="914434" y="116318"/>
                </a:cubicBezTo>
                <a:lnTo>
                  <a:pt x="914434" y="118929"/>
                </a:lnTo>
                <a:lnTo>
                  <a:pt x="950644" y="118929"/>
                </a:lnTo>
                <a:lnTo>
                  <a:pt x="950644" y="116318"/>
                </a:lnTo>
                <a:cubicBezTo>
                  <a:pt x="942112" y="115449"/>
                  <a:pt x="940197" y="113359"/>
                  <a:pt x="940024" y="104829"/>
                </a:cubicBezTo>
                <a:lnTo>
                  <a:pt x="940024" y="64970"/>
                </a:lnTo>
                <a:cubicBezTo>
                  <a:pt x="940024" y="48610"/>
                  <a:pt x="932364" y="38858"/>
                  <a:pt x="919483" y="38858"/>
                </a:cubicBezTo>
                <a:cubicBezTo>
                  <a:pt x="911475" y="38858"/>
                  <a:pt x="906077" y="41820"/>
                  <a:pt x="894241" y="52961"/>
                </a:cubicBezTo>
                <a:lnTo>
                  <a:pt x="894241" y="39209"/>
                </a:lnTo>
                <a:lnTo>
                  <a:pt x="893022" y="38858"/>
                </a:lnTo>
                <a:cubicBezTo>
                  <a:pt x="883969" y="42168"/>
                  <a:pt x="878051" y="44083"/>
                  <a:pt x="868998" y="46694"/>
                </a:cubicBezTo>
                <a:lnTo>
                  <a:pt x="868998" y="49654"/>
                </a:lnTo>
                <a:cubicBezTo>
                  <a:pt x="870218" y="49130"/>
                  <a:pt x="871785" y="48958"/>
                  <a:pt x="873700" y="48958"/>
                </a:cubicBezTo>
                <a:cubicBezTo>
                  <a:pt x="878574" y="48958"/>
                  <a:pt x="880139" y="51569"/>
                  <a:pt x="880139" y="60095"/>
                </a:cubicBezTo>
                <a:lnTo>
                  <a:pt x="880139" y="103265"/>
                </a:lnTo>
                <a:cubicBezTo>
                  <a:pt x="879966" y="113534"/>
                  <a:pt x="878051" y="115797"/>
                  <a:pt x="869346" y="116318"/>
                </a:cubicBezTo>
                <a:lnTo>
                  <a:pt x="869346" y="118929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Frame">
            <a:extLst xmlns:a="http://schemas.openxmlformats.org/drawingml/2006/main">
              <a:ext uri="{FF2B5EF4-FFF2-40B4-BE49-F238E27FC236}">
                <a16:creationId xmlns:a16="http://schemas.microsoft.com/office/drawing/2014/main" id="{7CD5D77C-960F-4C03-AE3B-A2FFFF63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122" y="235722"/>
            <a:ext cx="541743" cy="143583"/>
          </a:xfrm>
          <a:custGeom xmlns:a="http://schemas.openxmlformats.org/drawingml/2006/main">
            <a:pathLst>
              <a:path w="541743" h="143583">
                <a:moveTo>
                  <a:pt x="99799" y="92110"/>
                </a:moveTo>
                <a:lnTo>
                  <a:pt x="99799" y="42525"/>
                </a:lnTo>
                <a:lnTo>
                  <a:pt x="94885" y="42525"/>
                </a:lnTo>
                <a:cubicBezTo>
                  <a:pt x="92534" y="59404"/>
                  <a:pt x="88902" y="62394"/>
                  <a:pt x="71378" y="62824"/>
                </a:cubicBezTo>
                <a:lnTo>
                  <a:pt x="40389" y="62824"/>
                </a:lnTo>
                <a:lnTo>
                  <a:pt x="40389" y="15388"/>
                </a:lnTo>
                <a:cubicBezTo>
                  <a:pt x="40605" y="8977"/>
                  <a:pt x="41244" y="8335"/>
                  <a:pt x="47227" y="8123"/>
                </a:cubicBezTo>
                <a:lnTo>
                  <a:pt x="76292" y="8123"/>
                </a:lnTo>
                <a:cubicBezTo>
                  <a:pt x="101084" y="8550"/>
                  <a:pt x="105356" y="11540"/>
                  <a:pt x="108777" y="30558"/>
                </a:cubicBezTo>
                <a:lnTo>
                  <a:pt x="114118" y="30558"/>
                </a:lnTo>
                <a:lnTo>
                  <a:pt x="113479" y="0"/>
                </a:lnTo>
                <a:lnTo>
                  <a:pt x="0" y="0"/>
                </a:lnTo>
                <a:lnTo>
                  <a:pt x="0" y="4063"/>
                </a:lnTo>
                <a:cubicBezTo>
                  <a:pt x="15600" y="5129"/>
                  <a:pt x="18166" y="7908"/>
                  <a:pt x="18594" y="23293"/>
                </a:cubicBezTo>
                <a:lnTo>
                  <a:pt x="18594" y="115843"/>
                </a:lnTo>
                <a:cubicBezTo>
                  <a:pt x="18378" y="134016"/>
                  <a:pt x="16242" y="136370"/>
                  <a:pt x="0" y="137437"/>
                </a:cubicBezTo>
                <a:lnTo>
                  <a:pt x="0" y="141496"/>
                </a:lnTo>
                <a:lnTo>
                  <a:pt x="59837" y="141496"/>
                </a:lnTo>
                <a:lnTo>
                  <a:pt x="59837" y="137437"/>
                </a:lnTo>
                <a:cubicBezTo>
                  <a:pt x="43595" y="136798"/>
                  <a:pt x="40605" y="133804"/>
                  <a:pt x="40389" y="118194"/>
                </a:cubicBezTo>
                <a:lnTo>
                  <a:pt x="40389" y="71583"/>
                </a:lnTo>
                <a:lnTo>
                  <a:pt x="71378" y="71583"/>
                </a:lnTo>
                <a:cubicBezTo>
                  <a:pt x="88902" y="71798"/>
                  <a:pt x="92322" y="74792"/>
                  <a:pt x="94885" y="92110"/>
                </a:cubicBezTo>
                <a:lnTo>
                  <a:pt x="99799" y="92110"/>
                </a:lnTo>
                <a:close/>
                <a:moveTo>
                  <a:pt x="118609" y="141496"/>
                </a:moveTo>
                <a:lnTo>
                  <a:pt x="169899" y="141496"/>
                </a:lnTo>
                <a:lnTo>
                  <a:pt x="169899" y="138291"/>
                </a:lnTo>
                <a:cubicBezTo>
                  <a:pt x="155581" y="137864"/>
                  <a:pt x="152160" y="134874"/>
                  <a:pt x="151733" y="122267"/>
                </a:cubicBezTo>
                <a:lnTo>
                  <a:pt x="151733" y="74185"/>
                </a:lnTo>
                <a:cubicBezTo>
                  <a:pt x="151733" y="67347"/>
                  <a:pt x="160710" y="56664"/>
                  <a:pt x="166694" y="56664"/>
                </a:cubicBezTo>
                <a:cubicBezTo>
                  <a:pt x="167975" y="56664"/>
                  <a:pt x="169899" y="57734"/>
                  <a:pt x="172250" y="59870"/>
                </a:cubicBezTo>
                <a:cubicBezTo>
                  <a:pt x="175456" y="63075"/>
                  <a:pt x="178019" y="64142"/>
                  <a:pt x="180797" y="64142"/>
                </a:cubicBezTo>
                <a:cubicBezTo>
                  <a:pt x="185926" y="64142"/>
                  <a:pt x="189132" y="60509"/>
                  <a:pt x="189132" y="54529"/>
                </a:cubicBezTo>
                <a:cubicBezTo>
                  <a:pt x="189132" y="47475"/>
                  <a:pt x="184645" y="43200"/>
                  <a:pt x="177380" y="43200"/>
                </a:cubicBezTo>
                <a:cubicBezTo>
                  <a:pt x="168402" y="43200"/>
                  <a:pt x="162419" y="47902"/>
                  <a:pt x="151733" y="63287"/>
                </a:cubicBezTo>
                <a:lnTo>
                  <a:pt x="151733" y="43631"/>
                </a:lnTo>
                <a:lnTo>
                  <a:pt x="150666" y="43200"/>
                </a:lnTo>
                <a:cubicBezTo>
                  <a:pt x="138699" y="47902"/>
                  <a:pt x="131003" y="50896"/>
                  <a:pt x="119036" y="54741"/>
                </a:cubicBezTo>
                <a:lnTo>
                  <a:pt x="119036" y="58161"/>
                </a:lnTo>
                <a:cubicBezTo>
                  <a:pt x="122029" y="57519"/>
                  <a:pt x="123953" y="57304"/>
                  <a:pt x="126516" y="57304"/>
                </a:cubicBezTo>
                <a:cubicBezTo>
                  <a:pt x="131858" y="57304"/>
                  <a:pt x="133781" y="60724"/>
                  <a:pt x="133781" y="70125"/>
                </a:cubicBezTo>
                <a:lnTo>
                  <a:pt x="133781" y="123549"/>
                </a:lnTo>
                <a:cubicBezTo>
                  <a:pt x="133354" y="134658"/>
                  <a:pt x="132073" y="135943"/>
                  <a:pt x="118609" y="138291"/>
                </a:cubicBezTo>
                <a:lnTo>
                  <a:pt x="118609" y="141496"/>
                </a:lnTo>
                <a:close/>
                <a:moveTo>
                  <a:pt x="278668" y="127347"/>
                </a:moveTo>
                <a:cubicBezTo>
                  <a:pt x="275035" y="130334"/>
                  <a:pt x="272472" y="131404"/>
                  <a:pt x="269267" y="131404"/>
                </a:cubicBezTo>
                <a:cubicBezTo>
                  <a:pt x="264353" y="131404"/>
                  <a:pt x="262856" y="128414"/>
                  <a:pt x="262856" y="119019"/>
                </a:cubicBezTo>
                <a:lnTo>
                  <a:pt x="262856" y="77374"/>
                </a:lnTo>
                <a:cubicBezTo>
                  <a:pt x="262856" y="66268"/>
                  <a:pt x="261786" y="60075"/>
                  <a:pt x="258581" y="54949"/>
                </a:cubicBezTo>
                <a:cubicBezTo>
                  <a:pt x="253879" y="47263"/>
                  <a:pt x="244690" y="43200"/>
                  <a:pt x="232083" y="43200"/>
                </a:cubicBezTo>
                <a:cubicBezTo>
                  <a:pt x="211993" y="43200"/>
                  <a:pt x="196181" y="53668"/>
                  <a:pt x="196181" y="67122"/>
                </a:cubicBezTo>
                <a:cubicBezTo>
                  <a:pt x="196181" y="72036"/>
                  <a:pt x="200240" y="76305"/>
                  <a:pt x="205370" y="76305"/>
                </a:cubicBezTo>
                <a:cubicBezTo>
                  <a:pt x="210496" y="76305"/>
                  <a:pt x="214986" y="72036"/>
                  <a:pt x="214986" y="67337"/>
                </a:cubicBezTo>
                <a:cubicBezTo>
                  <a:pt x="214986" y="66483"/>
                  <a:pt x="214771" y="65413"/>
                  <a:pt x="214559" y="63920"/>
                </a:cubicBezTo>
                <a:cubicBezTo>
                  <a:pt x="214132" y="61999"/>
                  <a:pt x="213917" y="60291"/>
                  <a:pt x="213917" y="58794"/>
                </a:cubicBezTo>
                <a:cubicBezTo>
                  <a:pt x="213917" y="53029"/>
                  <a:pt x="220755" y="48330"/>
                  <a:pt x="229305" y="48330"/>
                </a:cubicBezTo>
                <a:cubicBezTo>
                  <a:pt x="239775" y="48330"/>
                  <a:pt x="245544" y="54522"/>
                  <a:pt x="245544" y="66056"/>
                </a:cubicBezTo>
                <a:lnTo>
                  <a:pt x="245544" y="79083"/>
                </a:lnTo>
                <a:cubicBezTo>
                  <a:pt x="212847" y="92110"/>
                  <a:pt x="209002" y="94031"/>
                  <a:pt x="199813" y="102147"/>
                </a:cubicBezTo>
                <a:cubicBezTo>
                  <a:pt x="195111" y="106419"/>
                  <a:pt x="192118" y="113678"/>
                  <a:pt x="192118" y="120725"/>
                </a:cubicBezTo>
                <a:cubicBezTo>
                  <a:pt x="192118" y="134182"/>
                  <a:pt x="201522" y="143583"/>
                  <a:pt x="214559" y="143583"/>
                </a:cubicBezTo>
                <a:cubicBezTo>
                  <a:pt x="223960" y="143583"/>
                  <a:pt x="232722" y="139096"/>
                  <a:pt x="245759" y="127983"/>
                </a:cubicBezTo>
                <a:cubicBezTo>
                  <a:pt x="246829" y="139312"/>
                  <a:pt x="250673" y="143583"/>
                  <a:pt x="259435" y="143583"/>
                </a:cubicBezTo>
                <a:cubicBezTo>
                  <a:pt x="266701" y="143583"/>
                  <a:pt x="271191" y="141020"/>
                  <a:pt x="278668" y="132901"/>
                </a:cubicBezTo>
                <a:lnTo>
                  <a:pt x="278668" y="127347"/>
                </a:lnTo>
                <a:moveTo>
                  <a:pt x="245544" y="115162"/>
                </a:moveTo>
                <a:cubicBezTo>
                  <a:pt x="245544" y="121572"/>
                  <a:pt x="244478" y="123924"/>
                  <a:pt x="239987" y="126490"/>
                </a:cubicBezTo>
                <a:cubicBezTo>
                  <a:pt x="234646" y="129480"/>
                  <a:pt x="228878" y="131189"/>
                  <a:pt x="224387" y="131189"/>
                </a:cubicBezTo>
                <a:cubicBezTo>
                  <a:pt x="216910" y="131189"/>
                  <a:pt x="210926" y="123924"/>
                  <a:pt x="210926" y="114734"/>
                </a:cubicBezTo>
                <a:lnTo>
                  <a:pt x="210926" y="113880"/>
                </a:lnTo>
                <a:cubicBezTo>
                  <a:pt x="211138" y="101058"/>
                  <a:pt x="220543" y="92935"/>
                  <a:pt x="245544" y="84173"/>
                </a:cubicBezTo>
                <a:lnTo>
                  <a:pt x="245544" y="115162"/>
                </a:lnTo>
                <a:close/>
                <a:moveTo>
                  <a:pt x="281023" y="141496"/>
                </a:moveTo>
                <a:lnTo>
                  <a:pt x="328466" y="141496"/>
                </a:lnTo>
                <a:lnTo>
                  <a:pt x="328466" y="138291"/>
                </a:lnTo>
                <a:cubicBezTo>
                  <a:pt x="317568" y="138079"/>
                  <a:pt x="314147" y="135728"/>
                  <a:pt x="313936" y="127181"/>
                </a:cubicBezTo>
                <a:lnTo>
                  <a:pt x="313936" y="66923"/>
                </a:lnTo>
                <a:cubicBezTo>
                  <a:pt x="313936" y="66496"/>
                  <a:pt x="315644" y="64357"/>
                  <a:pt x="317141" y="62863"/>
                </a:cubicBezTo>
                <a:cubicBezTo>
                  <a:pt x="322482" y="57946"/>
                  <a:pt x="331671" y="54313"/>
                  <a:pt x="339152" y="54313"/>
                </a:cubicBezTo>
                <a:cubicBezTo>
                  <a:pt x="348553" y="54313"/>
                  <a:pt x="353255" y="61794"/>
                  <a:pt x="353255" y="76752"/>
                </a:cubicBezTo>
                <a:lnTo>
                  <a:pt x="353255" y="123121"/>
                </a:lnTo>
                <a:cubicBezTo>
                  <a:pt x="352828" y="135301"/>
                  <a:pt x="350692" y="137652"/>
                  <a:pt x="338725" y="138291"/>
                </a:cubicBezTo>
                <a:lnTo>
                  <a:pt x="338725" y="141496"/>
                </a:lnTo>
                <a:lnTo>
                  <a:pt x="386595" y="141496"/>
                </a:lnTo>
                <a:lnTo>
                  <a:pt x="386595" y="138291"/>
                </a:lnTo>
                <a:cubicBezTo>
                  <a:pt x="374627" y="138291"/>
                  <a:pt x="371634" y="134874"/>
                  <a:pt x="371206" y="121197"/>
                </a:cubicBezTo>
                <a:lnTo>
                  <a:pt x="371206" y="67350"/>
                </a:lnTo>
                <a:cubicBezTo>
                  <a:pt x="377617" y="58161"/>
                  <a:pt x="384459" y="54313"/>
                  <a:pt x="394502" y="54313"/>
                </a:cubicBezTo>
                <a:cubicBezTo>
                  <a:pt x="406682" y="54313"/>
                  <a:pt x="410530" y="60085"/>
                  <a:pt x="410530" y="77821"/>
                </a:cubicBezTo>
                <a:lnTo>
                  <a:pt x="410530" y="122906"/>
                </a:lnTo>
                <a:cubicBezTo>
                  <a:pt x="410102" y="135516"/>
                  <a:pt x="408821" y="137009"/>
                  <a:pt x="396426" y="138291"/>
                </a:cubicBezTo>
                <a:lnTo>
                  <a:pt x="396426" y="141496"/>
                </a:lnTo>
                <a:lnTo>
                  <a:pt x="443226" y="141496"/>
                </a:lnTo>
                <a:lnTo>
                  <a:pt x="443226" y="138291"/>
                </a:lnTo>
                <a:lnTo>
                  <a:pt x="437670" y="137864"/>
                </a:lnTo>
                <a:cubicBezTo>
                  <a:pt x="430832" y="136798"/>
                  <a:pt x="428481" y="133592"/>
                  <a:pt x="428481" y="125257"/>
                </a:cubicBezTo>
                <a:lnTo>
                  <a:pt x="428481" y="81239"/>
                </a:lnTo>
                <a:cubicBezTo>
                  <a:pt x="428481" y="56025"/>
                  <a:pt x="420146" y="43200"/>
                  <a:pt x="403691" y="43200"/>
                </a:cubicBezTo>
                <a:cubicBezTo>
                  <a:pt x="391297" y="43200"/>
                  <a:pt x="380396" y="48757"/>
                  <a:pt x="368855" y="61151"/>
                </a:cubicBezTo>
                <a:cubicBezTo>
                  <a:pt x="365011" y="48972"/>
                  <a:pt x="357746" y="43200"/>
                  <a:pt x="346205" y="43200"/>
                </a:cubicBezTo>
                <a:cubicBezTo>
                  <a:pt x="336586" y="43200"/>
                  <a:pt x="330817" y="45979"/>
                  <a:pt x="313078" y="59658"/>
                </a:cubicBezTo>
                <a:lnTo>
                  <a:pt x="313078" y="43631"/>
                </a:lnTo>
                <a:lnTo>
                  <a:pt x="311584" y="43200"/>
                </a:lnTo>
                <a:cubicBezTo>
                  <a:pt x="300256" y="47263"/>
                  <a:pt x="292991" y="49614"/>
                  <a:pt x="281666" y="52820"/>
                </a:cubicBezTo>
                <a:lnTo>
                  <a:pt x="281666" y="56452"/>
                </a:lnTo>
                <a:cubicBezTo>
                  <a:pt x="284229" y="55810"/>
                  <a:pt x="286153" y="55598"/>
                  <a:pt x="288504" y="55598"/>
                </a:cubicBezTo>
                <a:cubicBezTo>
                  <a:pt x="294060" y="55598"/>
                  <a:pt x="295984" y="59016"/>
                  <a:pt x="295984" y="69271"/>
                </a:cubicBezTo>
                <a:lnTo>
                  <a:pt x="295984" y="123333"/>
                </a:lnTo>
                <a:cubicBezTo>
                  <a:pt x="295557" y="135301"/>
                  <a:pt x="292779" y="138291"/>
                  <a:pt x="281023" y="138291"/>
                </a:cubicBezTo>
                <a:lnTo>
                  <a:pt x="281023" y="141496"/>
                </a:lnTo>
                <a:close/>
                <a:moveTo>
                  <a:pt x="538322" y="106390"/>
                </a:moveTo>
                <a:cubicBezTo>
                  <a:pt x="528066" y="122639"/>
                  <a:pt x="518874" y="128841"/>
                  <a:pt x="505198" y="128841"/>
                </a:cubicBezTo>
                <a:cubicBezTo>
                  <a:pt x="493018" y="128841"/>
                  <a:pt x="483829" y="122639"/>
                  <a:pt x="477630" y="110453"/>
                </a:cubicBezTo>
                <a:cubicBezTo>
                  <a:pt x="473782" y="102327"/>
                  <a:pt x="472289" y="95485"/>
                  <a:pt x="471862" y="82227"/>
                </a:cubicBezTo>
                <a:lnTo>
                  <a:pt x="537683" y="82227"/>
                </a:lnTo>
                <a:cubicBezTo>
                  <a:pt x="535971" y="68361"/>
                  <a:pt x="533835" y="62185"/>
                  <a:pt x="528494" y="55370"/>
                </a:cubicBezTo>
                <a:cubicBezTo>
                  <a:pt x="522079" y="47690"/>
                  <a:pt x="512251" y="43200"/>
                  <a:pt x="501138" y="43200"/>
                </a:cubicBezTo>
                <a:cubicBezTo>
                  <a:pt x="490452" y="43200"/>
                  <a:pt x="480408" y="47048"/>
                  <a:pt x="472289" y="54304"/>
                </a:cubicBezTo>
                <a:cubicBezTo>
                  <a:pt x="462242" y="63036"/>
                  <a:pt x="456474" y="78167"/>
                  <a:pt x="456474" y="95697"/>
                </a:cubicBezTo>
                <a:cubicBezTo>
                  <a:pt x="456474" y="125205"/>
                  <a:pt x="471862" y="143583"/>
                  <a:pt x="496436" y="143583"/>
                </a:cubicBezTo>
                <a:cubicBezTo>
                  <a:pt x="516738" y="143583"/>
                  <a:pt x="532765" y="130977"/>
                  <a:pt x="541743" y="107886"/>
                </a:cubicBezTo>
                <a:lnTo>
                  <a:pt x="538322" y="106390"/>
                </a:lnTo>
                <a:moveTo>
                  <a:pt x="472289" y="75388"/>
                </a:moveTo>
                <a:cubicBezTo>
                  <a:pt x="474637" y="58778"/>
                  <a:pt x="481905" y="50896"/>
                  <a:pt x="494939" y="50896"/>
                </a:cubicBezTo>
                <a:cubicBezTo>
                  <a:pt x="507976" y="50896"/>
                  <a:pt x="513105" y="56860"/>
                  <a:pt x="515884" y="75388"/>
                </a:cubicBezTo>
                <a:lnTo>
                  <a:pt x="472289" y="75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Attention">
            <a:extLst xmlns:a="http://schemas.openxmlformats.org/drawingml/2006/main">
              <a:ext uri="{FF2B5EF4-FFF2-40B4-BE49-F238E27FC236}">
                <a16:creationId xmlns:a16="http://schemas.microsoft.com/office/drawing/2014/main" id="{CA8DC394-0968-4E37-AECD-019E1100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7985" y="498737"/>
            <a:ext cx="808216" cy="148057"/>
          </a:xfrm>
          <a:custGeom xmlns:a="http://schemas.openxmlformats.org/drawingml/2006/main">
            <a:pathLst>
              <a:path w="808216" h="148057">
                <a:moveTo>
                  <a:pt x="147669" y="141911"/>
                </a:moveTo>
                <a:cubicBezTo>
                  <a:pt x="138053" y="141271"/>
                  <a:pt x="135917" y="139136"/>
                  <a:pt x="128437" y="123333"/>
                </a:cubicBezTo>
                <a:lnTo>
                  <a:pt x="75222" y="1970"/>
                </a:lnTo>
                <a:lnTo>
                  <a:pt x="70950" y="1970"/>
                </a:lnTo>
                <a:lnTo>
                  <a:pt x="26498" y="106892"/>
                </a:lnTo>
                <a:cubicBezTo>
                  <a:pt x="12822" y="138069"/>
                  <a:pt x="10255" y="141483"/>
                  <a:pt x="0" y="141911"/>
                </a:cubicBezTo>
                <a:lnTo>
                  <a:pt x="0" y="145970"/>
                </a:lnTo>
                <a:lnTo>
                  <a:pt x="42313" y="145970"/>
                </a:lnTo>
                <a:lnTo>
                  <a:pt x="42313" y="141911"/>
                </a:lnTo>
                <a:cubicBezTo>
                  <a:pt x="32055" y="141911"/>
                  <a:pt x="27780" y="139348"/>
                  <a:pt x="27780" y="133158"/>
                </a:cubicBezTo>
                <a:cubicBezTo>
                  <a:pt x="27780" y="130595"/>
                  <a:pt x="28422" y="127605"/>
                  <a:pt x="29491" y="124830"/>
                </a:cubicBezTo>
                <a:lnTo>
                  <a:pt x="39320" y="99845"/>
                </a:lnTo>
                <a:lnTo>
                  <a:pt x="95313" y="99845"/>
                </a:lnTo>
                <a:lnTo>
                  <a:pt x="104075" y="120346"/>
                </a:lnTo>
                <a:cubicBezTo>
                  <a:pt x="106638" y="126112"/>
                  <a:pt x="108134" y="131662"/>
                  <a:pt x="108134" y="134652"/>
                </a:cubicBezTo>
                <a:cubicBezTo>
                  <a:pt x="108134" y="139990"/>
                  <a:pt x="104502" y="141699"/>
                  <a:pt x="93173" y="141911"/>
                </a:cubicBezTo>
                <a:lnTo>
                  <a:pt x="93173" y="145970"/>
                </a:lnTo>
                <a:lnTo>
                  <a:pt x="147669" y="145970"/>
                </a:lnTo>
                <a:lnTo>
                  <a:pt x="147669" y="141911"/>
                </a:lnTo>
                <a:moveTo>
                  <a:pt x="42952" y="91083"/>
                </a:moveTo>
                <a:lnTo>
                  <a:pt x="67530" y="32315"/>
                </a:lnTo>
                <a:lnTo>
                  <a:pt x="92319" y="91083"/>
                </a:lnTo>
                <a:lnTo>
                  <a:pt x="42952" y="91083"/>
                </a:lnTo>
                <a:close/>
                <a:moveTo>
                  <a:pt x="211776" y="49761"/>
                </a:moveTo>
                <a:lnTo>
                  <a:pt x="190192" y="49761"/>
                </a:lnTo>
                <a:lnTo>
                  <a:pt x="190192" y="24972"/>
                </a:lnTo>
                <a:cubicBezTo>
                  <a:pt x="190192" y="22836"/>
                  <a:pt x="189765" y="22194"/>
                  <a:pt x="188695" y="22194"/>
                </a:cubicBezTo>
                <a:cubicBezTo>
                  <a:pt x="176300" y="40145"/>
                  <a:pt x="169889" y="47413"/>
                  <a:pt x="163694" y="51046"/>
                </a:cubicBezTo>
                <a:cubicBezTo>
                  <a:pt x="161343" y="52539"/>
                  <a:pt x="160058" y="53824"/>
                  <a:pt x="160058" y="55106"/>
                </a:cubicBezTo>
                <a:cubicBezTo>
                  <a:pt x="160058" y="55748"/>
                  <a:pt x="160273" y="56175"/>
                  <a:pt x="160916" y="56603"/>
                </a:cubicBezTo>
                <a:lnTo>
                  <a:pt x="172241" y="56603"/>
                </a:lnTo>
                <a:lnTo>
                  <a:pt x="172241" y="120920"/>
                </a:lnTo>
                <a:cubicBezTo>
                  <a:pt x="172241" y="138868"/>
                  <a:pt x="178651" y="148057"/>
                  <a:pt x="191261" y="148057"/>
                </a:cubicBezTo>
                <a:cubicBezTo>
                  <a:pt x="201732" y="148057"/>
                  <a:pt x="209852" y="142931"/>
                  <a:pt x="216905" y="131818"/>
                </a:cubicBezTo>
                <a:lnTo>
                  <a:pt x="214127" y="129467"/>
                </a:lnTo>
                <a:cubicBezTo>
                  <a:pt x="209424" y="135024"/>
                  <a:pt x="206007" y="136948"/>
                  <a:pt x="201305" y="136948"/>
                </a:cubicBezTo>
                <a:cubicBezTo>
                  <a:pt x="193397" y="136948"/>
                  <a:pt x="190192" y="131176"/>
                  <a:pt x="190192" y="117715"/>
                </a:cubicBezTo>
                <a:lnTo>
                  <a:pt x="190192" y="56603"/>
                </a:lnTo>
                <a:lnTo>
                  <a:pt x="211776" y="56603"/>
                </a:lnTo>
                <a:lnTo>
                  <a:pt x="211776" y="49761"/>
                </a:lnTo>
                <a:close/>
                <a:moveTo>
                  <a:pt x="265198" y="49761"/>
                </a:moveTo>
                <a:lnTo>
                  <a:pt x="243614" y="49761"/>
                </a:lnTo>
                <a:lnTo>
                  <a:pt x="243614" y="24972"/>
                </a:lnTo>
                <a:cubicBezTo>
                  <a:pt x="243614" y="22836"/>
                  <a:pt x="243187" y="22194"/>
                  <a:pt x="242117" y="22194"/>
                </a:cubicBezTo>
                <a:cubicBezTo>
                  <a:pt x="229722" y="40145"/>
                  <a:pt x="223312" y="47413"/>
                  <a:pt x="217116" y="51046"/>
                </a:cubicBezTo>
                <a:cubicBezTo>
                  <a:pt x="214765" y="52539"/>
                  <a:pt x="213480" y="53824"/>
                  <a:pt x="213480" y="55106"/>
                </a:cubicBezTo>
                <a:cubicBezTo>
                  <a:pt x="213480" y="55748"/>
                  <a:pt x="213695" y="56175"/>
                  <a:pt x="214338" y="56603"/>
                </a:cubicBezTo>
                <a:lnTo>
                  <a:pt x="225663" y="56603"/>
                </a:lnTo>
                <a:lnTo>
                  <a:pt x="225663" y="120920"/>
                </a:lnTo>
                <a:cubicBezTo>
                  <a:pt x="225663" y="138868"/>
                  <a:pt x="232074" y="148057"/>
                  <a:pt x="244683" y="148057"/>
                </a:cubicBezTo>
                <a:cubicBezTo>
                  <a:pt x="255154" y="148057"/>
                  <a:pt x="263274" y="142931"/>
                  <a:pt x="270327" y="131818"/>
                </a:cubicBezTo>
                <a:lnTo>
                  <a:pt x="267549" y="129467"/>
                </a:lnTo>
                <a:cubicBezTo>
                  <a:pt x="262847" y="135024"/>
                  <a:pt x="259429" y="136948"/>
                  <a:pt x="254727" y="136948"/>
                </a:cubicBezTo>
                <a:cubicBezTo>
                  <a:pt x="246819" y="136948"/>
                  <a:pt x="243614" y="131176"/>
                  <a:pt x="243614" y="117715"/>
                </a:cubicBezTo>
                <a:lnTo>
                  <a:pt x="243614" y="56603"/>
                </a:lnTo>
                <a:lnTo>
                  <a:pt x="265198" y="56603"/>
                </a:lnTo>
                <a:lnTo>
                  <a:pt x="265198" y="49761"/>
                </a:lnTo>
                <a:close/>
                <a:moveTo>
                  <a:pt x="364566" y="110864"/>
                </a:moveTo>
                <a:cubicBezTo>
                  <a:pt x="354310" y="127113"/>
                  <a:pt x="345118" y="133315"/>
                  <a:pt x="331441" y="133315"/>
                </a:cubicBezTo>
                <a:cubicBezTo>
                  <a:pt x="319262" y="133315"/>
                  <a:pt x="310073" y="127113"/>
                  <a:pt x="303874" y="114927"/>
                </a:cubicBezTo>
                <a:cubicBezTo>
                  <a:pt x="300026" y="106801"/>
                  <a:pt x="298533" y="99959"/>
                  <a:pt x="298105" y="86700"/>
                </a:cubicBezTo>
                <a:lnTo>
                  <a:pt x="363926" y="86700"/>
                </a:lnTo>
                <a:cubicBezTo>
                  <a:pt x="362214" y="72835"/>
                  <a:pt x="360079" y="66659"/>
                  <a:pt x="354737" y="59844"/>
                </a:cubicBezTo>
                <a:cubicBezTo>
                  <a:pt x="348323" y="52164"/>
                  <a:pt x="338495" y="47674"/>
                  <a:pt x="327382" y="47674"/>
                </a:cubicBezTo>
                <a:cubicBezTo>
                  <a:pt x="316696" y="47674"/>
                  <a:pt x="306652" y="51522"/>
                  <a:pt x="298533" y="58778"/>
                </a:cubicBezTo>
                <a:cubicBezTo>
                  <a:pt x="288486" y="67510"/>
                  <a:pt x="282717" y="82641"/>
                  <a:pt x="282717" y="100171"/>
                </a:cubicBezTo>
                <a:cubicBezTo>
                  <a:pt x="282717" y="129679"/>
                  <a:pt x="298105" y="148057"/>
                  <a:pt x="322679" y="148057"/>
                </a:cubicBezTo>
                <a:cubicBezTo>
                  <a:pt x="342982" y="148057"/>
                  <a:pt x="359009" y="135451"/>
                  <a:pt x="367986" y="112360"/>
                </a:cubicBezTo>
                <a:lnTo>
                  <a:pt x="364566" y="110864"/>
                </a:lnTo>
                <a:moveTo>
                  <a:pt x="298533" y="79862"/>
                </a:moveTo>
                <a:cubicBezTo>
                  <a:pt x="300880" y="63251"/>
                  <a:pt x="308149" y="55370"/>
                  <a:pt x="321183" y="55370"/>
                </a:cubicBezTo>
                <a:cubicBezTo>
                  <a:pt x="334220" y="55370"/>
                  <a:pt x="339349" y="61334"/>
                  <a:pt x="342127" y="79862"/>
                </a:cubicBezTo>
                <a:lnTo>
                  <a:pt x="298533" y="79862"/>
                </a:lnTo>
                <a:close/>
                <a:moveTo>
                  <a:pt x="374613" y="145970"/>
                </a:moveTo>
                <a:lnTo>
                  <a:pt x="419920" y="145970"/>
                </a:lnTo>
                <a:lnTo>
                  <a:pt x="419920" y="142765"/>
                </a:lnTo>
                <a:cubicBezTo>
                  <a:pt x="409234" y="142126"/>
                  <a:pt x="405813" y="139348"/>
                  <a:pt x="405813" y="131655"/>
                </a:cubicBezTo>
                <a:lnTo>
                  <a:pt x="405813" y="71609"/>
                </a:lnTo>
                <a:cubicBezTo>
                  <a:pt x="416072" y="61993"/>
                  <a:pt x="420774" y="59430"/>
                  <a:pt x="427828" y="59430"/>
                </a:cubicBezTo>
                <a:cubicBezTo>
                  <a:pt x="438298" y="59430"/>
                  <a:pt x="443428" y="66053"/>
                  <a:pt x="443428" y="80156"/>
                </a:cubicBezTo>
                <a:lnTo>
                  <a:pt x="443428" y="124817"/>
                </a:lnTo>
                <a:cubicBezTo>
                  <a:pt x="443001" y="138705"/>
                  <a:pt x="440434" y="142126"/>
                  <a:pt x="429964" y="142765"/>
                </a:cubicBezTo>
                <a:lnTo>
                  <a:pt x="429964" y="145970"/>
                </a:lnTo>
                <a:lnTo>
                  <a:pt x="474416" y="145970"/>
                </a:lnTo>
                <a:lnTo>
                  <a:pt x="474416" y="142765"/>
                </a:lnTo>
                <a:cubicBezTo>
                  <a:pt x="463942" y="141699"/>
                  <a:pt x="461591" y="139132"/>
                  <a:pt x="461379" y="128662"/>
                </a:cubicBezTo>
                <a:lnTo>
                  <a:pt x="461379" y="79729"/>
                </a:lnTo>
                <a:cubicBezTo>
                  <a:pt x="461379" y="59645"/>
                  <a:pt x="451975" y="47674"/>
                  <a:pt x="436163" y="47674"/>
                </a:cubicBezTo>
                <a:cubicBezTo>
                  <a:pt x="426331" y="47674"/>
                  <a:pt x="419705" y="51310"/>
                  <a:pt x="405174" y="64986"/>
                </a:cubicBezTo>
                <a:lnTo>
                  <a:pt x="405174" y="48105"/>
                </a:lnTo>
                <a:lnTo>
                  <a:pt x="403678" y="47674"/>
                </a:lnTo>
                <a:cubicBezTo>
                  <a:pt x="392564" y="51737"/>
                  <a:pt x="385299" y="54088"/>
                  <a:pt x="374186" y="57294"/>
                </a:cubicBezTo>
                <a:lnTo>
                  <a:pt x="374186" y="60926"/>
                </a:lnTo>
                <a:cubicBezTo>
                  <a:pt x="375683" y="60284"/>
                  <a:pt x="377607" y="60072"/>
                  <a:pt x="379958" y="60072"/>
                </a:cubicBezTo>
                <a:cubicBezTo>
                  <a:pt x="385942" y="60072"/>
                  <a:pt x="387862" y="63278"/>
                  <a:pt x="387862" y="73745"/>
                </a:cubicBezTo>
                <a:lnTo>
                  <a:pt x="387862" y="126741"/>
                </a:lnTo>
                <a:cubicBezTo>
                  <a:pt x="387650" y="139348"/>
                  <a:pt x="385299" y="142126"/>
                  <a:pt x="374613" y="142765"/>
                </a:cubicBezTo>
                <a:lnTo>
                  <a:pt x="374613" y="145970"/>
                </a:lnTo>
                <a:close/>
                <a:moveTo>
                  <a:pt x="532114" y="49761"/>
                </a:moveTo>
                <a:lnTo>
                  <a:pt x="510530" y="49761"/>
                </a:lnTo>
                <a:lnTo>
                  <a:pt x="510530" y="24972"/>
                </a:lnTo>
                <a:cubicBezTo>
                  <a:pt x="510530" y="22836"/>
                  <a:pt x="510103" y="22194"/>
                  <a:pt x="509034" y="22194"/>
                </a:cubicBezTo>
                <a:cubicBezTo>
                  <a:pt x="496639" y="40145"/>
                  <a:pt x="490228" y="47413"/>
                  <a:pt x="484032" y="51046"/>
                </a:cubicBezTo>
                <a:cubicBezTo>
                  <a:pt x="481681" y="52539"/>
                  <a:pt x="480397" y="53824"/>
                  <a:pt x="480397" y="55106"/>
                </a:cubicBezTo>
                <a:cubicBezTo>
                  <a:pt x="480397" y="55748"/>
                  <a:pt x="480612" y="56175"/>
                  <a:pt x="481254" y="56603"/>
                </a:cubicBezTo>
                <a:lnTo>
                  <a:pt x="492579" y="56603"/>
                </a:lnTo>
                <a:lnTo>
                  <a:pt x="492579" y="120920"/>
                </a:lnTo>
                <a:cubicBezTo>
                  <a:pt x="492579" y="138868"/>
                  <a:pt x="498990" y="148057"/>
                  <a:pt x="511600" y="148057"/>
                </a:cubicBezTo>
                <a:cubicBezTo>
                  <a:pt x="522071" y="148057"/>
                  <a:pt x="530190" y="142931"/>
                  <a:pt x="537244" y="131818"/>
                </a:cubicBezTo>
                <a:lnTo>
                  <a:pt x="534465" y="129467"/>
                </a:lnTo>
                <a:cubicBezTo>
                  <a:pt x="529763" y="135024"/>
                  <a:pt x="526346" y="136948"/>
                  <a:pt x="521643" y="136948"/>
                </a:cubicBezTo>
                <a:cubicBezTo>
                  <a:pt x="513736" y="136948"/>
                  <a:pt x="510530" y="131176"/>
                  <a:pt x="510530" y="117715"/>
                </a:cubicBezTo>
                <a:lnTo>
                  <a:pt x="510530" y="56603"/>
                </a:lnTo>
                <a:lnTo>
                  <a:pt x="532114" y="56603"/>
                </a:lnTo>
                <a:lnTo>
                  <a:pt x="532114" y="49761"/>
                </a:lnTo>
                <a:close/>
                <a:moveTo>
                  <a:pt x="534463" y="145970"/>
                </a:moveTo>
                <a:lnTo>
                  <a:pt x="585111" y="145970"/>
                </a:lnTo>
                <a:lnTo>
                  <a:pt x="585111" y="142765"/>
                </a:lnTo>
                <a:cubicBezTo>
                  <a:pt x="571008" y="141699"/>
                  <a:pt x="569511" y="139775"/>
                  <a:pt x="569296" y="124171"/>
                </a:cubicBezTo>
                <a:lnTo>
                  <a:pt x="569296" y="48300"/>
                </a:lnTo>
                <a:lnTo>
                  <a:pt x="568441" y="47658"/>
                </a:lnTo>
                <a:lnTo>
                  <a:pt x="535317" y="59413"/>
                </a:lnTo>
                <a:lnTo>
                  <a:pt x="535317" y="62619"/>
                </a:lnTo>
                <a:lnTo>
                  <a:pt x="537029" y="62407"/>
                </a:lnTo>
                <a:cubicBezTo>
                  <a:pt x="539592" y="61980"/>
                  <a:pt x="542155" y="61764"/>
                  <a:pt x="544294" y="61764"/>
                </a:cubicBezTo>
                <a:cubicBezTo>
                  <a:pt x="549424" y="61764"/>
                  <a:pt x="551344" y="65185"/>
                  <a:pt x="551344" y="74590"/>
                </a:cubicBezTo>
                <a:lnTo>
                  <a:pt x="551344" y="124171"/>
                </a:lnTo>
                <a:cubicBezTo>
                  <a:pt x="550917" y="139987"/>
                  <a:pt x="548997" y="142126"/>
                  <a:pt x="534463" y="142765"/>
                </a:cubicBezTo>
                <a:lnTo>
                  <a:pt x="534463" y="145970"/>
                </a:lnTo>
                <a:moveTo>
                  <a:pt x="558398" y="0"/>
                </a:moveTo>
                <a:cubicBezTo>
                  <a:pt x="552629" y="0"/>
                  <a:pt x="547712" y="4914"/>
                  <a:pt x="547712" y="10898"/>
                </a:cubicBezTo>
                <a:cubicBezTo>
                  <a:pt x="547712" y="17097"/>
                  <a:pt x="552414" y="21796"/>
                  <a:pt x="558398" y="21796"/>
                </a:cubicBezTo>
                <a:cubicBezTo>
                  <a:pt x="564809" y="21796"/>
                  <a:pt x="569511" y="17097"/>
                  <a:pt x="569511" y="10898"/>
                </a:cubicBezTo>
                <a:cubicBezTo>
                  <a:pt x="569511" y="4702"/>
                  <a:pt x="564597" y="0"/>
                  <a:pt x="558398" y="0"/>
                </a:cubicBezTo>
                <a:close/>
                <a:moveTo>
                  <a:pt x="651143" y="47674"/>
                </a:moveTo>
                <a:cubicBezTo>
                  <a:pt x="623145" y="47674"/>
                  <a:pt x="603912" y="68182"/>
                  <a:pt x="603912" y="97654"/>
                </a:cubicBezTo>
                <a:cubicBezTo>
                  <a:pt x="603912" y="126699"/>
                  <a:pt x="623787" y="148057"/>
                  <a:pt x="650712" y="148057"/>
                </a:cubicBezTo>
                <a:cubicBezTo>
                  <a:pt x="677641" y="148057"/>
                  <a:pt x="698155" y="125632"/>
                  <a:pt x="698155" y="95945"/>
                </a:cubicBezTo>
                <a:cubicBezTo>
                  <a:pt x="698155" y="67755"/>
                  <a:pt x="678495" y="47674"/>
                  <a:pt x="651143" y="47674"/>
                </a:cubicBezTo>
                <a:moveTo>
                  <a:pt x="648364" y="53661"/>
                </a:moveTo>
                <a:cubicBezTo>
                  <a:pt x="666316" y="53661"/>
                  <a:pt x="678922" y="74162"/>
                  <a:pt x="678922" y="103419"/>
                </a:cubicBezTo>
                <a:cubicBezTo>
                  <a:pt x="678922" y="127765"/>
                  <a:pt x="669306" y="142074"/>
                  <a:pt x="653278" y="142074"/>
                </a:cubicBezTo>
                <a:cubicBezTo>
                  <a:pt x="644944" y="142074"/>
                  <a:pt x="637036" y="136951"/>
                  <a:pt x="632549" y="128407"/>
                </a:cubicBezTo>
                <a:cubicBezTo>
                  <a:pt x="626565" y="117301"/>
                  <a:pt x="623145" y="102353"/>
                  <a:pt x="623145" y="87190"/>
                </a:cubicBezTo>
                <a:cubicBezTo>
                  <a:pt x="623145" y="66900"/>
                  <a:pt x="632976" y="53661"/>
                  <a:pt x="648364" y="53661"/>
                </a:cubicBezTo>
                <a:close/>
                <a:moveTo>
                  <a:pt x="708414" y="145970"/>
                </a:moveTo>
                <a:lnTo>
                  <a:pt x="753720" y="145970"/>
                </a:lnTo>
                <a:lnTo>
                  <a:pt x="753720" y="142765"/>
                </a:lnTo>
                <a:cubicBezTo>
                  <a:pt x="743034" y="142126"/>
                  <a:pt x="739614" y="139348"/>
                  <a:pt x="739614" y="131655"/>
                </a:cubicBezTo>
                <a:lnTo>
                  <a:pt x="739614" y="71609"/>
                </a:lnTo>
                <a:cubicBezTo>
                  <a:pt x="749873" y="61993"/>
                  <a:pt x="754575" y="59430"/>
                  <a:pt x="761628" y="59430"/>
                </a:cubicBezTo>
                <a:cubicBezTo>
                  <a:pt x="772099" y="59430"/>
                  <a:pt x="777228" y="66053"/>
                  <a:pt x="777228" y="80156"/>
                </a:cubicBezTo>
                <a:lnTo>
                  <a:pt x="777228" y="124817"/>
                </a:lnTo>
                <a:cubicBezTo>
                  <a:pt x="776801" y="138705"/>
                  <a:pt x="774235" y="142126"/>
                  <a:pt x="763764" y="142765"/>
                </a:cubicBezTo>
                <a:lnTo>
                  <a:pt x="763764" y="145970"/>
                </a:lnTo>
                <a:lnTo>
                  <a:pt x="808216" y="145970"/>
                </a:lnTo>
                <a:lnTo>
                  <a:pt x="808216" y="142765"/>
                </a:lnTo>
                <a:cubicBezTo>
                  <a:pt x="797742" y="141699"/>
                  <a:pt x="795391" y="139132"/>
                  <a:pt x="795179" y="128662"/>
                </a:cubicBezTo>
                <a:lnTo>
                  <a:pt x="795179" y="79729"/>
                </a:lnTo>
                <a:cubicBezTo>
                  <a:pt x="795179" y="59645"/>
                  <a:pt x="785775" y="47674"/>
                  <a:pt x="769963" y="47674"/>
                </a:cubicBezTo>
                <a:cubicBezTo>
                  <a:pt x="760131" y="47674"/>
                  <a:pt x="753505" y="51310"/>
                  <a:pt x="738975" y="64986"/>
                </a:cubicBezTo>
                <a:lnTo>
                  <a:pt x="738975" y="48105"/>
                </a:lnTo>
                <a:lnTo>
                  <a:pt x="737478" y="47674"/>
                </a:lnTo>
                <a:cubicBezTo>
                  <a:pt x="726365" y="51737"/>
                  <a:pt x="719100" y="54088"/>
                  <a:pt x="707986" y="57294"/>
                </a:cubicBezTo>
                <a:lnTo>
                  <a:pt x="707986" y="60926"/>
                </a:lnTo>
                <a:cubicBezTo>
                  <a:pt x="709483" y="60284"/>
                  <a:pt x="711407" y="60072"/>
                  <a:pt x="713758" y="60072"/>
                </a:cubicBezTo>
                <a:cubicBezTo>
                  <a:pt x="719742" y="60072"/>
                  <a:pt x="721663" y="63278"/>
                  <a:pt x="721663" y="73745"/>
                </a:cubicBezTo>
                <a:lnTo>
                  <a:pt x="721663" y="126741"/>
                </a:lnTo>
                <a:cubicBezTo>
                  <a:pt x="721451" y="139348"/>
                  <a:pt x="719100" y="142126"/>
                  <a:pt x="708414" y="142765"/>
                </a:cubicBezTo>
                <a:lnTo>
                  <a:pt x="708414" y="1459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Global">
            <a:extLst xmlns:a="http://schemas.openxmlformats.org/drawingml/2006/main">
              <a:ext uri="{FF2B5EF4-FFF2-40B4-BE49-F238E27FC236}">
                <a16:creationId xmlns:a16="http://schemas.microsoft.com/office/drawing/2014/main" id="{D5118CFC-F306-4A7F-A38B-249C02CA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270" y="231847"/>
            <a:ext cx="568783" cy="149193"/>
          </a:xfrm>
          <a:custGeom xmlns:a="http://schemas.openxmlformats.org/drawingml/2006/main">
            <a:pathLst>
              <a:path w="568783" h="149193">
                <a:moveTo>
                  <a:pt x="144980" y="70448"/>
                </a:moveTo>
                <a:lnTo>
                  <a:pt x="90371" y="70448"/>
                </a:lnTo>
                <a:lnTo>
                  <a:pt x="90371" y="74301"/>
                </a:lnTo>
                <a:cubicBezTo>
                  <a:pt x="107075" y="75369"/>
                  <a:pt x="108788" y="77081"/>
                  <a:pt x="109216" y="93345"/>
                </a:cubicBezTo>
                <a:lnTo>
                  <a:pt x="109216" y="128005"/>
                </a:lnTo>
                <a:cubicBezTo>
                  <a:pt x="109216" y="134851"/>
                  <a:pt x="96367" y="140628"/>
                  <a:pt x="80735" y="140628"/>
                </a:cubicBezTo>
                <a:cubicBezTo>
                  <a:pt x="45826" y="140628"/>
                  <a:pt x="24413" y="116238"/>
                  <a:pt x="24413" y="76441"/>
                </a:cubicBezTo>
                <a:cubicBezTo>
                  <a:pt x="24413" y="56328"/>
                  <a:pt x="30409" y="36856"/>
                  <a:pt x="39830" y="26373"/>
                </a:cubicBezTo>
                <a:cubicBezTo>
                  <a:pt x="49038" y="15891"/>
                  <a:pt x="62530" y="10113"/>
                  <a:pt x="77094" y="10113"/>
                </a:cubicBezTo>
                <a:cubicBezTo>
                  <a:pt x="89087" y="10113"/>
                  <a:pt x="99792" y="14178"/>
                  <a:pt x="107932" y="21880"/>
                </a:cubicBezTo>
                <a:cubicBezTo>
                  <a:pt x="114356" y="28086"/>
                  <a:pt x="117784" y="33647"/>
                  <a:pt x="123136" y="46698"/>
                </a:cubicBezTo>
                <a:lnTo>
                  <a:pt x="128060" y="46698"/>
                </a:lnTo>
                <a:lnTo>
                  <a:pt x="126348" y="1546"/>
                </a:lnTo>
                <a:lnTo>
                  <a:pt x="121636" y="1546"/>
                </a:lnTo>
                <a:cubicBezTo>
                  <a:pt x="120352" y="5830"/>
                  <a:pt x="116496" y="8614"/>
                  <a:pt x="112000" y="8614"/>
                </a:cubicBezTo>
                <a:cubicBezTo>
                  <a:pt x="109859" y="8614"/>
                  <a:pt x="106432" y="7973"/>
                  <a:pt x="102576" y="6473"/>
                </a:cubicBezTo>
                <a:cubicBezTo>
                  <a:pt x="92939" y="3261"/>
                  <a:pt x="82875" y="1546"/>
                  <a:pt x="73239" y="1546"/>
                </a:cubicBezTo>
                <a:cubicBezTo>
                  <a:pt x="30621" y="1546"/>
                  <a:pt x="0" y="33007"/>
                  <a:pt x="0" y="76653"/>
                </a:cubicBezTo>
                <a:cubicBezTo>
                  <a:pt x="0" y="97622"/>
                  <a:pt x="5781" y="113670"/>
                  <a:pt x="17773" y="126293"/>
                </a:cubicBezTo>
                <a:cubicBezTo>
                  <a:pt x="31909" y="141056"/>
                  <a:pt x="52682" y="149193"/>
                  <a:pt x="76238" y="149193"/>
                </a:cubicBezTo>
                <a:cubicBezTo>
                  <a:pt x="94867" y="149193"/>
                  <a:pt x="121424" y="141700"/>
                  <a:pt x="129988" y="134210"/>
                </a:cubicBezTo>
                <a:lnTo>
                  <a:pt x="129988" y="90776"/>
                </a:lnTo>
                <a:cubicBezTo>
                  <a:pt x="130416" y="77725"/>
                  <a:pt x="132772" y="75157"/>
                  <a:pt x="144980" y="74301"/>
                </a:cubicBezTo>
                <a:lnTo>
                  <a:pt x="144980" y="70448"/>
                </a:lnTo>
                <a:close/>
                <a:moveTo>
                  <a:pt x="157620" y="146265"/>
                </a:moveTo>
                <a:lnTo>
                  <a:pt x="208158" y="146265"/>
                </a:lnTo>
                <a:lnTo>
                  <a:pt x="208158" y="143053"/>
                </a:lnTo>
                <a:cubicBezTo>
                  <a:pt x="194669" y="142412"/>
                  <a:pt x="192313" y="140268"/>
                  <a:pt x="192097" y="128276"/>
                </a:cubicBezTo>
                <a:lnTo>
                  <a:pt x="192097" y="428"/>
                </a:lnTo>
                <a:lnTo>
                  <a:pt x="191241" y="0"/>
                </a:lnTo>
                <a:cubicBezTo>
                  <a:pt x="180320" y="3428"/>
                  <a:pt x="172396" y="5784"/>
                  <a:pt x="157192" y="9424"/>
                </a:cubicBezTo>
                <a:lnTo>
                  <a:pt x="157192" y="12849"/>
                </a:lnTo>
                <a:lnTo>
                  <a:pt x="158476" y="12849"/>
                </a:lnTo>
                <a:cubicBezTo>
                  <a:pt x="160832" y="12636"/>
                  <a:pt x="163400" y="12420"/>
                  <a:pt x="165116" y="12420"/>
                </a:cubicBezTo>
                <a:cubicBezTo>
                  <a:pt x="171968" y="12420"/>
                  <a:pt x="174108" y="15420"/>
                  <a:pt x="174108" y="25485"/>
                </a:cubicBezTo>
                <a:lnTo>
                  <a:pt x="174108" y="127636"/>
                </a:lnTo>
                <a:cubicBezTo>
                  <a:pt x="173896" y="139200"/>
                  <a:pt x="170896" y="142196"/>
                  <a:pt x="157620" y="143053"/>
                </a:cubicBezTo>
                <a:lnTo>
                  <a:pt x="157620" y="146265"/>
                </a:lnTo>
                <a:close/>
                <a:moveTo>
                  <a:pt x="259982" y="47764"/>
                </a:moveTo>
                <a:cubicBezTo>
                  <a:pt x="231926" y="47764"/>
                  <a:pt x="212653" y="68314"/>
                  <a:pt x="212653" y="97847"/>
                </a:cubicBezTo>
                <a:cubicBezTo>
                  <a:pt x="212653" y="126953"/>
                  <a:pt x="232570" y="148356"/>
                  <a:pt x="259551" y="148356"/>
                </a:cubicBezTo>
                <a:cubicBezTo>
                  <a:pt x="286535" y="148356"/>
                  <a:pt x="307092" y="125884"/>
                  <a:pt x="307092" y="96135"/>
                </a:cubicBezTo>
                <a:cubicBezTo>
                  <a:pt x="307092" y="67886"/>
                  <a:pt x="287392" y="47764"/>
                  <a:pt x="259982" y="47764"/>
                </a:cubicBezTo>
                <a:moveTo>
                  <a:pt x="257198" y="53763"/>
                </a:moveTo>
                <a:cubicBezTo>
                  <a:pt x="275187" y="53763"/>
                  <a:pt x="287820" y="74307"/>
                  <a:pt x="287820" y="103625"/>
                </a:cubicBezTo>
                <a:cubicBezTo>
                  <a:pt x="287820" y="128021"/>
                  <a:pt x="278183" y="142360"/>
                  <a:pt x="262123" y="142360"/>
                </a:cubicBezTo>
                <a:cubicBezTo>
                  <a:pt x="253770" y="142360"/>
                  <a:pt x="245846" y="137226"/>
                  <a:pt x="241350" y="128665"/>
                </a:cubicBezTo>
                <a:cubicBezTo>
                  <a:pt x="235354" y="117535"/>
                  <a:pt x="231926" y="102556"/>
                  <a:pt x="231926" y="87361"/>
                </a:cubicBezTo>
                <a:cubicBezTo>
                  <a:pt x="231926" y="67030"/>
                  <a:pt x="241778" y="53763"/>
                  <a:pt x="257198" y="53763"/>
                </a:cubicBezTo>
                <a:close/>
                <a:moveTo>
                  <a:pt x="346285" y="438"/>
                </a:moveTo>
                <a:lnTo>
                  <a:pt x="345214" y="10"/>
                </a:lnTo>
                <a:cubicBezTo>
                  <a:pt x="336433" y="3006"/>
                  <a:pt x="330649" y="4934"/>
                  <a:pt x="320373" y="7718"/>
                </a:cubicBezTo>
                <a:lnTo>
                  <a:pt x="314161" y="9434"/>
                </a:lnTo>
                <a:lnTo>
                  <a:pt x="314161" y="12858"/>
                </a:lnTo>
                <a:cubicBezTo>
                  <a:pt x="315445" y="12646"/>
                  <a:pt x="316089" y="12646"/>
                  <a:pt x="317801" y="12646"/>
                </a:cubicBezTo>
                <a:cubicBezTo>
                  <a:pt x="326369" y="12646"/>
                  <a:pt x="328293" y="14571"/>
                  <a:pt x="328293" y="23567"/>
                </a:cubicBezTo>
                <a:lnTo>
                  <a:pt x="328293" y="134658"/>
                </a:lnTo>
                <a:cubicBezTo>
                  <a:pt x="328293" y="141291"/>
                  <a:pt x="346285" y="148356"/>
                  <a:pt x="363630" y="148356"/>
                </a:cubicBezTo>
                <a:cubicBezTo>
                  <a:pt x="391899" y="148356"/>
                  <a:pt x="413740" y="124812"/>
                  <a:pt x="413740" y="94211"/>
                </a:cubicBezTo>
                <a:cubicBezTo>
                  <a:pt x="413740" y="67677"/>
                  <a:pt x="397467" y="47764"/>
                  <a:pt x="376051" y="47764"/>
                </a:cubicBezTo>
                <a:cubicBezTo>
                  <a:pt x="362986" y="47764"/>
                  <a:pt x="350566" y="55260"/>
                  <a:pt x="346285" y="65965"/>
                </a:cubicBezTo>
                <a:lnTo>
                  <a:pt x="346285" y="438"/>
                </a:lnTo>
                <a:moveTo>
                  <a:pt x="346285" y="77307"/>
                </a:moveTo>
                <a:cubicBezTo>
                  <a:pt x="346285" y="68961"/>
                  <a:pt x="356350" y="61256"/>
                  <a:pt x="367486" y="61256"/>
                </a:cubicBezTo>
                <a:cubicBezTo>
                  <a:pt x="373482" y="61256"/>
                  <a:pt x="378835" y="63396"/>
                  <a:pt x="383331" y="67461"/>
                </a:cubicBezTo>
                <a:cubicBezTo>
                  <a:pt x="390183" y="74098"/>
                  <a:pt x="394895" y="88649"/>
                  <a:pt x="394895" y="104056"/>
                </a:cubicBezTo>
                <a:cubicBezTo>
                  <a:pt x="394895" y="127809"/>
                  <a:pt x="384615" y="141504"/>
                  <a:pt x="367058" y="141504"/>
                </a:cubicBezTo>
                <a:cubicBezTo>
                  <a:pt x="355922" y="141504"/>
                  <a:pt x="346285" y="136798"/>
                  <a:pt x="346285" y="131233"/>
                </a:cubicBezTo>
                <a:lnTo>
                  <a:pt x="346285" y="77307"/>
                </a:lnTo>
                <a:close/>
                <a:moveTo>
                  <a:pt x="515247" y="132086"/>
                </a:moveTo>
                <a:cubicBezTo>
                  <a:pt x="511607" y="135079"/>
                  <a:pt x="509038" y="136151"/>
                  <a:pt x="505826" y="136151"/>
                </a:cubicBezTo>
                <a:cubicBezTo>
                  <a:pt x="500902" y="136151"/>
                  <a:pt x="499402" y="133155"/>
                  <a:pt x="499402" y="123741"/>
                </a:cubicBezTo>
                <a:lnTo>
                  <a:pt x="499402" y="82009"/>
                </a:lnTo>
                <a:cubicBezTo>
                  <a:pt x="499402" y="70879"/>
                  <a:pt x="498330" y="64674"/>
                  <a:pt x="495118" y="59537"/>
                </a:cubicBezTo>
                <a:cubicBezTo>
                  <a:pt x="490406" y="51835"/>
                  <a:pt x="481198" y="47764"/>
                  <a:pt x="468565" y="47764"/>
                </a:cubicBezTo>
                <a:cubicBezTo>
                  <a:pt x="448433" y="47764"/>
                  <a:pt x="432588" y="58253"/>
                  <a:pt x="432588" y="71735"/>
                </a:cubicBezTo>
                <a:cubicBezTo>
                  <a:pt x="432588" y="76660"/>
                  <a:pt x="436656" y="80937"/>
                  <a:pt x="441796" y="80937"/>
                </a:cubicBezTo>
                <a:cubicBezTo>
                  <a:pt x="446933" y="80937"/>
                  <a:pt x="451432" y="76660"/>
                  <a:pt x="451432" y="71951"/>
                </a:cubicBezTo>
                <a:cubicBezTo>
                  <a:pt x="451432" y="71095"/>
                  <a:pt x="451217" y="70023"/>
                  <a:pt x="451004" y="68527"/>
                </a:cubicBezTo>
                <a:cubicBezTo>
                  <a:pt x="450576" y="66602"/>
                  <a:pt x="450361" y="64890"/>
                  <a:pt x="450361" y="63390"/>
                </a:cubicBezTo>
                <a:cubicBezTo>
                  <a:pt x="450361" y="57612"/>
                  <a:pt x="457213" y="52904"/>
                  <a:pt x="465781" y="52904"/>
                </a:cubicBezTo>
                <a:cubicBezTo>
                  <a:pt x="476273" y="52904"/>
                  <a:pt x="482054" y="59109"/>
                  <a:pt x="482054" y="70667"/>
                </a:cubicBezTo>
                <a:lnTo>
                  <a:pt x="482054" y="83721"/>
                </a:lnTo>
                <a:cubicBezTo>
                  <a:pt x="449289" y="96776"/>
                  <a:pt x="445436" y="98700"/>
                  <a:pt x="436228" y="106834"/>
                </a:cubicBezTo>
                <a:cubicBezTo>
                  <a:pt x="431516" y="111114"/>
                  <a:pt x="428516" y="118388"/>
                  <a:pt x="428516" y="125450"/>
                </a:cubicBezTo>
                <a:cubicBezTo>
                  <a:pt x="428516" y="138935"/>
                  <a:pt x="437940" y="148356"/>
                  <a:pt x="451004" y="148356"/>
                </a:cubicBezTo>
                <a:cubicBezTo>
                  <a:pt x="460425" y="148356"/>
                  <a:pt x="469205" y="143860"/>
                  <a:pt x="482270" y="132723"/>
                </a:cubicBezTo>
                <a:cubicBezTo>
                  <a:pt x="483341" y="144075"/>
                  <a:pt x="487194" y="148356"/>
                  <a:pt x="495974" y="148356"/>
                </a:cubicBezTo>
                <a:cubicBezTo>
                  <a:pt x="503255" y="148356"/>
                  <a:pt x="507754" y="145788"/>
                  <a:pt x="515247" y="137651"/>
                </a:cubicBezTo>
                <a:lnTo>
                  <a:pt x="515247" y="132086"/>
                </a:lnTo>
                <a:moveTo>
                  <a:pt x="482054" y="119875"/>
                </a:moveTo>
                <a:cubicBezTo>
                  <a:pt x="482054" y="126299"/>
                  <a:pt x="480985" y="128655"/>
                  <a:pt x="476486" y="131227"/>
                </a:cubicBezTo>
                <a:cubicBezTo>
                  <a:pt x="471133" y="134223"/>
                  <a:pt x="465353" y="135936"/>
                  <a:pt x="460853" y="135936"/>
                </a:cubicBezTo>
                <a:cubicBezTo>
                  <a:pt x="453360" y="135936"/>
                  <a:pt x="447364" y="128655"/>
                  <a:pt x="447364" y="119447"/>
                </a:cubicBezTo>
                <a:lnTo>
                  <a:pt x="447364" y="118591"/>
                </a:lnTo>
                <a:cubicBezTo>
                  <a:pt x="447577" y="105742"/>
                  <a:pt x="457001" y="97602"/>
                  <a:pt x="482054" y="88822"/>
                </a:cubicBezTo>
                <a:lnTo>
                  <a:pt x="482054" y="119875"/>
                </a:lnTo>
                <a:close/>
                <a:moveTo>
                  <a:pt x="518245" y="146265"/>
                </a:moveTo>
                <a:lnTo>
                  <a:pt x="568783" y="146265"/>
                </a:lnTo>
                <a:lnTo>
                  <a:pt x="568783" y="143053"/>
                </a:lnTo>
                <a:cubicBezTo>
                  <a:pt x="555294" y="142412"/>
                  <a:pt x="552938" y="140268"/>
                  <a:pt x="552722" y="128276"/>
                </a:cubicBezTo>
                <a:lnTo>
                  <a:pt x="552722" y="428"/>
                </a:lnTo>
                <a:lnTo>
                  <a:pt x="551866" y="0"/>
                </a:lnTo>
                <a:cubicBezTo>
                  <a:pt x="540945" y="3428"/>
                  <a:pt x="533021" y="5784"/>
                  <a:pt x="517817" y="9424"/>
                </a:cubicBezTo>
                <a:lnTo>
                  <a:pt x="517817" y="12849"/>
                </a:lnTo>
                <a:lnTo>
                  <a:pt x="519101" y="12849"/>
                </a:lnTo>
                <a:cubicBezTo>
                  <a:pt x="521457" y="12636"/>
                  <a:pt x="524025" y="12420"/>
                  <a:pt x="525741" y="12420"/>
                </a:cubicBezTo>
                <a:cubicBezTo>
                  <a:pt x="532593" y="12420"/>
                  <a:pt x="534734" y="15420"/>
                  <a:pt x="534734" y="25485"/>
                </a:cubicBezTo>
                <a:lnTo>
                  <a:pt x="534734" y="127636"/>
                </a:lnTo>
                <a:cubicBezTo>
                  <a:pt x="534521" y="139200"/>
                  <a:pt x="531521" y="142196"/>
                  <a:pt x="518245" y="143053"/>
                </a:cubicBezTo>
                <a:lnTo>
                  <a:pt x="518245" y="1462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Attention">
            <a:extLst xmlns:a="http://schemas.openxmlformats.org/drawingml/2006/main">
              <a:ext uri="{FF2B5EF4-FFF2-40B4-BE49-F238E27FC236}">
                <a16:creationId xmlns:a16="http://schemas.microsoft.com/office/drawing/2014/main" id="{5FEFE69E-1990-42DB-9465-591D0403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004" y="499808"/>
            <a:ext cx="807793" cy="148057"/>
          </a:xfrm>
          <a:custGeom xmlns:a="http://schemas.openxmlformats.org/drawingml/2006/main">
            <a:pathLst>
              <a:path w="807793" h="148057">
                <a:moveTo>
                  <a:pt x="147669" y="141911"/>
                </a:moveTo>
                <a:cubicBezTo>
                  <a:pt x="138053" y="141271"/>
                  <a:pt x="135917" y="139136"/>
                  <a:pt x="128437" y="123333"/>
                </a:cubicBezTo>
                <a:lnTo>
                  <a:pt x="75222" y="1970"/>
                </a:lnTo>
                <a:lnTo>
                  <a:pt x="70950" y="1970"/>
                </a:lnTo>
                <a:lnTo>
                  <a:pt x="26498" y="106892"/>
                </a:lnTo>
                <a:cubicBezTo>
                  <a:pt x="12822" y="138069"/>
                  <a:pt x="10255" y="141483"/>
                  <a:pt x="0" y="141911"/>
                </a:cubicBezTo>
                <a:lnTo>
                  <a:pt x="0" y="145970"/>
                </a:lnTo>
                <a:lnTo>
                  <a:pt x="42313" y="145970"/>
                </a:lnTo>
                <a:lnTo>
                  <a:pt x="42313" y="141911"/>
                </a:lnTo>
                <a:cubicBezTo>
                  <a:pt x="32055" y="141911"/>
                  <a:pt x="27780" y="139348"/>
                  <a:pt x="27780" y="133158"/>
                </a:cubicBezTo>
                <a:cubicBezTo>
                  <a:pt x="27780" y="130595"/>
                  <a:pt x="28422" y="127605"/>
                  <a:pt x="29491" y="124830"/>
                </a:cubicBezTo>
                <a:lnTo>
                  <a:pt x="39320" y="99845"/>
                </a:lnTo>
                <a:lnTo>
                  <a:pt x="95313" y="99845"/>
                </a:lnTo>
                <a:lnTo>
                  <a:pt x="104075" y="120346"/>
                </a:lnTo>
                <a:cubicBezTo>
                  <a:pt x="106638" y="126112"/>
                  <a:pt x="108134" y="131662"/>
                  <a:pt x="108134" y="134652"/>
                </a:cubicBezTo>
                <a:cubicBezTo>
                  <a:pt x="108134" y="139990"/>
                  <a:pt x="104502" y="141699"/>
                  <a:pt x="93173" y="141911"/>
                </a:cubicBezTo>
                <a:lnTo>
                  <a:pt x="93173" y="145970"/>
                </a:lnTo>
                <a:lnTo>
                  <a:pt x="147669" y="145970"/>
                </a:lnTo>
                <a:lnTo>
                  <a:pt x="147669" y="141911"/>
                </a:lnTo>
                <a:moveTo>
                  <a:pt x="42952" y="91083"/>
                </a:moveTo>
                <a:lnTo>
                  <a:pt x="67530" y="32315"/>
                </a:lnTo>
                <a:lnTo>
                  <a:pt x="92319" y="91083"/>
                </a:lnTo>
                <a:lnTo>
                  <a:pt x="42952" y="91083"/>
                </a:lnTo>
                <a:close/>
                <a:moveTo>
                  <a:pt x="211352" y="49761"/>
                </a:moveTo>
                <a:lnTo>
                  <a:pt x="189768" y="49761"/>
                </a:lnTo>
                <a:lnTo>
                  <a:pt x="189768" y="24972"/>
                </a:lnTo>
                <a:cubicBezTo>
                  <a:pt x="189768" y="22836"/>
                  <a:pt x="189341" y="22194"/>
                  <a:pt x="188271" y="22194"/>
                </a:cubicBezTo>
                <a:cubicBezTo>
                  <a:pt x="175877" y="40145"/>
                  <a:pt x="169466" y="47413"/>
                  <a:pt x="163270" y="51046"/>
                </a:cubicBezTo>
                <a:cubicBezTo>
                  <a:pt x="160919" y="52539"/>
                  <a:pt x="159634" y="53824"/>
                  <a:pt x="159634" y="55106"/>
                </a:cubicBezTo>
                <a:cubicBezTo>
                  <a:pt x="159634" y="55748"/>
                  <a:pt x="159849" y="56175"/>
                  <a:pt x="160492" y="56603"/>
                </a:cubicBezTo>
                <a:lnTo>
                  <a:pt x="171817" y="56603"/>
                </a:lnTo>
                <a:lnTo>
                  <a:pt x="171817" y="120920"/>
                </a:lnTo>
                <a:cubicBezTo>
                  <a:pt x="171817" y="138868"/>
                  <a:pt x="178228" y="148057"/>
                  <a:pt x="190838" y="148057"/>
                </a:cubicBezTo>
                <a:cubicBezTo>
                  <a:pt x="201308" y="148057"/>
                  <a:pt x="209428" y="142931"/>
                  <a:pt x="216481" y="131818"/>
                </a:cubicBezTo>
                <a:lnTo>
                  <a:pt x="213703" y="129467"/>
                </a:lnTo>
                <a:cubicBezTo>
                  <a:pt x="209001" y="135024"/>
                  <a:pt x="205583" y="136948"/>
                  <a:pt x="200881" y="136948"/>
                </a:cubicBezTo>
                <a:cubicBezTo>
                  <a:pt x="192973" y="136948"/>
                  <a:pt x="189768" y="131176"/>
                  <a:pt x="189768" y="117715"/>
                </a:cubicBezTo>
                <a:lnTo>
                  <a:pt x="189768" y="56603"/>
                </a:lnTo>
                <a:lnTo>
                  <a:pt x="211352" y="56603"/>
                </a:lnTo>
                <a:lnTo>
                  <a:pt x="211352" y="49761"/>
                </a:lnTo>
                <a:close/>
                <a:moveTo>
                  <a:pt x="264774" y="49761"/>
                </a:moveTo>
                <a:lnTo>
                  <a:pt x="243190" y="49761"/>
                </a:lnTo>
                <a:lnTo>
                  <a:pt x="243190" y="24972"/>
                </a:lnTo>
                <a:cubicBezTo>
                  <a:pt x="243190" y="22836"/>
                  <a:pt x="242763" y="22194"/>
                  <a:pt x="241693" y="22194"/>
                </a:cubicBezTo>
                <a:cubicBezTo>
                  <a:pt x="229299" y="40145"/>
                  <a:pt x="222888" y="47413"/>
                  <a:pt x="216692" y="51046"/>
                </a:cubicBezTo>
                <a:cubicBezTo>
                  <a:pt x="214341" y="52539"/>
                  <a:pt x="213056" y="53824"/>
                  <a:pt x="213056" y="55106"/>
                </a:cubicBezTo>
                <a:cubicBezTo>
                  <a:pt x="213056" y="55748"/>
                  <a:pt x="213271" y="56175"/>
                  <a:pt x="213914" y="56603"/>
                </a:cubicBezTo>
                <a:lnTo>
                  <a:pt x="225239" y="56603"/>
                </a:lnTo>
                <a:lnTo>
                  <a:pt x="225239" y="120920"/>
                </a:lnTo>
                <a:cubicBezTo>
                  <a:pt x="225239" y="138868"/>
                  <a:pt x="231650" y="148057"/>
                  <a:pt x="244260" y="148057"/>
                </a:cubicBezTo>
                <a:cubicBezTo>
                  <a:pt x="254730" y="148057"/>
                  <a:pt x="262850" y="142931"/>
                  <a:pt x="269903" y="131818"/>
                </a:cubicBezTo>
                <a:lnTo>
                  <a:pt x="267125" y="129467"/>
                </a:lnTo>
                <a:cubicBezTo>
                  <a:pt x="262423" y="135024"/>
                  <a:pt x="259005" y="136948"/>
                  <a:pt x="254303" y="136948"/>
                </a:cubicBezTo>
                <a:cubicBezTo>
                  <a:pt x="246396" y="136948"/>
                  <a:pt x="243190" y="131176"/>
                  <a:pt x="243190" y="117715"/>
                </a:cubicBezTo>
                <a:lnTo>
                  <a:pt x="243190" y="56603"/>
                </a:lnTo>
                <a:lnTo>
                  <a:pt x="264774" y="56603"/>
                </a:lnTo>
                <a:lnTo>
                  <a:pt x="264774" y="49761"/>
                </a:lnTo>
                <a:close/>
                <a:moveTo>
                  <a:pt x="364142" y="110864"/>
                </a:moveTo>
                <a:cubicBezTo>
                  <a:pt x="353887" y="127113"/>
                  <a:pt x="344694" y="133315"/>
                  <a:pt x="331018" y="133315"/>
                </a:cubicBezTo>
                <a:cubicBezTo>
                  <a:pt x="318839" y="133315"/>
                  <a:pt x="309650" y="127113"/>
                  <a:pt x="303451" y="114927"/>
                </a:cubicBezTo>
                <a:cubicBezTo>
                  <a:pt x="299603" y="106801"/>
                  <a:pt x="298109" y="99959"/>
                  <a:pt x="297682" y="86700"/>
                </a:cubicBezTo>
                <a:lnTo>
                  <a:pt x="363503" y="86700"/>
                </a:lnTo>
                <a:cubicBezTo>
                  <a:pt x="361791" y="72835"/>
                  <a:pt x="359655" y="66659"/>
                  <a:pt x="354314" y="59844"/>
                </a:cubicBezTo>
                <a:cubicBezTo>
                  <a:pt x="347900" y="52164"/>
                  <a:pt x="338072" y="47674"/>
                  <a:pt x="326958" y="47674"/>
                </a:cubicBezTo>
                <a:cubicBezTo>
                  <a:pt x="316272" y="47674"/>
                  <a:pt x="306229" y="51522"/>
                  <a:pt x="298109" y="58778"/>
                </a:cubicBezTo>
                <a:cubicBezTo>
                  <a:pt x="288063" y="67510"/>
                  <a:pt x="282294" y="82641"/>
                  <a:pt x="282294" y="100171"/>
                </a:cubicBezTo>
                <a:cubicBezTo>
                  <a:pt x="282294" y="129679"/>
                  <a:pt x="297682" y="148057"/>
                  <a:pt x="322256" y="148057"/>
                </a:cubicBezTo>
                <a:cubicBezTo>
                  <a:pt x="342559" y="148057"/>
                  <a:pt x="358586" y="135451"/>
                  <a:pt x="367563" y="112360"/>
                </a:cubicBezTo>
                <a:lnTo>
                  <a:pt x="364142" y="110864"/>
                </a:lnTo>
                <a:moveTo>
                  <a:pt x="298109" y="79862"/>
                </a:moveTo>
                <a:cubicBezTo>
                  <a:pt x="300457" y="63251"/>
                  <a:pt x="307726" y="55370"/>
                  <a:pt x="320759" y="55370"/>
                </a:cubicBezTo>
                <a:cubicBezTo>
                  <a:pt x="333797" y="55370"/>
                  <a:pt x="338926" y="61334"/>
                  <a:pt x="341704" y="79862"/>
                </a:cubicBezTo>
                <a:lnTo>
                  <a:pt x="298109" y="79862"/>
                </a:lnTo>
                <a:close/>
                <a:moveTo>
                  <a:pt x="374190" y="145970"/>
                </a:moveTo>
                <a:lnTo>
                  <a:pt x="419497" y="145970"/>
                </a:lnTo>
                <a:lnTo>
                  <a:pt x="419497" y="142765"/>
                </a:lnTo>
                <a:cubicBezTo>
                  <a:pt x="408811" y="142126"/>
                  <a:pt x="405391" y="139348"/>
                  <a:pt x="405391" y="131655"/>
                </a:cubicBezTo>
                <a:lnTo>
                  <a:pt x="405391" y="71609"/>
                </a:lnTo>
                <a:cubicBezTo>
                  <a:pt x="415649" y="61993"/>
                  <a:pt x="420352" y="59430"/>
                  <a:pt x="427405" y="59430"/>
                </a:cubicBezTo>
                <a:cubicBezTo>
                  <a:pt x="437876" y="59430"/>
                  <a:pt x="443005" y="66053"/>
                  <a:pt x="443005" y="80156"/>
                </a:cubicBezTo>
                <a:lnTo>
                  <a:pt x="443005" y="124817"/>
                </a:lnTo>
                <a:cubicBezTo>
                  <a:pt x="442578" y="138705"/>
                  <a:pt x="440011" y="142126"/>
                  <a:pt x="429541" y="142765"/>
                </a:cubicBezTo>
                <a:lnTo>
                  <a:pt x="429541" y="145970"/>
                </a:lnTo>
                <a:lnTo>
                  <a:pt x="473993" y="145970"/>
                </a:lnTo>
                <a:lnTo>
                  <a:pt x="473993" y="142765"/>
                </a:lnTo>
                <a:cubicBezTo>
                  <a:pt x="463519" y="141699"/>
                  <a:pt x="461168" y="139132"/>
                  <a:pt x="460956" y="128662"/>
                </a:cubicBezTo>
                <a:lnTo>
                  <a:pt x="460956" y="79729"/>
                </a:lnTo>
                <a:cubicBezTo>
                  <a:pt x="460956" y="59645"/>
                  <a:pt x="451552" y="47674"/>
                  <a:pt x="435740" y="47674"/>
                </a:cubicBezTo>
                <a:cubicBezTo>
                  <a:pt x="425908" y="47674"/>
                  <a:pt x="419282" y="51310"/>
                  <a:pt x="404751" y="64986"/>
                </a:cubicBezTo>
                <a:lnTo>
                  <a:pt x="404751" y="48105"/>
                </a:lnTo>
                <a:lnTo>
                  <a:pt x="403255" y="47674"/>
                </a:lnTo>
                <a:cubicBezTo>
                  <a:pt x="392142" y="51737"/>
                  <a:pt x="384876" y="54088"/>
                  <a:pt x="373763" y="57294"/>
                </a:cubicBezTo>
                <a:lnTo>
                  <a:pt x="373763" y="60926"/>
                </a:lnTo>
                <a:cubicBezTo>
                  <a:pt x="375260" y="60284"/>
                  <a:pt x="377184" y="60072"/>
                  <a:pt x="379535" y="60072"/>
                </a:cubicBezTo>
                <a:cubicBezTo>
                  <a:pt x="385519" y="60072"/>
                  <a:pt x="387439" y="63278"/>
                  <a:pt x="387439" y="73745"/>
                </a:cubicBezTo>
                <a:lnTo>
                  <a:pt x="387439" y="126741"/>
                </a:lnTo>
                <a:cubicBezTo>
                  <a:pt x="387227" y="139348"/>
                  <a:pt x="384876" y="142126"/>
                  <a:pt x="374190" y="142765"/>
                </a:cubicBezTo>
                <a:lnTo>
                  <a:pt x="374190" y="145970"/>
                </a:lnTo>
                <a:close/>
                <a:moveTo>
                  <a:pt x="531691" y="49761"/>
                </a:moveTo>
                <a:lnTo>
                  <a:pt x="510107" y="49761"/>
                </a:lnTo>
                <a:lnTo>
                  <a:pt x="510107" y="24972"/>
                </a:lnTo>
                <a:cubicBezTo>
                  <a:pt x="510107" y="22836"/>
                  <a:pt x="509680" y="22194"/>
                  <a:pt x="508611" y="22194"/>
                </a:cubicBezTo>
                <a:cubicBezTo>
                  <a:pt x="496216" y="40145"/>
                  <a:pt x="489805" y="47413"/>
                  <a:pt x="483609" y="51046"/>
                </a:cubicBezTo>
                <a:cubicBezTo>
                  <a:pt x="481258" y="52539"/>
                  <a:pt x="479974" y="53824"/>
                  <a:pt x="479974" y="55106"/>
                </a:cubicBezTo>
                <a:cubicBezTo>
                  <a:pt x="479974" y="55748"/>
                  <a:pt x="480189" y="56175"/>
                  <a:pt x="480831" y="56603"/>
                </a:cubicBezTo>
                <a:lnTo>
                  <a:pt x="492156" y="56603"/>
                </a:lnTo>
                <a:lnTo>
                  <a:pt x="492156" y="120920"/>
                </a:lnTo>
                <a:cubicBezTo>
                  <a:pt x="492156" y="138868"/>
                  <a:pt x="498567" y="148057"/>
                  <a:pt x="511177" y="148057"/>
                </a:cubicBezTo>
                <a:cubicBezTo>
                  <a:pt x="521648" y="148057"/>
                  <a:pt x="529767" y="142931"/>
                  <a:pt x="536821" y="131818"/>
                </a:cubicBezTo>
                <a:lnTo>
                  <a:pt x="534042" y="129467"/>
                </a:lnTo>
                <a:cubicBezTo>
                  <a:pt x="529340" y="135024"/>
                  <a:pt x="525923" y="136948"/>
                  <a:pt x="521221" y="136948"/>
                </a:cubicBezTo>
                <a:cubicBezTo>
                  <a:pt x="513313" y="136948"/>
                  <a:pt x="510107" y="131176"/>
                  <a:pt x="510107" y="117715"/>
                </a:cubicBezTo>
                <a:lnTo>
                  <a:pt x="510107" y="56603"/>
                </a:lnTo>
                <a:lnTo>
                  <a:pt x="531691" y="56603"/>
                </a:lnTo>
                <a:lnTo>
                  <a:pt x="531691" y="49761"/>
                </a:lnTo>
                <a:close/>
                <a:moveTo>
                  <a:pt x="534040" y="145970"/>
                </a:moveTo>
                <a:lnTo>
                  <a:pt x="584688" y="145970"/>
                </a:lnTo>
                <a:lnTo>
                  <a:pt x="584688" y="142765"/>
                </a:lnTo>
                <a:cubicBezTo>
                  <a:pt x="570585" y="141699"/>
                  <a:pt x="569088" y="139775"/>
                  <a:pt x="568873" y="124171"/>
                </a:cubicBezTo>
                <a:lnTo>
                  <a:pt x="568873" y="48300"/>
                </a:lnTo>
                <a:lnTo>
                  <a:pt x="568018" y="47658"/>
                </a:lnTo>
                <a:lnTo>
                  <a:pt x="534894" y="59413"/>
                </a:lnTo>
                <a:lnTo>
                  <a:pt x="534894" y="62619"/>
                </a:lnTo>
                <a:lnTo>
                  <a:pt x="536606" y="62407"/>
                </a:lnTo>
                <a:cubicBezTo>
                  <a:pt x="539169" y="61980"/>
                  <a:pt x="541732" y="61764"/>
                  <a:pt x="543871" y="61764"/>
                </a:cubicBezTo>
                <a:cubicBezTo>
                  <a:pt x="549001" y="61764"/>
                  <a:pt x="550921" y="65185"/>
                  <a:pt x="550921" y="74590"/>
                </a:cubicBezTo>
                <a:lnTo>
                  <a:pt x="550921" y="124171"/>
                </a:lnTo>
                <a:cubicBezTo>
                  <a:pt x="550494" y="139987"/>
                  <a:pt x="548574" y="142126"/>
                  <a:pt x="534040" y="142765"/>
                </a:cubicBezTo>
                <a:lnTo>
                  <a:pt x="534040" y="145970"/>
                </a:lnTo>
                <a:moveTo>
                  <a:pt x="557975" y="0"/>
                </a:moveTo>
                <a:cubicBezTo>
                  <a:pt x="552206" y="0"/>
                  <a:pt x="547289" y="4914"/>
                  <a:pt x="547289" y="10898"/>
                </a:cubicBezTo>
                <a:cubicBezTo>
                  <a:pt x="547289" y="17097"/>
                  <a:pt x="551991" y="21796"/>
                  <a:pt x="557975" y="21796"/>
                </a:cubicBezTo>
                <a:cubicBezTo>
                  <a:pt x="564386" y="21796"/>
                  <a:pt x="569088" y="17097"/>
                  <a:pt x="569088" y="10898"/>
                </a:cubicBezTo>
                <a:cubicBezTo>
                  <a:pt x="569088" y="4702"/>
                  <a:pt x="564174" y="0"/>
                  <a:pt x="557975" y="0"/>
                </a:cubicBezTo>
                <a:close/>
                <a:moveTo>
                  <a:pt x="650720" y="47674"/>
                </a:moveTo>
                <a:cubicBezTo>
                  <a:pt x="622722" y="47674"/>
                  <a:pt x="603489" y="68182"/>
                  <a:pt x="603489" y="97654"/>
                </a:cubicBezTo>
                <a:cubicBezTo>
                  <a:pt x="603489" y="126699"/>
                  <a:pt x="623364" y="148057"/>
                  <a:pt x="650289" y="148057"/>
                </a:cubicBezTo>
                <a:cubicBezTo>
                  <a:pt x="677218" y="148057"/>
                  <a:pt x="697732" y="125632"/>
                  <a:pt x="697732" y="95945"/>
                </a:cubicBezTo>
                <a:cubicBezTo>
                  <a:pt x="697732" y="67755"/>
                  <a:pt x="678072" y="47674"/>
                  <a:pt x="650720" y="47674"/>
                </a:cubicBezTo>
                <a:moveTo>
                  <a:pt x="647941" y="53661"/>
                </a:moveTo>
                <a:cubicBezTo>
                  <a:pt x="665893" y="53661"/>
                  <a:pt x="678499" y="74162"/>
                  <a:pt x="678499" y="103419"/>
                </a:cubicBezTo>
                <a:cubicBezTo>
                  <a:pt x="678499" y="127765"/>
                  <a:pt x="668883" y="142074"/>
                  <a:pt x="652856" y="142074"/>
                </a:cubicBezTo>
                <a:cubicBezTo>
                  <a:pt x="644521" y="142074"/>
                  <a:pt x="636613" y="136951"/>
                  <a:pt x="632126" y="128407"/>
                </a:cubicBezTo>
                <a:cubicBezTo>
                  <a:pt x="626142" y="117301"/>
                  <a:pt x="622722" y="102353"/>
                  <a:pt x="622722" y="87190"/>
                </a:cubicBezTo>
                <a:cubicBezTo>
                  <a:pt x="622722" y="66900"/>
                  <a:pt x="632553" y="53661"/>
                  <a:pt x="647941" y="53661"/>
                </a:cubicBezTo>
                <a:close/>
                <a:moveTo>
                  <a:pt x="707991" y="145970"/>
                </a:moveTo>
                <a:lnTo>
                  <a:pt x="753297" y="145970"/>
                </a:lnTo>
                <a:lnTo>
                  <a:pt x="753297" y="142765"/>
                </a:lnTo>
                <a:cubicBezTo>
                  <a:pt x="742612" y="142126"/>
                  <a:pt x="739191" y="139348"/>
                  <a:pt x="739191" y="131655"/>
                </a:cubicBezTo>
                <a:lnTo>
                  <a:pt x="739191" y="71609"/>
                </a:lnTo>
                <a:cubicBezTo>
                  <a:pt x="749450" y="61993"/>
                  <a:pt x="754152" y="59430"/>
                  <a:pt x="761205" y="59430"/>
                </a:cubicBezTo>
                <a:cubicBezTo>
                  <a:pt x="771676" y="59430"/>
                  <a:pt x="776805" y="66053"/>
                  <a:pt x="776805" y="80156"/>
                </a:cubicBezTo>
                <a:lnTo>
                  <a:pt x="776805" y="124817"/>
                </a:lnTo>
                <a:cubicBezTo>
                  <a:pt x="776378" y="138705"/>
                  <a:pt x="773812" y="142126"/>
                  <a:pt x="763341" y="142765"/>
                </a:cubicBezTo>
                <a:lnTo>
                  <a:pt x="763341" y="145970"/>
                </a:lnTo>
                <a:lnTo>
                  <a:pt x="807793" y="145970"/>
                </a:lnTo>
                <a:lnTo>
                  <a:pt x="807793" y="142765"/>
                </a:lnTo>
                <a:cubicBezTo>
                  <a:pt x="797319" y="141699"/>
                  <a:pt x="794968" y="139132"/>
                  <a:pt x="794756" y="128662"/>
                </a:cubicBezTo>
                <a:lnTo>
                  <a:pt x="794756" y="79729"/>
                </a:lnTo>
                <a:cubicBezTo>
                  <a:pt x="794756" y="59645"/>
                  <a:pt x="785352" y="47674"/>
                  <a:pt x="769540" y="47674"/>
                </a:cubicBezTo>
                <a:cubicBezTo>
                  <a:pt x="759708" y="47674"/>
                  <a:pt x="753082" y="51310"/>
                  <a:pt x="738552" y="64986"/>
                </a:cubicBezTo>
                <a:lnTo>
                  <a:pt x="738552" y="48105"/>
                </a:lnTo>
                <a:lnTo>
                  <a:pt x="737055" y="47674"/>
                </a:lnTo>
                <a:cubicBezTo>
                  <a:pt x="725942" y="51737"/>
                  <a:pt x="718677" y="54088"/>
                  <a:pt x="707564" y="57294"/>
                </a:cubicBezTo>
                <a:lnTo>
                  <a:pt x="707564" y="60926"/>
                </a:lnTo>
                <a:cubicBezTo>
                  <a:pt x="709060" y="60284"/>
                  <a:pt x="710984" y="60072"/>
                  <a:pt x="713335" y="60072"/>
                </a:cubicBezTo>
                <a:cubicBezTo>
                  <a:pt x="719319" y="60072"/>
                  <a:pt x="721240" y="63278"/>
                  <a:pt x="721240" y="73745"/>
                </a:cubicBezTo>
                <a:lnTo>
                  <a:pt x="721240" y="126741"/>
                </a:lnTo>
                <a:cubicBezTo>
                  <a:pt x="721028" y="139348"/>
                  <a:pt x="718677" y="142126"/>
                  <a:pt x="707991" y="142765"/>
                </a:cubicBezTo>
                <a:lnTo>
                  <a:pt x="707991" y="1459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CameraHead">
            <a:extLst xmlns:a="http://schemas.openxmlformats.org/drawingml/2006/main">
              <a:ext uri="{FF2B5EF4-FFF2-40B4-BE49-F238E27FC236}">
                <a16:creationId xmlns:a16="http://schemas.microsoft.com/office/drawing/2014/main" id="{E1B87CC7-9812-4107-893F-C1BAE416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470" y="146733"/>
            <a:ext cx="1170946" cy="149183"/>
          </a:xfrm>
          <a:custGeom xmlns:a="http://schemas.openxmlformats.org/drawingml/2006/main">
            <a:pathLst>
              <a:path w="1170946" h="149183">
                <a:moveTo>
                  <a:pt x="126776" y="49685"/>
                </a:moveTo>
                <a:lnTo>
                  <a:pt x="124848" y="1536"/>
                </a:lnTo>
                <a:lnTo>
                  <a:pt x="120352" y="1536"/>
                </a:lnTo>
                <a:cubicBezTo>
                  <a:pt x="119068" y="6035"/>
                  <a:pt x="115640" y="8604"/>
                  <a:pt x="111356" y="8604"/>
                </a:cubicBezTo>
                <a:cubicBezTo>
                  <a:pt x="109428" y="8604"/>
                  <a:pt x="106216" y="7963"/>
                  <a:pt x="103004" y="6892"/>
                </a:cubicBezTo>
                <a:cubicBezTo>
                  <a:pt x="92511" y="3251"/>
                  <a:pt x="81803" y="1536"/>
                  <a:pt x="71739" y="1536"/>
                </a:cubicBezTo>
                <a:cubicBezTo>
                  <a:pt x="54178" y="1536"/>
                  <a:pt x="36405" y="8176"/>
                  <a:pt x="23125" y="19946"/>
                </a:cubicBezTo>
                <a:cubicBezTo>
                  <a:pt x="8137" y="33213"/>
                  <a:pt x="0" y="52894"/>
                  <a:pt x="0" y="76431"/>
                </a:cubicBezTo>
                <a:cubicBezTo>
                  <a:pt x="0" y="120077"/>
                  <a:pt x="28481" y="149183"/>
                  <a:pt x="71098" y="149183"/>
                </a:cubicBezTo>
                <a:cubicBezTo>
                  <a:pt x="95295" y="149183"/>
                  <a:pt x="116712" y="139334"/>
                  <a:pt x="129560" y="122002"/>
                </a:cubicBezTo>
                <a:lnTo>
                  <a:pt x="125704" y="118153"/>
                </a:lnTo>
                <a:cubicBezTo>
                  <a:pt x="110072" y="133344"/>
                  <a:pt x="95723" y="139762"/>
                  <a:pt x="77951" y="139762"/>
                </a:cubicBezTo>
                <a:cubicBezTo>
                  <a:pt x="64458" y="139762"/>
                  <a:pt x="52466" y="135481"/>
                  <a:pt x="43258" y="127351"/>
                </a:cubicBezTo>
                <a:cubicBezTo>
                  <a:pt x="31478" y="116869"/>
                  <a:pt x="24841" y="97612"/>
                  <a:pt x="24841" y="73650"/>
                </a:cubicBezTo>
                <a:cubicBezTo>
                  <a:pt x="24841" y="34922"/>
                  <a:pt x="44757" y="10104"/>
                  <a:pt x="75807" y="10104"/>
                </a:cubicBezTo>
                <a:cubicBezTo>
                  <a:pt x="88015" y="10104"/>
                  <a:pt x="99151" y="14597"/>
                  <a:pt x="107716" y="22942"/>
                </a:cubicBezTo>
                <a:cubicBezTo>
                  <a:pt x="114568" y="29788"/>
                  <a:pt x="117780" y="35778"/>
                  <a:pt x="121852" y="49685"/>
                </a:cubicBezTo>
                <a:lnTo>
                  <a:pt x="126776" y="49685"/>
                </a:lnTo>
                <a:close/>
                <a:moveTo>
                  <a:pt x="235772" y="132076"/>
                </a:moveTo>
                <a:cubicBezTo>
                  <a:pt x="232132" y="135070"/>
                  <a:pt x="229564" y="136141"/>
                  <a:pt x="226352" y="136141"/>
                </a:cubicBezTo>
                <a:cubicBezTo>
                  <a:pt x="221427" y="136141"/>
                  <a:pt x="219927" y="133145"/>
                  <a:pt x="219927" y="123731"/>
                </a:cubicBezTo>
                <a:lnTo>
                  <a:pt x="219927" y="81999"/>
                </a:lnTo>
                <a:cubicBezTo>
                  <a:pt x="219927" y="70869"/>
                  <a:pt x="218856" y="64664"/>
                  <a:pt x="215644" y="59527"/>
                </a:cubicBezTo>
                <a:cubicBezTo>
                  <a:pt x="210932" y="51825"/>
                  <a:pt x="201723" y="47754"/>
                  <a:pt x="189090" y="47754"/>
                </a:cubicBezTo>
                <a:cubicBezTo>
                  <a:pt x="168958" y="47754"/>
                  <a:pt x="153113" y="58243"/>
                  <a:pt x="153113" y="71726"/>
                </a:cubicBezTo>
                <a:cubicBezTo>
                  <a:pt x="153113" y="76650"/>
                  <a:pt x="157181" y="80927"/>
                  <a:pt x="162321" y="80927"/>
                </a:cubicBezTo>
                <a:cubicBezTo>
                  <a:pt x="167458" y="80927"/>
                  <a:pt x="171958" y="76650"/>
                  <a:pt x="171958" y="71941"/>
                </a:cubicBezTo>
                <a:cubicBezTo>
                  <a:pt x="171958" y="71085"/>
                  <a:pt x="171742" y="70013"/>
                  <a:pt x="171530" y="68517"/>
                </a:cubicBezTo>
                <a:cubicBezTo>
                  <a:pt x="171102" y="66592"/>
                  <a:pt x="170886" y="64880"/>
                  <a:pt x="170886" y="63380"/>
                </a:cubicBezTo>
                <a:cubicBezTo>
                  <a:pt x="170886" y="57603"/>
                  <a:pt x="177738" y="52894"/>
                  <a:pt x="186306" y="52894"/>
                </a:cubicBezTo>
                <a:cubicBezTo>
                  <a:pt x="196799" y="52894"/>
                  <a:pt x="202579" y="59099"/>
                  <a:pt x="202579" y="70657"/>
                </a:cubicBezTo>
                <a:lnTo>
                  <a:pt x="202579" y="83711"/>
                </a:lnTo>
                <a:cubicBezTo>
                  <a:pt x="169814" y="96766"/>
                  <a:pt x="165962" y="98691"/>
                  <a:pt x="156753" y="106824"/>
                </a:cubicBezTo>
                <a:cubicBezTo>
                  <a:pt x="152041" y="111104"/>
                  <a:pt x="149042" y="118378"/>
                  <a:pt x="149042" y="125440"/>
                </a:cubicBezTo>
                <a:cubicBezTo>
                  <a:pt x="149042" y="138925"/>
                  <a:pt x="158466" y="148346"/>
                  <a:pt x="171530" y="148346"/>
                </a:cubicBezTo>
                <a:cubicBezTo>
                  <a:pt x="180951" y="148346"/>
                  <a:pt x="189731" y="143850"/>
                  <a:pt x="202795" y="132714"/>
                </a:cubicBezTo>
                <a:cubicBezTo>
                  <a:pt x="203867" y="144066"/>
                  <a:pt x="207719" y="148346"/>
                  <a:pt x="216500" y="148346"/>
                </a:cubicBezTo>
                <a:cubicBezTo>
                  <a:pt x="223780" y="148346"/>
                  <a:pt x="228280" y="145778"/>
                  <a:pt x="235772" y="137641"/>
                </a:cubicBezTo>
                <a:lnTo>
                  <a:pt x="235772" y="132076"/>
                </a:lnTo>
                <a:moveTo>
                  <a:pt x="202579" y="119865"/>
                </a:moveTo>
                <a:cubicBezTo>
                  <a:pt x="202579" y="126289"/>
                  <a:pt x="201511" y="128645"/>
                  <a:pt x="197011" y="131217"/>
                </a:cubicBezTo>
                <a:cubicBezTo>
                  <a:pt x="191659" y="134213"/>
                  <a:pt x="185878" y="135926"/>
                  <a:pt x="181379" y="135926"/>
                </a:cubicBezTo>
                <a:cubicBezTo>
                  <a:pt x="173886" y="135926"/>
                  <a:pt x="167890" y="128645"/>
                  <a:pt x="167890" y="119437"/>
                </a:cubicBezTo>
                <a:lnTo>
                  <a:pt x="167890" y="118581"/>
                </a:lnTo>
                <a:cubicBezTo>
                  <a:pt x="168102" y="105732"/>
                  <a:pt x="177526" y="97593"/>
                  <a:pt x="202579" y="88812"/>
                </a:cubicBezTo>
                <a:lnTo>
                  <a:pt x="202579" y="119865"/>
                </a:lnTo>
                <a:close/>
                <a:moveTo>
                  <a:pt x="238552" y="146255"/>
                </a:moveTo>
                <a:lnTo>
                  <a:pt x="286094" y="146255"/>
                </a:lnTo>
                <a:lnTo>
                  <a:pt x="286094" y="143043"/>
                </a:lnTo>
                <a:cubicBezTo>
                  <a:pt x="275173" y="142830"/>
                  <a:pt x="271745" y="140474"/>
                  <a:pt x="271533" y="131910"/>
                </a:cubicBezTo>
                <a:lnTo>
                  <a:pt x="271533" y="71526"/>
                </a:lnTo>
                <a:cubicBezTo>
                  <a:pt x="271533" y="71098"/>
                  <a:pt x="273245" y="68955"/>
                  <a:pt x="274745" y="67458"/>
                </a:cubicBezTo>
                <a:cubicBezTo>
                  <a:pt x="280097" y="62530"/>
                  <a:pt x="289306" y="58890"/>
                  <a:pt x="296802" y="58890"/>
                </a:cubicBezTo>
                <a:cubicBezTo>
                  <a:pt x="306223" y="58890"/>
                  <a:pt x="310935" y="66386"/>
                  <a:pt x="310935" y="81375"/>
                </a:cubicBezTo>
                <a:lnTo>
                  <a:pt x="310935" y="127842"/>
                </a:lnTo>
                <a:cubicBezTo>
                  <a:pt x="310507" y="140046"/>
                  <a:pt x="308366" y="142402"/>
                  <a:pt x="296374" y="143043"/>
                </a:cubicBezTo>
                <a:lnTo>
                  <a:pt x="296374" y="146255"/>
                </a:lnTo>
                <a:lnTo>
                  <a:pt x="344343" y="146255"/>
                </a:lnTo>
                <a:lnTo>
                  <a:pt x="344343" y="143043"/>
                </a:lnTo>
                <a:cubicBezTo>
                  <a:pt x="332351" y="143043"/>
                  <a:pt x="329351" y="139618"/>
                  <a:pt x="328923" y="125914"/>
                </a:cubicBezTo>
                <a:lnTo>
                  <a:pt x="328923" y="71954"/>
                </a:lnTo>
                <a:cubicBezTo>
                  <a:pt x="335347" y="62746"/>
                  <a:pt x="342203" y="58890"/>
                  <a:pt x="352268" y="58890"/>
                </a:cubicBezTo>
                <a:cubicBezTo>
                  <a:pt x="364472" y="58890"/>
                  <a:pt x="368328" y="64674"/>
                  <a:pt x="368328" y="82447"/>
                </a:cubicBezTo>
                <a:lnTo>
                  <a:pt x="368328" y="127626"/>
                </a:lnTo>
                <a:cubicBezTo>
                  <a:pt x="367900" y="140262"/>
                  <a:pt x="366616" y="141759"/>
                  <a:pt x="354195" y="143043"/>
                </a:cubicBezTo>
                <a:lnTo>
                  <a:pt x="354195" y="146255"/>
                </a:lnTo>
                <a:lnTo>
                  <a:pt x="401093" y="146255"/>
                </a:lnTo>
                <a:lnTo>
                  <a:pt x="401093" y="143043"/>
                </a:lnTo>
                <a:lnTo>
                  <a:pt x="395525" y="142615"/>
                </a:lnTo>
                <a:cubicBezTo>
                  <a:pt x="388673" y="141546"/>
                  <a:pt x="386317" y="138334"/>
                  <a:pt x="386317" y="129982"/>
                </a:cubicBezTo>
                <a:lnTo>
                  <a:pt x="386317" y="85871"/>
                </a:lnTo>
                <a:cubicBezTo>
                  <a:pt x="386317" y="60606"/>
                  <a:pt x="377965" y="47754"/>
                  <a:pt x="361476" y="47754"/>
                </a:cubicBezTo>
                <a:cubicBezTo>
                  <a:pt x="349055" y="47754"/>
                  <a:pt x="338132" y="53322"/>
                  <a:pt x="326567" y="65742"/>
                </a:cubicBezTo>
                <a:cubicBezTo>
                  <a:pt x="322715" y="53538"/>
                  <a:pt x="315434" y="47754"/>
                  <a:pt x="303870" y="47754"/>
                </a:cubicBezTo>
                <a:cubicBezTo>
                  <a:pt x="294230" y="47754"/>
                  <a:pt x="288450" y="50538"/>
                  <a:pt x="270673" y="64246"/>
                </a:cubicBezTo>
                <a:lnTo>
                  <a:pt x="270673" y="48185"/>
                </a:lnTo>
                <a:lnTo>
                  <a:pt x="269177" y="47754"/>
                </a:lnTo>
                <a:cubicBezTo>
                  <a:pt x="257825" y="51825"/>
                  <a:pt x="250545" y="54181"/>
                  <a:pt x="239196" y="57394"/>
                </a:cubicBezTo>
                <a:lnTo>
                  <a:pt x="239196" y="61034"/>
                </a:lnTo>
                <a:cubicBezTo>
                  <a:pt x="241764" y="60390"/>
                  <a:pt x="243692" y="60178"/>
                  <a:pt x="246048" y="60178"/>
                </a:cubicBezTo>
                <a:cubicBezTo>
                  <a:pt x="251616" y="60178"/>
                  <a:pt x="253544" y="63602"/>
                  <a:pt x="253544" y="73879"/>
                </a:cubicBezTo>
                <a:lnTo>
                  <a:pt x="253544" y="128054"/>
                </a:lnTo>
                <a:cubicBezTo>
                  <a:pt x="253116" y="140046"/>
                  <a:pt x="250332" y="143043"/>
                  <a:pt x="238552" y="143043"/>
                </a:cubicBezTo>
                <a:lnTo>
                  <a:pt x="238552" y="146255"/>
                </a:lnTo>
                <a:close/>
                <a:moveTo>
                  <a:pt x="483322" y="111075"/>
                </a:moveTo>
                <a:cubicBezTo>
                  <a:pt x="473045" y="127358"/>
                  <a:pt x="463834" y="133573"/>
                  <a:pt x="450129" y="133573"/>
                </a:cubicBezTo>
                <a:cubicBezTo>
                  <a:pt x="437924" y="133573"/>
                  <a:pt x="428716" y="127358"/>
                  <a:pt x="422504" y="115147"/>
                </a:cubicBezTo>
                <a:cubicBezTo>
                  <a:pt x="418648" y="107003"/>
                  <a:pt x="417152" y="100148"/>
                  <a:pt x="416724" y="86862"/>
                </a:cubicBezTo>
                <a:lnTo>
                  <a:pt x="482682" y="86862"/>
                </a:lnTo>
                <a:cubicBezTo>
                  <a:pt x="480966" y="72967"/>
                  <a:pt x="478826" y="66778"/>
                  <a:pt x="473473" y="59949"/>
                </a:cubicBezTo>
                <a:cubicBezTo>
                  <a:pt x="467046" y="52253"/>
                  <a:pt x="457197" y="47754"/>
                  <a:pt x="446061" y="47754"/>
                </a:cubicBezTo>
                <a:cubicBezTo>
                  <a:pt x="435353" y="47754"/>
                  <a:pt x="425288" y="51610"/>
                  <a:pt x="417152" y="58880"/>
                </a:cubicBezTo>
                <a:cubicBezTo>
                  <a:pt x="407084" y="67631"/>
                  <a:pt x="401303" y="82793"/>
                  <a:pt x="401303" y="100360"/>
                </a:cubicBezTo>
                <a:cubicBezTo>
                  <a:pt x="401303" y="129930"/>
                  <a:pt x="416724" y="148346"/>
                  <a:pt x="441349" y="148346"/>
                </a:cubicBezTo>
                <a:cubicBezTo>
                  <a:pt x="461693" y="148346"/>
                  <a:pt x="477754" y="135713"/>
                  <a:pt x="486750" y="112575"/>
                </a:cubicBezTo>
                <a:lnTo>
                  <a:pt x="483322" y="111075"/>
                </a:lnTo>
                <a:moveTo>
                  <a:pt x="417152" y="80009"/>
                </a:moveTo>
                <a:cubicBezTo>
                  <a:pt x="419504" y="63364"/>
                  <a:pt x="426788" y="55466"/>
                  <a:pt x="439849" y="55466"/>
                </a:cubicBezTo>
                <a:cubicBezTo>
                  <a:pt x="452913" y="55466"/>
                  <a:pt x="458053" y="61442"/>
                  <a:pt x="460837" y="80009"/>
                </a:cubicBezTo>
                <a:lnTo>
                  <a:pt x="417152" y="80009"/>
                </a:lnTo>
                <a:close/>
                <a:moveTo>
                  <a:pt x="504097" y="146255"/>
                </a:moveTo>
                <a:lnTo>
                  <a:pt x="555495" y="146255"/>
                </a:lnTo>
                <a:lnTo>
                  <a:pt x="555495" y="143043"/>
                </a:lnTo>
                <a:cubicBezTo>
                  <a:pt x="541146" y="142615"/>
                  <a:pt x="537719" y="139618"/>
                  <a:pt x="537290" y="126985"/>
                </a:cubicBezTo>
                <a:lnTo>
                  <a:pt x="537290" y="78803"/>
                </a:lnTo>
                <a:cubicBezTo>
                  <a:pt x="537290" y="71951"/>
                  <a:pt x="546286" y="61246"/>
                  <a:pt x="552283" y="61246"/>
                </a:cubicBezTo>
                <a:cubicBezTo>
                  <a:pt x="553567" y="61246"/>
                  <a:pt x="555495" y="62318"/>
                  <a:pt x="557851" y="64458"/>
                </a:cubicBezTo>
                <a:cubicBezTo>
                  <a:pt x="561063" y="67670"/>
                  <a:pt x="563631" y="68739"/>
                  <a:pt x="566415" y="68739"/>
                </a:cubicBezTo>
                <a:cubicBezTo>
                  <a:pt x="571555" y="68739"/>
                  <a:pt x="574768" y="65099"/>
                  <a:pt x="574768" y="59106"/>
                </a:cubicBezTo>
                <a:cubicBezTo>
                  <a:pt x="574768" y="52038"/>
                  <a:pt x="570271" y="47754"/>
                  <a:pt x="562991" y="47754"/>
                </a:cubicBezTo>
                <a:cubicBezTo>
                  <a:pt x="553995" y="47754"/>
                  <a:pt x="547999" y="52466"/>
                  <a:pt x="537290" y="67883"/>
                </a:cubicBezTo>
                <a:lnTo>
                  <a:pt x="537290" y="48185"/>
                </a:lnTo>
                <a:lnTo>
                  <a:pt x="536222" y="47754"/>
                </a:lnTo>
                <a:cubicBezTo>
                  <a:pt x="524230" y="52466"/>
                  <a:pt x="516518" y="55466"/>
                  <a:pt x="504525" y="59318"/>
                </a:cubicBezTo>
                <a:lnTo>
                  <a:pt x="504525" y="62746"/>
                </a:lnTo>
                <a:cubicBezTo>
                  <a:pt x="507525" y="62102"/>
                  <a:pt x="509453" y="61887"/>
                  <a:pt x="512022" y="61887"/>
                </a:cubicBezTo>
                <a:cubicBezTo>
                  <a:pt x="517374" y="61887"/>
                  <a:pt x="519302" y="65314"/>
                  <a:pt x="519302" y="74735"/>
                </a:cubicBezTo>
                <a:lnTo>
                  <a:pt x="519302" y="128270"/>
                </a:lnTo>
                <a:cubicBezTo>
                  <a:pt x="518874" y="139403"/>
                  <a:pt x="517590" y="140690"/>
                  <a:pt x="504097" y="143043"/>
                </a:cubicBezTo>
                <a:lnTo>
                  <a:pt x="504097" y="146255"/>
                </a:lnTo>
                <a:close/>
                <a:moveTo>
                  <a:pt x="664497" y="132076"/>
                </a:moveTo>
                <a:cubicBezTo>
                  <a:pt x="660857" y="135070"/>
                  <a:pt x="658288" y="136141"/>
                  <a:pt x="655076" y="136141"/>
                </a:cubicBezTo>
                <a:cubicBezTo>
                  <a:pt x="650152" y="136141"/>
                  <a:pt x="648652" y="133145"/>
                  <a:pt x="648652" y="123731"/>
                </a:cubicBezTo>
                <a:lnTo>
                  <a:pt x="648652" y="81999"/>
                </a:lnTo>
                <a:cubicBezTo>
                  <a:pt x="648652" y="70869"/>
                  <a:pt x="647580" y="64664"/>
                  <a:pt x="644368" y="59527"/>
                </a:cubicBezTo>
                <a:cubicBezTo>
                  <a:pt x="639656" y="51825"/>
                  <a:pt x="630448" y="47754"/>
                  <a:pt x="617815" y="47754"/>
                </a:cubicBezTo>
                <a:cubicBezTo>
                  <a:pt x="597683" y="47754"/>
                  <a:pt x="581838" y="58243"/>
                  <a:pt x="581838" y="71726"/>
                </a:cubicBezTo>
                <a:cubicBezTo>
                  <a:pt x="581838" y="76650"/>
                  <a:pt x="585906" y="80927"/>
                  <a:pt x="591046" y="80927"/>
                </a:cubicBezTo>
                <a:cubicBezTo>
                  <a:pt x="596183" y="80927"/>
                  <a:pt x="600682" y="76650"/>
                  <a:pt x="600682" y="71941"/>
                </a:cubicBezTo>
                <a:cubicBezTo>
                  <a:pt x="600682" y="71085"/>
                  <a:pt x="600467" y="70013"/>
                  <a:pt x="600254" y="68517"/>
                </a:cubicBezTo>
                <a:cubicBezTo>
                  <a:pt x="599826" y="66592"/>
                  <a:pt x="599611" y="64880"/>
                  <a:pt x="599611" y="63380"/>
                </a:cubicBezTo>
                <a:cubicBezTo>
                  <a:pt x="599611" y="57603"/>
                  <a:pt x="606463" y="52894"/>
                  <a:pt x="615031" y="52894"/>
                </a:cubicBezTo>
                <a:cubicBezTo>
                  <a:pt x="625523" y="52894"/>
                  <a:pt x="631304" y="59099"/>
                  <a:pt x="631304" y="70657"/>
                </a:cubicBezTo>
                <a:lnTo>
                  <a:pt x="631304" y="83711"/>
                </a:lnTo>
                <a:cubicBezTo>
                  <a:pt x="598539" y="96766"/>
                  <a:pt x="594686" y="98691"/>
                  <a:pt x="585478" y="106824"/>
                </a:cubicBezTo>
                <a:cubicBezTo>
                  <a:pt x="580766" y="111104"/>
                  <a:pt x="577766" y="118378"/>
                  <a:pt x="577766" y="125440"/>
                </a:cubicBezTo>
                <a:cubicBezTo>
                  <a:pt x="577766" y="138925"/>
                  <a:pt x="587190" y="148346"/>
                  <a:pt x="600254" y="148346"/>
                </a:cubicBezTo>
                <a:cubicBezTo>
                  <a:pt x="609675" y="148346"/>
                  <a:pt x="618455" y="143850"/>
                  <a:pt x="631519" y="132714"/>
                </a:cubicBezTo>
                <a:cubicBezTo>
                  <a:pt x="632591" y="144066"/>
                  <a:pt x="636444" y="148346"/>
                  <a:pt x="645224" y="148346"/>
                </a:cubicBezTo>
                <a:cubicBezTo>
                  <a:pt x="652504" y="148346"/>
                  <a:pt x="657004" y="145778"/>
                  <a:pt x="664497" y="137641"/>
                </a:cubicBezTo>
                <a:lnTo>
                  <a:pt x="664497" y="132076"/>
                </a:lnTo>
                <a:moveTo>
                  <a:pt x="631304" y="119865"/>
                </a:moveTo>
                <a:cubicBezTo>
                  <a:pt x="631304" y="126289"/>
                  <a:pt x="630235" y="128645"/>
                  <a:pt x="625736" y="131217"/>
                </a:cubicBezTo>
                <a:cubicBezTo>
                  <a:pt x="620383" y="134213"/>
                  <a:pt x="614603" y="135926"/>
                  <a:pt x="610103" y="135926"/>
                </a:cubicBezTo>
                <a:cubicBezTo>
                  <a:pt x="602610" y="135926"/>
                  <a:pt x="596614" y="128645"/>
                  <a:pt x="596614" y="119437"/>
                </a:cubicBezTo>
                <a:lnTo>
                  <a:pt x="596614" y="118581"/>
                </a:lnTo>
                <a:cubicBezTo>
                  <a:pt x="596826" y="105732"/>
                  <a:pt x="606250" y="97593"/>
                  <a:pt x="631304" y="88812"/>
                </a:cubicBezTo>
                <a:lnTo>
                  <a:pt x="631304" y="119865"/>
                </a:lnTo>
                <a:close/>
                <a:moveTo>
                  <a:pt x="721458" y="146255"/>
                </a:moveTo>
                <a:lnTo>
                  <a:pt x="780992" y="146255"/>
                </a:lnTo>
                <a:lnTo>
                  <a:pt x="780992" y="142187"/>
                </a:lnTo>
                <a:cubicBezTo>
                  <a:pt x="764931" y="140902"/>
                  <a:pt x="762360" y="138327"/>
                  <a:pt x="762147" y="122891"/>
                </a:cubicBezTo>
                <a:lnTo>
                  <a:pt x="762147" y="78718"/>
                </a:lnTo>
                <a:lnTo>
                  <a:pt x="827034" y="78718"/>
                </a:lnTo>
                <a:lnTo>
                  <a:pt x="827034" y="120532"/>
                </a:lnTo>
                <a:cubicBezTo>
                  <a:pt x="826818" y="138756"/>
                  <a:pt x="824893" y="141115"/>
                  <a:pt x="808189" y="142187"/>
                </a:cubicBezTo>
                <a:lnTo>
                  <a:pt x="808189" y="146255"/>
                </a:lnTo>
                <a:lnTo>
                  <a:pt x="867723" y="146255"/>
                </a:lnTo>
                <a:lnTo>
                  <a:pt x="867723" y="142187"/>
                </a:lnTo>
                <a:cubicBezTo>
                  <a:pt x="851662" y="140902"/>
                  <a:pt x="849091" y="138327"/>
                  <a:pt x="848878" y="122891"/>
                </a:cubicBezTo>
                <a:lnTo>
                  <a:pt x="848878" y="27788"/>
                </a:lnTo>
                <a:cubicBezTo>
                  <a:pt x="849091" y="12172"/>
                  <a:pt x="851234" y="10032"/>
                  <a:pt x="867723" y="8535"/>
                </a:cubicBezTo>
                <a:lnTo>
                  <a:pt x="867723" y="4464"/>
                </a:lnTo>
                <a:lnTo>
                  <a:pt x="808189" y="4464"/>
                </a:lnTo>
                <a:lnTo>
                  <a:pt x="808189" y="8535"/>
                </a:lnTo>
                <a:cubicBezTo>
                  <a:pt x="824678" y="9819"/>
                  <a:pt x="826818" y="11956"/>
                  <a:pt x="827034" y="27788"/>
                </a:cubicBezTo>
                <a:lnTo>
                  <a:pt x="827034" y="69294"/>
                </a:lnTo>
                <a:lnTo>
                  <a:pt x="762147" y="69294"/>
                </a:lnTo>
                <a:lnTo>
                  <a:pt x="762147" y="27788"/>
                </a:lnTo>
                <a:cubicBezTo>
                  <a:pt x="762360" y="12172"/>
                  <a:pt x="764500" y="10032"/>
                  <a:pt x="780992" y="8535"/>
                </a:cubicBezTo>
                <a:lnTo>
                  <a:pt x="780992" y="4464"/>
                </a:lnTo>
                <a:lnTo>
                  <a:pt x="721458" y="4464"/>
                </a:lnTo>
                <a:lnTo>
                  <a:pt x="721458" y="8535"/>
                </a:lnTo>
                <a:cubicBezTo>
                  <a:pt x="737947" y="9819"/>
                  <a:pt x="740087" y="11956"/>
                  <a:pt x="740303" y="27788"/>
                </a:cubicBezTo>
                <a:lnTo>
                  <a:pt x="740303" y="120532"/>
                </a:lnTo>
                <a:cubicBezTo>
                  <a:pt x="740087" y="138756"/>
                  <a:pt x="738163" y="141115"/>
                  <a:pt x="721458" y="142187"/>
                </a:cubicBezTo>
                <a:lnTo>
                  <a:pt x="721458" y="146255"/>
                </a:lnTo>
                <a:close/>
                <a:moveTo>
                  <a:pt x="965156" y="111075"/>
                </a:moveTo>
                <a:cubicBezTo>
                  <a:pt x="954880" y="127358"/>
                  <a:pt x="945668" y="133573"/>
                  <a:pt x="931963" y="133573"/>
                </a:cubicBezTo>
                <a:cubicBezTo>
                  <a:pt x="919758" y="133573"/>
                  <a:pt x="910550" y="127358"/>
                  <a:pt x="904338" y="115147"/>
                </a:cubicBezTo>
                <a:cubicBezTo>
                  <a:pt x="900482" y="107003"/>
                  <a:pt x="898986" y="100148"/>
                  <a:pt x="898558" y="86862"/>
                </a:cubicBezTo>
                <a:lnTo>
                  <a:pt x="964516" y="86862"/>
                </a:lnTo>
                <a:cubicBezTo>
                  <a:pt x="962800" y="72967"/>
                  <a:pt x="960660" y="66778"/>
                  <a:pt x="955308" y="59949"/>
                </a:cubicBezTo>
                <a:cubicBezTo>
                  <a:pt x="948880" y="52253"/>
                  <a:pt x="939031" y="47754"/>
                  <a:pt x="927895" y="47754"/>
                </a:cubicBezTo>
                <a:cubicBezTo>
                  <a:pt x="917187" y="47754"/>
                  <a:pt x="907122" y="51610"/>
                  <a:pt x="898986" y="58880"/>
                </a:cubicBezTo>
                <a:cubicBezTo>
                  <a:pt x="888918" y="67631"/>
                  <a:pt x="883138" y="82793"/>
                  <a:pt x="883138" y="100360"/>
                </a:cubicBezTo>
                <a:cubicBezTo>
                  <a:pt x="883138" y="129930"/>
                  <a:pt x="898558" y="148346"/>
                  <a:pt x="923183" y="148346"/>
                </a:cubicBezTo>
                <a:cubicBezTo>
                  <a:pt x="943528" y="148346"/>
                  <a:pt x="959588" y="135713"/>
                  <a:pt x="968584" y="112575"/>
                </a:cubicBezTo>
                <a:lnTo>
                  <a:pt x="965156" y="111075"/>
                </a:lnTo>
                <a:moveTo>
                  <a:pt x="898986" y="80009"/>
                </a:moveTo>
                <a:cubicBezTo>
                  <a:pt x="901339" y="63364"/>
                  <a:pt x="908622" y="55466"/>
                  <a:pt x="921683" y="55466"/>
                </a:cubicBezTo>
                <a:cubicBezTo>
                  <a:pt x="934747" y="55466"/>
                  <a:pt x="939887" y="61442"/>
                  <a:pt x="942671" y="80009"/>
                </a:cubicBezTo>
                <a:lnTo>
                  <a:pt x="898986" y="80009"/>
                </a:lnTo>
                <a:close/>
                <a:moveTo>
                  <a:pt x="1066443" y="132076"/>
                </a:moveTo>
                <a:cubicBezTo>
                  <a:pt x="1062803" y="135070"/>
                  <a:pt x="1060235" y="136141"/>
                  <a:pt x="1057023" y="136141"/>
                </a:cubicBezTo>
                <a:cubicBezTo>
                  <a:pt x="1052098" y="136141"/>
                  <a:pt x="1050598" y="133145"/>
                  <a:pt x="1050598" y="123731"/>
                </a:cubicBezTo>
                <a:lnTo>
                  <a:pt x="1050598" y="81999"/>
                </a:lnTo>
                <a:cubicBezTo>
                  <a:pt x="1050598" y="70869"/>
                  <a:pt x="1049527" y="64664"/>
                  <a:pt x="1046314" y="59527"/>
                </a:cubicBezTo>
                <a:cubicBezTo>
                  <a:pt x="1041602" y="51825"/>
                  <a:pt x="1032394" y="47754"/>
                  <a:pt x="1019761" y="47754"/>
                </a:cubicBezTo>
                <a:cubicBezTo>
                  <a:pt x="999629" y="47754"/>
                  <a:pt x="983784" y="58243"/>
                  <a:pt x="983784" y="71726"/>
                </a:cubicBezTo>
                <a:cubicBezTo>
                  <a:pt x="983784" y="76650"/>
                  <a:pt x="987852" y="80927"/>
                  <a:pt x="992992" y="80927"/>
                </a:cubicBezTo>
                <a:cubicBezTo>
                  <a:pt x="998129" y="80927"/>
                  <a:pt x="1002629" y="76650"/>
                  <a:pt x="1002629" y="71941"/>
                </a:cubicBezTo>
                <a:cubicBezTo>
                  <a:pt x="1002629" y="71085"/>
                  <a:pt x="1002413" y="70013"/>
                  <a:pt x="1002201" y="68517"/>
                </a:cubicBezTo>
                <a:cubicBezTo>
                  <a:pt x="1001773" y="66592"/>
                  <a:pt x="1001557" y="64880"/>
                  <a:pt x="1001557" y="63380"/>
                </a:cubicBezTo>
                <a:cubicBezTo>
                  <a:pt x="1001557" y="57603"/>
                  <a:pt x="1008409" y="52894"/>
                  <a:pt x="1016977" y="52894"/>
                </a:cubicBezTo>
                <a:cubicBezTo>
                  <a:pt x="1027470" y="52894"/>
                  <a:pt x="1033250" y="59099"/>
                  <a:pt x="1033250" y="70657"/>
                </a:cubicBezTo>
                <a:lnTo>
                  <a:pt x="1033250" y="83711"/>
                </a:lnTo>
                <a:cubicBezTo>
                  <a:pt x="1000485" y="96766"/>
                  <a:pt x="996633" y="98691"/>
                  <a:pt x="987424" y="106824"/>
                </a:cubicBezTo>
                <a:cubicBezTo>
                  <a:pt x="982712" y="111104"/>
                  <a:pt x="979713" y="118378"/>
                  <a:pt x="979713" y="125440"/>
                </a:cubicBezTo>
                <a:cubicBezTo>
                  <a:pt x="979713" y="138925"/>
                  <a:pt x="989137" y="148346"/>
                  <a:pt x="1002201" y="148346"/>
                </a:cubicBezTo>
                <a:cubicBezTo>
                  <a:pt x="1011621" y="148346"/>
                  <a:pt x="1020402" y="143850"/>
                  <a:pt x="1033466" y="132714"/>
                </a:cubicBezTo>
                <a:cubicBezTo>
                  <a:pt x="1034538" y="144066"/>
                  <a:pt x="1038390" y="148346"/>
                  <a:pt x="1047171" y="148346"/>
                </a:cubicBezTo>
                <a:cubicBezTo>
                  <a:pt x="1054451" y="148346"/>
                  <a:pt x="1058951" y="145778"/>
                  <a:pt x="1066443" y="137641"/>
                </a:cubicBezTo>
                <a:lnTo>
                  <a:pt x="1066443" y="132076"/>
                </a:lnTo>
                <a:moveTo>
                  <a:pt x="1033250" y="119865"/>
                </a:moveTo>
                <a:cubicBezTo>
                  <a:pt x="1033250" y="126289"/>
                  <a:pt x="1032182" y="128645"/>
                  <a:pt x="1027682" y="131217"/>
                </a:cubicBezTo>
                <a:cubicBezTo>
                  <a:pt x="1022330" y="134213"/>
                  <a:pt x="1016549" y="135926"/>
                  <a:pt x="1012050" y="135926"/>
                </a:cubicBezTo>
                <a:cubicBezTo>
                  <a:pt x="1004557" y="135926"/>
                  <a:pt x="998561" y="128645"/>
                  <a:pt x="998561" y="119437"/>
                </a:cubicBezTo>
                <a:lnTo>
                  <a:pt x="998561" y="118581"/>
                </a:lnTo>
                <a:cubicBezTo>
                  <a:pt x="998773" y="105732"/>
                  <a:pt x="1008197" y="97593"/>
                  <a:pt x="1033250" y="88812"/>
                </a:cubicBezTo>
                <a:lnTo>
                  <a:pt x="1033250" y="119865"/>
                </a:lnTo>
                <a:close/>
                <a:moveTo>
                  <a:pt x="1170946" y="133789"/>
                </a:moveTo>
                <a:cubicBezTo>
                  <a:pt x="1168162" y="134001"/>
                  <a:pt x="1166878" y="134001"/>
                  <a:pt x="1166018" y="134001"/>
                </a:cubicBezTo>
                <a:cubicBezTo>
                  <a:pt x="1158526" y="134001"/>
                  <a:pt x="1156598" y="131648"/>
                  <a:pt x="1156598" y="121803"/>
                </a:cubicBezTo>
                <a:lnTo>
                  <a:pt x="1156598" y="428"/>
                </a:lnTo>
                <a:lnTo>
                  <a:pt x="1155526" y="0"/>
                </a:lnTo>
                <a:cubicBezTo>
                  <a:pt x="1145461" y="3428"/>
                  <a:pt x="1138181" y="5781"/>
                  <a:pt x="1124045" y="9424"/>
                </a:cubicBezTo>
                <a:lnTo>
                  <a:pt x="1124045" y="12849"/>
                </a:lnTo>
                <a:cubicBezTo>
                  <a:pt x="1125761" y="12636"/>
                  <a:pt x="1126829" y="12636"/>
                  <a:pt x="1128757" y="12636"/>
                </a:cubicBezTo>
                <a:cubicBezTo>
                  <a:pt x="1136681" y="12636"/>
                  <a:pt x="1138609" y="14776"/>
                  <a:pt x="1138609" y="23557"/>
                </a:cubicBezTo>
                <a:lnTo>
                  <a:pt x="1138609" y="56962"/>
                </a:lnTo>
                <a:cubicBezTo>
                  <a:pt x="1130469" y="50110"/>
                  <a:pt x="1124689" y="47754"/>
                  <a:pt x="1116121" y="47754"/>
                </a:cubicBezTo>
                <a:cubicBezTo>
                  <a:pt x="1091496" y="47754"/>
                  <a:pt x="1071579" y="71941"/>
                  <a:pt x="1071579" y="102331"/>
                </a:cubicBezTo>
                <a:cubicBezTo>
                  <a:pt x="1071579" y="129720"/>
                  <a:pt x="1087427" y="148346"/>
                  <a:pt x="1111197" y="148346"/>
                </a:cubicBezTo>
                <a:cubicBezTo>
                  <a:pt x="1123189" y="148346"/>
                  <a:pt x="1131329" y="144066"/>
                  <a:pt x="1138609" y="134001"/>
                </a:cubicBezTo>
                <a:lnTo>
                  <a:pt x="1138609" y="147706"/>
                </a:lnTo>
                <a:lnTo>
                  <a:pt x="1139465" y="148346"/>
                </a:lnTo>
                <a:lnTo>
                  <a:pt x="1170946" y="137213"/>
                </a:lnTo>
                <a:lnTo>
                  <a:pt x="1170946" y="133789"/>
                </a:lnTo>
                <a:moveTo>
                  <a:pt x="1138609" y="124371"/>
                </a:moveTo>
                <a:cubicBezTo>
                  <a:pt x="1138609" y="125871"/>
                  <a:pt x="1137109" y="128439"/>
                  <a:pt x="1134969" y="130792"/>
                </a:cubicBezTo>
                <a:cubicBezTo>
                  <a:pt x="1131329" y="135073"/>
                  <a:pt x="1125761" y="137213"/>
                  <a:pt x="1119549" y="137213"/>
                </a:cubicBezTo>
                <a:cubicBezTo>
                  <a:pt x="1101560" y="137213"/>
                  <a:pt x="1089996" y="120091"/>
                  <a:pt x="1089996" y="93557"/>
                </a:cubicBezTo>
                <a:cubicBezTo>
                  <a:pt x="1089996" y="69589"/>
                  <a:pt x="1100488" y="53753"/>
                  <a:pt x="1116765" y="53753"/>
                </a:cubicBezTo>
                <a:cubicBezTo>
                  <a:pt x="1128329" y="53753"/>
                  <a:pt x="1138609" y="63808"/>
                  <a:pt x="1138609" y="75150"/>
                </a:cubicBezTo>
                <a:lnTo>
                  <a:pt x="1138609" y="1243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DPT">
            <a:extLst xmlns:a="http://schemas.openxmlformats.org/drawingml/2006/main">
              <a:ext uri="{FF2B5EF4-FFF2-40B4-BE49-F238E27FC236}">
                <a16:creationId xmlns:a16="http://schemas.microsoft.com/office/drawing/2014/main" id="{556E2B1A-86E0-40F5-8017-F0616629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077" y="3211940"/>
            <a:ext cx="522533" cy="186009"/>
          </a:xfrm>
          <a:custGeom xmlns:a="http://schemas.openxmlformats.org/drawingml/2006/main">
            <a:pathLst>
              <a:path w="522533" h="186009">
                <a:moveTo>
                  <a:pt x="0" y="186009"/>
                </a:moveTo>
                <a:lnTo>
                  <a:pt x="79784" y="186009"/>
                </a:lnTo>
                <a:cubicBezTo>
                  <a:pt x="112376" y="186009"/>
                  <a:pt x="141873" y="176741"/>
                  <a:pt x="159290" y="161004"/>
                </a:cubicBezTo>
                <a:cubicBezTo>
                  <a:pt x="177551" y="144428"/>
                  <a:pt x="187946" y="119419"/>
                  <a:pt x="187946" y="92164"/>
                </a:cubicBezTo>
                <a:cubicBezTo>
                  <a:pt x="187946" y="66877"/>
                  <a:pt x="179797" y="44959"/>
                  <a:pt x="164065" y="29505"/>
                </a:cubicBezTo>
                <a:cubicBezTo>
                  <a:pt x="144964" y="10117"/>
                  <a:pt x="114339" y="0"/>
                  <a:pt x="75853" y="0"/>
                </a:cubicBezTo>
                <a:lnTo>
                  <a:pt x="0" y="0"/>
                </a:lnTo>
                <a:lnTo>
                  <a:pt x="0" y="5341"/>
                </a:lnTo>
                <a:cubicBezTo>
                  <a:pt x="22192" y="7305"/>
                  <a:pt x="24443" y="9555"/>
                  <a:pt x="24721" y="30629"/>
                </a:cubicBezTo>
                <a:lnTo>
                  <a:pt x="24721" y="155385"/>
                </a:lnTo>
                <a:cubicBezTo>
                  <a:pt x="24443" y="175896"/>
                  <a:pt x="21069" y="179270"/>
                  <a:pt x="0" y="180672"/>
                </a:cubicBezTo>
                <a:lnTo>
                  <a:pt x="0" y="186009"/>
                </a:lnTo>
                <a:moveTo>
                  <a:pt x="53378" y="21356"/>
                </a:moveTo>
                <a:cubicBezTo>
                  <a:pt x="53378" y="12646"/>
                  <a:pt x="56186" y="10395"/>
                  <a:pt x="67987" y="10395"/>
                </a:cubicBezTo>
                <a:cubicBezTo>
                  <a:pt x="92426" y="10395"/>
                  <a:pt x="110408" y="14892"/>
                  <a:pt x="123894" y="24447"/>
                </a:cubicBezTo>
                <a:cubicBezTo>
                  <a:pt x="145804" y="39622"/>
                  <a:pt x="157322" y="63786"/>
                  <a:pt x="157322" y="94132"/>
                </a:cubicBezTo>
                <a:cubicBezTo>
                  <a:pt x="157322" y="127285"/>
                  <a:pt x="145804" y="150888"/>
                  <a:pt x="123050" y="164095"/>
                </a:cubicBezTo>
                <a:cubicBezTo>
                  <a:pt x="108724" y="172244"/>
                  <a:pt x="92426" y="175618"/>
                  <a:pt x="67987" y="175618"/>
                </a:cubicBezTo>
                <a:cubicBezTo>
                  <a:pt x="56747" y="175618"/>
                  <a:pt x="53378" y="173089"/>
                  <a:pt x="53378" y="164095"/>
                </a:cubicBezTo>
                <a:lnTo>
                  <a:pt x="53378" y="21356"/>
                </a:lnTo>
                <a:close/>
                <a:moveTo>
                  <a:pt x="200304" y="5341"/>
                </a:moveTo>
                <a:cubicBezTo>
                  <a:pt x="221095" y="7587"/>
                  <a:pt x="223624" y="10117"/>
                  <a:pt x="223903" y="30624"/>
                </a:cubicBezTo>
                <a:lnTo>
                  <a:pt x="223903" y="152290"/>
                </a:lnTo>
                <a:cubicBezTo>
                  <a:pt x="223624" y="176175"/>
                  <a:pt x="221657" y="178704"/>
                  <a:pt x="200304" y="180672"/>
                </a:cubicBezTo>
                <a:lnTo>
                  <a:pt x="200304" y="186009"/>
                </a:lnTo>
                <a:lnTo>
                  <a:pt x="278966" y="186009"/>
                </a:lnTo>
                <a:lnTo>
                  <a:pt x="278966" y="180672"/>
                </a:lnTo>
                <a:cubicBezTo>
                  <a:pt x="256773" y="180110"/>
                  <a:pt x="252838" y="176175"/>
                  <a:pt x="252559" y="155380"/>
                </a:cubicBezTo>
                <a:lnTo>
                  <a:pt x="252559" y="104236"/>
                </a:lnTo>
                <a:cubicBezTo>
                  <a:pt x="259864" y="104797"/>
                  <a:pt x="264639" y="105076"/>
                  <a:pt x="271944" y="105076"/>
                </a:cubicBezTo>
                <a:cubicBezTo>
                  <a:pt x="294136" y="105076"/>
                  <a:pt x="309028" y="102268"/>
                  <a:pt x="321108" y="95525"/>
                </a:cubicBezTo>
                <a:cubicBezTo>
                  <a:pt x="337964" y="86536"/>
                  <a:pt x="348076" y="69398"/>
                  <a:pt x="348076" y="50853"/>
                </a:cubicBezTo>
                <a:cubicBezTo>
                  <a:pt x="348076" y="39056"/>
                  <a:pt x="344145" y="28378"/>
                  <a:pt x="336557" y="20229"/>
                </a:cubicBezTo>
                <a:cubicBezTo>
                  <a:pt x="325322" y="7870"/>
                  <a:pt x="300879" y="0"/>
                  <a:pt x="274473" y="0"/>
                </a:cubicBezTo>
                <a:lnTo>
                  <a:pt x="200304" y="0"/>
                </a:lnTo>
                <a:lnTo>
                  <a:pt x="200304" y="5341"/>
                </a:lnTo>
                <a:moveTo>
                  <a:pt x="252559" y="19950"/>
                </a:moveTo>
                <a:cubicBezTo>
                  <a:pt x="252559" y="12363"/>
                  <a:pt x="254527" y="10395"/>
                  <a:pt x="262110" y="10395"/>
                </a:cubicBezTo>
                <a:cubicBezTo>
                  <a:pt x="300035" y="10395"/>
                  <a:pt x="317456" y="23603"/>
                  <a:pt x="317456" y="52542"/>
                </a:cubicBezTo>
                <a:cubicBezTo>
                  <a:pt x="317456" y="79793"/>
                  <a:pt x="300879" y="93840"/>
                  <a:pt x="268570" y="93840"/>
                </a:cubicBezTo>
                <a:cubicBezTo>
                  <a:pt x="262955" y="93840"/>
                  <a:pt x="259020" y="93562"/>
                  <a:pt x="252559" y="92996"/>
                </a:cubicBezTo>
                <a:lnTo>
                  <a:pt x="252559" y="19950"/>
                </a:lnTo>
                <a:close/>
                <a:moveTo>
                  <a:pt x="482924" y="180672"/>
                </a:moveTo>
                <a:cubicBezTo>
                  <a:pt x="459887" y="179549"/>
                  <a:pt x="456235" y="176179"/>
                  <a:pt x="455952" y="155385"/>
                </a:cubicBezTo>
                <a:lnTo>
                  <a:pt x="455952" y="11801"/>
                </a:lnTo>
                <a:lnTo>
                  <a:pt x="471122" y="11801"/>
                </a:lnTo>
                <a:cubicBezTo>
                  <a:pt x="503714" y="12363"/>
                  <a:pt x="509613" y="17138"/>
                  <a:pt x="515794" y="47767"/>
                </a:cubicBezTo>
                <a:lnTo>
                  <a:pt x="522533" y="47767"/>
                </a:lnTo>
                <a:lnTo>
                  <a:pt x="520848" y="0"/>
                </a:lnTo>
                <a:lnTo>
                  <a:pt x="362403" y="0"/>
                </a:lnTo>
                <a:lnTo>
                  <a:pt x="360718" y="47767"/>
                </a:lnTo>
                <a:lnTo>
                  <a:pt x="367457" y="47767"/>
                </a:lnTo>
                <a:cubicBezTo>
                  <a:pt x="373921" y="17138"/>
                  <a:pt x="379820" y="12363"/>
                  <a:pt x="412129" y="11801"/>
                </a:cubicBezTo>
                <a:lnTo>
                  <a:pt x="427299" y="11801"/>
                </a:lnTo>
                <a:lnTo>
                  <a:pt x="427299" y="152294"/>
                </a:lnTo>
                <a:cubicBezTo>
                  <a:pt x="427016" y="176458"/>
                  <a:pt x="424487" y="179270"/>
                  <a:pt x="400889" y="180672"/>
                </a:cubicBezTo>
                <a:lnTo>
                  <a:pt x="400889" y="186009"/>
                </a:lnTo>
                <a:lnTo>
                  <a:pt x="482924" y="186009"/>
                </a:lnTo>
                <a:lnTo>
                  <a:pt x="482924" y="1806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Pointmaps">
            <a:extLst xmlns:a="http://schemas.openxmlformats.org/drawingml/2006/main">
              <a:ext uri="{FF2B5EF4-FFF2-40B4-BE49-F238E27FC236}">
                <a16:creationId xmlns:a16="http://schemas.microsoft.com/office/drawing/2014/main" id="{3C3922E7-4581-4F48-8698-169E4E0E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6049" y="3182748"/>
            <a:ext cx="952108" cy="192702"/>
          </a:xfrm>
          <a:custGeom xmlns:a="http://schemas.openxmlformats.org/drawingml/2006/main">
            <a:pathLst>
              <a:path w="952108" h="192702">
                <a:moveTo>
                  <a:pt x="0" y="8555"/>
                </a:moveTo>
                <a:cubicBezTo>
                  <a:pt x="15848" y="10267"/>
                  <a:pt x="17776" y="12195"/>
                  <a:pt x="17989" y="27828"/>
                </a:cubicBezTo>
                <a:lnTo>
                  <a:pt x="17989" y="120571"/>
                </a:lnTo>
                <a:cubicBezTo>
                  <a:pt x="17776" y="138778"/>
                  <a:pt x="16276" y="140706"/>
                  <a:pt x="0" y="142206"/>
                </a:cubicBezTo>
                <a:lnTo>
                  <a:pt x="0" y="146274"/>
                </a:lnTo>
                <a:lnTo>
                  <a:pt x="59962" y="146274"/>
                </a:lnTo>
                <a:lnTo>
                  <a:pt x="59962" y="142206"/>
                </a:lnTo>
                <a:cubicBezTo>
                  <a:pt x="43045" y="141778"/>
                  <a:pt x="40045" y="138778"/>
                  <a:pt x="39833" y="122927"/>
                </a:cubicBezTo>
                <a:lnTo>
                  <a:pt x="39833" y="83940"/>
                </a:lnTo>
                <a:cubicBezTo>
                  <a:pt x="45401" y="84368"/>
                  <a:pt x="49041" y="84581"/>
                  <a:pt x="54609" y="84581"/>
                </a:cubicBezTo>
                <a:cubicBezTo>
                  <a:pt x="71526" y="84581"/>
                  <a:pt x="82878" y="82440"/>
                  <a:pt x="92087" y="77300"/>
                </a:cubicBezTo>
                <a:cubicBezTo>
                  <a:pt x="104935" y="70448"/>
                  <a:pt x="112644" y="57384"/>
                  <a:pt x="112644" y="43248"/>
                </a:cubicBezTo>
                <a:cubicBezTo>
                  <a:pt x="112644" y="34255"/>
                  <a:pt x="109647" y="26115"/>
                  <a:pt x="103863" y="19903"/>
                </a:cubicBezTo>
                <a:cubicBezTo>
                  <a:pt x="95299" y="10483"/>
                  <a:pt x="76666" y="4483"/>
                  <a:pt x="56537" y="4483"/>
                </a:cubicBezTo>
                <a:lnTo>
                  <a:pt x="0" y="4483"/>
                </a:lnTo>
                <a:lnTo>
                  <a:pt x="0" y="8555"/>
                </a:lnTo>
                <a:moveTo>
                  <a:pt x="39833" y="19691"/>
                </a:moveTo>
                <a:cubicBezTo>
                  <a:pt x="39833" y="13907"/>
                  <a:pt x="41333" y="12407"/>
                  <a:pt x="47113" y="12407"/>
                </a:cubicBezTo>
                <a:cubicBezTo>
                  <a:pt x="76023" y="12407"/>
                  <a:pt x="89302" y="22475"/>
                  <a:pt x="89302" y="44535"/>
                </a:cubicBezTo>
                <a:cubicBezTo>
                  <a:pt x="89302" y="65308"/>
                  <a:pt x="76666" y="76016"/>
                  <a:pt x="52038" y="76016"/>
                </a:cubicBezTo>
                <a:cubicBezTo>
                  <a:pt x="47757" y="76016"/>
                  <a:pt x="44757" y="75804"/>
                  <a:pt x="39833" y="75372"/>
                </a:cubicBezTo>
                <a:lnTo>
                  <a:pt x="39833" y="19691"/>
                </a:lnTo>
                <a:close/>
                <a:moveTo>
                  <a:pt x="170039" y="47774"/>
                </a:moveTo>
                <a:cubicBezTo>
                  <a:pt x="141983" y="47774"/>
                  <a:pt x="122710" y="68324"/>
                  <a:pt x="122710" y="97857"/>
                </a:cubicBezTo>
                <a:cubicBezTo>
                  <a:pt x="122710" y="126962"/>
                  <a:pt x="142626" y="148366"/>
                  <a:pt x="169608" y="148366"/>
                </a:cubicBezTo>
                <a:cubicBezTo>
                  <a:pt x="196592" y="148366"/>
                  <a:pt x="217149" y="125894"/>
                  <a:pt x="217149" y="96145"/>
                </a:cubicBezTo>
                <a:cubicBezTo>
                  <a:pt x="217149" y="67896"/>
                  <a:pt x="197448" y="47774"/>
                  <a:pt x="170039" y="47774"/>
                </a:cubicBezTo>
                <a:moveTo>
                  <a:pt x="167255" y="53773"/>
                </a:moveTo>
                <a:cubicBezTo>
                  <a:pt x="185244" y="53773"/>
                  <a:pt x="197876" y="74317"/>
                  <a:pt x="197876" y="103635"/>
                </a:cubicBezTo>
                <a:cubicBezTo>
                  <a:pt x="197876" y="128031"/>
                  <a:pt x="188240" y="142370"/>
                  <a:pt x="172179" y="142370"/>
                </a:cubicBezTo>
                <a:cubicBezTo>
                  <a:pt x="163827" y="142370"/>
                  <a:pt x="155903" y="137236"/>
                  <a:pt x="151407" y="128675"/>
                </a:cubicBezTo>
                <a:cubicBezTo>
                  <a:pt x="145410" y="117545"/>
                  <a:pt x="141983" y="102566"/>
                  <a:pt x="141983" y="87371"/>
                </a:cubicBezTo>
                <a:cubicBezTo>
                  <a:pt x="141983" y="67040"/>
                  <a:pt x="151835" y="53773"/>
                  <a:pt x="167255" y="53773"/>
                </a:cubicBezTo>
                <a:close/>
                <a:moveTo>
                  <a:pt x="227001" y="146274"/>
                </a:moveTo>
                <a:lnTo>
                  <a:pt x="277755" y="146274"/>
                </a:lnTo>
                <a:lnTo>
                  <a:pt x="277755" y="143062"/>
                </a:lnTo>
                <a:cubicBezTo>
                  <a:pt x="263622" y="141994"/>
                  <a:pt x="262122" y="140066"/>
                  <a:pt x="261906" y="124430"/>
                </a:cubicBezTo>
                <a:lnTo>
                  <a:pt x="261906" y="48401"/>
                </a:lnTo>
                <a:lnTo>
                  <a:pt x="261050" y="47757"/>
                </a:lnTo>
                <a:lnTo>
                  <a:pt x="227857" y="59537"/>
                </a:lnTo>
                <a:lnTo>
                  <a:pt x="227857" y="62749"/>
                </a:lnTo>
                <a:lnTo>
                  <a:pt x="229573" y="62537"/>
                </a:lnTo>
                <a:cubicBezTo>
                  <a:pt x="232141" y="62109"/>
                  <a:pt x="234709" y="61893"/>
                  <a:pt x="236853" y="61893"/>
                </a:cubicBezTo>
                <a:cubicBezTo>
                  <a:pt x="241993" y="61893"/>
                  <a:pt x="243918" y="65321"/>
                  <a:pt x="243918" y="74745"/>
                </a:cubicBezTo>
                <a:lnTo>
                  <a:pt x="243918" y="124430"/>
                </a:lnTo>
                <a:cubicBezTo>
                  <a:pt x="243490" y="140278"/>
                  <a:pt x="241565" y="142422"/>
                  <a:pt x="227001" y="143062"/>
                </a:cubicBezTo>
                <a:lnTo>
                  <a:pt x="227001" y="146274"/>
                </a:lnTo>
                <a:moveTo>
                  <a:pt x="250986" y="0"/>
                </a:moveTo>
                <a:cubicBezTo>
                  <a:pt x="245205" y="0"/>
                  <a:pt x="240278" y="4924"/>
                  <a:pt x="240278" y="10921"/>
                </a:cubicBezTo>
                <a:cubicBezTo>
                  <a:pt x="240278" y="17132"/>
                  <a:pt x="244990" y="21841"/>
                  <a:pt x="250986" y="21841"/>
                </a:cubicBezTo>
                <a:cubicBezTo>
                  <a:pt x="257410" y="21841"/>
                  <a:pt x="262122" y="17132"/>
                  <a:pt x="262122" y="10921"/>
                </a:cubicBezTo>
                <a:cubicBezTo>
                  <a:pt x="262122" y="4712"/>
                  <a:pt x="257198" y="0"/>
                  <a:pt x="250986" y="0"/>
                </a:cubicBezTo>
                <a:close/>
                <a:moveTo>
                  <a:pt x="280540" y="146274"/>
                </a:moveTo>
                <a:lnTo>
                  <a:pt x="325941" y="146274"/>
                </a:lnTo>
                <a:lnTo>
                  <a:pt x="325941" y="143062"/>
                </a:lnTo>
                <a:cubicBezTo>
                  <a:pt x="315233" y="142422"/>
                  <a:pt x="311805" y="139638"/>
                  <a:pt x="311805" y="131929"/>
                </a:cubicBezTo>
                <a:lnTo>
                  <a:pt x="311805" y="71758"/>
                </a:lnTo>
                <a:cubicBezTo>
                  <a:pt x="322086" y="62122"/>
                  <a:pt x="326798" y="59553"/>
                  <a:pt x="333866" y="59553"/>
                </a:cubicBezTo>
                <a:cubicBezTo>
                  <a:pt x="344358" y="59553"/>
                  <a:pt x="349498" y="66190"/>
                  <a:pt x="349498" y="80323"/>
                </a:cubicBezTo>
                <a:lnTo>
                  <a:pt x="349498" y="125077"/>
                </a:lnTo>
                <a:cubicBezTo>
                  <a:pt x="349070" y="138994"/>
                  <a:pt x="346498" y="142422"/>
                  <a:pt x="336006" y="143062"/>
                </a:cubicBezTo>
                <a:lnTo>
                  <a:pt x="336006" y="146274"/>
                </a:lnTo>
                <a:lnTo>
                  <a:pt x="380551" y="146274"/>
                </a:lnTo>
                <a:lnTo>
                  <a:pt x="380551" y="143062"/>
                </a:lnTo>
                <a:cubicBezTo>
                  <a:pt x="370055" y="141994"/>
                  <a:pt x="367699" y="139422"/>
                  <a:pt x="367487" y="128930"/>
                </a:cubicBezTo>
                <a:lnTo>
                  <a:pt x="367487" y="79895"/>
                </a:lnTo>
                <a:cubicBezTo>
                  <a:pt x="367487" y="59769"/>
                  <a:pt x="358063" y="47774"/>
                  <a:pt x="342218" y="47774"/>
                </a:cubicBezTo>
                <a:cubicBezTo>
                  <a:pt x="332366" y="47774"/>
                  <a:pt x="325726" y="51417"/>
                  <a:pt x="311165" y="65122"/>
                </a:cubicBezTo>
                <a:lnTo>
                  <a:pt x="311165" y="48205"/>
                </a:lnTo>
                <a:lnTo>
                  <a:pt x="309665" y="47774"/>
                </a:lnTo>
                <a:cubicBezTo>
                  <a:pt x="298529" y="51845"/>
                  <a:pt x="291248" y="54201"/>
                  <a:pt x="280112" y="57413"/>
                </a:cubicBezTo>
                <a:lnTo>
                  <a:pt x="280112" y="61053"/>
                </a:lnTo>
                <a:cubicBezTo>
                  <a:pt x="281612" y="60410"/>
                  <a:pt x="283540" y="60197"/>
                  <a:pt x="285896" y="60197"/>
                </a:cubicBezTo>
                <a:cubicBezTo>
                  <a:pt x="291892" y="60197"/>
                  <a:pt x="293817" y="63409"/>
                  <a:pt x="293817" y="73899"/>
                </a:cubicBezTo>
                <a:lnTo>
                  <a:pt x="293817" y="127005"/>
                </a:lnTo>
                <a:cubicBezTo>
                  <a:pt x="293604" y="139638"/>
                  <a:pt x="291248" y="142422"/>
                  <a:pt x="280540" y="143062"/>
                </a:cubicBezTo>
                <a:lnTo>
                  <a:pt x="280540" y="146274"/>
                </a:lnTo>
                <a:close/>
                <a:moveTo>
                  <a:pt x="438369" y="49865"/>
                </a:moveTo>
                <a:lnTo>
                  <a:pt x="416740" y="49865"/>
                </a:lnTo>
                <a:lnTo>
                  <a:pt x="416740" y="25024"/>
                </a:lnTo>
                <a:cubicBezTo>
                  <a:pt x="416740" y="22884"/>
                  <a:pt x="416312" y="22240"/>
                  <a:pt x="415241" y="22240"/>
                </a:cubicBezTo>
                <a:cubicBezTo>
                  <a:pt x="402820" y="40228"/>
                  <a:pt x="396396" y="47512"/>
                  <a:pt x="390187" y="51152"/>
                </a:cubicBezTo>
                <a:cubicBezTo>
                  <a:pt x="387831" y="52649"/>
                  <a:pt x="386544" y="53936"/>
                  <a:pt x="386544" y="55221"/>
                </a:cubicBezTo>
                <a:cubicBezTo>
                  <a:pt x="386544" y="55864"/>
                  <a:pt x="386759" y="56292"/>
                  <a:pt x="387403" y="56720"/>
                </a:cubicBezTo>
                <a:lnTo>
                  <a:pt x="398752" y="56720"/>
                </a:lnTo>
                <a:lnTo>
                  <a:pt x="398752" y="121172"/>
                </a:lnTo>
                <a:cubicBezTo>
                  <a:pt x="398752" y="139157"/>
                  <a:pt x="405176" y="148366"/>
                  <a:pt x="417812" y="148366"/>
                </a:cubicBezTo>
                <a:cubicBezTo>
                  <a:pt x="428305" y="148366"/>
                  <a:pt x="436441" y="143229"/>
                  <a:pt x="443509" y="132093"/>
                </a:cubicBezTo>
                <a:lnTo>
                  <a:pt x="440725" y="129737"/>
                </a:lnTo>
                <a:cubicBezTo>
                  <a:pt x="436013" y="135305"/>
                  <a:pt x="432589" y="137233"/>
                  <a:pt x="427877" y="137233"/>
                </a:cubicBezTo>
                <a:cubicBezTo>
                  <a:pt x="419953" y="137233"/>
                  <a:pt x="416740" y="131449"/>
                  <a:pt x="416740" y="117960"/>
                </a:cubicBezTo>
                <a:lnTo>
                  <a:pt x="416740" y="56720"/>
                </a:lnTo>
                <a:lnTo>
                  <a:pt x="438369" y="56720"/>
                </a:lnTo>
                <a:lnTo>
                  <a:pt x="438369" y="49865"/>
                </a:lnTo>
                <a:close/>
                <a:moveTo>
                  <a:pt x="507109" y="146274"/>
                </a:moveTo>
                <a:lnTo>
                  <a:pt x="554650" y="146274"/>
                </a:lnTo>
                <a:lnTo>
                  <a:pt x="554650" y="143062"/>
                </a:lnTo>
                <a:cubicBezTo>
                  <a:pt x="543730" y="142850"/>
                  <a:pt x="540302" y="140494"/>
                  <a:pt x="540090" y="131929"/>
                </a:cubicBezTo>
                <a:lnTo>
                  <a:pt x="540090" y="71546"/>
                </a:lnTo>
                <a:cubicBezTo>
                  <a:pt x="540090" y="71118"/>
                  <a:pt x="541802" y="68974"/>
                  <a:pt x="543302" y="67478"/>
                </a:cubicBezTo>
                <a:cubicBezTo>
                  <a:pt x="548654" y="62550"/>
                  <a:pt x="557862" y="58910"/>
                  <a:pt x="565358" y="58910"/>
                </a:cubicBezTo>
                <a:cubicBezTo>
                  <a:pt x="574779" y="58910"/>
                  <a:pt x="579491" y="66406"/>
                  <a:pt x="579491" y="81395"/>
                </a:cubicBezTo>
                <a:lnTo>
                  <a:pt x="579491" y="127861"/>
                </a:lnTo>
                <a:cubicBezTo>
                  <a:pt x="579063" y="140066"/>
                  <a:pt x="576923" y="142422"/>
                  <a:pt x="564930" y="143062"/>
                </a:cubicBezTo>
                <a:lnTo>
                  <a:pt x="564930" y="146274"/>
                </a:lnTo>
                <a:lnTo>
                  <a:pt x="612900" y="146274"/>
                </a:lnTo>
                <a:lnTo>
                  <a:pt x="612900" y="143062"/>
                </a:lnTo>
                <a:cubicBezTo>
                  <a:pt x="600908" y="143062"/>
                  <a:pt x="597908" y="139638"/>
                  <a:pt x="597480" y="125933"/>
                </a:cubicBezTo>
                <a:lnTo>
                  <a:pt x="597480" y="71974"/>
                </a:lnTo>
                <a:cubicBezTo>
                  <a:pt x="603904" y="62766"/>
                  <a:pt x="610760" y="58910"/>
                  <a:pt x="620824" y="58910"/>
                </a:cubicBezTo>
                <a:cubicBezTo>
                  <a:pt x="633029" y="58910"/>
                  <a:pt x="636885" y="64694"/>
                  <a:pt x="636885" y="82466"/>
                </a:cubicBezTo>
                <a:lnTo>
                  <a:pt x="636885" y="127645"/>
                </a:lnTo>
                <a:cubicBezTo>
                  <a:pt x="636457" y="140282"/>
                  <a:pt x="635173" y="141778"/>
                  <a:pt x="622752" y="143062"/>
                </a:cubicBezTo>
                <a:lnTo>
                  <a:pt x="622752" y="146274"/>
                </a:lnTo>
                <a:lnTo>
                  <a:pt x="669650" y="146274"/>
                </a:lnTo>
                <a:lnTo>
                  <a:pt x="669650" y="143062"/>
                </a:lnTo>
                <a:lnTo>
                  <a:pt x="664082" y="142634"/>
                </a:lnTo>
                <a:cubicBezTo>
                  <a:pt x="657229" y="141566"/>
                  <a:pt x="654873" y="138354"/>
                  <a:pt x="654873" y="130001"/>
                </a:cubicBezTo>
                <a:lnTo>
                  <a:pt x="654873" y="85891"/>
                </a:lnTo>
                <a:cubicBezTo>
                  <a:pt x="654873" y="60625"/>
                  <a:pt x="646521" y="47774"/>
                  <a:pt x="630032" y="47774"/>
                </a:cubicBezTo>
                <a:cubicBezTo>
                  <a:pt x="617612" y="47774"/>
                  <a:pt x="606688" y="53342"/>
                  <a:pt x="595124" y="65762"/>
                </a:cubicBezTo>
                <a:cubicBezTo>
                  <a:pt x="591271" y="53557"/>
                  <a:pt x="583991" y="47774"/>
                  <a:pt x="572426" y="47774"/>
                </a:cubicBezTo>
                <a:cubicBezTo>
                  <a:pt x="562787" y="47774"/>
                  <a:pt x="557006" y="50558"/>
                  <a:pt x="539230" y="64265"/>
                </a:cubicBezTo>
                <a:lnTo>
                  <a:pt x="539230" y="48205"/>
                </a:lnTo>
                <a:lnTo>
                  <a:pt x="537734" y="47774"/>
                </a:lnTo>
                <a:cubicBezTo>
                  <a:pt x="526382" y="51845"/>
                  <a:pt x="519101" y="54201"/>
                  <a:pt x="507753" y="57413"/>
                </a:cubicBezTo>
                <a:lnTo>
                  <a:pt x="507753" y="61053"/>
                </a:lnTo>
                <a:cubicBezTo>
                  <a:pt x="510321" y="60410"/>
                  <a:pt x="512249" y="60197"/>
                  <a:pt x="514605" y="60197"/>
                </a:cubicBezTo>
                <a:cubicBezTo>
                  <a:pt x="520173" y="60197"/>
                  <a:pt x="522101" y="63622"/>
                  <a:pt x="522101" y="73899"/>
                </a:cubicBezTo>
                <a:lnTo>
                  <a:pt x="522101" y="128074"/>
                </a:lnTo>
                <a:cubicBezTo>
                  <a:pt x="521673" y="140066"/>
                  <a:pt x="518889" y="143062"/>
                  <a:pt x="507109" y="143062"/>
                </a:cubicBezTo>
                <a:lnTo>
                  <a:pt x="507109" y="146274"/>
                </a:lnTo>
                <a:close/>
                <a:moveTo>
                  <a:pt x="758518" y="132096"/>
                </a:moveTo>
                <a:cubicBezTo>
                  <a:pt x="754878" y="135089"/>
                  <a:pt x="752310" y="136161"/>
                  <a:pt x="749098" y="136161"/>
                </a:cubicBezTo>
                <a:cubicBezTo>
                  <a:pt x="744173" y="136161"/>
                  <a:pt x="742673" y="133165"/>
                  <a:pt x="742673" y="123750"/>
                </a:cubicBezTo>
                <a:lnTo>
                  <a:pt x="742673" y="82019"/>
                </a:lnTo>
                <a:cubicBezTo>
                  <a:pt x="742673" y="70889"/>
                  <a:pt x="741601" y="64684"/>
                  <a:pt x="738389" y="59547"/>
                </a:cubicBezTo>
                <a:cubicBezTo>
                  <a:pt x="733677" y="51845"/>
                  <a:pt x="724469" y="47774"/>
                  <a:pt x="711836" y="47774"/>
                </a:cubicBezTo>
                <a:cubicBezTo>
                  <a:pt x="691704" y="47774"/>
                  <a:pt x="675859" y="58263"/>
                  <a:pt x="675859" y="71745"/>
                </a:cubicBezTo>
                <a:cubicBezTo>
                  <a:pt x="675859" y="76670"/>
                  <a:pt x="679927" y="80947"/>
                  <a:pt x="685067" y="80947"/>
                </a:cubicBezTo>
                <a:cubicBezTo>
                  <a:pt x="690204" y="80947"/>
                  <a:pt x="694704" y="76670"/>
                  <a:pt x="694704" y="71961"/>
                </a:cubicBezTo>
                <a:cubicBezTo>
                  <a:pt x="694704" y="71105"/>
                  <a:pt x="694488" y="70033"/>
                  <a:pt x="694276" y="68536"/>
                </a:cubicBezTo>
                <a:cubicBezTo>
                  <a:pt x="693848" y="66612"/>
                  <a:pt x="693632" y="64899"/>
                  <a:pt x="693632" y="63400"/>
                </a:cubicBezTo>
                <a:cubicBezTo>
                  <a:pt x="693632" y="57622"/>
                  <a:pt x="700484" y="52914"/>
                  <a:pt x="709052" y="52914"/>
                </a:cubicBezTo>
                <a:cubicBezTo>
                  <a:pt x="719545" y="52914"/>
                  <a:pt x="725325" y="59119"/>
                  <a:pt x="725325" y="70677"/>
                </a:cubicBezTo>
                <a:lnTo>
                  <a:pt x="725325" y="83731"/>
                </a:lnTo>
                <a:cubicBezTo>
                  <a:pt x="692560" y="96785"/>
                  <a:pt x="688707" y="98710"/>
                  <a:pt x="679499" y="106843"/>
                </a:cubicBezTo>
                <a:cubicBezTo>
                  <a:pt x="674787" y="111124"/>
                  <a:pt x="671787" y="118398"/>
                  <a:pt x="671787" y="125459"/>
                </a:cubicBezTo>
                <a:cubicBezTo>
                  <a:pt x="671787" y="138945"/>
                  <a:pt x="681211" y="148366"/>
                  <a:pt x="694276" y="148366"/>
                </a:cubicBezTo>
                <a:cubicBezTo>
                  <a:pt x="703696" y="148366"/>
                  <a:pt x="712477" y="143869"/>
                  <a:pt x="725541" y="132733"/>
                </a:cubicBezTo>
                <a:cubicBezTo>
                  <a:pt x="726613" y="144085"/>
                  <a:pt x="730465" y="148366"/>
                  <a:pt x="739245" y="148366"/>
                </a:cubicBezTo>
                <a:cubicBezTo>
                  <a:pt x="746526" y="148366"/>
                  <a:pt x="751025" y="145797"/>
                  <a:pt x="758518" y="137661"/>
                </a:cubicBezTo>
                <a:lnTo>
                  <a:pt x="758518" y="132096"/>
                </a:lnTo>
                <a:moveTo>
                  <a:pt x="725325" y="119885"/>
                </a:moveTo>
                <a:cubicBezTo>
                  <a:pt x="725325" y="126309"/>
                  <a:pt x="724257" y="128665"/>
                  <a:pt x="719757" y="131237"/>
                </a:cubicBezTo>
                <a:cubicBezTo>
                  <a:pt x="714405" y="134233"/>
                  <a:pt x="708624" y="135945"/>
                  <a:pt x="704124" y="135945"/>
                </a:cubicBezTo>
                <a:cubicBezTo>
                  <a:pt x="696632" y="135945"/>
                  <a:pt x="690635" y="128665"/>
                  <a:pt x="690635" y="119457"/>
                </a:cubicBezTo>
                <a:lnTo>
                  <a:pt x="690635" y="118600"/>
                </a:lnTo>
                <a:cubicBezTo>
                  <a:pt x="690848" y="105752"/>
                  <a:pt x="700272" y="97612"/>
                  <a:pt x="725325" y="88832"/>
                </a:cubicBezTo>
                <a:lnTo>
                  <a:pt x="725325" y="119885"/>
                </a:lnTo>
                <a:close/>
                <a:moveTo>
                  <a:pt x="771578" y="192702"/>
                </a:moveTo>
                <a:lnTo>
                  <a:pt x="823403" y="192702"/>
                </a:lnTo>
                <a:lnTo>
                  <a:pt x="823403" y="188849"/>
                </a:lnTo>
                <a:cubicBezTo>
                  <a:pt x="807343" y="188633"/>
                  <a:pt x="804771" y="186493"/>
                  <a:pt x="804559" y="172788"/>
                </a:cubicBezTo>
                <a:lnTo>
                  <a:pt x="804559" y="139164"/>
                </a:lnTo>
                <a:cubicBezTo>
                  <a:pt x="812267" y="146225"/>
                  <a:pt x="817191" y="148366"/>
                  <a:pt x="826187" y="148366"/>
                </a:cubicBezTo>
                <a:cubicBezTo>
                  <a:pt x="851672" y="148366"/>
                  <a:pt x="871157" y="124394"/>
                  <a:pt x="871157" y="93364"/>
                </a:cubicBezTo>
                <a:cubicBezTo>
                  <a:pt x="871157" y="66831"/>
                  <a:pt x="856168" y="47774"/>
                  <a:pt x="835396" y="47774"/>
                </a:cubicBezTo>
                <a:cubicBezTo>
                  <a:pt x="823403" y="47774"/>
                  <a:pt x="813979" y="52914"/>
                  <a:pt x="804559" y="64690"/>
                </a:cubicBezTo>
                <a:lnTo>
                  <a:pt x="804559" y="48205"/>
                </a:lnTo>
                <a:lnTo>
                  <a:pt x="803274" y="47774"/>
                </a:lnTo>
                <a:cubicBezTo>
                  <a:pt x="791710" y="52273"/>
                  <a:pt x="784214" y="55057"/>
                  <a:pt x="772434" y="58697"/>
                </a:cubicBezTo>
                <a:lnTo>
                  <a:pt x="772434" y="62122"/>
                </a:lnTo>
                <a:cubicBezTo>
                  <a:pt x="774362" y="61909"/>
                  <a:pt x="775646" y="61909"/>
                  <a:pt x="777790" y="61909"/>
                </a:cubicBezTo>
                <a:cubicBezTo>
                  <a:pt x="785070" y="61909"/>
                  <a:pt x="786570" y="64050"/>
                  <a:pt x="786570" y="74108"/>
                </a:cubicBezTo>
                <a:lnTo>
                  <a:pt x="786570" y="174279"/>
                </a:lnTo>
                <a:cubicBezTo>
                  <a:pt x="786570" y="185630"/>
                  <a:pt x="784214" y="187771"/>
                  <a:pt x="771578" y="189055"/>
                </a:cubicBezTo>
                <a:lnTo>
                  <a:pt x="771578" y="192702"/>
                </a:lnTo>
                <a:moveTo>
                  <a:pt x="804559" y="74748"/>
                </a:moveTo>
                <a:cubicBezTo>
                  <a:pt x="804559" y="68330"/>
                  <a:pt x="816551" y="60625"/>
                  <a:pt x="826400" y="60625"/>
                </a:cubicBezTo>
                <a:cubicBezTo>
                  <a:pt x="842248" y="60625"/>
                  <a:pt x="852741" y="76889"/>
                  <a:pt x="852741" y="101929"/>
                </a:cubicBezTo>
                <a:cubicBezTo>
                  <a:pt x="852741" y="125453"/>
                  <a:pt x="842248" y="141513"/>
                  <a:pt x="826831" y="141513"/>
                </a:cubicBezTo>
                <a:cubicBezTo>
                  <a:pt x="816763" y="141513"/>
                  <a:pt x="804559" y="133805"/>
                  <a:pt x="804559" y="127381"/>
                </a:cubicBezTo>
                <a:lnTo>
                  <a:pt x="804559" y="74748"/>
                </a:lnTo>
                <a:close/>
                <a:moveTo>
                  <a:pt x="945040" y="79022"/>
                </a:moveTo>
                <a:lnTo>
                  <a:pt x="944184" y="49701"/>
                </a:lnTo>
                <a:lnTo>
                  <a:pt x="941828" y="49701"/>
                </a:lnTo>
                <a:cubicBezTo>
                  <a:pt x="940759" y="51417"/>
                  <a:pt x="939688" y="52057"/>
                  <a:pt x="938403" y="52057"/>
                </a:cubicBezTo>
                <a:cubicBezTo>
                  <a:pt x="937119" y="52057"/>
                  <a:pt x="934976" y="51629"/>
                  <a:pt x="932620" y="50558"/>
                </a:cubicBezTo>
                <a:cubicBezTo>
                  <a:pt x="927695" y="48845"/>
                  <a:pt x="922771" y="47774"/>
                  <a:pt x="917631" y="47774"/>
                </a:cubicBezTo>
                <a:cubicBezTo>
                  <a:pt x="900711" y="47774"/>
                  <a:pt x="888506" y="58906"/>
                  <a:pt x="888506" y="74317"/>
                </a:cubicBezTo>
                <a:cubicBezTo>
                  <a:pt x="888506" y="86299"/>
                  <a:pt x="895358" y="94861"/>
                  <a:pt x="913562" y="105134"/>
                </a:cubicBezTo>
                <a:lnTo>
                  <a:pt x="925983" y="112196"/>
                </a:lnTo>
                <a:cubicBezTo>
                  <a:pt x="933476" y="116477"/>
                  <a:pt x="937119" y="121613"/>
                  <a:pt x="937119" y="128247"/>
                </a:cubicBezTo>
                <a:cubicBezTo>
                  <a:pt x="937119" y="137664"/>
                  <a:pt x="930264" y="143657"/>
                  <a:pt x="919343" y="143657"/>
                </a:cubicBezTo>
                <a:cubicBezTo>
                  <a:pt x="904567" y="143657"/>
                  <a:pt x="897070" y="135524"/>
                  <a:pt x="892146" y="113696"/>
                </a:cubicBezTo>
                <a:lnTo>
                  <a:pt x="888718" y="113696"/>
                </a:lnTo>
                <a:lnTo>
                  <a:pt x="888718" y="147082"/>
                </a:lnTo>
                <a:lnTo>
                  <a:pt x="891502" y="147082"/>
                </a:lnTo>
                <a:cubicBezTo>
                  <a:pt x="893002" y="144941"/>
                  <a:pt x="893858" y="144513"/>
                  <a:pt x="896430" y="144513"/>
                </a:cubicBezTo>
                <a:cubicBezTo>
                  <a:pt x="898786" y="144562"/>
                  <a:pt x="901354" y="144990"/>
                  <a:pt x="906279" y="146274"/>
                </a:cubicBezTo>
                <a:cubicBezTo>
                  <a:pt x="912063" y="147510"/>
                  <a:pt x="917631" y="148366"/>
                  <a:pt x="921911" y="148366"/>
                </a:cubicBezTo>
                <a:cubicBezTo>
                  <a:pt x="938616" y="148366"/>
                  <a:pt x="952108" y="135952"/>
                  <a:pt x="952108" y="120970"/>
                </a:cubicBezTo>
                <a:cubicBezTo>
                  <a:pt x="952108" y="110271"/>
                  <a:pt x="946968" y="103206"/>
                  <a:pt x="934119" y="95505"/>
                </a:cubicBezTo>
                <a:lnTo>
                  <a:pt x="910991" y="81806"/>
                </a:lnTo>
                <a:cubicBezTo>
                  <a:pt x="904995" y="78166"/>
                  <a:pt x="901782" y="73033"/>
                  <a:pt x="901782" y="67252"/>
                </a:cubicBezTo>
                <a:cubicBezTo>
                  <a:pt x="901782" y="58478"/>
                  <a:pt x="908422" y="52701"/>
                  <a:pt x="918271" y="52701"/>
                </a:cubicBezTo>
                <a:cubicBezTo>
                  <a:pt x="930479" y="52701"/>
                  <a:pt x="936904" y="59763"/>
                  <a:pt x="941828" y="79022"/>
                </a:cubicBezTo>
                <a:lnTo>
                  <a:pt x="945040" y="790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Tracks">
            <a:extLst xmlns:a="http://schemas.openxmlformats.org/drawingml/2006/main">
              <a:ext uri="{FF2B5EF4-FFF2-40B4-BE49-F238E27FC236}">
                <a16:creationId xmlns:a16="http://schemas.microsoft.com/office/drawing/2014/main" id="{44438B9E-A902-46B8-8A73-A78A1FFD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6257" y="3925650"/>
            <a:ext cx="564401" cy="148087"/>
          </a:xfrm>
          <a:custGeom xmlns:a="http://schemas.openxmlformats.org/drawingml/2006/main">
            <a:pathLst>
              <a:path w="564401" h="148087">
                <a:moveTo>
                  <a:pt x="92961" y="141940"/>
                </a:moveTo>
                <a:cubicBezTo>
                  <a:pt x="75437" y="141086"/>
                  <a:pt x="72659" y="138523"/>
                  <a:pt x="72444" y="122704"/>
                </a:cubicBezTo>
                <a:lnTo>
                  <a:pt x="72444" y="13481"/>
                </a:lnTo>
                <a:lnTo>
                  <a:pt x="83984" y="13481"/>
                </a:lnTo>
                <a:cubicBezTo>
                  <a:pt x="108777" y="13908"/>
                  <a:pt x="113264" y="17540"/>
                  <a:pt x="117966" y="40839"/>
                </a:cubicBezTo>
                <a:lnTo>
                  <a:pt x="123092" y="40839"/>
                </a:lnTo>
                <a:lnTo>
                  <a:pt x="121810" y="4503"/>
                </a:lnTo>
                <a:lnTo>
                  <a:pt x="1282" y="4503"/>
                </a:lnTo>
                <a:lnTo>
                  <a:pt x="0" y="40839"/>
                </a:lnTo>
                <a:lnTo>
                  <a:pt x="5126" y="40839"/>
                </a:lnTo>
                <a:cubicBezTo>
                  <a:pt x="10044" y="17540"/>
                  <a:pt x="14531" y="13908"/>
                  <a:pt x="39108" y="13481"/>
                </a:cubicBezTo>
                <a:lnTo>
                  <a:pt x="50648" y="13481"/>
                </a:lnTo>
                <a:lnTo>
                  <a:pt x="50648" y="120353"/>
                </a:lnTo>
                <a:cubicBezTo>
                  <a:pt x="50433" y="138734"/>
                  <a:pt x="48509" y="140874"/>
                  <a:pt x="30558" y="141940"/>
                </a:cubicBezTo>
                <a:lnTo>
                  <a:pt x="30558" y="146000"/>
                </a:lnTo>
                <a:lnTo>
                  <a:pt x="92961" y="146000"/>
                </a:lnTo>
                <a:lnTo>
                  <a:pt x="92961" y="141940"/>
                </a:lnTo>
                <a:close/>
                <a:moveTo>
                  <a:pt x="117538" y="146000"/>
                </a:moveTo>
                <a:lnTo>
                  <a:pt x="168829" y="146000"/>
                </a:lnTo>
                <a:lnTo>
                  <a:pt x="168829" y="142794"/>
                </a:lnTo>
                <a:cubicBezTo>
                  <a:pt x="154510" y="142367"/>
                  <a:pt x="151089" y="139377"/>
                  <a:pt x="150662" y="126770"/>
                </a:cubicBezTo>
                <a:lnTo>
                  <a:pt x="150662" y="78688"/>
                </a:lnTo>
                <a:cubicBezTo>
                  <a:pt x="150662" y="71850"/>
                  <a:pt x="159639" y="61168"/>
                  <a:pt x="165623" y="61168"/>
                </a:cubicBezTo>
                <a:cubicBezTo>
                  <a:pt x="166905" y="61168"/>
                  <a:pt x="168829" y="62237"/>
                  <a:pt x="171180" y="64373"/>
                </a:cubicBezTo>
                <a:cubicBezTo>
                  <a:pt x="174385" y="67579"/>
                  <a:pt x="176948" y="68645"/>
                  <a:pt x="179727" y="68645"/>
                </a:cubicBezTo>
                <a:cubicBezTo>
                  <a:pt x="184856" y="68645"/>
                  <a:pt x="188061" y="65012"/>
                  <a:pt x="188061" y="59032"/>
                </a:cubicBezTo>
                <a:cubicBezTo>
                  <a:pt x="188061" y="51979"/>
                  <a:pt x="183574" y="47704"/>
                  <a:pt x="176309" y="47704"/>
                </a:cubicBezTo>
                <a:cubicBezTo>
                  <a:pt x="167332" y="47704"/>
                  <a:pt x="161348" y="52406"/>
                  <a:pt x="150662" y="67791"/>
                </a:cubicBezTo>
                <a:lnTo>
                  <a:pt x="150662" y="48134"/>
                </a:lnTo>
                <a:lnTo>
                  <a:pt x="149596" y="47704"/>
                </a:lnTo>
                <a:cubicBezTo>
                  <a:pt x="137628" y="52406"/>
                  <a:pt x="129933" y="55399"/>
                  <a:pt x="117965" y="59244"/>
                </a:cubicBezTo>
                <a:lnTo>
                  <a:pt x="117965" y="62664"/>
                </a:lnTo>
                <a:cubicBezTo>
                  <a:pt x="120959" y="62022"/>
                  <a:pt x="122883" y="61807"/>
                  <a:pt x="125446" y="61807"/>
                </a:cubicBezTo>
                <a:cubicBezTo>
                  <a:pt x="130787" y="61807"/>
                  <a:pt x="132711" y="65228"/>
                  <a:pt x="132711" y="74629"/>
                </a:cubicBezTo>
                <a:lnTo>
                  <a:pt x="132711" y="128052"/>
                </a:lnTo>
                <a:cubicBezTo>
                  <a:pt x="132284" y="139162"/>
                  <a:pt x="131002" y="140446"/>
                  <a:pt x="117538" y="142794"/>
                </a:cubicBezTo>
                <a:lnTo>
                  <a:pt x="117538" y="146000"/>
                </a:lnTo>
                <a:close/>
                <a:moveTo>
                  <a:pt x="290847" y="131851"/>
                </a:moveTo>
                <a:cubicBezTo>
                  <a:pt x="287215" y="134838"/>
                  <a:pt x="284652" y="135907"/>
                  <a:pt x="281446" y="135907"/>
                </a:cubicBezTo>
                <a:cubicBezTo>
                  <a:pt x="276532" y="135907"/>
                  <a:pt x="275035" y="132917"/>
                  <a:pt x="275035" y="123522"/>
                </a:cubicBezTo>
                <a:lnTo>
                  <a:pt x="275035" y="81878"/>
                </a:lnTo>
                <a:cubicBezTo>
                  <a:pt x="275035" y="70771"/>
                  <a:pt x="273966" y="64579"/>
                  <a:pt x="270760" y="59453"/>
                </a:cubicBezTo>
                <a:cubicBezTo>
                  <a:pt x="266058" y="51767"/>
                  <a:pt x="256869" y="47704"/>
                  <a:pt x="244262" y="47704"/>
                </a:cubicBezTo>
                <a:cubicBezTo>
                  <a:pt x="224172" y="47704"/>
                  <a:pt x="208360" y="58171"/>
                  <a:pt x="208360" y="71625"/>
                </a:cubicBezTo>
                <a:cubicBezTo>
                  <a:pt x="208360" y="76540"/>
                  <a:pt x="212420" y="80808"/>
                  <a:pt x="217549" y="80808"/>
                </a:cubicBezTo>
                <a:cubicBezTo>
                  <a:pt x="222675" y="80808"/>
                  <a:pt x="227165" y="76540"/>
                  <a:pt x="227165" y="71841"/>
                </a:cubicBezTo>
                <a:cubicBezTo>
                  <a:pt x="227165" y="70986"/>
                  <a:pt x="226950" y="69917"/>
                  <a:pt x="226738" y="68423"/>
                </a:cubicBezTo>
                <a:cubicBezTo>
                  <a:pt x="226311" y="66503"/>
                  <a:pt x="226096" y="64794"/>
                  <a:pt x="226096" y="63297"/>
                </a:cubicBezTo>
                <a:cubicBezTo>
                  <a:pt x="226096" y="57532"/>
                  <a:pt x="232934" y="52833"/>
                  <a:pt x="241484" y="52833"/>
                </a:cubicBezTo>
                <a:cubicBezTo>
                  <a:pt x="251955" y="52833"/>
                  <a:pt x="257723" y="59025"/>
                  <a:pt x="257723" y="70559"/>
                </a:cubicBezTo>
                <a:lnTo>
                  <a:pt x="257723" y="83586"/>
                </a:lnTo>
                <a:cubicBezTo>
                  <a:pt x="225026" y="96614"/>
                  <a:pt x="221182" y="98534"/>
                  <a:pt x="211992" y="106651"/>
                </a:cubicBezTo>
                <a:cubicBezTo>
                  <a:pt x="207290" y="110922"/>
                  <a:pt x="204297" y="118181"/>
                  <a:pt x="204297" y="125228"/>
                </a:cubicBezTo>
                <a:cubicBezTo>
                  <a:pt x="204297" y="138686"/>
                  <a:pt x="213701" y="148087"/>
                  <a:pt x="226738" y="148087"/>
                </a:cubicBezTo>
                <a:cubicBezTo>
                  <a:pt x="236139" y="148087"/>
                  <a:pt x="244901" y="143600"/>
                  <a:pt x="257938" y="132487"/>
                </a:cubicBezTo>
                <a:cubicBezTo>
                  <a:pt x="259008" y="143815"/>
                  <a:pt x="262853" y="148087"/>
                  <a:pt x="271615" y="148087"/>
                </a:cubicBezTo>
                <a:cubicBezTo>
                  <a:pt x="278880" y="148087"/>
                  <a:pt x="283370" y="145524"/>
                  <a:pt x="290847" y="137404"/>
                </a:cubicBezTo>
                <a:lnTo>
                  <a:pt x="290847" y="131851"/>
                </a:lnTo>
                <a:moveTo>
                  <a:pt x="257723" y="119665"/>
                </a:moveTo>
                <a:cubicBezTo>
                  <a:pt x="257723" y="126076"/>
                  <a:pt x="256657" y="128427"/>
                  <a:pt x="252167" y="130993"/>
                </a:cubicBezTo>
                <a:cubicBezTo>
                  <a:pt x="246825" y="133983"/>
                  <a:pt x="241057" y="135692"/>
                  <a:pt x="236567" y="135692"/>
                </a:cubicBezTo>
                <a:cubicBezTo>
                  <a:pt x="229089" y="135692"/>
                  <a:pt x="223106" y="128427"/>
                  <a:pt x="223106" y="119238"/>
                </a:cubicBezTo>
                <a:lnTo>
                  <a:pt x="223106" y="118383"/>
                </a:lnTo>
                <a:cubicBezTo>
                  <a:pt x="223318" y="105561"/>
                  <a:pt x="232722" y="97439"/>
                  <a:pt x="257723" y="88677"/>
                </a:cubicBezTo>
                <a:lnTo>
                  <a:pt x="257723" y="119665"/>
                </a:lnTo>
                <a:close/>
                <a:moveTo>
                  <a:pt x="374840" y="112628"/>
                </a:moveTo>
                <a:cubicBezTo>
                  <a:pt x="364581" y="127576"/>
                  <a:pt x="356889" y="132702"/>
                  <a:pt x="344706" y="132702"/>
                </a:cubicBezTo>
                <a:cubicBezTo>
                  <a:pt x="325046" y="132702"/>
                  <a:pt x="311582" y="115618"/>
                  <a:pt x="311582" y="91060"/>
                </a:cubicBezTo>
                <a:cubicBezTo>
                  <a:pt x="311582" y="68850"/>
                  <a:pt x="323338" y="53902"/>
                  <a:pt x="340646" y="53902"/>
                </a:cubicBezTo>
                <a:cubicBezTo>
                  <a:pt x="348339" y="53902"/>
                  <a:pt x="351117" y="56038"/>
                  <a:pt x="353256" y="64151"/>
                </a:cubicBezTo>
                <a:lnTo>
                  <a:pt x="354538" y="68850"/>
                </a:lnTo>
                <a:cubicBezTo>
                  <a:pt x="356246" y="75043"/>
                  <a:pt x="360094" y="78675"/>
                  <a:pt x="364797" y="78675"/>
                </a:cubicBezTo>
                <a:cubicBezTo>
                  <a:pt x="370353" y="78675"/>
                  <a:pt x="374840" y="74616"/>
                  <a:pt x="374840" y="69705"/>
                </a:cubicBezTo>
                <a:cubicBezTo>
                  <a:pt x="374840" y="57747"/>
                  <a:pt x="359879" y="47704"/>
                  <a:pt x="341928" y="47704"/>
                </a:cubicBezTo>
                <a:cubicBezTo>
                  <a:pt x="331457" y="47704"/>
                  <a:pt x="320559" y="51979"/>
                  <a:pt x="311797" y="59668"/>
                </a:cubicBezTo>
                <a:cubicBezTo>
                  <a:pt x="301111" y="69066"/>
                  <a:pt x="295128" y="83586"/>
                  <a:pt x="295128" y="100670"/>
                </a:cubicBezTo>
                <a:cubicBezTo>
                  <a:pt x="295128" y="128218"/>
                  <a:pt x="312009" y="148087"/>
                  <a:pt x="335732" y="148087"/>
                </a:cubicBezTo>
                <a:cubicBezTo>
                  <a:pt x="345349" y="148087"/>
                  <a:pt x="353895" y="144669"/>
                  <a:pt x="361591" y="138043"/>
                </a:cubicBezTo>
                <a:cubicBezTo>
                  <a:pt x="367360" y="133129"/>
                  <a:pt x="371419" y="127149"/>
                  <a:pt x="377830" y="114548"/>
                </a:cubicBezTo>
                <a:lnTo>
                  <a:pt x="374840" y="112628"/>
                </a:lnTo>
                <a:close/>
                <a:moveTo>
                  <a:pt x="384673" y="146000"/>
                </a:moveTo>
                <a:lnTo>
                  <a:pt x="434682" y="146000"/>
                </a:lnTo>
                <a:lnTo>
                  <a:pt x="434682" y="142794"/>
                </a:lnTo>
                <a:lnTo>
                  <a:pt x="430407" y="142582"/>
                </a:lnTo>
                <a:cubicBezTo>
                  <a:pt x="421430" y="141940"/>
                  <a:pt x="418867" y="139589"/>
                  <a:pt x="418652" y="131678"/>
                </a:cubicBezTo>
                <a:lnTo>
                  <a:pt x="418652" y="92339"/>
                </a:lnTo>
                <a:lnTo>
                  <a:pt x="448574" y="132320"/>
                </a:lnTo>
                <a:cubicBezTo>
                  <a:pt x="449428" y="133390"/>
                  <a:pt x="450067" y="134456"/>
                  <a:pt x="450710" y="135099"/>
                </a:cubicBezTo>
                <a:cubicBezTo>
                  <a:pt x="452418" y="137238"/>
                  <a:pt x="453061" y="138519"/>
                  <a:pt x="453061" y="139589"/>
                </a:cubicBezTo>
                <a:cubicBezTo>
                  <a:pt x="453061" y="141513"/>
                  <a:pt x="451137" y="142794"/>
                  <a:pt x="448574" y="142794"/>
                </a:cubicBezTo>
                <a:lnTo>
                  <a:pt x="444511" y="142794"/>
                </a:lnTo>
                <a:lnTo>
                  <a:pt x="444511" y="146000"/>
                </a:lnTo>
                <a:lnTo>
                  <a:pt x="491099" y="146000"/>
                </a:lnTo>
                <a:lnTo>
                  <a:pt x="491099" y="142794"/>
                </a:lnTo>
                <a:cubicBezTo>
                  <a:pt x="481698" y="142155"/>
                  <a:pt x="475072" y="138092"/>
                  <a:pt x="466098" y="127188"/>
                </a:cubicBezTo>
                <a:lnTo>
                  <a:pt x="433398" y="85709"/>
                </a:lnTo>
                <a:lnTo>
                  <a:pt x="439597" y="79937"/>
                </a:lnTo>
                <a:cubicBezTo>
                  <a:pt x="466310" y="55989"/>
                  <a:pt x="472082" y="52569"/>
                  <a:pt x="485758" y="52999"/>
                </a:cubicBezTo>
                <a:lnTo>
                  <a:pt x="485758" y="49791"/>
                </a:lnTo>
                <a:lnTo>
                  <a:pt x="442160" y="49791"/>
                </a:lnTo>
                <a:lnTo>
                  <a:pt x="442160" y="52784"/>
                </a:lnTo>
                <a:cubicBezTo>
                  <a:pt x="450495" y="52999"/>
                  <a:pt x="452846" y="53854"/>
                  <a:pt x="452846" y="56632"/>
                </a:cubicBezTo>
                <a:cubicBezTo>
                  <a:pt x="452846" y="58556"/>
                  <a:pt x="450922" y="61334"/>
                  <a:pt x="447931" y="64116"/>
                </a:cubicBezTo>
                <a:lnTo>
                  <a:pt x="418652" y="90199"/>
                </a:lnTo>
                <a:lnTo>
                  <a:pt x="418652" y="427"/>
                </a:lnTo>
                <a:lnTo>
                  <a:pt x="417798" y="0"/>
                </a:lnTo>
                <a:cubicBezTo>
                  <a:pt x="409463" y="2563"/>
                  <a:pt x="403267" y="4487"/>
                  <a:pt x="391084" y="7692"/>
                </a:cubicBezTo>
                <a:lnTo>
                  <a:pt x="384673" y="9401"/>
                </a:lnTo>
                <a:lnTo>
                  <a:pt x="384673" y="12822"/>
                </a:lnTo>
                <a:cubicBezTo>
                  <a:pt x="387452" y="12607"/>
                  <a:pt x="389376" y="12395"/>
                  <a:pt x="391512" y="12395"/>
                </a:cubicBezTo>
                <a:cubicBezTo>
                  <a:pt x="398780" y="12395"/>
                  <a:pt x="400701" y="15173"/>
                  <a:pt x="400701" y="25428"/>
                </a:cubicBezTo>
                <a:lnTo>
                  <a:pt x="400701" y="128472"/>
                </a:lnTo>
                <a:cubicBezTo>
                  <a:pt x="400489" y="139804"/>
                  <a:pt x="399846" y="140443"/>
                  <a:pt x="384673" y="142794"/>
                </a:cubicBezTo>
                <a:lnTo>
                  <a:pt x="384673" y="146000"/>
                </a:lnTo>
                <a:close/>
                <a:moveTo>
                  <a:pt x="557347" y="78887"/>
                </a:moveTo>
                <a:lnTo>
                  <a:pt x="556493" y="49627"/>
                </a:lnTo>
                <a:lnTo>
                  <a:pt x="554142" y="49627"/>
                </a:lnTo>
                <a:cubicBezTo>
                  <a:pt x="553076" y="51339"/>
                  <a:pt x="552006" y="51979"/>
                  <a:pt x="550724" y="51979"/>
                </a:cubicBezTo>
                <a:cubicBezTo>
                  <a:pt x="549443" y="51979"/>
                  <a:pt x="547304" y="51551"/>
                  <a:pt x="544953" y="50482"/>
                </a:cubicBezTo>
                <a:cubicBezTo>
                  <a:pt x="540039" y="48773"/>
                  <a:pt x="535124" y="47704"/>
                  <a:pt x="529995" y="47704"/>
                </a:cubicBezTo>
                <a:cubicBezTo>
                  <a:pt x="513110" y="47704"/>
                  <a:pt x="500931" y="58813"/>
                  <a:pt x="500931" y="74192"/>
                </a:cubicBezTo>
                <a:cubicBezTo>
                  <a:pt x="500931" y="86149"/>
                  <a:pt x="507769" y="94693"/>
                  <a:pt x="525935" y="104945"/>
                </a:cubicBezTo>
                <a:lnTo>
                  <a:pt x="538330" y="111992"/>
                </a:lnTo>
                <a:cubicBezTo>
                  <a:pt x="545807" y="116264"/>
                  <a:pt x="549443" y="121390"/>
                  <a:pt x="549443" y="128009"/>
                </a:cubicBezTo>
                <a:cubicBezTo>
                  <a:pt x="549443" y="137407"/>
                  <a:pt x="542602" y="143388"/>
                  <a:pt x="531704" y="143388"/>
                </a:cubicBezTo>
                <a:cubicBezTo>
                  <a:pt x="516958" y="143388"/>
                  <a:pt x="509477" y="135271"/>
                  <a:pt x="504563" y="113489"/>
                </a:cubicBezTo>
                <a:lnTo>
                  <a:pt x="501143" y="113489"/>
                </a:lnTo>
                <a:lnTo>
                  <a:pt x="501143" y="146805"/>
                </a:lnTo>
                <a:lnTo>
                  <a:pt x="503921" y="146805"/>
                </a:lnTo>
                <a:cubicBezTo>
                  <a:pt x="505418" y="144669"/>
                  <a:pt x="506272" y="144242"/>
                  <a:pt x="508838" y="144242"/>
                </a:cubicBezTo>
                <a:cubicBezTo>
                  <a:pt x="511189" y="144291"/>
                  <a:pt x="513752" y="144718"/>
                  <a:pt x="518667" y="146000"/>
                </a:cubicBezTo>
                <a:cubicBezTo>
                  <a:pt x="524438" y="147232"/>
                  <a:pt x="529995" y="148087"/>
                  <a:pt x="534267" y="148087"/>
                </a:cubicBezTo>
                <a:cubicBezTo>
                  <a:pt x="550936" y="148087"/>
                  <a:pt x="564401" y="135699"/>
                  <a:pt x="564401" y="120747"/>
                </a:cubicBezTo>
                <a:cubicBezTo>
                  <a:pt x="564401" y="110071"/>
                  <a:pt x="559271" y="103021"/>
                  <a:pt x="546449" y="95335"/>
                </a:cubicBezTo>
                <a:lnTo>
                  <a:pt x="523369" y="81666"/>
                </a:lnTo>
                <a:cubicBezTo>
                  <a:pt x="517385" y="78033"/>
                  <a:pt x="514180" y="72910"/>
                  <a:pt x="514180" y="67142"/>
                </a:cubicBezTo>
                <a:cubicBezTo>
                  <a:pt x="514180" y="58386"/>
                  <a:pt x="520806" y="52621"/>
                  <a:pt x="530634" y="52621"/>
                </a:cubicBezTo>
                <a:cubicBezTo>
                  <a:pt x="542817" y="52621"/>
                  <a:pt x="549228" y="59668"/>
                  <a:pt x="554142" y="78887"/>
                </a:cubicBezTo>
                <a:lnTo>
                  <a:pt x="557347" y="788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Cameras">
            <a:extLst xmlns:a="http://schemas.openxmlformats.org/drawingml/2006/main">
              <a:ext uri="{FF2B5EF4-FFF2-40B4-BE49-F238E27FC236}">
                <a16:creationId xmlns:a16="http://schemas.microsoft.com/office/drawing/2014/main" id="{7679698E-117B-4EC9-938C-093AF131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8621" y="148258"/>
            <a:ext cx="736030" cy="147647"/>
          </a:xfrm>
          <a:custGeom xmlns:a="http://schemas.openxmlformats.org/drawingml/2006/main">
            <a:pathLst>
              <a:path w="736030" h="147647">
                <a:moveTo>
                  <a:pt x="126776" y="48149"/>
                </a:moveTo>
                <a:lnTo>
                  <a:pt x="124848" y="0"/>
                </a:lnTo>
                <a:lnTo>
                  <a:pt x="120352" y="0"/>
                </a:lnTo>
                <a:cubicBezTo>
                  <a:pt x="119068" y="4500"/>
                  <a:pt x="115640" y="7068"/>
                  <a:pt x="111356" y="7068"/>
                </a:cubicBezTo>
                <a:cubicBezTo>
                  <a:pt x="109428" y="7068"/>
                  <a:pt x="106216" y="6428"/>
                  <a:pt x="103004" y="5356"/>
                </a:cubicBezTo>
                <a:cubicBezTo>
                  <a:pt x="92511" y="1716"/>
                  <a:pt x="81803" y="0"/>
                  <a:pt x="71739" y="0"/>
                </a:cubicBezTo>
                <a:cubicBezTo>
                  <a:pt x="54178" y="0"/>
                  <a:pt x="36405" y="6640"/>
                  <a:pt x="23125" y="18410"/>
                </a:cubicBezTo>
                <a:cubicBezTo>
                  <a:pt x="8137" y="31677"/>
                  <a:pt x="0" y="51358"/>
                  <a:pt x="0" y="74895"/>
                </a:cubicBezTo>
                <a:cubicBezTo>
                  <a:pt x="0" y="118542"/>
                  <a:pt x="28481" y="147647"/>
                  <a:pt x="71098" y="147647"/>
                </a:cubicBezTo>
                <a:cubicBezTo>
                  <a:pt x="95295" y="147647"/>
                  <a:pt x="116712" y="137798"/>
                  <a:pt x="129560" y="120466"/>
                </a:cubicBezTo>
                <a:lnTo>
                  <a:pt x="125704" y="116617"/>
                </a:lnTo>
                <a:cubicBezTo>
                  <a:pt x="110072" y="131808"/>
                  <a:pt x="95723" y="138226"/>
                  <a:pt x="77951" y="138226"/>
                </a:cubicBezTo>
                <a:cubicBezTo>
                  <a:pt x="64458" y="138226"/>
                  <a:pt x="52466" y="133946"/>
                  <a:pt x="43258" y="125816"/>
                </a:cubicBezTo>
                <a:cubicBezTo>
                  <a:pt x="31478" y="115333"/>
                  <a:pt x="24841" y="96076"/>
                  <a:pt x="24841" y="72114"/>
                </a:cubicBezTo>
                <a:cubicBezTo>
                  <a:pt x="24841" y="33386"/>
                  <a:pt x="44757" y="8568"/>
                  <a:pt x="75807" y="8568"/>
                </a:cubicBezTo>
                <a:cubicBezTo>
                  <a:pt x="88015" y="8568"/>
                  <a:pt x="99151" y="13061"/>
                  <a:pt x="107716" y="21407"/>
                </a:cubicBezTo>
                <a:cubicBezTo>
                  <a:pt x="114568" y="28252"/>
                  <a:pt x="117780" y="34242"/>
                  <a:pt x="121852" y="48149"/>
                </a:cubicBezTo>
                <a:lnTo>
                  <a:pt x="126776" y="48149"/>
                </a:lnTo>
                <a:close/>
                <a:moveTo>
                  <a:pt x="235348" y="130541"/>
                </a:moveTo>
                <a:cubicBezTo>
                  <a:pt x="231707" y="133534"/>
                  <a:pt x="229139" y="134606"/>
                  <a:pt x="225927" y="134606"/>
                </a:cubicBezTo>
                <a:cubicBezTo>
                  <a:pt x="221002" y="134606"/>
                  <a:pt x="219503" y="131609"/>
                  <a:pt x="219503" y="122195"/>
                </a:cubicBezTo>
                <a:lnTo>
                  <a:pt x="219503" y="80463"/>
                </a:lnTo>
                <a:cubicBezTo>
                  <a:pt x="219503" y="69334"/>
                  <a:pt x="218431" y="63128"/>
                  <a:pt x="215219" y="57992"/>
                </a:cubicBezTo>
                <a:cubicBezTo>
                  <a:pt x="210507" y="50290"/>
                  <a:pt x="201298" y="46218"/>
                  <a:pt x="188665" y="46218"/>
                </a:cubicBezTo>
                <a:cubicBezTo>
                  <a:pt x="168533" y="46218"/>
                  <a:pt x="152688" y="56707"/>
                  <a:pt x="152688" y="70190"/>
                </a:cubicBezTo>
                <a:cubicBezTo>
                  <a:pt x="152688" y="75114"/>
                  <a:pt x="156757" y="79392"/>
                  <a:pt x="161897" y="79392"/>
                </a:cubicBezTo>
                <a:cubicBezTo>
                  <a:pt x="167033" y="79392"/>
                  <a:pt x="171533" y="75114"/>
                  <a:pt x="171533" y="70405"/>
                </a:cubicBezTo>
                <a:cubicBezTo>
                  <a:pt x="171533" y="69549"/>
                  <a:pt x="171317" y="68478"/>
                  <a:pt x="171105" y="66981"/>
                </a:cubicBezTo>
                <a:cubicBezTo>
                  <a:pt x="170677" y="65056"/>
                  <a:pt x="170461" y="63344"/>
                  <a:pt x="170461" y="61844"/>
                </a:cubicBezTo>
                <a:cubicBezTo>
                  <a:pt x="170461" y="56067"/>
                  <a:pt x="177313" y="51358"/>
                  <a:pt x="185881" y="51358"/>
                </a:cubicBezTo>
                <a:cubicBezTo>
                  <a:pt x="196374" y="51358"/>
                  <a:pt x="202154" y="57563"/>
                  <a:pt x="202154" y="69121"/>
                </a:cubicBezTo>
                <a:lnTo>
                  <a:pt x="202154" y="82176"/>
                </a:lnTo>
                <a:cubicBezTo>
                  <a:pt x="169389" y="95230"/>
                  <a:pt x="165537" y="97155"/>
                  <a:pt x="156328" y="105288"/>
                </a:cubicBezTo>
                <a:cubicBezTo>
                  <a:pt x="151616" y="109569"/>
                  <a:pt x="148617" y="116842"/>
                  <a:pt x="148617" y="123904"/>
                </a:cubicBezTo>
                <a:cubicBezTo>
                  <a:pt x="148617" y="137390"/>
                  <a:pt x="158041" y="146810"/>
                  <a:pt x="171105" y="146810"/>
                </a:cubicBezTo>
                <a:cubicBezTo>
                  <a:pt x="180526" y="146810"/>
                  <a:pt x="189306" y="142314"/>
                  <a:pt x="202370" y="131178"/>
                </a:cubicBezTo>
                <a:cubicBezTo>
                  <a:pt x="203442" y="142530"/>
                  <a:pt x="207294" y="146810"/>
                  <a:pt x="216075" y="146810"/>
                </a:cubicBezTo>
                <a:cubicBezTo>
                  <a:pt x="223355" y="146810"/>
                  <a:pt x="227855" y="144242"/>
                  <a:pt x="235348" y="136105"/>
                </a:cubicBezTo>
                <a:lnTo>
                  <a:pt x="235348" y="130541"/>
                </a:lnTo>
                <a:moveTo>
                  <a:pt x="202154" y="118329"/>
                </a:moveTo>
                <a:cubicBezTo>
                  <a:pt x="202154" y="124754"/>
                  <a:pt x="201086" y="127110"/>
                  <a:pt x="196586" y="129681"/>
                </a:cubicBezTo>
                <a:cubicBezTo>
                  <a:pt x="191234" y="132678"/>
                  <a:pt x="185453" y="134390"/>
                  <a:pt x="180954" y="134390"/>
                </a:cubicBezTo>
                <a:cubicBezTo>
                  <a:pt x="173461" y="134390"/>
                  <a:pt x="167465" y="127110"/>
                  <a:pt x="167465" y="117901"/>
                </a:cubicBezTo>
                <a:lnTo>
                  <a:pt x="167465" y="117045"/>
                </a:lnTo>
                <a:cubicBezTo>
                  <a:pt x="167677" y="104197"/>
                  <a:pt x="177101" y="96057"/>
                  <a:pt x="202154" y="87277"/>
                </a:cubicBezTo>
                <a:lnTo>
                  <a:pt x="202154" y="118329"/>
                </a:lnTo>
                <a:close/>
                <a:moveTo>
                  <a:pt x="237704" y="144719"/>
                </a:moveTo>
                <a:lnTo>
                  <a:pt x="285245" y="144719"/>
                </a:lnTo>
                <a:lnTo>
                  <a:pt x="285245" y="141507"/>
                </a:lnTo>
                <a:cubicBezTo>
                  <a:pt x="274324" y="141295"/>
                  <a:pt x="270897" y="138939"/>
                  <a:pt x="270684" y="130374"/>
                </a:cubicBezTo>
                <a:lnTo>
                  <a:pt x="270684" y="69990"/>
                </a:lnTo>
                <a:cubicBezTo>
                  <a:pt x="270684" y="69562"/>
                  <a:pt x="272396" y="67419"/>
                  <a:pt x="273896" y="65922"/>
                </a:cubicBezTo>
                <a:cubicBezTo>
                  <a:pt x="279249" y="60995"/>
                  <a:pt x="288457" y="57354"/>
                  <a:pt x="295953" y="57354"/>
                </a:cubicBezTo>
                <a:cubicBezTo>
                  <a:pt x="305374" y="57354"/>
                  <a:pt x="310086" y="64850"/>
                  <a:pt x="310086" y="79839"/>
                </a:cubicBezTo>
                <a:lnTo>
                  <a:pt x="310086" y="126306"/>
                </a:lnTo>
                <a:cubicBezTo>
                  <a:pt x="309658" y="138510"/>
                  <a:pt x="307518" y="140866"/>
                  <a:pt x="295525" y="141507"/>
                </a:cubicBezTo>
                <a:lnTo>
                  <a:pt x="295525" y="144719"/>
                </a:lnTo>
                <a:lnTo>
                  <a:pt x="343495" y="144719"/>
                </a:lnTo>
                <a:lnTo>
                  <a:pt x="343495" y="141507"/>
                </a:lnTo>
                <a:cubicBezTo>
                  <a:pt x="331502" y="141507"/>
                  <a:pt x="328503" y="138082"/>
                  <a:pt x="328075" y="124378"/>
                </a:cubicBezTo>
                <a:lnTo>
                  <a:pt x="328075" y="70419"/>
                </a:lnTo>
                <a:cubicBezTo>
                  <a:pt x="334499" y="61210"/>
                  <a:pt x="341354" y="57354"/>
                  <a:pt x="351419" y="57354"/>
                </a:cubicBezTo>
                <a:cubicBezTo>
                  <a:pt x="363624" y="57354"/>
                  <a:pt x="367479" y="63138"/>
                  <a:pt x="367479" y="80911"/>
                </a:cubicBezTo>
                <a:lnTo>
                  <a:pt x="367479" y="126090"/>
                </a:lnTo>
                <a:cubicBezTo>
                  <a:pt x="367051" y="138726"/>
                  <a:pt x="365767" y="140223"/>
                  <a:pt x="353347" y="141507"/>
                </a:cubicBezTo>
                <a:lnTo>
                  <a:pt x="353347" y="144719"/>
                </a:lnTo>
                <a:lnTo>
                  <a:pt x="400245" y="144719"/>
                </a:lnTo>
                <a:lnTo>
                  <a:pt x="400245" y="141507"/>
                </a:lnTo>
                <a:lnTo>
                  <a:pt x="394676" y="141079"/>
                </a:lnTo>
                <a:cubicBezTo>
                  <a:pt x="387824" y="140010"/>
                  <a:pt x="385468" y="136798"/>
                  <a:pt x="385468" y="128446"/>
                </a:cubicBezTo>
                <a:lnTo>
                  <a:pt x="385468" y="84336"/>
                </a:lnTo>
                <a:cubicBezTo>
                  <a:pt x="385468" y="59070"/>
                  <a:pt x="377116" y="46218"/>
                  <a:pt x="360627" y="46218"/>
                </a:cubicBezTo>
                <a:cubicBezTo>
                  <a:pt x="348207" y="46218"/>
                  <a:pt x="337283" y="51786"/>
                  <a:pt x="325719" y="64207"/>
                </a:cubicBezTo>
                <a:cubicBezTo>
                  <a:pt x="321866" y="52002"/>
                  <a:pt x="314586" y="46218"/>
                  <a:pt x="303021" y="46218"/>
                </a:cubicBezTo>
                <a:cubicBezTo>
                  <a:pt x="293382" y="46218"/>
                  <a:pt x="287601" y="49002"/>
                  <a:pt x="269825" y="62710"/>
                </a:cubicBezTo>
                <a:lnTo>
                  <a:pt x="269825" y="46649"/>
                </a:lnTo>
                <a:lnTo>
                  <a:pt x="268328" y="46218"/>
                </a:lnTo>
                <a:cubicBezTo>
                  <a:pt x="256976" y="50290"/>
                  <a:pt x="249696" y="52646"/>
                  <a:pt x="238347" y="55858"/>
                </a:cubicBezTo>
                <a:lnTo>
                  <a:pt x="238347" y="59498"/>
                </a:lnTo>
                <a:cubicBezTo>
                  <a:pt x="240916" y="58854"/>
                  <a:pt x="242844" y="58642"/>
                  <a:pt x="245200" y="58642"/>
                </a:cubicBezTo>
                <a:cubicBezTo>
                  <a:pt x="250768" y="58642"/>
                  <a:pt x="252696" y="62066"/>
                  <a:pt x="252696" y="72343"/>
                </a:cubicBezTo>
                <a:lnTo>
                  <a:pt x="252696" y="126518"/>
                </a:lnTo>
                <a:cubicBezTo>
                  <a:pt x="252268" y="138510"/>
                  <a:pt x="249484" y="141507"/>
                  <a:pt x="237704" y="141507"/>
                </a:cubicBezTo>
                <a:lnTo>
                  <a:pt x="237704" y="144719"/>
                </a:lnTo>
                <a:close/>
                <a:moveTo>
                  <a:pt x="481837" y="109539"/>
                </a:moveTo>
                <a:cubicBezTo>
                  <a:pt x="471560" y="125822"/>
                  <a:pt x="462348" y="132037"/>
                  <a:pt x="448643" y="132037"/>
                </a:cubicBezTo>
                <a:cubicBezTo>
                  <a:pt x="436439" y="132037"/>
                  <a:pt x="427230" y="125822"/>
                  <a:pt x="421018" y="113611"/>
                </a:cubicBezTo>
                <a:cubicBezTo>
                  <a:pt x="417163" y="105468"/>
                  <a:pt x="415666" y="98612"/>
                  <a:pt x="415238" y="85326"/>
                </a:cubicBezTo>
                <a:lnTo>
                  <a:pt x="481196" y="85326"/>
                </a:lnTo>
                <a:cubicBezTo>
                  <a:pt x="479481" y="71432"/>
                  <a:pt x="477340" y="65243"/>
                  <a:pt x="471988" y="58413"/>
                </a:cubicBezTo>
                <a:cubicBezTo>
                  <a:pt x="465560" y="50718"/>
                  <a:pt x="455711" y="46218"/>
                  <a:pt x="444575" y="46218"/>
                </a:cubicBezTo>
                <a:cubicBezTo>
                  <a:pt x="433867" y="46218"/>
                  <a:pt x="423803" y="50074"/>
                  <a:pt x="415666" y="57345"/>
                </a:cubicBezTo>
                <a:cubicBezTo>
                  <a:pt x="405598" y="66095"/>
                  <a:pt x="399818" y="81257"/>
                  <a:pt x="399818" y="98824"/>
                </a:cubicBezTo>
                <a:cubicBezTo>
                  <a:pt x="399818" y="128394"/>
                  <a:pt x="415238" y="146810"/>
                  <a:pt x="439863" y="146810"/>
                </a:cubicBezTo>
                <a:cubicBezTo>
                  <a:pt x="460208" y="146810"/>
                  <a:pt x="476268" y="134178"/>
                  <a:pt x="485264" y="111039"/>
                </a:cubicBezTo>
                <a:lnTo>
                  <a:pt x="481837" y="109539"/>
                </a:lnTo>
                <a:moveTo>
                  <a:pt x="415666" y="78473"/>
                </a:moveTo>
                <a:cubicBezTo>
                  <a:pt x="418019" y="61828"/>
                  <a:pt x="425302" y="53930"/>
                  <a:pt x="438363" y="53930"/>
                </a:cubicBezTo>
                <a:cubicBezTo>
                  <a:pt x="451428" y="53930"/>
                  <a:pt x="456568" y="59906"/>
                  <a:pt x="459352" y="78473"/>
                </a:cubicBezTo>
                <a:lnTo>
                  <a:pt x="415666" y="78473"/>
                </a:lnTo>
                <a:close/>
                <a:moveTo>
                  <a:pt x="502177" y="144719"/>
                </a:moveTo>
                <a:lnTo>
                  <a:pt x="553574" y="144719"/>
                </a:lnTo>
                <a:lnTo>
                  <a:pt x="553574" y="141507"/>
                </a:lnTo>
                <a:cubicBezTo>
                  <a:pt x="539226" y="141079"/>
                  <a:pt x="535798" y="138082"/>
                  <a:pt x="535370" y="125450"/>
                </a:cubicBezTo>
                <a:lnTo>
                  <a:pt x="535370" y="77268"/>
                </a:lnTo>
                <a:cubicBezTo>
                  <a:pt x="535370" y="70415"/>
                  <a:pt x="544366" y="59710"/>
                  <a:pt x="550362" y="59710"/>
                </a:cubicBezTo>
                <a:cubicBezTo>
                  <a:pt x="551646" y="59710"/>
                  <a:pt x="553574" y="60782"/>
                  <a:pt x="555930" y="62922"/>
                </a:cubicBezTo>
                <a:cubicBezTo>
                  <a:pt x="559142" y="66135"/>
                  <a:pt x="561711" y="67203"/>
                  <a:pt x="564495" y="67203"/>
                </a:cubicBezTo>
                <a:cubicBezTo>
                  <a:pt x="569635" y="67203"/>
                  <a:pt x="572847" y="63563"/>
                  <a:pt x="572847" y="57570"/>
                </a:cubicBezTo>
                <a:cubicBezTo>
                  <a:pt x="572847" y="50502"/>
                  <a:pt x="568351" y="46218"/>
                  <a:pt x="561070" y="46218"/>
                </a:cubicBezTo>
                <a:cubicBezTo>
                  <a:pt x="552074" y="46218"/>
                  <a:pt x="546078" y="50930"/>
                  <a:pt x="535370" y="66347"/>
                </a:cubicBezTo>
                <a:lnTo>
                  <a:pt x="535370" y="46649"/>
                </a:lnTo>
                <a:lnTo>
                  <a:pt x="534301" y="46218"/>
                </a:lnTo>
                <a:cubicBezTo>
                  <a:pt x="522309" y="50930"/>
                  <a:pt x="514597" y="53930"/>
                  <a:pt x="502605" y="57782"/>
                </a:cubicBezTo>
                <a:lnTo>
                  <a:pt x="502605" y="61210"/>
                </a:lnTo>
                <a:cubicBezTo>
                  <a:pt x="505605" y="60566"/>
                  <a:pt x="507533" y="60351"/>
                  <a:pt x="510101" y="60351"/>
                </a:cubicBezTo>
                <a:cubicBezTo>
                  <a:pt x="515453" y="60351"/>
                  <a:pt x="517381" y="63779"/>
                  <a:pt x="517381" y="73199"/>
                </a:cubicBezTo>
                <a:lnTo>
                  <a:pt x="517381" y="126734"/>
                </a:lnTo>
                <a:cubicBezTo>
                  <a:pt x="516953" y="137867"/>
                  <a:pt x="515669" y="139154"/>
                  <a:pt x="502177" y="141507"/>
                </a:cubicBezTo>
                <a:lnTo>
                  <a:pt x="502177" y="144719"/>
                </a:lnTo>
                <a:close/>
                <a:moveTo>
                  <a:pt x="662576" y="130541"/>
                </a:moveTo>
                <a:cubicBezTo>
                  <a:pt x="658936" y="133534"/>
                  <a:pt x="656367" y="134606"/>
                  <a:pt x="653155" y="134606"/>
                </a:cubicBezTo>
                <a:cubicBezTo>
                  <a:pt x="648231" y="134606"/>
                  <a:pt x="646731" y="131609"/>
                  <a:pt x="646731" y="122195"/>
                </a:cubicBezTo>
                <a:lnTo>
                  <a:pt x="646731" y="80463"/>
                </a:lnTo>
                <a:cubicBezTo>
                  <a:pt x="646731" y="69334"/>
                  <a:pt x="645659" y="63128"/>
                  <a:pt x="642447" y="57992"/>
                </a:cubicBezTo>
                <a:cubicBezTo>
                  <a:pt x="637735" y="50290"/>
                  <a:pt x="628527" y="46218"/>
                  <a:pt x="615894" y="46218"/>
                </a:cubicBezTo>
                <a:cubicBezTo>
                  <a:pt x="595761" y="46218"/>
                  <a:pt x="579916" y="56707"/>
                  <a:pt x="579916" y="70190"/>
                </a:cubicBezTo>
                <a:cubicBezTo>
                  <a:pt x="579916" y="75114"/>
                  <a:pt x="583985" y="79392"/>
                  <a:pt x="589125" y="79392"/>
                </a:cubicBezTo>
                <a:cubicBezTo>
                  <a:pt x="594262" y="79392"/>
                  <a:pt x="598761" y="75114"/>
                  <a:pt x="598761" y="70405"/>
                </a:cubicBezTo>
                <a:cubicBezTo>
                  <a:pt x="598761" y="69549"/>
                  <a:pt x="598546" y="68478"/>
                  <a:pt x="598333" y="66981"/>
                </a:cubicBezTo>
                <a:cubicBezTo>
                  <a:pt x="597905" y="65056"/>
                  <a:pt x="597689" y="63344"/>
                  <a:pt x="597689" y="61844"/>
                </a:cubicBezTo>
                <a:cubicBezTo>
                  <a:pt x="597689" y="56067"/>
                  <a:pt x="604542" y="51358"/>
                  <a:pt x="613110" y="51358"/>
                </a:cubicBezTo>
                <a:cubicBezTo>
                  <a:pt x="623602" y="51358"/>
                  <a:pt x="629383" y="57563"/>
                  <a:pt x="629383" y="69121"/>
                </a:cubicBezTo>
                <a:lnTo>
                  <a:pt x="629383" y="82176"/>
                </a:lnTo>
                <a:cubicBezTo>
                  <a:pt x="596618" y="95230"/>
                  <a:pt x="592765" y="97155"/>
                  <a:pt x="583557" y="105288"/>
                </a:cubicBezTo>
                <a:cubicBezTo>
                  <a:pt x="578845" y="109569"/>
                  <a:pt x="575845" y="116842"/>
                  <a:pt x="575845" y="123904"/>
                </a:cubicBezTo>
                <a:cubicBezTo>
                  <a:pt x="575845" y="137390"/>
                  <a:pt x="585269" y="146810"/>
                  <a:pt x="598333" y="146810"/>
                </a:cubicBezTo>
                <a:cubicBezTo>
                  <a:pt x="607754" y="146810"/>
                  <a:pt x="616534" y="142314"/>
                  <a:pt x="629598" y="131178"/>
                </a:cubicBezTo>
                <a:cubicBezTo>
                  <a:pt x="630670" y="142530"/>
                  <a:pt x="634523" y="146810"/>
                  <a:pt x="643303" y="146810"/>
                </a:cubicBezTo>
                <a:cubicBezTo>
                  <a:pt x="650583" y="146810"/>
                  <a:pt x="655083" y="144242"/>
                  <a:pt x="662576" y="136105"/>
                </a:cubicBezTo>
                <a:lnTo>
                  <a:pt x="662576" y="130541"/>
                </a:lnTo>
                <a:moveTo>
                  <a:pt x="629383" y="118329"/>
                </a:moveTo>
                <a:cubicBezTo>
                  <a:pt x="629383" y="124754"/>
                  <a:pt x="628314" y="127110"/>
                  <a:pt x="623815" y="129681"/>
                </a:cubicBezTo>
                <a:cubicBezTo>
                  <a:pt x="618462" y="132678"/>
                  <a:pt x="612682" y="134390"/>
                  <a:pt x="608182" y="134390"/>
                </a:cubicBezTo>
                <a:cubicBezTo>
                  <a:pt x="600689" y="134390"/>
                  <a:pt x="594693" y="127110"/>
                  <a:pt x="594693" y="117901"/>
                </a:cubicBezTo>
                <a:lnTo>
                  <a:pt x="594693" y="117045"/>
                </a:lnTo>
                <a:cubicBezTo>
                  <a:pt x="594905" y="104197"/>
                  <a:pt x="604329" y="96057"/>
                  <a:pt x="629383" y="87277"/>
                </a:cubicBezTo>
                <a:lnTo>
                  <a:pt x="629383" y="118329"/>
                </a:lnTo>
                <a:close/>
                <a:moveTo>
                  <a:pt x="728962" y="77467"/>
                </a:moveTo>
                <a:lnTo>
                  <a:pt x="728106" y="48146"/>
                </a:lnTo>
                <a:lnTo>
                  <a:pt x="725750" y="48146"/>
                </a:lnTo>
                <a:cubicBezTo>
                  <a:pt x="724681" y="49862"/>
                  <a:pt x="723610" y="50502"/>
                  <a:pt x="722325" y="50502"/>
                </a:cubicBezTo>
                <a:cubicBezTo>
                  <a:pt x="721041" y="50502"/>
                  <a:pt x="718898" y="50074"/>
                  <a:pt x="716542" y="49002"/>
                </a:cubicBezTo>
                <a:cubicBezTo>
                  <a:pt x="711617" y="47290"/>
                  <a:pt x="706693" y="46218"/>
                  <a:pt x="701553" y="46218"/>
                </a:cubicBezTo>
                <a:cubicBezTo>
                  <a:pt x="684633" y="46218"/>
                  <a:pt x="672428" y="57351"/>
                  <a:pt x="672428" y="72761"/>
                </a:cubicBezTo>
                <a:cubicBezTo>
                  <a:pt x="672428" y="84744"/>
                  <a:pt x="679280" y="93305"/>
                  <a:pt x="697484" y="103579"/>
                </a:cubicBezTo>
                <a:lnTo>
                  <a:pt x="709905" y="110640"/>
                </a:lnTo>
                <a:cubicBezTo>
                  <a:pt x="717398" y="114921"/>
                  <a:pt x="721041" y="120058"/>
                  <a:pt x="721041" y="126691"/>
                </a:cubicBezTo>
                <a:cubicBezTo>
                  <a:pt x="721041" y="136109"/>
                  <a:pt x="714186" y="142102"/>
                  <a:pt x="703265" y="142102"/>
                </a:cubicBezTo>
                <a:cubicBezTo>
                  <a:pt x="688488" y="142102"/>
                  <a:pt x="680992" y="133968"/>
                  <a:pt x="676068" y="112140"/>
                </a:cubicBezTo>
                <a:lnTo>
                  <a:pt x="672640" y="112140"/>
                </a:lnTo>
                <a:lnTo>
                  <a:pt x="672640" y="145526"/>
                </a:lnTo>
                <a:lnTo>
                  <a:pt x="675424" y="145526"/>
                </a:lnTo>
                <a:cubicBezTo>
                  <a:pt x="676924" y="143386"/>
                  <a:pt x="677780" y="142958"/>
                  <a:pt x="680352" y="142958"/>
                </a:cubicBezTo>
                <a:cubicBezTo>
                  <a:pt x="682708" y="143007"/>
                  <a:pt x="685276" y="143435"/>
                  <a:pt x="690201" y="144719"/>
                </a:cubicBezTo>
                <a:cubicBezTo>
                  <a:pt x="695985" y="145954"/>
                  <a:pt x="701553" y="146810"/>
                  <a:pt x="705833" y="146810"/>
                </a:cubicBezTo>
                <a:cubicBezTo>
                  <a:pt x="722538" y="146810"/>
                  <a:pt x="736030" y="134396"/>
                  <a:pt x="736030" y="119414"/>
                </a:cubicBezTo>
                <a:cubicBezTo>
                  <a:pt x="736030" y="108716"/>
                  <a:pt x="730890" y="101651"/>
                  <a:pt x="718041" y="93949"/>
                </a:cubicBezTo>
                <a:lnTo>
                  <a:pt x="694913" y="80251"/>
                </a:lnTo>
                <a:cubicBezTo>
                  <a:pt x="688917" y="76611"/>
                  <a:pt x="685704" y="71477"/>
                  <a:pt x="685704" y="65697"/>
                </a:cubicBezTo>
                <a:cubicBezTo>
                  <a:pt x="685704" y="56923"/>
                  <a:pt x="692344" y="51146"/>
                  <a:pt x="702193" y="51146"/>
                </a:cubicBezTo>
                <a:cubicBezTo>
                  <a:pt x="714401" y="51146"/>
                  <a:pt x="720825" y="58207"/>
                  <a:pt x="725750" y="77467"/>
                </a:cubicBezTo>
                <a:lnTo>
                  <a:pt x="728962" y="774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Depthmaps">
            <a:extLst xmlns:a="http://schemas.openxmlformats.org/drawingml/2006/main">
              <a:ext uri="{FF2B5EF4-FFF2-40B4-BE49-F238E27FC236}">
                <a16:creationId xmlns:a16="http://schemas.microsoft.com/office/drawing/2014/main" id="{AA6345FE-E688-4312-BD97-621DEC28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6049" y="1448179"/>
            <a:ext cx="1019148" cy="192682"/>
          </a:xfrm>
          <a:custGeom xmlns:a="http://schemas.openxmlformats.org/drawingml/2006/main">
            <a:pathLst>
              <a:path w="1019148" h="192682">
                <a:moveTo>
                  <a:pt x="0" y="146255"/>
                </a:moveTo>
                <a:lnTo>
                  <a:pt x="60818" y="146255"/>
                </a:lnTo>
                <a:cubicBezTo>
                  <a:pt x="85662" y="146255"/>
                  <a:pt x="108147" y="139190"/>
                  <a:pt x="121424" y="127195"/>
                </a:cubicBezTo>
                <a:cubicBezTo>
                  <a:pt x="135344" y="114558"/>
                  <a:pt x="143268" y="95495"/>
                  <a:pt x="143268" y="74719"/>
                </a:cubicBezTo>
                <a:cubicBezTo>
                  <a:pt x="143268" y="55443"/>
                  <a:pt x="137056" y="38735"/>
                  <a:pt x="125064" y="26955"/>
                </a:cubicBezTo>
                <a:cubicBezTo>
                  <a:pt x="110503" y="12175"/>
                  <a:pt x="87159" y="4464"/>
                  <a:pt x="57822" y="4464"/>
                </a:cubicBezTo>
                <a:lnTo>
                  <a:pt x="0" y="4464"/>
                </a:lnTo>
                <a:lnTo>
                  <a:pt x="0" y="8535"/>
                </a:lnTo>
                <a:cubicBezTo>
                  <a:pt x="16917" y="10032"/>
                  <a:pt x="18632" y="11747"/>
                  <a:pt x="18845" y="27811"/>
                </a:cubicBezTo>
                <a:lnTo>
                  <a:pt x="18845" y="122911"/>
                </a:lnTo>
                <a:cubicBezTo>
                  <a:pt x="18632" y="138546"/>
                  <a:pt x="16061" y="141118"/>
                  <a:pt x="0" y="142187"/>
                </a:cubicBezTo>
                <a:lnTo>
                  <a:pt x="0" y="146255"/>
                </a:lnTo>
                <a:moveTo>
                  <a:pt x="40689" y="20743"/>
                </a:moveTo>
                <a:cubicBezTo>
                  <a:pt x="40689" y="14103"/>
                  <a:pt x="42829" y="12388"/>
                  <a:pt x="51825" y="12388"/>
                </a:cubicBezTo>
                <a:cubicBezTo>
                  <a:pt x="70454" y="12388"/>
                  <a:pt x="84162" y="15816"/>
                  <a:pt x="94443" y="23099"/>
                </a:cubicBezTo>
                <a:cubicBezTo>
                  <a:pt x="111144" y="34667"/>
                  <a:pt x="119924" y="53087"/>
                  <a:pt x="119924" y="76219"/>
                </a:cubicBezTo>
                <a:cubicBezTo>
                  <a:pt x="119924" y="101491"/>
                  <a:pt x="111144" y="119483"/>
                  <a:pt x="93799" y="129550"/>
                </a:cubicBezTo>
                <a:cubicBezTo>
                  <a:pt x="82878" y="135762"/>
                  <a:pt x="70454" y="138334"/>
                  <a:pt x="51825" y="138334"/>
                </a:cubicBezTo>
                <a:cubicBezTo>
                  <a:pt x="43258" y="138334"/>
                  <a:pt x="40689" y="136406"/>
                  <a:pt x="40689" y="129550"/>
                </a:cubicBezTo>
                <a:lnTo>
                  <a:pt x="40689" y="20743"/>
                </a:lnTo>
                <a:close/>
                <a:moveTo>
                  <a:pt x="243922" y="111075"/>
                </a:moveTo>
                <a:cubicBezTo>
                  <a:pt x="233645" y="127358"/>
                  <a:pt x="224433" y="133573"/>
                  <a:pt x="210729" y="133573"/>
                </a:cubicBezTo>
                <a:cubicBezTo>
                  <a:pt x="198524" y="133573"/>
                  <a:pt x="189316" y="127358"/>
                  <a:pt x="183104" y="115147"/>
                </a:cubicBezTo>
                <a:cubicBezTo>
                  <a:pt x="179248" y="107003"/>
                  <a:pt x="177751" y="100148"/>
                  <a:pt x="177323" y="86862"/>
                </a:cubicBezTo>
                <a:lnTo>
                  <a:pt x="243281" y="86862"/>
                </a:lnTo>
                <a:cubicBezTo>
                  <a:pt x="241566" y="72967"/>
                  <a:pt x="239426" y="66778"/>
                  <a:pt x="234073" y="59949"/>
                </a:cubicBezTo>
                <a:cubicBezTo>
                  <a:pt x="227646" y="52253"/>
                  <a:pt x="217797" y="47754"/>
                  <a:pt x="206661" y="47754"/>
                </a:cubicBezTo>
                <a:cubicBezTo>
                  <a:pt x="195952" y="47754"/>
                  <a:pt x="185888" y="51610"/>
                  <a:pt x="177751" y="58880"/>
                </a:cubicBezTo>
                <a:cubicBezTo>
                  <a:pt x="167684" y="67631"/>
                  <a:pt x="161903" y="82793"/>
                  <a:pt x="161903" y="100360"/>
                </a:cubicBezTo>
                <a:cubicBezTo>
                  <a:pt x="161903" y="129930"/>
                  <a:pt x="177323" y="148346"/>
                  <a:pt x="201949" y="148346"/>
                </a:cubicBezTo>
                <a:cubicBezTo>
                  <a:pt x="222293" y="148346"/>
                  <a:pt x="238354" y="135713"/>
                  <a:pt x="247350" y="112575"/>
                </a:cubicBezTo>
                <a:lnTo>
                  <a:pt x="243922" y="111075"/>
                </a:lnTo>
                <a:moveTo>
                  <a:pt x="177751" y="80009"/>
                </a:moveTo>
                <a:cubicBezTo>
                  <a:pt x="180104" y="63364"/>
                  <a:pt x="187388" y="55466"/>
                  <a:pt x="200449" y="55466"/>
                </a:cubicBezTo>
                <a:cubicBezTo>
                  <a:pt x="213513" y="55466"/>
                  <a:pt x="218653" y="61442"/>
                  <a:pt x="221437" y="80009"/>
                </a:cubicBezTo>
                <a:lnTo>
                  <a:pt x="177751" y="80009"/>
                </a:lnTo>
                <a:close/>
                <a:moveTo>
                  <a:pt x="251201" y="192682"/>
                </a:moveTo>
                <a:lnTo>
                  <a:pt x="303027" y="192682"/>
                </a:lnTo>
                <a:lnTo>
                  <a:pt x="303027" y="188830"/>
                </a:lnTo>
                <a:cubicBezTo>
                  <a:pt x="286966" y="188614"/>
                  <a:pt x="284395" y="186474"/>
                  <a:pt x="284182" y="172769"/>
                </a:cubicBezTo>
                <a:lnTo>
                  <a:pt x="284182" y="139144"/>
                </a:lnTo>
                <a:cubicBezTo>
                  <a:pt x="291891" y="146206"/>
                  <a:pt x="296815" y="148346"/>
                  <a:pt x="305811" y="148346"/>
                </a:cubicBezTo>
                <a:cubicBezTo>
                  <a:pt x="331296" y="148346"/>
                  <a:pt x="350781" y="124374"/>
                  <a:pt x="350781" y="93345"/>
                </a:cubicBezTo>
                <a:cubicBezTo>
                  <a:pt x="350781" y="66811"/>
                  <a:pt x="335792" y="47754"/>
                  <a:pt x="315019" y="47754"/>
                </a:cubicBezTo>
                <a:cubicBezTo>
                  <a:pt x="303027" y="47754"/>
                  <a:pt x="293603" y="52894"/>
                  <a:pt x="284182" y="64671"/>
                </a:cubicBezTo>
                <a:lnTo>
                  <a:pt x="284182" y="48185"/>
                </a:lnTo>
                <a:lnTo>
                  <a:pt x="282898" y="47754"/>
                </a:lnTo>
                <a:cubicBezTo>
                  <a:pt x="271334" y="52253"/>
                  <a:pt x="263838" y="55038"/>
                  <a:pt x="252058" y="58678"/>
                </a:cubicBezTo>
                <a:lnTo>
                  <a:pt x="252058" y="62102"/>
                </a:lnTo>
                <a:cubicBezTo>
                  <a:pt x="253985" y="61890"/>
                  <a:pt x="255270" y="61890"/>
                  <a:pt x="257413" y="61890"/>
                </a:cubicBezTo>
                <a:cubicBezTo>
                  <a:pt x="264694" y="61890"/>
                  <a:pt x="266194" y="64030"/>
                  <a:pt x="266194" y="74088"/>
                </a:cubicBezTo>
                <a:lnTo>
                  <a:pt x="266194" y="174259"/>
                </a:lnTo>
                <a:cubicBezTo>
                  <a:pt x="266194" y="185611"/>
                  <a:pt x="263838" y="187751"/>
                  <a:pt x="251201" y="189035"/>
                </a:cubicBezTo>
                <a:lnTo>
                  <a:pt x="251201" y="192682"/>
                </a:lnTo>
                <a:moveTo>
                  <a:pt x="284182" y="74729"/>
                </a:moveTo>
                <a:cubicBezTo>
                  <a:pt x="284182" y="68311"/>
                  <a:pt x="296175" y="60606"/>
                  <a:pt x="306023" y="60606"/>
                </a:cubicBezTo>
                <a:cubicBezTo>
                  <a:pt x="321872" y="60606"/>
                  <a:pt x="332364" y="76869"/>
                  <a:pt x="332364" y="101909"/>
                </a:cubicBezTo>
                <a:cubicBezTo>
                  <a:pt x="332364" y="125433"/>
                  <a:pt x="321872" y="141494"/>
                  <a:pt x="306455" y="141494"/>
                </a:cubicBezTo>
                <a:cubicBezTo>
                  <a:pt x="296387" y="141494"/>
                  <a:pt x="284182" y="133785"/>
                  <a:pt x="284182" y="127361"/>
                </a:cubicBezTo>
                <a:lnTo>
                  <a:pt x="284182" y="74729"/>
                </a:lnTo>
                <a:close/>
                <a:moveTo>
                  <a:pt x="411815" y="49845"/>
                </a:moveTo>
                <a:lnTo>
                  <a:pt x="390186" y="49845"/>
                </a:lnTo>
                <a:lnTo>
                  <a:pt x="390186" y="25004"/>
                </a:lnTo>
                <a:cubicBezTo>
                  <a:pt x="390186" y="22864"/>
                  <a:pt x="389758" y="22220"/>
                  <a:pt x="388686" y="22220"/>
                </a:cubicBezTo>
                <a:cubicBezTo>
                  <a:pt x="376266" y="40209"/>
                  <a:pt x="369841" y="47492"/>
                  <a:pt x="363633" y="51133"/>
                </a:cubicBezTo>
                <a:cubicBezTo>
                  <a:pt x="361277" y="52629"/>
                  <a:pt x="359989" y="53917"/>
                  <a:pt x="359989" y="55201"/>
                </a:cubicBezTo>
                <a:cubicBezTo>
                  <a:pt x="359989" y="55845"/>
                  <a:pt x="360205" y="56273"/>
                  <a:pt x="360849" y="56701"/>
                </a:cubicBezTo>
                <a:lnTo>
                  <a:pt x="372197" y="56701"/>
                </a:lnTo>
                <a:lnTo>
                  <a:pt x="372197" y="121153"/>
                </a:lnTo>
                <a:cubicBezTo>
                  <a:pt x="372197" y="139138"/>
                  <a:pt x="378622" y="148346"/>
                  <a:pt x="391258" y="148346"/>
                </a:cubicBezTo>
                <a:cubicBezTo>
                  <a:pt x="401750" y="148346"/>
                  <a:pt x="409887" y="143209"/>
                  <a:pt x="416955" y="132073"/>
                </a:cubicBezTo>
                <a:lnTo>
                  <a:pt x="414171" y="129717"/>
                </a:lnTo>
                <a:cubicBezTo>
                  <a:pt x="409459" y="135285"/>
                  <a:pt x="406034" y="137213"/>
                  <a:pt x="401322" y="137213"/>
                </a:cubicBezTo>
                <a:cubicBezTo>
                  <a:pt x="393398" y="137213"/>
                  <a:pt x="390186" y="131429"/>
                  <a:pt x="390186" y="117940"/>
                </a:cubicBezTo>
                <a:lnTo>
                  <a:pt x="390186" y="56701"/>
                </a:lnTo>
                <a:lnTo>
                  <a:pt x="411815" y="56701"/>
                </a:lnTo>
                <a:lnTo>
                  <a:pt x="411815" y="49845"/>
                </a:lnTo>
                <a:close/>
                <a:moveTo>
                  <a:pt x="514611" y="143043"/>
                </a:moveTo>
                <a:cubicBezTo>
                  <a:pt x="503047" y="141118"/>
                  <a:pt x="501975" y="139618"/>
                  <a:pt x="501760" y="124414"/>
                </a:cubicBezTo>
                <a:lnTo>
                  <a:pt x="501760" y="81803"/>
                </a:lnTo>
                <a:cubicBezTo>
                  <a:pt x="501760" y="59318"/>
                  <a:pt x="492979" y="47754"/>
                  <a:pt x="475419" y="47754"/>
                </a:cubicBezTo>
                <a:cubicBezTo>
                  <a:pt x="462786" y="47754"/>
                  <a:pt x="453790" y="52894"/>
                  <a:pt x="443941" y="65742"/>
                </a:cubicBezTo>
                <a:lnTo>
                  <a:pt x="443941" y="644"/>
                </a:lnTo>
                <a:lnTo>
                  <a:pt x="442869" y="0"/>
                </a:lnTo>
                <a:cubicBezTo>
                  <a:pt x="435373" y="2568"/>
                  <a:pt x="430021" y="4284"/>
                  <a:pt x="418241" y="7708"/>
                </a:cubicBezTo>
                <a:lnTo>
                  <a:pt x="412460" y="9424"/>
                </a:lnTo>
                <a:lnTo>
                  <a:pt x="412460" y="12849"/>
                </a:lnTo>
                <a:cubicBezTo>
                  <a:pt x="413317" y="12636"/>
                  <a:pt x="413745" y="12636"/>
                  <a:pt x="415029" y="12636"/>
                </a:cubicBezTo>
                <a:cubicBezTo>
                  <a:pt x="424237" y="12636"/>
                  <a:pt x="425953" y="14348"/>
                  <a:pt x="425953" y="23557"/>
                </a:cubicBezTo>
                <a:lnTo>
                  <a:pt x="425953" y="124414"/>
                </a:lnTo>
                <a:cubicBezTo>
                  <a:pt x="425525" y="139831"/>
                  <a:pt x="424453" y="141546"/>
                  <a:pt x="412245" y="143043"/>
                </a:cubicBezTo>
                <a:lnTo>
                  <a:pt x="412245" y="146255"/>
                </a:lnTo>
                <a:lnTo>
                  <a:pt x="458502" y="146255"/>
                </a:lnTo>
                <a:lnTo>
                  <a:pt x="458502" y="143043"/>
                </a:lnTo>
                <a:cubicBezTo>
                  <a:pt x="446082" y="141974"/>
                  <a:pt x="444369" y="139618"/>
                  <a:pt x="443941" y="124414"/>
                </a:cubicBezTo>
                <a:lnTo>
                  <a:pt x="443941" y="72810"/>
                </a:lnTo>
                <a:cubicBezTo>
                  <a:pt x="452934" y="62958"/>
                  <a:pt x="459358" y="59318"/>
                  <a:pt x="467926" y="59318"/>
                </a:cubicBezTo>
                <a:cubicBezTo>
                  <a:pt x="478419" y="59318"/>
                  <a:pt x="483771" y="67030"/>
                  <a:pt x="483771" y="82019"/>
                </a:cubicBezTo>
                <a:lnTo>
                  <a:pt x="483771" y="124414"/>
                </a:lnTo>
                <a:cubicBezTo>
                  <a:pt x="483343" y="139618"/>
                  <a:pt x="481415" y="141974"/>
                  <a:pt x="469210" y="143043"/>
                </a:cubicBezTo>
                <a:lnTo>
                  <a:pt x="469210" y="146255"/>
                </a:lnTo>
                <a:lnTo>
                  <a:pt x="514611" y="146255"/>
                </a:lnTo>
                <a:lnTo>
                  <a:pt x="514611" y="143043"/>
                </a:lnTo>
                <a:close/>
                <a:moveTo>
                  <a:pt x="574357" y="146255"/>
                </a:moveTo>
                <a:lnTo>
                  <a:pt x="621899" y="146255"/>
                </a:lnTo>
                <a:lnTo>
                  <a:pt x="621899" y="143043"/>
                </a:lnTo>
                <a:cubicBezTo>
                  <a:pt x="610978" y="142830"/>
                  <a:pt x="607551" y="140474"/>
                  <a:pt x="607338" y="131910"/>
                </a:cubicBezTo>
                <a:lnTo>
                  <a:pt x="607338" y="71526"/>
                </a:lnTo>
                <a:cubicBezTo>
                  <a:pt x="607338" y="71098"/>
                  <a:pt x="609050" y="68955"/>
                  <a:pt x="610550" y="67458"/>
                </a:cubicBezTo>
                <a:cubicBezTo>
                  <a:pt x="615903" y="62530"/>
                  <a:pt x="625111" y="58890"/>
                  <a:pt x="632607" y="58890"/>
                </a:cubicBezTo>
                <a:cubicBezTo>
                  <a:pt x="642028" y="58890"/>
                  <a:pt x="646740" y="66386"/>
                  <a:pt x="646740" y="81375"/>
                </a:cubicBezTo>
                <a:lnTo>
                  <a:pt x="646740" y="127842"/>
                </a:lnTo>
                <a:cubicBezTo>
                  <a:pt x="646312" y="140046"/>
                  <a:pt x="644172" y="142402"/>
                  <a:pt x="632179" y="143043"/>
                </a:cubicBezTo>
                <a:lnTo>
                  <a:pt x="632179" y="146255"/>
                </a:lnTo>
                <a:lnTo>
                  <a:pt x="680149" y="146255"/>
                </a:lnTo>
                <a:lnTo>
                  <a:pt x="680149" y="143043"/>
                </a:lnTo>
                <a:cubicBezTo>
                  <a:pt x="668156" y="143043"/>
                  <a:pt x="665157" y="139618"/>
                  <a:pt x="664728" y="125914"/>
                </a:cubicBezTo>
                <a:lnTo>
                  <a:pt x="664728" y="71954"/>
                </a:lnTo>
                <a:cubicBezTo>
                  <a:pt x="671153" y="62746"/>
                  <a:pt x="678008" y="58890"/>
                  <a:pt x="688073" y="58890"/>
                </a:cubicBezTo>
                <a:cubicBezTo>
                  <a:pt x="700278" y="58890"/>
                  <a:pt x="704133" y="64674"/>
                  <a:pt x="704133" y="82447"/>
                </a:cubicBezTo>
                <a:lnTo>
                  <a:pt x="704133" y="127626"/>
                </a:lnTo>
                <a:cubicBezTo>
                  <a:pt x="703705" y="140262"/>
                  <a:pt x="702421" y="141759"/>
                  <a:pt x="690001" y="143043"/>
                </a:cubicBezTo>
                <a:lnTo>
                  <a:pt x="690001" y="146255"/>
                </a:lnTo>
                <a:lnTo>
                  <a:pt x="736899" y="146255"/>
                </a:lnTo>
                <a:lnTo>
                  <a:pt x="736899" y="143043"/>
                </a:lnTo>
                <a:lnTo>
                  <a:pt x="731330" y="142615"/>
                </a:lnTo>
                <a:cubicBezTo>
                  <a:pt x="724478" y="141546"/>
                  <a:pt x="722122" y="138334"/>
                  <a:pt x="722122" y="129982"/>
                </a:cubicBezTo>
                <a:lnTo>
                  <a:pt x="722122" y="85871"/>
                </a:lnTo>
                <a:cubicBezTo>
                  <a:pt x="722122" y="60606"/>
                  <a:pt x="713770" y="47754"/>
                  <a:pt x="697281" y="47754"/>
                </a:cubicBezTo>
                <a:cubicBezTo>
                  <a:pt x="684861" y="47754"/>
                  <a:pt x="673937" y="53322"/>
                  <a:pt x="662372" y="65742"/>
                </a:cubicBezTo>
                <a:cubicBezTo>
                  <a:pt x="658520" y="53538"/>
                  <a:pt x="651240" y="47754"/>
                  <a:pt x="639675" y="47754"/>
                </a:cubicBezTo>
                <a:cubicBezTo>
                  <a:pt x="630036" y="47754"/>
                  <a:pt x="624255" y="50538"/>
                  <a:pt x="606479" y="64246"/>
                </a:cubicBezTo>
                <a:lnTo>
                  <a:pt x="606479" y="48185"/>
                </a:lnTo>
                <a:lnTo>
                  <a:pt x="604982" y="47754"/>
                </a:lnTo>
                <a:cubicBezTo>
                  <a:pt x="593630" y="51825"/>
                  <a:pt x="586350" y="54181"/>
                  <a:pt x="575001" y="57394"/>
                </a:cubicBezTo>
                <a:lnTo>
                  <a:pt x="575001" y="61034"/>
                </a:lnTo>
                <a:cubicBezTo>
                  <a:pt x="577570" y="60390"/>
                  <a:pt x="579498" y="60178"/>
                  <a:pt x="581854" y="60178"/>
                </a:cubicBezTo>
                <a:cubicBezTo>
                  <a:pt x="587422" y="60178"/>
                  <a:pt x="589350" y="63602"/>
                  <a:pt x="589350" y="73879"/>
                </a:cubicBezTo>
                <a:lnTo>
                  <a:pt x="589350" y="128054"/>
                </a:lnTo>
                <a:cubicBezTo>
                  <a:pt x="588922" y="140046"/>
                  <a:pt x="586137" y="143043"/>
                  <a:pt x="574357" y="143043"/>
                </a:cubicBezTo>
                <a:lnTo>
                  <a:pt x="574357" y="146255"/>
                </a:lnTo>
                <a:close/>
                <a:moveTo>
                  <a:pt x="838618" y="132076"/>
                </a:moveTo>
                <a:cubicBezTo>
                  <a:pt x="834977" y="135070"/>
                  <a:pt x="832409" y="136141"/>
                  <a:pt x="829197" y="136141"/>
                </a:cubicBezTo>
                <a:cubicBezTo>
                  <a:pt x="824273" y="136141"/>
                  <a:pt x="822773" y="133145"/>
                  <a:pt x="822773" y="123731"/>
                </a:cubicBezTo>
                <a:lnTo>
                  <a:pt x="822773" y="81999"/>
                </a:lnTo>
                <a:cubicBezTo>
                  <a:pt x="822773" y="70869"/>
                  <a:pt x="821701" y="64664"/>
                  <a:pt x="818489" y="59527"/>
                </a:cubicBezTo>
                <a:cubicBezTo>
                  <a:pt x="813777" y="51825"/>
                  <a:pt x="804568" y="47754"/>
                  <a:pt x="791936" y="47754"/>
                </a:cubicBezTo>
                <a:cubicBezTo>
                  <a:pt x="771803" y="47754"/>
                  <a:pt x="755958" y="58243"/>
                  <a:pt x="755958" y="71726"/>
                </a:cubicBezTo>
                <a:cubicBezTo>
                  <a:pt x="755958" y="76650"/>
                  <a:pt x="760027" y="80927"/>
                  <a:pt x="765167" y="80927"/>
                </a:cubicBezTo>
                <a:cubicBezTo>
                  <a:pt x="770304" y="80927"/>
                  <a:pt x="774803" y="76650"/>
                  <a:pt x="774803" y="71941"/>
                </a:cubicBezTo>
                <a:cubicBezTo>
                  <a:pt x="774803" y="71085"/>
                  <a:pt x="774587" y="70013"/>
                  <a:pt x="774375" y="68517"/>
                </a:cubicBezTo>
                <a:cubicBezTo>
                  <a:pt x="773947" y="66592"/>
                  <a:pt x="773731" y="64880"/>
                  <a:pt x="773731" y="63380"/>
                </a:cubicBezTo>
                <a:cubicBezTo>
                  <a:pt x="773731" y="57603"/>
                  <a:pt x="780584" y="52894"/>
                  <a:pt x="789152" y="52894"/>
                </a:cubicBezTo>
                <a:cubicBezTo>
                  <a:pt x="799644" y="52894"/>
                  <a:pt x="805425" y="59099"/>
                  <a:pt x="805425" y="70657"/>
                </a:cubicBezTo>
                <a:lnTo>
                  <a:pt x="805425" y="83711"/>
                </a:lnTo>
                <a:cubicBezTo>
                  <a:pt x="772660" y="96766"/>
                  <a:pt x="768807" y="98691"/>
                  <a:pt x="759599" y="106824"/>
                </a:cubicBezTo>
                <a:cubicBezTo>
                  <a:pt x="754887" y="111104"/>
                  <a:pt x="751887" y="118378"/>
                  <a:pt x="751887" y="125440"/>
                </a:cubicBezTo>
                <a:cubicBezTo>
                  <a:pt x="751887" y="138925"/>
                  <a:pt x="761311" y="148346"/>
                  <a:pt x="774375" y="148346"/>
                </a:cubicBezTo>
                <a:cubicBezTo>
                  <a:pt x="783796" y="148346"/>
                  <a:pt x="792576" y="143850"/>
                  <a:pt x="805640" y="132714"/>
                </a:cubicBezTo>
                <a:cubicBezTo>
                  <a:pt x="806712" y="144066"/>
                  <a:pt x="810565" y="148346"/>
                  <a:pt x="819345" y="148346"/>
                </a:cubicBezTo>
                <a:cubicBezTo>
                  <a:pt x="826625" y="148346"/>
                  <a:pt x="831125" y="145778"/>
                  <a:pt x="838618" y="137641"/>
                </a:cubicBezTo>
                <a:lnTo>
                  <a:pt x="838618" y="132076"/>
                </a:lnTo>
                <a:moveTo>
                  <a:pt x="805425" y="119865"/>
                </a:moveTo>
                <a:cubicBezTo>
                  <a:pt x="805425" y="126289"/>
                  <a:pt x="804356" y="128645"/>
                  <a:pt x="799856" y="131217"/>
                </a:cubicBezTo>
                <a:cubicBezTo>
                  <a:pt x="794504" y="134213"/>
                  <a:pt x="788723" y="135926"/>
                  <a:pt x="784224" y="135926"/>
                </a:cubicBezTo>
                <a:cubicBezTo>
                  <a:pt x="776731" y="135926"/>
                  <a:pt x="770735" y="128645"/>
                  <a:pt x="770735" y="119437"/>
                </a:cubicBezTo>
                <a:lnTo>
                  <a:pt x="770735" y="118581"/>
                </a:lnTo>
                <a:cubicBezTo>
                  <a:pt x="770947" y="105732"/>
                  <a:pt x="780371" y="97593"/>
                  <a:pt x="805425" y="88812"/>
                </a:cubicBezTo>
                <a:lnTo>
                  <a:pt x="805425" y="119865"/>
                </a:lnTo>
                <a:close/>
                <a:moveTo>
                  <a:pt x="838619" y="192682"/>
                </a:moveTo>
                <a:lnTo>
                  <a:pt x="890444" y="192682"/>
                </a:lnTo>
                <a:lnTo>
                  <a:pt x="890444" y="188830"/>
                </a:lnTo>
                <a:cubicBezTo>
                  <a:pt x="874383" y="188614"/>
                  <a:pt x="871812" y="186474"/>
                  <a:pt x="871599" y="172769"/>
                </a:cubicBezTo>
                <a:lnTo>
                  <a:pt x="871599" y="139144"/>
                </a:lnTo>
                <a:cubicBezTo>
                  <a:pt x="879308" y="146206"/>
                  <a:pt x="884232" y="148346"/>
                  <a:pt x="893228" y="148346"/>
                </a:cubicBezTo>
                <a:cubicBezTo>
                  <a:pt x="918713" y="148346"/>
                  <a:pt x="938198" y="124374"/>
                  <a:pt x="938198" y="93345"/>
                </a:cubicBezTo>
                <a:cubicBezTo>
                  <a:pt x="938198" y="66811"/>
                  <a:pt x="923209" y="47754"/>
                  <a:pt x="902436" y="47754"/>
                </a:cubicBezTo>
                <a:cubicBezTo>
                  <a:pt x="890444" y="47754"/>
                  <a:pt x="881020" y="52894"/>
                  <a:pt x="871599" y="64671"/>
                </a:cubicBezTo>
                <a:lnTo>
                  <a:pt x="871599" y="48185"/>
                </a:lnTo>
                <a:lnTo>
                  <a:pt x="870315" y="47754"/>
                </a:lnTo>
                <a:cubicBezTo>
                  <a:pt x="858751" y="52253"/>
                  <a:pt x="851255" y="55038"/>
                  <a:pt x="839475" y="58678"/>
                </a:cubicBezTo>
                <a:lnTo>
                  <a:pt x="839475" y="62102"/>
                </a:lnTo>
                <a:cubicBezTo>
                  <a:pt x="841403" y="61890"/>
                  <a:pt x="842687" y="61890"/>
                  <a:pt x="844830" y="61890"/>
                </a:cubicBezTo>
                <a:cubicBezTo>
                  <a:pt x="852111" y="61890"/>
                  <a:pt x="853611" y="64030"/>
                  <a:pt x="853611" y="74088"/>
                </a:cubicBezTo>
                <a:lnTo>
                  <a:pt x="853611" y="174259"/>
                </a:lnTo>
                <a:cubicBezTo>
                  <a:pt x="853611" y="185611"/>
                  <a:pt x="851255" y="187751"/>
                  <a:pt x="838619" y="189035"/>
                </a:cubicBezTo>
                <a:lnTo>
                  <a:pt x="838619" y="192682"/>
                </a:lnTo>
                <a:moveTo>
                  <a:pt x="871599" y="74729"/>
                </a:moveTo>
                <a:cubicBezTo>
                  <a:pt x="871599" y="68311"/>
                  <a:pt x="883592" y="60606"/>
                  <a:pt x="893440" y="60606"/>
                </a:cubicBezTo>
                <a:cubicBezTo>
                  <a:pt x="909289" y="60606"/>
                  <a:pt x="919781" y="76869"/>
                  <a:pt x="919781" y="101909"/>
                </a:cubicBezTo>
                <a:cubicBezTo>
                  <a:pt x="919781" y="125433"/>
                  <a:pt x="909289" y="141494"/>
                  <a:pt x="893872" y="141494"/>
                </a:cubicBezTo>
                <a:cubicBezTo>
                  <a:pt x="883804" y="141494"/>
                  <a:pt x="871599" y="133785"/>
                  <a:pt x="871599" y="127361"/>
                </a:cubicBezTo>
                <a:lnTo>
                  <a:pt x="871599" y="74729"/>
                </a:lnTo>
                <a:close/>
                <a:moveTo>
                  <a:pt x="1012080" y="79003"/>
                </a:moveTo>
                <a:lnTo>
                  <a:pt x="1011224" y="49682"/>
                </a:lnTo>
                <a:lnTo>
                  <a:pt x="1008868" y="49682"/>
                </a:lnTo>
                <a:cubicBezTo>
                  <a:pt x="1007799" y="51397"/>
                  <a:pt x="1006728" y="52038"/>
                  <a:pt x="1005443" y="52038"/>
                </a:cubicBezTo>
                <a:cubicBezTo>
                  <a:pt x="1004159" y="52038"/>
                  <a:pt x="1002016" y="51610"/>
                  <a:pt x="999660" y="50538"/>
                </a:cubicBezTo>
                <a:cubicBezTo>
                  <a:pt x="994735" y="48826"/>
                  <a:pt x="989811" y="47754"/>
                  <a:pt x="984671" y="47754"/>
                </a:cubicBezTo>
                <a:cubicBezTo>
                  <a:pt x="967751" y="47754"/>
                  <a:pt x="955546" y="58887"/>
                  <a:pt x="955546" y="74297"/>
                </a:cubicBezTo>
                <a:cubicBezTo>
                  <a:pt x="955546" y="86280"/>
                  <a:pt x="962398" y="94841"/>
                  <a:pt x="980603" y="105115"/>
                </a:cubicBezTo>
                <a:lnTo>
                  <a:pt x="993023" y="112176"/>
                </a:lnTo>
                <a:cubicBezTo>
                  <a:pt x="1000516" y="116457"/>
                  <a:pt x="1004159" y="121594"/>
                  <a:pt x="1004159" y="128227"/>
                </a:cubicBezTo>
                <a:cubicBezTo>
                  <a:pt x="1004159" y="137645"/>
                  <a:pt x="997304" y="143637"/>
                  <a:pt x="986383" y="143637"/>
                </a:cubicBezTo>
                <a:cubicBezTo>
                  <a:pt x="971607" y="143637"/>
                  <a:pt x="964111" y="135504"/>
                  <a:pt x="959186" y="113676"/>
                </a:cubicBezTo>
                <a:lnTo>
                  <a:pt x="955758" y="113676"/>
                </a:lnTo>
                <a:lnTo>
                  <a:pt x="955758" y="147062"/>
                </a:lnTo>
                <a:lnTo>
                  <a:pt x="958542" y="147062"/>
                </a:lnTo>
                <a:cubicBezTo>
                  <a:pt x="960042" y="144922"/>
                  <a:pt x="960898" y="144494"/>
                  <a:pt x="963470" y="144494"/>
                </a:cubicBezTo>
                <a:cubicBezTo>
                  <a:pt x="965826" y="144543"/>
                  <a:pt x="968395" y="144971"/>
                  <a:pt x="973319" y="146255"/>
                </a:cubicBezTo>
                <a:cubicBezTo>
                  <a:pt x="979103" y="147490"/>
                  <a:pt x="984671" y="148346"/>
                  <a:pt x="988951" y="148346"/>
                </a:cubicBezTo>
                <a:cubicBezTo>
                  <a:pt x="1005656" y="148346"/>
                  <a:pt x="1019148" y="135932"/>
                  <a:pt x="1019148" y="120950"/>
                </a:cubicBezTo>
                <a:cubicBezTo>
                  <a:pt x="1019148" y="110252"/>
                  <a:pt x="1014008" y="103187"/>
                  <a:pt x="1001160" y="95485"/>
                </a:cubicBezTo>
                <a:lnTo>
                  <a:pt x="978031" y="81787"/>
                </a:lnTo>
                <a:cubicBezTo>
                  <a:pt x="972035" y="78147"/>
                  <a:pt x="968823" y="73013"/>
                  <a:pt x="968823" y="67233"/>
                </a:cubicBezTo>
                <a:cubicBezTo>
                  <a:pt x="968823" y="58459"/>
                  <a:pt x="975462" y="52682"/>
                  <a:pt x="985311" y="52682"/>
                </a:cubicBezTo>
                <a:cubicBezTo>
                  <a:pt x="997519" y="52682"/>
                  <a:pt x="1003944" y="59743"/>
                  <a:pt x="1008868" y="79003"/>
                </a:cubicBezTo>
                <a:lnTo>
                  <a:pt x="1012080" y="790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A5125C-4B77-4652-9217-0FD489E1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489" y="4559621"/>
            <a:ext cx="1121949" cy="436660"/>
          </a:xfrm>
          <a:custGeom xmlns:a="http://schemas.openxmlformats.org/drawingml/2006/main">
            <a:pathLst>
              <a:path w="1121949" h="436660" fill="none">
                <a:moveTo>
                  <a:pt x="1121949" y="436660"/>
                </a:moveTo>
                <a:lnTo>
                  <a:pt x="1121949" y="0"/>
                </a:lnTo>
                <a:lnTo>
                  <a:pt x="0" y="0"/>
                </a:lnTo>
                <a:lnTo>
                  <a:pt x="0" y="436660"/>
                </a:lnTo>
              </a:path>
            </a:pathLst>
          </a:custGeom>
          <a:noFill xmlns:a="http://schemas.openxmlformats.org/drawingml/2006/main"/>
          <a:ln xmlns:a="http://schemas.openxmlformats.org/drawingml/2006/main" w="2493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54" name="Text ×𝐿times">
            <a:extLst xmlns:a="http://schemas.openxmlformats.org/drawingml/2006/main">
              <a:ext uri="{FF2B5EF4-FFF2-40B4-BE49-F238E27FC236}">
                <a16:creationId xmlns:a16="http://schemas.microsoft.com/office/drawing/2014/main" id="{DEFC54F8-442B-476D-BB07-06833AF5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343" y="4695378"/>
            <a:ext cx="861995" cy="148057"/>
          </a:xfrm>
          <a:custGeom xmlns:a="http://schemas.openxmlformats.org/drawingml/2006/main">
            <a:pathLst>
              <a:path w="861995" h="148057">
                <a:moveTo>
                  <a:pt x="68244" y="85031"/>
                </a:moveTo>
                <a:lnTo>
                  <a:pt x="115096" y="132405"/>
                </a:lnTo>
                <a:lnTo>
                  <a:pt x="104661" y="142840"/>
                </a:lnTo>
                <a:lnTo>
                  <a:pt x="57913" y="95153"/>
                </a:lnTo>
                <a:lnTo>
                  <a:pt x="9704" y="142423"/>
                </a:lnTo>
                <a:lnTo>
                  <a:pt x="0" y="132614"/>
                </a:lnTo>
                <a:lnTo>
                  <a:pt x="47687" y="85031"/>
                </a:lnTo>
                <a:lnTo>
                  <a:pt x="209" y="38178"/>
                </a:lnTo>
                <a:lnTo>
                  <a:pt x="10644" y="27744"/>
                </a:lnTo>
                <a:lnTo>
                  <a:pt x="57913" y="74909"/>
                </a:lnTo>
                <a:lnTo>
                  <a:pt x="105183" y="27744"/>
                </a:lnTo>
                <a:lnTo>
                  <a:pt x="114992" y="37448"/>
                </a:lnTo>
                <a:lnTo>
                  <a:pt x="68244" y="85031"/>
                </a:lnTo>
                <a:close/>
                <a:moveTo>
                  <a:pt x="236212" y="140857"/>
                </a:moveTo>
                <a:cubicBezTo>
                  <a:pt x="238856" y="140440"/>
                  <a:pt x="240838" y="139762"/>
                  <a:pt x="242160" y="138823"/>
                </a:cubicBezTo>
                <a:cubicBezTo>
                  <a:pt x="243482" y="137883"/>
                  <a:pt x="244595" y="136579"/>
                  <a:pt x="245499" y="134909"/>
                </a:cubicBezTo>
                <a:cubicBezTo>
                  <a:pt x="246404" y="133240"/>
                  <a:pt x="247238" y="131205"/>
                  <a:pt x="248004" y="128805"/>
                </a:cubicBezTo>
                <a:cubicBezTo>
                  <a:pt x="248769" y="126405"/>
                  <a:pt x="249917" y="121762"/>
                  <a:pt x="251447" y="114875"/>
                </a:cubicBezTo>
                <a:lnTo>
                  <a:pt x="269186" y="34526"/>
                </a:lnTo>
                <a:cubicBezTo>
                  <a:pt x="270717" y="27570"/>
                  <a:pt x="271482" y="21970"/>
                  <a:pt x="271482" y="17726"/>
                </a:cubicBezTo>
                <a:cubicBezTo>
                  <a:pt x="271482" y="14457"/>
                  <a:pt x="270665" y="12178"/>
                  <a:pt x="269030" y="10891"/>
                </a:cubicBezTo>
                <a:cubicBezTo>
                  <a:pt x="267395" y="9604"/>
                  <a:pt x="264804" y="8857"/>
                  <a:pt x="261256" y="8648"/>
                </a:cubicBezTo>
                <a:lnTo>
                  <a:pt x="262404" y="3535"/>
                </a:lnTo>
                <a:lnTo>
                  <a:pt x="304143" y="3535"/>
                </a:lnTo>
                <a:lnTo>
                  <a:pt x="302995" y="8648"/>
                </a:lnTo>
                <a:cubicBezTo>
                  <a:pt x="300352" y="9204"/>
                  <a:pt x="298456" y="9830"/>
                  <a:pt x="297308" y="10526"/>
                </a:cubicBezTo>
                <a:cubicBezTo>
                  <a:pt x="296160" y="11222"/>
                  <a:pt x="295134" y="12265"/>
                  <a:pt x="294230" y="13657"/>
                </a:cubicBezTo>
                <a:cubicBezTo>
                  <a:pt x="293326" y="15048"/>
                  <a:pt x="292386" y="17222"/>
                  <a:pt x="291413" y="20178"/>
                </a:cubicBezTo>
                <a:cubicBezTo>
                  <a:pt x="290439" y="23135"/>
                  <a:pt x="289221" y="27952"/>
                  <a:pt x="287760" y="34631"/>
                </a:cubicBezTo>
                <a:lnTo>
                  <a:pt x="265430" y="136370"/>
                </a:lnTo>
                <a:lnTo>
                  <a:pt x="291100" y="136370"/>
                </a:lnTo>
                <a:cubicBezTo>
                  <a:pt x="295760" y="136370"/>
                  <a:pt x="299430" y="135918"/>
                  <a:pt x="302108" y="135014"/>
                </a:cubicBezTo>
                <a:cubicBezTo>
                  <a:pt x="304787" y="134109"/>
                  <a:pt x="307326" y="132457"/>
                  <a:pt x="309726" y="130057"/>
                </a:cubicBezTo>
                <a:cubicBezTo>
                  <a:pt x="312126" y="127657"/>
                  <a:pt x="314474" y="124405"/>
                  <a:pt x="316769" y="120301"/>
                </a:cubicBezTo>
                <a:cubicBezTo>
                  <a:pt x="319065" y="116196"/>
                  <a:pt x="321395" y="111083"/>
                  <a:pt x="323761" y="104961"/>
                </a:cubicBezTo>
                <a:lnTo>
                  <a:pt x="333882" y="104961"/>
                </a:lnTo>
                <a:lnTo>
                  <a:pt x="323343" y="145970"/>
                </a:lnTo>
                <a:lnTo>
                  <a:pt x="235064" y="145970"/>
                </a:lnTo>
                <a:lnTo>
                  <a:pt x="236212" y="140857"/>
                </a:lnTo>
                <a:close/>
                <a:moveTo>
                  <a:pt x="455108" y="49761"/>
                </a:moveTo>
                <a:lnTo>
                  <a:pt x="433524" y="49761"/>
                </a:lnTo>
                <a:lnTo>
                  <a:pt x="433524" y="24972"/>
                </a:lnTo>
                <a:cubicBezTo>
                  <a:pt x="433524" y="22836"/>
                  <a:pt x="433097" y="22194"/>
                  <a:pt x="432028" y="22194"/>
                </a:cubicBezTo>
                <a:cubicBezTo>
                  <a:pt x="419633" y="40145"/>
                  <a:pt x="413222" y="47413"/>
                  <a:pt x="407026" y="51046"/>
                </a:cubicBezTo>
                <a:cubicBezTo>
                  <a:pt x="404675" y="52539"/>
                  <a:pt x="403390" y="53824"/>
                  <a:pt x="403390" y="55106"/>
                </a:cubicBezTo>
                <a:cubicBezTo>
                  <a:pt x="403390" y="55748"/>
                  <a:pt x="403606" y="56175"/>
                  <a:pt x="404248" y="56603"/>
                </a:cubicBezTo>
                <a:lnTo>
                  <a:pt x="415573" y="56603"/>
                </a:lnTo>
                <a:lnTo>
                  <a:pt x="415573" y="120920"/>
                </a:lnTo>
                <a:cubicBezTo>
                  <a:pt x="415573" y="138868"/>
                  <a:pt x="421984" y="148057"/>
                  <a:pt x="434594" y="148057"/>
                </a:cubicBezTo>
                <a:cubicBezTo>
                  <a:pt x="445065" y="148057"/>
                  <a:pt x="453184" y="142931"/>
                  <a:pt x="460237" y="131818"/>
                </a:cubicBezTo>
                <a:lnTo>
                  <a:pt x="457459" y="129467"/>
                </a:lnTo>
                <a:cubicBezTo>
                  <a:pt x="452757" y="135024"/>
                  <a:pt x="449340" y="136948"/>
                  <a:pt x="444637" y="136948"/>
                </a:cubicBezTo>
                <a:cubicBezTo>
                  <a:pt x="436730" y="136948"/>
                  <a:pt x="433524" y="131176"/>
                  <a:pt x="433524" y="117715"/>
                </a:cubicBezTo>
                <a:lnTo>
                  <a:pt x="433524" y="56603"/>
                </a:lnTo>
                <a:lnTo>
                  <a:pt x="455108" y="56603"/>
                </a:lnTo>
                <a:lnTo>
                  <a:pt x="455108" y="49761"/>
                </a:lnTo>
                <a:close/>
                <a:moveTo>
                  <a:pt x="470704" y="145970"/>
                </a:moveTo>
                <a:lnTo>
                  <a:pt x="521352" y="145970"/>
                </a:lnTo>
                <a:lnTo>
                  <a:pt x="521352" y="142765"/>
                </a:lnTo>
                <a:cubicBezTo>
                  <a:pt x="507249" y="141699"/>
                  <a:pt x="505752" y="139775"/>
                  <a:pt x="505537" y="124171"/>
                </a:cubicBezTo>
                <a:lnTo>
                  <a:pt x="505537" y="48300"/>
                </a:lnTo>
                <a:lnTo>
                  <a:pt x="504682" y="47658"/>
                </a:lnTo>
                <a:lnTo>
                  <a:pt x="471558" y="59413"/>
                </a:lnTo>
                <a:lnTo>
                  <a:pt x="471558" y="62619"/>
                </a:lnTo>
                <a:lnTo>
                  <a:pt x="473270" y="62407"/>
                </a:lnTo>
                <a:cubicBezTo>
                  <a:pt x="475833" y="61980"/>
                  <a:pt x="478396" y="61764"/>
                  <a:pt x="480535" y="61764"/>
                </a:cubicBezTo>
                <a:cubicBezTo>
                  <a:pt x="485665" y="61764"/>
                  <a:pt x="487585" y="65185"/>
                  <a:pt x="487585" y="74590"/>
                </a:cubicBezTo>
                <a:lnTo>
                  <a:pt x="487585" y="124171"/>
                </a:lnTo>
                <a:cubicBezTo>
                  <a:pt x="487158" y="139987"/>
                  <a:pt x="485238" y="142126"/>
                  <a:pt x="470704" y="142765"/>
                </a:cubicBezTo>
                <a:lnTo>
                  <a:pt x="470704" y="145970"/>
                </a:lnTo>
                <a:moveTo>
                  <a:pt x="494639" y="0"/>
                </a:moveTo>
                <a:cubicBezTo>
                  <a:pt x="488870" y="0"/>
                  <a:pt x="483953" y="4914"/>
                  <a:pt x="483953" y="10898"/>
                </a:cubicBezTo>
                <a:cubicBezTo>
                  <a:pt x="483953" y="17097"/>
                  <a:pt x="488655" y="21796"/>
                  <a:pt x="494639" y="21796"/>
                </a:cubicBezTo>
                <a:cubicBezTo>
                  <a:pt x="501050" y="21796"/>
                  <a:pt x="505752" y="17097"/>
                  <a:pt x="505752" y="10898"/>
                </a:cubicBezTo>
                <a:cubicBezTo>
                  <a:pt x="505752" y="4702"/>
                  <a:pt x="500838" y="0"/>
                  <a:pt x="494639" y="0"/>
                </a:cubicBezTo>
                <a:close/>
                <a:moveTo>
                  <a:pt x="524126" y="145970"/>
                </a:moveTo>
                <a:lnTo>
                  <a:pt x="571569" y="145970"/>
                </a:lnTo>
                <a:lnTo>
                  <a:pt x="571569" y="142765"/>
                </a:lnTo>
                <a:cubicBezTo>
                  <a:pt x="560671" y="142553"/>
                  <a:pt x="557250" y="140202"/>
                  <a:pt x="557038" y="131655"/>
                </a:cubicBezTo>
                <a:lnTo>
                  <a:pt x="557038" y="71397"/>
                </a:lnTo>
                <a:cubicBezTo>
                  <a:pt x="557038" y="70970"/>
                  <a:pt x="558747" y="68831"/>
                  <a:pt x="560243" y="67337"/>
                </a:cubicBezTo>
                <a:cubicBezTo>
                  <a:pt x="565585" y="62420"/>
                  <a:pt x="574774" y="58787"/>
                  <a:pt x="582254" y="58787"/>
                </a:cubicBezTo>
                <a:cubicBezTo>
                  <a:pt x="591656" y="58787"/>
                  <a:pt x="596358" y="66268"/>
                  <a:pt x="596358" y="81225"/>
                </a:cubicBezTo>
                <a:lnTo>
                  <a:pt x="596358" y="127595"/>
                </a:lnTo>
                <a:cubicBezTo>
                  <a:pt x="595931" y="139775"/>
                  <a:pt x="593795" y="142126"/>
                  <a:pt x="581827" y="142765"/>
                </a:cubicBezTo>
                <a:lnTo>
                  <a:pt x="581827" y="145970"/>
                </a:lnTo>
                <a:lnTo>
                  <a:pt x="629697" y="145970"/>
                </a:lnTo>
                <a:lnTo>
                  <a:pt x="629697" y="142765"/>
                </a:lnTo>
                <a:cubicBezTo>
                  <a:pt x="617730" y="142765"/>
                  <a:pt x="614736" y="139348"/>
                  <a:pt x="614309" y="125671"/>
                </a:cubicBezTo>
                <a:lnTo>
                  <a:pt x="614309" y="71824"/>
                </a:lnTo>
                <a:cubicBezTo>
                  <a:pt x="620720" y="62635"/>
                  <a:pt x="627561" y="58787"/>
                  <a:pt x="637605" y="58787"/>
                </a:cubicBezTo>
                <a:cubicBezTo>
                  <a:pt x="649784" y="58787"/>
                  <a:pt x="653632" y="64559"/>
                  <a:pt x="653632" y="82295"/>
                </a:cubicBezTo>
                <a:lnTo>
                  <a:pt x="653632" y="127380"/>
                </a:lnTo>
                <a:cubicBezTo>
                  <a:pt x="653205" y="139990"/>
                  <a:pt x="651923" y="141483"/>
                  <a:pt x="639529" y="142765"/>
                </a:cubicBezTo>
                <a:lnTo>
                  <a:pt x="639529" y="145970"/>
                </a:lnTo>
                <a:lnTo>
                  <a:pt x="686329" y="145970"/>
                </a:lnTo>
                <a:lnTo>
                  <a:pt x="686329" y="142765"/>
                </a:lnTo>
                <a:lnTo>
                  <a:pt x="680772" y="142338"/>
                </a:lnTo>
                <a:cubicBezTo>
                  <a:pt x="673934" y="141271"/>
                  <a:pt x="671583" y="138066"/>
                  <a:pt x="671583" y="129731"/>
                </a:cubicBezTo>
                <a:lnTo>
                  <a:pt x="671583" y="85712"/>
                </a:lnTo>
                <a:cubicBezTo>
                  <a:pt x="671583" y="60499"/>
                  <a:pt x="663248" y="47674"/>
                  <a:pt x="646794" y="47674"/>
                </a:cubicBezTo>
                <a:cubicBezTo>
                  <a:pt x="634399" y="47674"/>
                  <a:pt x="623498" y="53231"/>
                  <a:pt x="611958" y="65625"/>
                </a:cubicBezTo>
                <a:cubicBezTo>
                  <a:pt x="608113" y="53446"/>
                  <a:pt x="600848" y="47674"/>
                  <a:pt x="589308" y="47674"/>
                </a:cubicBezTo>
                <a:cubicBezTo>
                  <a:pt x="579688" y="47674"/>
                  <a:pt x="573920" y="50452"/>
                  <a:pt x="556180" y="64132"/>
                </a:cubicBezTo>
                <a:lnTo>
                  <a:pt x="556180" y="48105"/>
                </a:lnTo>
                <a:lnTo>
                  <a:pt x="554687" y="47674"/>
                </a:lnTo>
                <a:cubicBezTo>
                  <a:pt x="543359" y="51737"/>
                  <a:pt x="536093" y="54088"/>
                  <a:pt x="524768" y="57294"/>
                </a:cubicBezTo>
                <a:lnTo>
                  <a:pt x="524768" y="60926"/>
                </a:lnTo>
                <a:cubicBezTo>
                  <a:pt x="527331" y="60284"/>
                  <a:pt x="529255" y="60072"/>
                  <a:pt x="531606" y="60072"/>
                </a:cubicBezTo>
                <a:cubicBezTo>
                  <a:pt x="537163" y="60072"/>
                  <a:pt x="539087" y="63490"/>
                  <a:pt x="539087" y="73745"/>
                </a:cubicBezTo>
                <a:lnTo>
                  <a:pt x="539087" y="127807"/>
                </a:lnTo>
                <a:cubicBezTo>
                  <a:pt x="538660" y="139775"/>
                  <a:pt x="535881" y="142765"/>
                  <a:pt x="524126" y="142765"/>
                </a:cubicBezTo>
                <a:lnTo>
                  <a:pt x="524126" y="145970"/>
                </a:lnTo>
                <a:close/>
                <a:moveTo>
                  <a:pt x="781424" y="110864"/>
                </a:moveTo>
                <a:cubicBezTo>
                  <a:pt x="771169" y="127113"/>
                  <a:pt x="761976" y="133315"/>
                  <a:pt x="748300" y="133315"/>
                </a:cubicBezTo>
                <a:cubicBezTo>
                  <a:pt x="736121" y="133315"/>
                  <a:pt x="726932" y="127113"/>
                  <a:pt x="720733" y="114927"/>
                </a:cubicBezTo>
                <a:cubicBezTo>
                  <a:pt x="716885" y="106801"/>
                  <a:pt x="715391" y="99959"/>
                  <a:pt x="714964" y="86700"/>
                </a:cubicBezTo>
                <a:lnTo>
                  <a:pt x="780785" y="86700"/>
                </a:lnTo>
                <a:cubicBezTo>
                  <a:pt x="779073" y="72835"/>
                  <a:pt x="776937" y="66659"/>
                  <a:pt x="771596" y="59844"/>
                </a:cubicBezTo>
                <a:cubicBezTo>
                  <a:pt x="765182" y="52164"/>
                  <a:pt x="755354" y="47674"/>
                  <a:pt x="744240" y="47674"/>
                </a:cubicBezTo>
                <a:cubicBezTo>
                  <a:pt x="733554" y="47674"/>
                  <a:pt x="723511" y="51522"/>
                  <a:pt x="715391" y="58778"/>
                </a:cubicBezTo>
                <a:cubicBezTo>
                  <a:pt x="705345" y="67510"/>
                  <a:pt x="699576" y="82641"/>
                  <a:pt x="699576" y="100171"/>
                </a:cubicBezTo>
                <a:cubicBezTo>
                  <a:pt x="699576" y="129679"/>
                  <a:pt x="714964" y="148057"/>
                  <a:pt x="739538" y="148057"/>
                </a:cubicBezTo>
                <a:cubicBezTo>
                  <a:pt x="759840" y="148057"/>
                  <a:pt x="775868" y="135451"/>
                  <a:pt x="784845" y="112360"/>
                </a:cubicBezTo>
                <a:lnTo>
                  <a:pt x="781424" y="110864"/>
                </a:lnTo>
                <a:moveTo>
                  <a:pt x="715391" y="79862"/>
                </a:moveTo>
                <a:cubicBezTo>
                  <a:pt x="717739" y="63251"/>
                  <a:pt x="725008" y="55370"/>
                  <a:pt x="738041" y="55370"/>
                </a:cubicBezTo>
                <a:cubicBezTo>
                  <a:pt x="751078" y="55370"/>
                  <a:pt x="756208" y="61334"/>
                  <a:pt x="758986" y="79862"/>
                </a:cubicBezTo>
                <a:lnTo>
                  <a:pt x="715391" y="79862"/>
                </a:lnTo>
                <a:close/>
                <a:moveTo>
                  <a:pt x="854942" y="78858"/>
                </a:moveTo>
                <a:lnTo>
                  <a:pt x="854088" y="49598"/>
                </a:lnTo>
                <a:lnTo>
                  <a:pt x="851737" y="49598"/>
                </a:lnTo>
                <a:cubicBezTo>
                  <a:pt x="850670" y="51310"/>
                  <a:pt x="849601" y="51949"/>
                  <a:pt x="848319" y="51949"/>
                </a:cubicBezTo>
                <a:cubicBezTo>
                  <a:pt x="847038" y="51949"/>
                  <a:pt x="844898" y="51522"/>
                  <a:pt x="842547" y="50452"/>
                </a:cubicBezTo>
                <a:cubicBezTo>
                  <a:pt x="837633" y="48744"/>
                  <a:pt x="832719" y="47674"/>
                  <a:pt x="827590" y="47674"/>
                </a:cubicBezTo>
                <a:cubicBezTo>
                  <a:pt x="810705" y="47674"/>
                  <a:pt x="798525" y="58784"/>
                  <a:pt x="798525" y="74162"/>
                </a:cubicBezTo>
                <a:cubicBezTo>
                  <a:pt x="798525" y="86120"/>
                  <a:pt x="805363" y="94664"/>
                  <a:pt x="823530" y="104916"/>
                </a:cubicBezTo>
                <a:lnTo>
                  <a:pt x="835925" y="111963"/>
                </a:lnTo>
                <a:cubicBezTo>
                  <a:pt x="843402" y="116234"/>
                  <a:pt x="847038" y="121360"/>
                  <a:pt x="847038" y="127980"/>
                </a:cubicBezTo>
                <a:cubicBezTo>
                  <a:pt x="847038" y="137378"/>
                  <a:pt x="840196" y="143358"/>
                  <a:pt x="829298" y="143358"/>
                </a:cubicBezTo>
                <a:cubicBezTo>
                  <a:pt x="814553" y="143358"/>
                  <a:pt x="807072" y="135242"/>
                  <a:pt x="802158" y="113459"/>
                </a:cubicBezTo>
                <a:lnTo>
                  <a:pt x="798737" y="113459"/>
                </a:lnTo>
                <a:lnTo>
                  <a:pt x="798737" y="146776"/>
                </a:lnTo>
                <a:lnTo>
                  <a:pt x="801516" y="146776"/>
                </a:lnTo>
                <a:cubicBezTo>
                  <a:pt x="803012" y="144640"/>
                  <a:pt x="803867" y="144213"/>
                  <a:pt x="806433" y="144213"/>
                </a:cubicBezTo>
                <a:cubicBezTo>
                  <a:pt x="808784" y="144262"/>
                  <a:pt x="811347" y="144689"/>
                  <a:pt x="816261" y="145970"/>
                </a:cubicBezTo>
                <a:cubicBezTo>
                  <a:pt x="822033" y="147203"/>
                  <a:pt x="827590" y="148057"/>
                  <a:pt x="831861" y="148057"/>
                </a:cubicBezTo>
                <a:cubicBezTo>
                  <a:pt x="848531" y="148057"/>
                  <a:pt x="861995" y="135669"/>
                  <a:pt x="861995" y="120718"/>
                </a:cubicBezTo>
                <a:cubicBezTo>
                  <a:pt x="861995" y="110042"/>
                  <a:pt x="856866" y="102992"/>
                  <a:pt x="844044" y="95306"/>
                </a:cubicBezTo>
                <a:lnTo>
                  <a:pt x="820964" y="81636"/>
                </a:lnTo>
                <a:cubicBezTo>
                  <a:pt x="814980" y="78004"/>
                  <a:pt x="811774" y="72881"/>
                  <a:pt x="811774" y="67112"/>
                </a:cubicBezTo>
                <a:cubicBezTo>
                  <a:pt x="811774" y="58357"/>
                  <a:pt x="818401" y="52592"/>
                  <a:pt x="828229" y="52592"/>
                </a:cubicBezTo>
                <a:cubicBezTo>
                  <a:pt x="840411" y="52592"/>
                  <a:pt x="846822" y="59638"/>
                  <a:pt x="851737" y="78858"/>
                </a:cubicBezTo>
                <a:lnTo>
                  <a:pt x="854942" y="788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b0c2524c748ab"/>
          <a:stretch xmlns:a="http://schemas.openxmlformats.org/drawingml/2006/main"/>
        </p:blipFill>
        <p:spPr>
          <a:xfrm xmlns:a="http://schemas.openxmlformats.org/drawingml/2006/main">
            <a:off x="13127669" y="259578"/>
            <a:ext cx="1031472" cy="1148022"/>
          </a:xfrm>
          <a:prstGeom xmlns:a="http://schemas.openxmlformats.org/drawingml/2006/main" prst="rect">
            <a:avLst/>
          </a:prstGeom>
        </p:spPr>
      </p:pic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E7CDE-7309-46DA-BADD-BB7FEA97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33" y="1421332"/>
            <a:ext cx="240421" cy="253792"/>
          </a:xfrm>
          <a:custGeom xmlns:a="http://schemas.openxmlformats.org/drawingml/2006/main">
            <a:pathLst>
              <a:path w="240421" h="253792">
                <a:moveTo>
                  <a:pt x="0" y="253792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2"/>
                </a:lnTo>
                <a:lnTo>
                  <a:pt x="0" y="25379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CB6E88-2B43-4A93-BB3F-2DD26CB0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33" y="1701822"/>
            <a:ext cx="240421" cy="253794"/>
          </a:xfrm>
          <a:custGeom xmlns:a="http://schemas.openxmlformats.org/drawingml/2006/main">
            <a:pathLst>
              <a:path w="240421" h="253794">
                <a:moveTo>
                  <a:pt x="0" y="253794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BC47D6-FBD5-452F-AE15-AD00EC1C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75" y="1715172"/>
            <a:ext cx="240421" cy="240444"/>
          </a:xfrm>
          <a:custGeom xmlns:a="http://schemas.openxmlformats.org/drawingml/2006/main">
            <a:pathLst>
              <a:path w="240421" h="240444">
                <a:moveTo>
                  <a:pt x="0" y="240444"/>
                </a:moveTo>
                <a:lnTo>
                  <a:pt x="0" y="0"/>
                </a:lnTo>
                <a:lnTo>
                  <a:pt x="240421" y="0"/>
                </a:lnTo>
                <a:lnTo>
                  <a:pt x="240421" y="240444"/>
                </a:lnTo>
                <a:lnTo>
                  <a:pt x="0" y="24044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E088FC-7779-4DF0-9189-51BD15E1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75" y="1421332"/>
            <a:ext cx="240421" cy="253792"/>
          </a:xfrm>
          <a:custGeom xmlns:a="http://schemas.openxmlformats.org/drawingml/2006/main">
            <a:pathLst>
              <a:path w="240421" h="253792">
                <a:moveTo>
                  <a:pt x="0" y="253792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2"/>
                </a:lnTo>
                <a:lnTo>
                  <a:pt x="0" y="25379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789E31-DF91-4450-B558-67363DA2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67" y="1421332"/>
            <a:ext cx="240421" cy="253792"/>
          </a:xfrm>
          <a:custGeom xmlns:a="http://schemas.openxmlformats.org/drawingml/2006/main">
            <a:pathLst>
              <a:path w="240421" h="253792">
                <a:moveTo>
                  <a:pt x="0" y="253792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2"/>
                </a:lnTo>
                <a:lnTo>
                  <a:pt x="0" y="25379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B6ED87-0A6F-458D-BEA3-42A0A34C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67" y="1701822"/>
            <a:ext cx="240421" cy="253794"/>
          </a:xfrm>
          <a:custGeom xmlns:a="http://schemas.openxmlformats.org/drawingml/2006/main">
            <a:pathLst>
              <a:path w="240421" h="253794">
                <a:moveTo>
                  <a:pt x="0" y="253794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3D7E08-61AD-43C5-A2E8-5B004C2C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33" y="1140838"/>
            <a:ext cx="240421" cy="253793"/>
          </a:xfrm>
          <a:custGeom xmlns:a="http://schemas.openxmlformats.org/drawingml/2006/main">
            <a:pathLst>
              <a:path w="240421" h="253793">
                <a:moveTo>
                  <a:pt x="0" y="253793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1C59D-045C-48B3-9523-F14CF486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75" y="1140838"/>
            <a:ext cx="240421" cy="253793"/>
          </a:xfrm>
          <a:custGeom xmlns:a="http://schemas.openxmlformats.org/drawingml/2006/main">
            <a:pathLst>
              <a:path w="240421" h="253793">
                <a:moveTo>
                  <a:pt x="0" y="253793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254465-E645-42B1-8A19-77DB31FC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67" y="1140838"/>
            <a:ext cx="240421" cy="253793"/>
          </a:xfrm>
          <a:custGeom xmlns:a="http://schemas.openxmlformats.org/drawingml/2006/main">
            <a:pathLst>
              <a:path w="240421" h="253793">
                <a:moveTo>
                  <a:pt x="0" y="253793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A8D965-0A13-4C5B-A489-C46D2EB5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33" y="2690203"/>
            <a:ext cx="240421" cy="253793"/>
          </a:xfrm>
          <a:custGeom xmlns:a="http://schemas.openxmlformats.org/drawingml/2006/main">
            <a:pathLst>
              <a:path w="240421" h="253793">
                <a:moveTo>
                  <a:pt x="0" y="253793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15EA92-4943-47FF-9967-F6BE8271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33" y="2984217"/>
            <a:ext cx="240421" cy="240443"/>
          </a:xfrm>
          <a:custGeom xmlns:a="http://schemas.openxmlformats.org/drawingml/2006/main">
            <a:pathLst>
              <a:path w="240421" h="240443">
                <a:moveTo>
                  <a:pt x="0" y="240443"/>
                </a:moveTo>
                <a:lnTo>
                  <a:pt x="0" y="0"/>
                </a:lnTo>
                <a:lnTo>
                  <a:pt x="240421" y="0"/>
                </a:lnTo>
                <a:lnTo>
                  <a:pt x="240421" y="240443"/>
                </a:lnTo>
                <a:lnTo>
                  <a:pt x="0" y="240443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CF43A9-5AFA-4B39-AC6F-3457AA06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75" y="2984212"/>
            <a:ext cx="240421" cy="253793"/>
          </a:xfrm>
          <a:custGeom xmlns:a="http://schemas.openxmlformats.org/drawingml/2006/main">
            <a:pathLst>
              <a:path w="240421" h="253793">
                <a:moveTo>
                  <a:pt x="0" y="253793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B2DC6-5926-4F79-8204-1D2B9E63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75" y="2690203"/>
            <a:ext cx="240421" cy="253793"/>
          </a:xfrm>
          <a:custGeom xmlns:a="http://schemas.openxmlformats.org/drawingml/2006/main">
            <a:pathLst>
              <a:path w="240421" h="253793">
                <a:moveTo>
                  <a:pt x="0" y="253793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690292-1123-4A79-A619-391428E4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67" y="2690203"/>
            <a:ext cx="240421" cy="253793"/>
          </a:xfrm>
          <a:custGeom xmlns:a="http://schemas.openxmlformats.org/drawingml/2006/main">
            <a:pathLst>
              <a:path w="240421" h="253793">
                <a:moveTo>
                  <a:pt x="0" y="253793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CA9899-71FF-4FE0-80D5-2757DCC5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518" y="2984217"/>
            <a:ext cx="227071" cy="240443"/>
          </a:xfrm>
          <a:custGeom xmlns:a="http://schemas.openxmlformats.org/drawingml/2006/main">
            <a:pathLst>
              <a:path w="227071" h="240443">
                <a:moveTo>
                  <a:pt x="0" y="240443"/>
                </a:moveTo>
                <a:lnTo>
                  <a:pt x="0" y="0"/>
                </a:lnTo>
                <a:lnTo>
                  <a:pt x="227071" y="0"/>
                </a:lnTo>
                <a:lnTo>
                  <a:pt x="227071" y="240443"/>
                </a:lnTo>
                <a:lnTo>
                  <a:pt x="0" y="240443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9B4763-573B-479B-886A-313D42C1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33" y="2409711"/>
            <a:ext cx="240421" cy="253794"/>
          </a:xfrm>
          <a:custGeom xmlns:a="http://schemas.openxmlformats.org/drawingml/2006/main">
            <a:pathLst>
              <a:path w="240421" h="253794">
                <a:moveTo>
                  <a:pt x="0" y="253794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C7B09D-5DA0-4D5F-8A30-04BADB9A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75" y="2409711"/>
            <a:ext cx="240421" cy="253794"/>
          </a:xfrm>
          <a:custGeom xmlns:a="http://schemas.openxmlformats.org/drawingml/2006/main">
            <a:pathLst>
              <a:path w="240421" h="253794">
                <a:moveTo>
                  <a:pt x="0" y="253794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7F8F05-59AD-4316-A19F-5168851C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67" y="2409711"/>
            <a:ext cx="240421" cy="253794"/>
          </a:xfrm>
          <a:custGeom xmlns:a="http://schemas.openxmlformats.org/drawingml/2006/main">
            <a:pathLst>
              <a:path w="240421" h="253794">
                <a:moveTo>
                  <a:pt x="0" y="253794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6A5D0-D30B-4493-8589-C80613D8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33" y="3945903"/>
            <a:ext cx="240421" cy="253793"/>
          </a:xfrm>
          <a:custGeom xmlns:a="http://schemas.openxmlformats.org/drawingml/2006/main">
            <a:pathLst>
              <a:path w="240421" h="253793">
                <a:moveTo>
                  <a:pt x="0" y="253793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CAC5F1-E968-46E9-B132-9416E1A6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33" y="4226395"/>
            <a:ext cx="240421" cy="253793"/>
          </a:xfrm>
          <a:custGeom xmlns:a="http://schemas.openxmlformats.org/drawingml/2006/main">
            <a:pathLst>
              <a:path w="240421" h="253793">
                <a:moveTo>
                  <a:pt x="0" y="253793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32B43B-6B10-475B-AD06-26CB5A68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75" y="4239756"/>
            <a:ext cx="240421" cy="240432"/>
          </a:xfrm>
          <a:custGeom xmlns:a="http://schemas.openxmlformats.org/drawingml/2006/main">
            <a:pathLst>
              <a:path w="240421" h="240432">
                <a:moveTo>
                  <a:pt x="0" y="240432"/>
                </a:moveTo>
                <a:lnTo>
                  <a:pt x="0" y="0"/>
                </a:lnTo>
                <a:lnTo>
                  <a:pt x="240421" y="0"/>
                </a:lnTo>
                <a:lnTo>
                  <a:pt x="240421" y="240432"/>
                </a:lnTo>
                <a:lnTo>
                  <a:pt x="0" y="2404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6A190-F193-4D01-BAD5-2CBB3FBC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75" y="3945903"/>
            <a:ext cx="240421" cy="253793"/>
          </a:xfrm>
          <a:custGeom xmlns:a="http://schemas.openxmlformats.org/drawingml/2006/main">
            <a:pathLst>
              <a:path w="240421" h="253793">
                <a:moveTo>
                  <a:pt x="0" y="253793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52917-55B9-4760-B700-8E3EDDD6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67" y="3945903"/>
            <a:ext cx="240421" cy="253793"/>
          </a:xfrm>
          <a:custGeom xmlns:a="http://schemas.openxmlformats.org/drawingml/2006/main">
            <a:pathLst>
              <a:path w="240421" h="253793">
                <a:moveTo>
                  <a:pt x="0" y="253793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1F2A0-A30C-4E46-BA9E-1D5EB178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67" y="4226395"/>
            <a:ext cx="240421" cy="253793"/>
          </a:xfrm>
          <a:custGeom xmlns:a="http://schemas.openxmlformats.org/drawingml/2006/main">
            <a:pathLst>
              <a:path w="240421" h="253793">
                <a:moveTo>
                  <a:pt x="0" y="253793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9EBE73-F11F-42AA-ABD6-E647E119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33" y="3665410"/>
            <a:ext cx="240421" cy="253794"/>
          </a:xfrm>
          <a:custGeom xmlns:a="http://schemas.openxmlformats.org/drawingml/2006/main">
            <a:pathLst>
              <a:path w="240421" h="253794">
                <a:moveTo>
                  <a:pt x="0" y="253794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2A2BB-58FA-47C3-A473-D9C22F8A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75" y="3665410"/>
            <a:ext cx="240421" cy="253794"/>
          </a:xfrm>
          <a:custGeom xmlns:a="http://schemas.openxmlformats.org/drawingml/2006/main">
            <a:pathLst>
              <a:path w="240421" h="253794">
                <a:moveTo>
                  <a:pt x="0" y="253794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6E5810-15B9-4E7A-B16D-A9281E92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67" y="3665410"/>
            <a:ext cx="240421" cy="253794"/>
          </a:xfrm>
          <a:custGeom xmlns:a="http://schemas.openxmlformats.org/drawingml/2006/main">
            <a:pathLst>
              <a:path w="240421" h="253794">
                <a:moveTo>
                  <a:pt x="0" y="253794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479277b9446e7"/>
          <a:stretch xmlns:a="http://schemas.openxmlformats.org/drawingml/2006/main"/>
        </p:blipFill>
        <p:spPr>
          <a:xfrm xmlns:a="http://schemas.openxmlformats.org/drawingml/2006/main">
            <a:off x="52423" y="1060624"/>
            <a:ext cx="1347294" cy="1001834"/>
          </a:xfrm>
          <a:prstGeom xmlns:a="http://schemas.openxmlformats.org/drawingml/2006/main" prst="rect">
            <a:avLst/>
          </a:prstGeom>
        </p:spPr>
      </p:pic>
      <p:pic>
        <p:nvPicPr>
          <p:cNvPr id="2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ea6b01ba74dd8"/>
          <a:stretch xmlns:a="http://schemas.openxmlformats.org/drawingml/2006/main"/>
        </p:blipFill>
        <p:spPr>
          <a:xfrm xmlns:a="http://schemas.openxmlformats.org/drawingml/2006/main">
            <a:off x="65551" y="2343030"/>
            <a:ext cx="1347752" cy="1015190"/>
          </a:xfrm>
          <a:prstGeom xmlns:a="http://schemas.openxmlformats.org/drawingml/2006/main" prst="rect">
            <a:avLst/>
          </a:prstGeom>
        </p:spPr>
      </p:pic>
      <p:pic>
        <p:nvPicPr>
          <p:cNvPr id="2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76fdc16a4471c"/>
          <a:stretch xmlns:a="http://schemas.openxmlformats.org/drawingml/2006/main"/>
        </p:blipFill>
        <p:spPr>
          <a:xfrm xmlns:a="http://schemas.openxmlformats.org/drawingml/2006/main">
            <a:off x="65780" y="3585195"/>
            <a:ext cx="1347294" cy="1001834"/>
          </a:xfrm>
          <a:prstGeom xmlns:a="http://schemas.openxmlformats.org/drawingml/2006/main" prst="rect">
            <a:avLst/>
          </a:prstGeom>
        </p:spPr>
      </p:pic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740B55-1613-4AEB-BF7D-233E1BD2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64" y="880310"/>
            <a:ext cx="10" cy="4115972"/>
          </a:xfrm>
          <a:custGeom xmlns:a="http://schemas.openxmlformats.org/drawingml/2006/main">
            <a:pathLst>
              <a:path w="1" h="4115972" fill="none">
                <a:moveTo>
                  <a:pt x="0" y="0"/>
                </a:moveTo>
                <a:lnTo>
                  <a:pt x="0" y="4115972"/>
                </a:lnTo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FFFFFF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E85B6F-524A-47E3-AC96-8A8D1517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04" y="880310"/>
            <a:ext cx="10" cy="4115972"/>
          </a:xfrm>
          <a:custGeom xmlns:a="http://schemas.openxmlformats.org/drawingml/2006/main">
            <a:pathLst>
              <a:path w="1" h="4115972" fill="none">
                <a:moveTo>
                  <a:pt x="0" y="0"/>
                </a:moveTo>
                <a:lnTo>
                  <a:pt x="0" y="4115972"/>
                </a:lnTo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FFFFFF"/>
            </a:solidFill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2316C-0C83-4EE6-B4AA-7C62E462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5" y="1868691"/>
            <a:ext cx="1385073" cy="10"/>
          </a:xfrm>
          <a:custGeom xmlns:a="http://schemas.openxmlformats.org/drawingml/2006/main">
            <a:pathLst>
              <a:path w="1385073" h="1" fill="none">
                <a:moveTo>
                  <a:pt x="0" y="0"/>
                </a:moveTo>
                <a:lnTo>
                  <a:pt x="13850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FFFFFF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7AAF2-4F5F-4693-B82C-EE3FC38C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3" y="1681696"/>
            <a:ext cx="1385087" cy="10"/>
          </a:xfrm>
          <a:custGeom xmlns:a="http://schemas.openxmlformats.org/drawingml/2006/main">
            <a:pathLst>
              <a:path w="1385087" h="1" fill="none">
                <a:moveTo>
                  <a:pt x="0" y="0"/>
                </a:moveTo>
                <a:lnTo>
                  <a:pt x="13850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FFFFFF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8A2855-D896-4D31-BC3E-98616FB2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5" y="1468012"/>
            <a:ext cx="1385073" cy="10"/>
          </a:xfrm>
          <a:custGeom xmlns:a="http://schemas.openxmlformats.org/drawingml/2006/main">
            <a:pathLst>
              <a:path w="1385073" h="1" fill="none">
                <a:moveTo>
                  <a:pt x="0" y="0"/>
                </a:moveTo>
                <a:lnTo>
                  <a:pt x="13850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FFFFFF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F94F37-BAB9-4795-A687-2DCC9811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3" y="1254300"/>
            <a:ext cx="1385087" cy="10"/>
          </a:xfrm>
          <a:custGeom xmlns:a="http://schemas.openxmlformats.org/drawingml/2006/main">
            <a:pathLst>
              <a:path w="1385087" h="1" fill="none">
                <a:moveTo>
                  <a:pt x="0" y="0"/>
                </a:moveTo>
                <a:lnTo>
                  <a:pt x="13850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FFFFFF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4894C1-C24D-444D-878F-C20FDCDA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3" y="3177826"/>
            <a:ext cx="1385096" cy="10"/>
          </a:xfrm>
          <a:custGeom xmlns:a="http://schemas.openxmlformats.org/drawingml/2006/main">
            <a:pathLst>
              <a:path w="1385096" h="1" fill="none">
                <a:moveTo>
                  <a:pt x="0" y="0"/>
                </a:moveTo>
                <a:lnTo>
                  <a:pt x="13850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FFFFFF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8770E2-89F6-4EE5-94FC-D86E537A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4" y="2977486"/>
            <a:ext cx="1385079" cy="10"/>
          </a:xfrm>
          <a:custGeom xmlns:a="http://schemas.openxmlformats.org/drawingml/2006/main">
            <a:pathLst>
              <a:path w="1385079" h="1" fill="none">
                <a:moveTo>
                  <a:pt x="0" y="0"/>
                </a:moveTo>
                <a:lnTo>
                  <a:pt x="13850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FFFFFF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B17FA3-0AF2-4B51-A4D1-42FC9304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3" y="2763774"/>
            <a:ext cx="1385096" cy="10"/>
          </a:xfrm>
          <a:custGeom xmlns:a="http://schemas.openxmlformats.org/drawingml/2006/main">
            <a:pathLst>
              <a:path w="1385096" h="1" fill="none">
                <a:moveTo>
                  <a:pt x="0" y="0"/>
                </a:moveTo>
                <a:lnTo>
                  <a:pt x="13850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FFFFFF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9B1F95-CECA-47C8-B5BC-D86A2C81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4" y="2563435"/>
            <a:ext cx="1385079" cy="10"/>
          </a:xfrm>
          <a:custGeom xmlns:a="http://schemas.openxmlformats.org/drawingml/2006/main">
            <a:pathLst>
              <a:path w="1385079" h="1" fill="none">
                <a:moveTo>
                  <a:pt x="0" y="0"/>
                </a:moveTo>
                <a:lnTo>
                  <a:pt x="13850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FFFFFF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F39C02-379E-4367-A650-AEF8F6A0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3" y="4406808"/>
            <a:ext cx="1385096" cy="10"/>
          </a:xfrm>
          <a:custGeom xmlns:a="http://schemas.openxmlformats.org/drawingml/2006/main">
            <a:pathLst>
              <a:path w="1385096" h="1" fill="none">
                <a:moveTo>
                  <a:pt x="0" y="0"/>
                </a:moveTo>
                <a:lnTo>
                  <a:pt x="13850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FFFFFF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4B8CA5-230F-41A2-A6A8-A3EE5C73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3" y="4206469"/>
            <a:ext cx="1385096" cy="10"/>
          </a:xfrm>
          <a:custGeom xmlns:a="http://schemas.openxmlformats.org/drawingml/2006/main">
            <a:pathLst>
              <a:path w="1385096" h="1" fill="none">
                <a:moveTo>
                  <a:pt x="0" y="0"/>
                </a:moveTo>
                <a:lnTo>
                  <a:pt x="13850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FFFFFF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3ABCA-53CC-4202-8AE9-9A37643D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3" y="4005929"/>
            <a:ext cx="1385096" cy="10"/>
          </a:xfrm>
          <a:custGeom xmlns:a="http://schemas.openxmlformats.org/drawingml/2006/main">
            <a:pathLst>
              <a:path w="1385096" h="1" fill="none">
                <a:moveTo>
                  <a:pt x="0" y="0"/>
                </a:moveTo>
                <a:lnTo>
                  <a:pt x="13850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FFFFFF"/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A89ED-7950-4C13-BBCC-F5EAF954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5" y="3845652"/>
            <a:ext cx="1385093" cy="10"/>
          </a:xfrm>
          <a:custGeom xmlns:a="http://schemas.openxmlformats.org/drawingml/2006/main">
            <a:pathLst>
              <a:path w="1385093" h="1" fill="none">
                <a:moveTo>
                  <a:pt x="0" y="0"/>
                </a:moveTo>
                <a:lnTo>
                  <a:pt x="1385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FFFFFF"/>
            </a:solidFill>
            <a:miter/>
          </a:ln>
        </p:spPr>
      </p:sp>
      <p:sp>
        <p:nvSpPr>
          <p:cNvPr id="100" name="Text Input">
            <a:extLst xmlns:a="http://schemas.openxmlformats.org/drawingml/2006/main">
              <a:ext uri="{FF2B5EF4-FFF2-40B4-BE49-F238E27FC236}">
                <a16:creationId xmlns:a16="http://schemas.microsoft.com/office/drawing/2014/main" id="{D720DB9D-BB08-4277-8ABF-933CC115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18" y="667577"/>
            <a:ext cx="443007" cy="187827"/>
          </a:xfrm>
          <a:custGeom xmlns:a="http://schemas.openxmlformats.org/drawingml/2006/main">
            <a:pathLst>
              <a:path w="443007" h="187827">
                <a:moveTo>
                  <a:pt x="0" y="141496"/>
                </a:moveTo>
                <a:lnTo>
                  <a:pt x="63470" y="141496"/>
                </a:lnTo>
                <a:lnTo>
                  <a:pt x="63470" y="137437"/>
                </a:lnTo>
                <a:cubicBezTo>
                  <a:pt x="45946" y="137009"/>
                  <a:pt x="42956" y="134019"/>
                  <a:pt x="42529" y="118201"/>
                </a:cubicBezTo>
                <a:lnTo>
                  <a:pt x="42529" y="23299"/>
                </a:lnTo>
                <a:cubicBezTo>
                  <a:pt x="42956" y="7269"/>
                  <a:pt x="45734" y="4702"/>
                  <a:pt x="63470" y="4063"/>
                </a:cubicBezTo>
                <a:lnTo>
                  <a:pt x="63470" y="0"/>
                </a:lnTo>
                <a:lnTo>
                  <a:pt x="0" y="0"/>
                </a:lnTo>
                <a:lnTo>
                  <a:pt x="0" y="4063"/>
                </a:lnTo>
                <a:cubicBezTo>
                  <a:pt x="18166" y="5129"/>
                  <a:pt x="20518" y="7269"/>
                  <a:pt x="20729" y="23299"/>
                </a:cubicBezTo>
                <a:lnTo>
                  <a:pt x="20729" y="118201"/>
                </a:lnTo>
                <a:cubicBezTo>
                  <a:pt x="20518" y="134446"/>
                  <a:pt x="17951" y="136798"/>
                  <a:pt x="0" y="137437"/>
                </a:cubicBezTo>
                <a:lnTo>
                  <a:pt x="0" y="141496"/>
                </a:lnTo>
                <a:close/>
                <a:moveTo>
                  <a:pt x="66671" y="141496"/>
                </a:moveTo>
                <a:lnTo>
                  <a:pt x="111978" y="141496"/>
                </a:lnTo>
                <a:lnTo>
                  <a:pt x="111978" y="138291"/>
                </a:lnTo>
                <a:cubicBezTo>
                  <a:pt x="101292" y="137652"/>
                  <a:pt x="97871" y="134874"/>
                  <a:pt x="97871" y="127181"/>
                </a:cubicBezTo>
                <a:lnTo>
                  <a:pt x="97871" y="67135"/>
                </a:lnTo>
                <a:cubicBezTo>
                  <a:pt x="108130" y="57519"/>
                  <a:pt x="112832" y="54956"/>
                  <a:pt x="119886" y="54956"/>
                </a:cubicBezTo>
                <a:cubicBezTo>
                  <a:pt x="130356" y="54956"/>
                  <a:pt x="135486" y="61579"/>
                  <a:pt x="135486" y="75682"/>
                </a:cubicBezTo>
                <a:lnTo>
                  <a:pt x="135486" y="120343"/>
                </a:lnTo>
                <a:cubicBezTo>
                  <a:pt x="135059" y="134231"/>
                  <a:pt x="132492" y="137652"/>
                  <a:pt x="122021" y="138291"/>
                </a:cubicBezTo>
                <a:lnTo>
                  <a:pt x="122021" y="141496"/>
                </a:lnTo>
                <a:lnTo>
                  <a:pt x="166474" y="141496"/>
                </a:lnTo>
                <a:lnTo>
                  <a:pt x="166474" y="138291"/>
                </a:lnTo>
                <a:cubicBezTo>
                  <a:pt x="156000" y="137225"/>
                  <a:pt x="153649" y="134658"/>
                  <a:pt x="153437" y="124188"/>
                </a:cubicBezTo>
                <a:lnTo>
                  <a:pt x="153437" y="75255"/>
                </a:lnTo>
                <a:cubicBezTo>
                  <a:pt x="153437" y="55171"/>
                  <a:pt x="144032" y="43200"/>
                  <a:pt x="128220" y="43200"/>
                </a:cubicBezTo>
                <a:cubicBezTo>
                  <a:pt x="118389" y="43200"/>
                  <a:pt x="111763" y="46836"/>
                  <a:pt x="97232" y="60512"/>
                </a:cubicBezTo>
                <a:lnTo>
                  <a:pt x="97232" y="43631"/>
                </a:lnTo>
                <a:lnTo>
                  <a:pt x="95735" y="43200"/>
                </a:lnTo>
                <a:cubicBezTo>
                  <a:pt x="84622" y="47263"/>
                  <a:pt x="77357" y="49614"/>
                  <a:pt x="66244" y="52820"/>
                </a:cubicBezTo>
                <a:lnTo>
                  <a:pt x="66244" y="56452"/>
                </a:lnTo>
                <a:cubicBezTo>
                  <a:pt x="67741" y="55810"/>
                  <a:pt x="69665" y="55598"/>
                  <a:pt x="72016" y="55598"/>
                </a:cubicBezTo>
                <a:cubicBezTo>
                  <a:pt x="77999" y="55598"/>
                  <a:pt x="79920" y="58804"/>
                  <a:pt x="79920" y="69271"/>
                </a:cubicBezTo>
                <a:lnTo>
                  <a:pt x="79920" y="122267"/>
                </a:lnTo>
                <a:cubicBezTo>
                  <a:pt x="79708" y="134874"/>
                  <a:pt x="77357" y="137652"/>
                  <a:pt x="66671" y="138291"/>
                </a:cubicBezTo>
                <a:lnTo>
                  <a:pt x="66671" y="141496"/>
                </a:lnTo>
                <a:close/>
                <a:moveTo>
                  <a:pt x="170746" y="187827"/>
                </a:moveTo>
                <a:lnTo>
                  <a:pt x="222463" y="187827"/>
                </a:lnTo>
                <a:lnTo>
                  <a:pt x="222463" y="183983"/>
                </a:lnTo>
                <a:cubicBezTo>
                  <a:pt x="206436" y="183767"/>
                  <a:pt x="203870" y="181631"/>
                  <a:pt x="203658" y="167955"/>
                </a:cubicBezTo>
                <a:lnTo>
                  <a:pt x="203658" y="134401"/>
                </a:lnTo>
                <a:cubicBezTo>
                  <a:pt x="211350" y="141448"/>
                  <a:pt x="216264" y="143583"/>
                  <a:pt x="225242" y="143583"/>
                </a:cubicBezTo>
                <a:cubicBezTo>
                  <a:pt x="250673" y="143583"/>
                  <a:pt x="270118" y="119662"/>
                  <a:pt x="270118" y="88696"/>
                </a:cubicBezTo>
                <a:cubicBezTo>
                  <a:pt x="270118" y="62218"/>
                  <a:pt x="255160" y="43200"/>
                  <a:pt x="234431" y="43200"/>
                </a:cubicBezTo>
                <a:cubicBezTo>
                  <a:pt x="222463" y="43200"/>
                  <a:pt x="213059" y="48330"/>
                  <a:pt x="203658" y="60082"/>
                </a:cubicBezTo>
                <a:lnTo>
                  <a:pt x="203658" y="43631"/>
                </a:lnTo>
                <a:lnTo>
                  <a:pt x="202376" y="43200"/>
                </a:lnTo>
                <a:cubicBezTo>
                  <a:pt x="190836" y="47690"/>
                  <a:pt x="183355" y="50469"/>
                  <a:pt x="171600" y="54101"/>
                </a:cubicBezTo>
                <a:lnTo>
                  <a:pt x="171600" y="57519"/>
                </a:lnTo>
                <a:cubicBezTo>
                  <a:pt x="173524" y="57307"/>
                  <a:pt x="174805" y="57307"/>
                  <a:pt x="176945" y="57307"/>
                </a:cubicBezTo>
                <a:cubicBezTo>
                  <a:pt x="184210" y="57307"/>
                  <a:pt x="185707" y="59443"/>
                  <a:pt x="185707" y="69480"/>
                </a:cubicBezTo>
                <a:lnTo>
                  <a:pt x="185707" y="169442"/>
                </a:lnTo>
                <a:cubicBezTo>
                  <a:pt x="185707" y="180771"/>
                  <a:pt x="183355" y="182906"/>
                  <a:pt x="170746" y="184188"/>
                </a:cubicBezTo>
                <a:lnTo>
                  <a:pt x="170746" y="187827"/>
                </a:lnTo>
                <a:moveTo>
                  <a:pt x="203658" y="70119"/>
                </a:moveTo>
                <a:cubicBezTo>
                  <a:pt x="203658" y="63714"/>
                  <a:pt x="215625" y="56025"/>
                  <a:pt x="225454" y="56025"/>
                </a:cubicBezTo>
                <a:cubicBezTo>
                  <a:pt x="241269" y="56025"/>
                  <a:pt x="251740" y="72255"/>
                  <a:pt x="251740" y="97243"/>
                </a:cubicBezTo>
                <a:cubicBezTo>
                  <a:pt x="251740" y="120718"/>
                  <a:pt x="241269" y="136745"/>
                  <a:pt x="225884" y="136745"/>
                </a:cubicBezTo>
                <a:cubicBezTo>
                  <a:pt x="215837" y="136745"/>
                  <a:pt x="203658" y="129053"/>
                  <a:pt x="203658" y="122642"/>
                </a:cubicBezTo>
                <a:lnTo>
                  <a:pt x="203658" y="70119"/>
                </a:lnTo>
                <a:close/>
                <a:moveTo>
                  <a:pt x="378895" y="130762"/>
                </a:moveTo>
                <a:lnTo>
                  <a:pt x="377828" y="130762"/>
                </a:lnTo>
                <a:cubicBezTo>
                  <a:pt x="367354" y="130334"/>
                  <a:pt x="365861" y="128626"/>
                  <a:pt x="365646" y="118582"/>
                </a:cubicBezTo>
                <a:lnTo>
                  <a:pt x="365646" y="45287"/>
                </a:lnTo>
                <a:lnTo>
                  <a:pt x="331879" y="45287"/>
                </a:lnTo>
                <a:lnTo>
                  <a:pt x="331879" y="48923"/>
                </a:lnTo>
                <a:cubicBezTo>
                  <a:pt x="345131" y="49562"/>
                  <a:pt x="347694" y="51701"/>
                  <a:pt x="347694" y="62384"/>
                </a:cubicBezTo>
                <a:lnTo>
                  <a:pt x="347694" y="112598"/>
                </a:lnTo>
                <a:cubicBezTo>
                  <a:pt x="347694" y="118582"/>
                  <a:pt x="346625" y="121576"/>
                  <a:pt x="343635" y="123924"/>
                </a:cubicBezTo>
                <a:cubicBezTo>
                  <a:pt x="337863" y="128626"/>
                  <a:pt x="331240" y="131189"/>
                  <a:pt x="324829" y="131189"/>
                </a:cubicBezTo>
                <a:cubicBezTo>
                  <a:pt x="316494" y="131189"/>
                  <a:pt x="309656" y="123924"/>
                  <a:pt x="309656" y="114950"/>
                </a:cubicBezTo>
                <a:lnTo>
                  <a:pt x="309656" y="45287"/>
                </a:lnTo>
                <a:lnTo>
                  <a:pt x="278453" y="45287"/>
                </a:lnTo>
                <a:lnTo>
                  <a:pt x="278453" y="48281"/>
                </a:lnTo>
                <a:cubicBezTo>
                  <a:pt x="288500" y="48708"/>
                  <a:pt x="291490" y="51701"/>
                  <a:pt x="291705" y="61957"/>
                </a:cubicBezTo>
                <a:lnTo>
                  <a:pt x="291705" y="115804"/>
                </a:lnTo>
                <a:cubicBezTo>
                  <a:pt x="291705" y="132686"/>
                  <a:pt x="301961" y="143583"/>
                  <a:pt x="317561" y="143583"/>
                </a:cubicBezTo>
                <a:cubicBezTo>
                  <a:pt x="325468" y="143583"/>
                  <a:pt x="333803" y="140166"/>
                  <a:pt x="339575" y="134394"/>
                </a:cubicBezTo>
                <a:lnTo>
                  <a:pt x="348764" y="125208"/>
                </a:lnTo>
                <a:lnTo>
                  <a:pt x="348764" y="142944"/>
                </a:lnTo>
                <a:lnTo>
                  <a:pt x="349618" y="143371"/>
                </a:lnTo>
                <a:cubicBezTo>
                  <a:pt x="360304" y="139096"/>
                  <a:pt x="367997" y="136745"/>
                  <a:pt x="378895" y="133755"/>
                </a:cubicBezTo>
                <a:lnTo>
                  <a:pt x="378895" y="130762"/>
                </a:lnTo>
                <a:close/>
                <a:moveTo>
                  <a:pt x="437878" y="45287"/>
                </a:moveTo>
                <a:lnTo>
                  <a:pt x="416294" y="45287"/>
                </a:lnTo>
                <a:lnTo>
                  <a:pt x="416294" y="20498"/>
                </a:lnTo>
                <a:cubicBezTo>
                  <a:pt x="416294" y="18362"/>
                  <a:pt x="415867" y="17720"/>
                  <a:pt x="414797" y="17720"/>
                </a:cubicBezTo>
                <a:cubicBezTo>
                  <a:pt x="402402" y="35671"/>
                  <a:pt x="395992" y="42939"/>
                  <a:pt x="389796" y="46572"/>
                </a:cubicBezTo>
                <a:cubicBezTo>
                  <a:pt x="387445" y="48065"/>
                  <a:pt x="386160" y="49350"/>
                  <a:pt x="386160" y="50632"/>
                </a:cubicBezTo>
                <a:cubicBezTo>
                  <a:pt x="386160" y="51274"/>
                  <a:pt x="386375" y="51701"/>
                  <a:pt x="387018" y="52129"/>
                </a:cubicBezTo>
                <a:lnTo>
                  <a:pt x="398343" y="52129"/>
                </a:lnTo>
                <a:lnTo>
                  <a:pt x="398343" y="116446"/>
                </a:lnTo>
                <a:cubicBezTo>
                  <a:pt x="398343" y="134394"/>
                  <a:pt x="404754" y="143583"/>
                  <a:pt x="417363" y="143583"/>
                </a:cubicBezTo>
                <a:cubicBezTo>
                  <a:pt x="427834" y="143583"/>
                  <a:pt x="435954" y="138457"/>
                  <a:pt x="443007" y="127344"/>
                </a:cubicBezTo>
                <a:lnTo>
                  <a:pt x="440229" y="124993"/>
                </a:lnTo>
                <a:cubicBezTo>
                  <a:pt x="435527" y="130550"/>
                  <a:pt x="432109" y="132474"/>
                  <a:pt x="427407" y="132474"/>
                </a:cubicBezTo>
                <a:cubicBezTo>
                  <a:pt x="419499" y="132474"/>
                  <a:pt x="416294" y="126702"/>
                  <a:pt x="416294" y="113241"/>
                </a:cubicBezTo>
                <a:lnTo>
                  <a:pt x="416294" y="52129"/>
                </a:lnTo>
                <a:lnTo>
                  <a:pt x="437878" y="52129"/>
                </a:lnTo>
                <a:lnTo>
                  <a:pt x="437878" y="452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6C8733-62F1-401D-8D6A-FECE5AE9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24" y="1080649"/>
            <a:ext cx="10" cy="3915632"/>
          </a:xfrm>
          <a:custGeom xmlns:a="http://schemas.openxmlformats.org/drawingml/2006/main">
            <a:pathLst>
              <a:path w="1" h="3915632" fill="none">
                <a:moveTo>
                  <a:pt x="0" y="0"/>
                </a:moveTo>
                <a:lnTo>
                  <a:pt x="0" y="3915632"/>
                </a:lnTo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FFFFFF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FB1032-9E43-4CCC-AE91-3B894331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84" y="880310"/>
            <a:ext cx="10" cy="4115972"/>
          </a:xfrm>
          <a:custGeom xmlns:a="http://schemas.openxmlformats.org/drawingml/2006/main">
            <a:pathLst>
              <a:path w="1" h="4115972" fill="none">
                <a:moveTo>
                  <a:pt x="0" y="0"/>
                </a:moveTo>
                <a:lnTo>
                  <a:pt x="0" y="4115972"/>
                </a:lnTo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FFFFFF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EF5BE6-222E-4A2F-ADFF-0476DCB2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643" y="880310"/>
            <a:ext cx="10" cy="4115972"/>
          </a:xfrm>
          <a:custGeom xmlns:a="http://schemas.openxmlformats.org/drawingml/2006/main">
            <a:pathLst>
              <a:path w="1" h="4115972" fill="none">
                <a:moveTo>
                  <a:pt x="0" y="0"/>
                </a:moveTo>
                <a:lnTo>
                  <a:pt x="0" y="4115972"/>
                </a:lnTo>
              </a:path>
            </a:pathLst>
          </a:custGeom>
          <a:noFill xmlns:a="http://schemas.openxmlformats.org/drawingml/2006/main"/>
          <a:ln xmlns:a="http://schemas.openxmlformats.org/drawingml/2006/main" w="17812" cap="flat">
            <a:solidFill>
              <a:srgbClr val="FFFFFF"/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55A80-C362-4CE5-BF42-ECE046C9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4325" y="2476558"/>
            <a:ext cx="213698" cy="1482708"/>
          </a:xfrm>
          <a:custGeom xmlns:a="http://schemas.openxmlformats.org/drawingml/2006/main">
            <a:pathLst>
              <a:path w="213698" h="1482708">
                <a:moveTo>
                  <a:pt x="0" y="1482708"/>
                </a:moveTo>
                <a:lnTo>
                  <a:pt x="0" y="0"/>
                </a:lnTo>
                <a:lnTo>
                  <a:pt x="213698" y="0"/>
                </a:lnTo>
                <a:lnTo>
                  <a:pt x="213698" y="1482708"/>
                </a:lnTo>
                <a:lnTo>
                  <a:pt x="0" y="148270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043FB7-9FC5-4A05-BB96-34D6C387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1568" y="2436437"/>
            <a:ext cx="494202" cy="160288"/>
          </a:xfrm>
          <a:custGeom xmlns:a="http://schemas.openxmlformats.org/drawingml/2006/main">
            <a:pathLst>
              <a:path w="494202" h="160288">
                <a:moveTo>
                  <a:pt x="0" y="160288"/>
                </a:moveTo>
                <a:lnTo>
                  <a:pt x="0" y="0"/>
                </a:lnTo>
                <a:lnTo>
                  <a:pt x="494202" y="0"/>
                </a:lnTo>
                <a:lnTo>
                  <a:pt x="494202" y="160288"/>
                </a:lnTo>
                <a:lnTo>
                  <a:pt x="0" y="1602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3dcebba5e4de3"/>
          <a:stretch xmlns:a="http://schemas.openxmlformats.org/drawingml/2006/main"/>
        </p:blipFill>
        <p:spPr>
          <a:xfrm xmlns:a="http://schemas.openxmlformats.org/drawingml/2006/main">
            <a:off x="13129564" y="1701776"/>
            <a:ext cx="1011311" cy="761389"/>
          </a:xfrm>
          <a:prstGeom xmlns:a="http://schemas.openxmlformats.org/drawingml/2006/main" prst="rect">
            <a:avLst/>
          </a:prstGeom>
        </p:spPr>
      </p:pic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58000-9ED7-4A1E-A258-FCE4ED2A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723" y="1505931"/>
            <a:ext cx="504863" cy="178108"/>
          </a:xfrm>
          <a:custGeom xmlns:a="http://schemas.openxmlformats.org/drawingml/2006/main">
            <a:pathLst>
              <a:path w="504863" h="178108">
                <a:moveTo>
                  <a:pt x="0" y="75695"/>
                </a:moveTo>
                <a:lnTo>
                  <a:pt x="0" y="102406"/>
                </a:lnTo>
                <a:lnTo>
                  <a:pt x="387331" y="102406"/>
                </a:lnTo>
                <a:lnTo>
                  <a:pt x="326784" y="178108"/>
                </a:lnTo>
                <a:lnTo>
                  <a:pt x="504863" y="89040"/>
                </a:lnTo>
                <a:lnTo>
                  <a:pt x="326784" y="0"/>
                </a:lnTo>
                <a:lnTo>
                  <a:pt x="387345" y="75695"/>
                </a:lnTo>
                <a:lnTo>
                  <a:pt x="0" y="75695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59EF01-8168-48B9-A20F-C4EDEC47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723" y="2761459"/>
            <a:ext cx="504863" cy="178079"/>
          </a:xfrm>
          <a:custGeom xmlns:a="http://schemas.openxmlformats.org/drawingml/2006/main">
            <a:pathLst>
              <a:path w="504863" h="178079">
                <a:moveTo>
                  <a:pt x="0" y="75667"/>
                </a:moveTo>
                <a:lnTo>
                  <a:pt x="0" y="102379"/>
                </a:lnTo>
                <a:lnTo>
                  <a:pt x="387349" y="102379"/>
                </a:lnTo>
                <a:lnTo>
                  <a:pt x="326784" y="178079"/>
                </a:lnTo>
                <a:lnTo>
                  <a:pt x="504863" y="89040"/>
                </a:lnTo>
                <a:lnTo>
                  <a:pt x="326784" y="0"/>
                </a:lnTo>
                <a:lnTo>
                  <a:pt x="387322" y="75667"/>
                </a:lnTo>
                <a:lnTo>
                  <a:pt x="0" y="75667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D86AB0-C928-4A04-A552-44C6E119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723" y="4030504"/>
            <a:ext cx="504863" cy="178079"/>
          </a:xfrm>
          <a:custGeom xmlns:a="http://schemas.openxmlformats.org/drawingml/2006/main">
            <a:pathLst>
              <a:path w="504863" h="178079">
                <a:moveTo>
                  <a:pt x="326784" y="178079"/>
                </a:moveTo>
                <a:lnTo>
                  <a:pt x="504863" y="89040"/>
                </a:lnTo>
                <a:lnTo>
                  <a:pt x="326784" y="0"/>
                </a:lnTo>
                <a:lnTo>
                  <a:pt x="387345" y="75695"/>
                </a:lnTo>
                <a:lnTo>
                  <a:pt x="0" y="75695"/>
                </a:lnTo>
                <a:lnTo>
                  <a:pt x="0" y="102419"/>
                </a:lnTo>
                <a:lnTo>
                  <a:pt x="387317" y="102419"/>
                </a:lnTo>
                <a:lnTo>
                  <a:pt x="326784" y="178079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B0D87A-A0C7-4E1A-BD98-0243D21B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223" y="1505931"/>
            <a:ext cx="504892" cy="178108"/>
          </a:xfrm>
          <a:custGeom xmlns:a="http://schemas.openxmlformats.org/drawingml/2006/main">
            <a:pathLst>
              <a:path w="504892" h="178108">
                <a:moveTo>
                  <a:pt x="0" y="75695"/>
                </a:moveTo>
                <a:lnTo>
                  <a:pt x="0" y="102406"/>
                </a:lnTo>
                <a:lnTo>
                  <a:pt x="387335" y="102406"/>
                </a:lnTo>
                <a:lnTo>
                  <a:pt x="326812" y="178108"/>
                </a:lnTo>
                <a:lnTo>
                  <a:pt x="504892" y="89040"/>
                </a:lnTo>
                <a:lnTo>
                  <a:pt x="326812" y="0"/>
                </a:lnTo>
                <a:lnTo>
                  <a:pt x="387349" y="75695"/>
                </a:lnTo>
                <a:lnTo>
                  <a:pt x="0" y="75695"/>
                </a:lnTo>
                <a:close/>
                <a:moveTo>
                  <a:pt x="398019" y="89036"/>
                </a:moveTo>
                <a:lnTo>
                  <a:pt x="398021" y="89040"/>
                </a:lnTo>
                <a:lnTo>
                  <a:pt x="398019" y="89043"/>
                </a:lnTo>
                <a:lnTo>
                  <a:pt x="398019" y="8903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A35AA-7CDD-4910-B377-9D6DAE34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223" y="2761459"/>
            <a:ext cx="504892" cy="178079"/>
          </a:xfrm>
          <a:custGeom xmlns:a="http://schemas.openxmlformats.org/drawingml/2006/main">
            <a:pathLst>
              <a:path w="504892" h="178079">
                <a:moveTo>
                  <a:pt x="0" y="75667"/>
                </a:moveTo>
                <a:lnTo>
                  <a:pt x="0" y="102379"/>
                </a:lnTo>
                <a:lnTo>
                  <a:pt x="387354" y="102379"/>
                </a:lnTo>
                <a:lnTo>
                  <a:pt x="326812" y="178079"/>
                </a:lnTo>
                <a:lnTo>
                  <a:pt x="504892" y="89040"/>
                </a:lnTo>
                <a:lnTo>
                  <a:pt x="326812" y="0"/>
                </a:lnTo>
                <a:lnTo>
                  <a:pt x="387326" y="75667"/>
                </a:lnTo>
                <a:lnTo>
                  <a:pt x="0" y="75667"/>
                </a:lnTo>
                <a:close/>
                <a:moveTo>
                  <a:pt x="398019" y="89036"/>
                </a:moveTo>
                <a:lnTo>
                  <a:pt x="398021" y="89040"/>
                </a:lnTo>
                <a:lnTo>
                  <a:pt x="398019" y="89043"/>
                </a:lnTo>
                <a:lnTo>
                  <a:pt x="398019" y="8903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0AB03-FE8F-4A95-8CFB-91EB743C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223" y="4030504"/>
            <a:ext cx="504892" cy="178079"/>
          </a:xfrm>
          <a:custGeom xmlns:a="http://schemas.openxmlformats.org/drawingml/2006/main">
            <a:pathLst>
              <a:path w="504892" h="178079">
                <a:moveTo>
                  <a:pt x="326812" y="178079"/>
                </a:moveTo>
                <a:lnTo>
                  <a:pt x="504892" y="89040"/>
                </a:lnTo>
                <a:lnTo>
                  <a:pt x="326812" y="0"/>
                </a:lnTo>
                <a:lnTo>
                  <a:pt x="387349" y="75695"/>
                </a:lnTo>
                <a:lnTo>
                  <a:pt x="0" y="75695"/>
                </a:lnTo>
                <a:lnTo>
                  <a:pt x="0" y="102419"/>
                </a:lnTo>
                <a:lnTo>
                  <a:pt x="387322" y="102419"/>
                </a:lnTo>
                <a:lnTo>
                  <a:pt x="326812" y="178079"/>
                </a:lnTo>
                <a:close/>
                <a:moveTo>
                  <a:pt x="398021" y="89040"/>
                </a:moveTo>
                <a:lnTo>
                  <a:pt x="398019" y="89043"/>
                </a:lnTo>
                <a:lnTo>
                  <a:pt x="398019" y="89036"/>
                </a:lnTo>
                <a:lnTo>
                  <a:pt x="398021" y="8904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Concat">
            <a:extLst xmlns:a="http://schemas.openxmlformats.org/drawingml/2006/main">
              <a:ext uri="{FF2B5EF4-FFF2-40B4-BE49-F238E27FC236}">
                <a16:creationId xmlns:a16="http://schemas.microsoft.com/office/drawing/2014/main" id="{5A6BF4A4-3CDF-408E-9FB0-564031BC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181" y="2452720"/>
            <a:ext cx="603461" cy="147647"/>
          </a:xfrm>
          <a:custGeom xmlns:a="http://schemas.openxmlformats.org/drawingml/2006/main">
            <a:pathLst>
              <a:path w="603461" h="147647">
                <a:moveTo>
                  <a:pt x="126776" y="48149"/>
                </a:moveTo>
                <a:lnTo>
                  <a:pt x="124848" y="0"/>
                </a:lnTo>
                <a:lnTo>
                  <a:pt x="120352" y="0"/>
                </a:lnTo>
                <a:cubicBezTo>
                  <a:pt x="119068" y="4500"/>
                  <a:pt x="115640" y="7068"/>
                  <a:pt x="111356" y="7068"/>
                </a:cubicBezTo>
                <a:cubicBezTo>
                  <a:pt x="109428" y="7068"/>
                  <a:pt x="106216" y="6428"/>
                  <a:pt x="103004" y="5356"/>
                </a:cubicBezTo>
                <a:cubicBezTo>
                  <a:pt x="92511" y="1716"/>
                  <a:pt x="81803" y="0"/>
                  <a:pt x="71739" y="0"/>
                </a:cubicBezTo>
                <a:cubicBezTo>
                  <a:pt x="54178" y="0"/>
                  <a:pt x="36405" y="6640"/>
                  <a:pt x="23125" y="18410"/>
                </a:cubicBezTo>
                <a:cubicBezTo>
                  <a:pt x="8137" y="31677"/>
                  <a:pt x="0" y="51358"/>
                  <a:pt x="0" y="74895"/>
                </a:cubicBezTo>
                <a:cubicBezTo>
                  <a:pt x="0" y="118542"/>
                  <a:pt x="28481" y="147647"/>
                  <a:pt x="71098" y="147647"/>
                </a:cubicBezTo>
                <a:cubicBezTo>
                  <a:pt x="95295" y="147647"/>
                  <a:pt x="116712" y="137798"/>
                  <a:pt x="129560" y="120466"/>
                </a:cubicBezTo>
                <a:lnTo>
                  <a:pt x="125704" y="116617"/>
                </a:lnTo>
                <a:cubicBezTo>
                  <a:pt x="110072" y="131808"/>
                  <a:pt x="95723" y="138226"/>
                  <a:pt x="77951" y="138226"/>
                </a:cubicBezTo>
                <a:cubicBezTo>
                  <a:pt x="64458" y="138226"/>
                  <a:pt x="52466" y="133946"/>
                  <a:pt x="43258" y="125816"/>
                </a:cubicBezTo>
                <a:cubicBezTo>
                  <a:pt x="31478" y="115333"/>
                  <a:pt x="24841" y="96076"/>
                  <a:pt x="24841" y="72114"/>
                </a:cubicBezTo>
                <a:cubicBezTo>
                  <a:pt x="24841" y="33386"/>
                  <a:pt x="44757" y="8568"/>
                  <a:pt x="75807" y="8568"/>
                </a:cubicBezTo>
                <a:cubicBezTo>
                  <a:pt x="88015" y="8568"/>
                  <a:pt x="99151" y="13061"/>
                  <a:pt x="107716" y="21407"/>
                </a:cubicBezTo>
                <a:cubicBezTo>
                  <a:pt x="114568" y="28252"/>
                  <a:pt x="117780" y="34242"/>
                  <a:pt x="121852" y="48149"/>
                </a:cubicBezTo>
                <a:lnTo>
                  <a:pt x="126776" y="48149"/>
                </a:lnTo>
                <a:close/>
                <a:moveTo>
                  <a:pt x="194658" y="46218"/>
                </a:moveTo>
                <a:cubicBezTo>
                  <a:pt x="166601" y="46218"/>
                  <a:pt x="147329" y="66769"/>
                  <a:pt x="147329" y="96302"/>
                </a:cubicBezTo>
                <a:cubicBezTo>
                  <a:pt x="147329" y="125407"/>
                  <a:pt x="167245" y="146810"/>
                  <a:pt x="194226" y="146810"/>
                </a:cubicBezTo>
                <a:cubicBezTo>
                  <a:pt x="221211" y="146810"/>
                  <a:pt x="241768" y="124339"/>
                  <a:pt x="241768" y="94590"/>
                </a:cubicBezTo>
                <a:cubicBezTo>
                  <a:pt x="241768" y="66340"/>
                  <a:pt x="222067" y="46218"/>
                  <a:pt x="194658" y="46218"/>
                </a:cubicBezTo>
                <a:moveTo>
                  <a:pt x="191874" y="52218"/>
                </a:moveTo>
                <a:cubicBezTo>
                  <a:pt x="209862" y="52218"/>
                  <a:pt x="222495" y="72761"/>
                  <a:pt x="222495" y="102079"/>
                </a:cubicBezTo>
                <a:cubicBezTo>
                  <a:pt x="222495" y="126476"/>
                  <a:pt x="212859" y="140814"/>
                  <a:pt x="196798" y="140814"/>
                </a:cubicBezTo>
                <a:cubicBezTo>
                  <a:pt x="188446" y="140814"/>
                  <a:pt x="180522" y="135681"/>
                  <a:pt x="176025" y="127119"/>
                </a:cubicBezTo>
                <a:cubicBezTo>
                  <a:pt x="170029" y="115990"/>
                  <a:pt x="166601" y="101011"/>
                  <a:pt x="166601" y="85816"/>
                </a:cubicBezTo>
                <a:cubicBezTo>
                  <a:pt x="166601" y="65484"/>
                  <a:pt x="176453" y="52218"/>
                  <a:pt x="191874" y="52218"/>
                </a:cubicBezTo>
                <a:close/>
                <a:moveTo>
                  <a:pt x="252048" y="144719"/>
                </a:moveTo>
                <a:lnTo>
                  <a:pt x="297449" y="144719"/>
                </a:lnTo>
                <a:lnTo>
                  <a:pt x="297449" y="141507"/>
                </a:lnTo>
                <a:cubicBezTo>
                  <a:pt x="286741" y="140866"/>
                  <a:pt x="283313" y="138082"/>
                  <a:pt x="283313" y="130374"/>
                </a:cubicBezTo>
                <a:lnTo>
                  <a:pt x="283313" y="70203"/>
                </a:lnTo>
                <a:cubicBezTo>
                  <a:pt x="293593" y="60566"/>
                  <a:pt x="298305" y="57998"/>
                  <a:pt x="305373" y="57998"/>
                </a:cubicBezTo>
                <a:cubicBezTo>
                  <a:pt x="315866" y="57998"/>
                  <a:pt x="321006" y="64635"/>
                  <a:pt x="321006" y="78767"/>
                </a:cubicBezTo>
                <a:lnTo>
                  <a:pt x="321006" y="123522"/>
                </a:lnTo>
                <a:cubicBezTo>
                  <a:pt x="320578" y="137439"/>
                  <a:pt x="318006" y="140866"/>
                  <a:pt x="307514" y="141507"/>
                </a:cubicBezTo>
                <a:lnTo>
                  <a:pt x="307514" y="144719"/>
                </a:lnTo>
                <a:lnTo>
                  <a:pt x="352059" y="144719"/>
                </a:lnTo>
                <a:lnTo>
                  <a:pt x="352059" y="141507"/>
                </a:lnTo>
                <a:cubicBezTo>
                  <a:pt x="341563" y="140438"/>
                  <a:pt x="339207" y="137867"/>
                  <a:pt x="338995" y="127374"/>
                </a:cubicBezTo>
                <a:lnTo>
                  <a:pt x="338995" y="78339"/>
                </a:lnTo>
                <a:cubicBezTo>
                  <a:pt x="338995" y="58214"/>
                  <a:pt x="329571" y="46218"/>
                  <a:pt x="313726" y="46218"/>
                </a:cubicBezTo>
                <a:cubicBezTo>
                  <a:pt x="303874" y="46218"/>
                  <a:pt x="297234" y="49862"/>
                  <a:pt x="282673" y="63566"/>
                </a:cubicBezTo>
                <a:lnTo>
                  <a:pt x="282673" y="46649"/>
                </a:lnTo>
                <a:lnTo>
                  <a:pt x="281173" y="46218"/>
                </a:lnTo>
                <a:cubicBezTo>
                  <a:pt x="270037" y="50290"/>
                  <a:pt x="262756" y="52646"/>
                  <a:pt x="251620" y="55858"/>
                </a:cubicBezTo>
                <a:lnTo>
                  <a:pt x="251620" y="59498"/>
                </a:lnTo>
                <a:cubicBezTo>
                  <a:pt x="253120" y="58854"/>
                  <a:pt x="255048" y="58642"/>
                  <a:pt x="257404" y="58642"/>
                </a:cubicBezTo>
                <a:cubicBezTo>
                  <a:pt x="263400" y="58642"/>
                  <a:pt x="265325" y="61854"/>
                  <a:pt x="265325" y="72343"/>
                </a:cubicBezTo>
                <a:lnTo>
                  <a:pt x="265325" y="125450"/>
                </a:lnTo>
                <a:cubicBezTo>
                  <a:pt x="265112" y="138082"/>
                  <a:pt x="262756" y="140866"/>
                  <a:pt x="252048" y="141507"/>
                </a:cubicBezTo>
                <a:lnTo>
                  <a:pt x="252048" y="144719"/>
                </a:lnTo>
                <a:close/>
                <a:moveTo>
                  <a:pt x="440502" y="111278"/>
                </a:moveTo>
                <a:cubicBezTo>
                  <a:pt x="430222" y="126257"/>
                  <a:pt x="422514" y="131393"/>
                  <a:pt x="410305" y="131393"/>
                </a:cubicBezTo>
                <a:cubicBezTo>
                  <a:pt x="390605" y="131393"/>
                  <a:pt x="377112" y="114274"/>
                  <a:pt x="377112" y="89665"/>
                </a:cubicBezTo>
                <a:cubicBezTo>
                  <a:pt x="377112" y="67409"/>
                  <a:pt x="388892" y="52430"/>
                  <a:pt x="406237" y="52430"/>
                </a:cubicBezTo>
                <a:cubicBezTo>
                  <a:pt x="413946" y="52430"/>
                  <a:pt x="416730" y="54570"/>
                  <a:pt x="418873" y="62700"/>
                </a:cubicBezTo>
                <a:lnTo>
                  <a:pt x="420158" y="67409"/>
                </a:lnTo>
                <a:cubicBezTo>
                  <a:pt x="421870" y="73614"/>
                  <a:pt x="425726" y="77255"/>
                  <a:pt x="430438" y="77255"/>
                </a:cubicBezTo>
                <a:cubicBezTo>
                  <a:pt x="436006" y="77255"/>
                  <a:pt x="440502" y="73186"/>
                  <a:pt x="440502" y="68265"/>
                </a:cubicBezTo>
                <a:cubicBezTo>
                  <a:pt x="440502" y="56283"/>
                  <a:pt x="425510" y="46218"/>
                  <a:pt x="407521" y="46218"/>
                </a:cubicBezTo>
                <a:cubicBezTo>
                  <a:pt x="397029" y="46218"/>
                  <a:pt x="386108" y="50502"/>
                  <a:pt x="377328" y="58207"/>
                </a:cubicBezTo>
                <a:cubicBezTo>
                  <a:pt x="366620" y="67625"/>
                  <a:pt x="360624" y="82176"/>
                  <a:pt x="360624" y="99295"/>
                </a:cubicBezTo>
                <a:cubicBezTo>
                  <a:pt x="360624" y="126900"/>
                  <a:pt x="377540" y="146810"/>
                  <a:pt x="401313" y="146810"/>
                </a:cubicBezTo>
                <a:cubicBezTo>
                  <a:pt x="410949" y="146810"/>
                  <a:pt x="419514" y="143386"/>
                  <a:pt x="427226" y="136746"/>
                </a:cubicBezTo>
                <a:cubicBezTo>
                  <a:pt x="433006" y="131822"/>
                  <a:pt x="437074" y="125829"/>
                  <a:pt x="443499" y="113202"/>
                </a:cubicBezTo>
                <a:lnTo>
                  <a:pt x="440502" y="111278"/>
                </a:lnTo>
                <a:close/>
                <a:moveTo>
                  <a:pt x="544360" y="130541"/>
                </a:moveTo>
                <a:cubicBezTo>
                  <a:pt x="540719" y="133534"/>
                  <a:pt x="538151" y="134606"/>
                  <a:pt x="534939" y="134606"/>
                </a:cubicBezTo>
                <a:cubicBezTo>
                  <a:pt x="530014" y="134606"/>
                  <a:pt x="528515" y="131609"/>
                  <a:pt x="528515" y="122195"/>
                </a:cubicBezTo>
                <a:lnTo>
                  <a:pt x="528515" y="80463"/>
                </a:lnTo>
                <a:cubicBezTo>
                  <a:pt x="528515" y="69334"/>
                  <a:pt x="527443" y="63128"/>
                  <a:pt x="524231" y="57992"/>
                </a:cubicBezTo>
                <a:cubicBezTo>
                  <a:pt x="519519" y="50290"/>
                  <a:pt x="510310" y="46218"/>
                  <a:pt x="497677" y="46218"/>
                </a:cubicBezTo>
                <a:cubicBezTo>
                  <a:pt x="477545" y="46218"/>
                  <a:pt x="461700" y="56707"/>
                  <a:pt x="461700" y="70190"/>
                </a:cubicBezTo>
                <a:cubicBezTo>
                  <a:pt x="461700" y="75114"/>
                  <a:pt x="465769" y="79392"/>
                  <a:pt x="470909" y="79392"/>
                </a:cubicBezTo>
                <a:cubicBezTo>
                  <a:pt x="476045" y="79392"/>
                  <a:pt x="480545" y="75114"/>
                  <a:pt x="480545" y="70405"/>
                </a:cubicBezTo>
                <a:cubicBezTo>
                  <a:pt x="480545" y="69549"/>
                  <a:pt x="480329" y="68478"/>
                  <a:pt x="480117" y="66981"/>
                </a:cubicBezTo>
                <a:cubicBezTo>
                  <a:pt x="479689" y="65056"/>
                  <a:pt x="479473" y="63344"/>
                  <a:pt x="479473" y="61844"/>
                </a:cubicBezTo>
                <a:cubicBezTo>
                  <a:pt x="479473" y="56067"/>
                  <a:pt x="486325" y="51358"/>
                  <a:pt x="494893" y="51358"/>
                </a:cubicBezTo>
                <a:cubicBezTo>
                  <a:pt x="505386" y="51358"/>
                  <a:pt x="511166" y="57563"/>
                  <a:pt x="511166" y="69121"/>
                </a:cubicBezTo>
                <a:lnTo>
                  <a:pt x="511166" y="82176"/>
                </a:lnTo>
                <a:cubicBezTo>
                  <a:pt x="478401" y="95230"/>
                  <a:pt x="474549" y="97155"/>
                  <a:pt x="465340" y="105288"/>
                </a:cubicBezTo>
                <a:cubicBezTo>
                  <a:pt x="460628" y="109569"/>
                  <a:pt x="457629" y="116842"/>
                  <a:pt x="457629" y="123904"/>
                </a:cubicBezTo>
                <a:cubicBezTo>
                  <a:pt x="457629" y="137390"/>
                  <a:pt x="467053" y="146810"/>
                  <a:pt x="480117" y="146810"/>
                </a:cubicBezTo>
                <a:cubicBezTo>
                  <a:pt x="489538" y="146810"/>
                  <a:pt x="498318" y="142314"/>
                  <a:pt x="511382" y="131178"/>
                </a:cubicBezTo>
                <a:cubicBezTo>
                  <a:pt x="512454" y="142530"/>
                  <a:pt x="516306" y="146810"/>
                  <a:pt x="525087" y="146810"/>
                </a:cubicBezTo>
                <a:cubicBezTo>
                  <a:pt x="532367" y="146810"/>
                  <a:pt x="536867" y="144242"/>
                  <a:pt x="544360" y="136105"/>
                </a:cubicBezTo>
                <a:lnTo>
                  <a:pt x="544360" y="130541"/>
                </a:lnTo>
                <a:moveTo>
                  <a:pt x="511166" y="118329"/>
                </a:moveTo>
                <a:cubicBezTo>
                  <a:pt x="511166" y="124754"/>
                  <a:pt x="510098" y="127110"/>
                  <a:pt x="505598" y="129681"/>
                </a:cubicBezTo>
                <a:cubicBezTo>
                  <a:pt x="500246" y="132678"/>
                  <a:pt x="494465" y="134390"/>
                  <a:pt x="489966" y="134390"/>
                </a:cubicBezTo>
                <a:cubicBezTo>
                  <a:pt x="482473" y="134390"/>
                  <a:pt x="476477" y="127110"/>
                  <a:pt x="476477" y="117901"/>
                </a:cubicBezTo>
                <a:lnTo>
                  <a:pt x="476477" y="117045"/>
                </a:lnTo>
                <a:cubicBezTo>
                  <a:pt x="476689" y="104197"/>
                  <a:pt x="486113" y="96057"/>
                  <a:pt x="511166" y="87277"/>
                </a:cubicBezTo>
                <a:lnTo>
                  <a:pt x="511166" y="118329"/>
                </a:lnTo>
                <a:close/>
                <a:moveTo>
                  <a:pt x="598321" y="48309"/>
                </a:moveTo>
                <a:lnTo>
                  <a:pt x="576692" y="48309"/>
                </a:lnTo>
                <a:lnTo>
                  <a:pt x="576692" y="23468"/>
                </a:lnTo>
                <a:cubicBezTo>
                  <a:pt x="576692" y="21328"/>
                  <a:pt x="576264" y="20684"/>
                  <a:pt x="575193" y="20684"/>
                </a:cubicBezTo>
                <a:cubicBezTo>
                  <a:pt x="562772" y="38673"/>
                  <a:pt x="556348" y="45957"/>
                  <a:pt x="550139" y="49597"/>
                </a:cubicBezTo>
                <a:cubicBezTo>
                  <a:pt x="547783" y="51093"/>
                  <a:pt x="546496" y="52381"/>
                  <a:pt x="546496" y="53665"/>
                </a:cubicBezTo>
                <a:cubicBezTo>
                  <a:pt x="546496" y="54309"/>
                  <a:pt x="546712" y="54737"/>
                  <a:pt x="547355" y="55165"/>
                </a:cubicBezTo>
                <a:lnTo>
                  <a:pt x="558704" y="55165"/>
                </a:lnTo>
                <a:lnTo>
                  <a:pt x="558704" y="119617"/>
                </a:lnTo>
                <a:cubicBezTo>
                  <a:pt x="558704" y="137602"/>
                  <a:pt x="565128" y="146810"/>
                  <a:pt x="577764" y="146810"/>
                </a:cubicBezTo>
                <a:cubicBezTo>
                  <a:pt x="588257" y="146810"/>
                  <a:pt x="596393" y="141674"/>
                  <a:pt x="603461" y="130537"/>
                </a:cubicBezTo>
                <a:lnTo>
                  <a:pt x="600677" y="128181"/>
                </a:lnTo>
                <a:cubicBezTo>
                  <a:pt x="595965" y="133749"/>
                  <a:pt x="592541" y="135677"/>
                  <a:pt x="587829" y="135677"/>
                </a:cubicBezTo>
                <a:cubicBezTo>
                  <a:pt x="579905" y="135677"/>
                  <a:pt x="576692" y="129894"/>
                  <a:pt x="576692" y="116405"/>
                </a:cubicBezTo>
                <a:lnTo>
                  <a:pt x="576692" y="55165"/>
                </a:lnTo>
                <a:lnTo>
                  <a:pt x="598321" y="55165"/>
                </a:lnTo>
                <a:lnTo>
                  <a:pt x="598321" y="483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BEDA9D-AC5B-4160-9BAB-FB3ED87D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18" y="1154183"/>
            <a:ext cx="253782" cy="253793"/>
          </a:xfrm>
          <a:custGeom xmlns:a="http://schemas.openxmlformats.org/drawingml/2006/main">
            <a:pathLst>
              <a:path w="253782" h="253793">
                <a:moveTo>
                  <a:pt x="0" y="253793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729AD1-F916-494E-8B88-E7B7ECF0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18" y="1448047"/>
            <a:ext cx="253782" cy="253794"/>
          </a:xfrm>
          <a:custGeom xmlns:a="http://schemas.openxmlformats.org/drawingml/2006/main">
            <a:pathLst>
              <a:path w="253782" h="253794">
                <a:moveTo>
                  <a:pt x="0" y="253794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AFBE07-6B97-4643-9B04-C30F5FEA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18" y="1728540"/>
            <a:ext cx="253782" cy="253793"/>
          </a:xfrm>
          <a:custGeom xmlns:a="http://schemas.openxmlformats.org/drawingml/2006/main">
            <a:pathLst>
              <a:path w="253782" h="253793">
                <a:moveTo>
                  <a:pt x="0" y="253793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99599-8355-4BC0-86D9-A90CBAF8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18" y="2423084"/>
            <a:ext cx="253782" cy="253793"/>
          </a:xfrm>
          <a:custGeom xmlns:a="http://schemas.openxmlformats.org/drawingml/2006/main">
            <a:pathLst>
              <a:path w="253782" h="253793">
                <a:moveTo>
                  <a:pt x="0" y="253793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2A5F9-E576-4172-8382-704C3498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18" y="2703578"/>
            <a:ext cx="253782" cy="253792"/>
          </a:xfrm>
          <a:custGeom xmlns:a="http://schemas.openxmlformats.org/drawingml/2006/main">
            <a:pathLst>
              <a:path w="253782" h="253792">
                <a:moveTo>
                  <a:pt x="0" y="253792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2"/>
                </a:lnTo>
                <a:lnTo>
                  <a:pt x="0" y="253792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9545D6-1B45-4F01-B29C-7D0A401D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18" y="2997573"/>
            <a:ext cx="253782" cy="240432"/>
          </a:xfrm>
          <a:custGeom xmlns:a="http://schemas.openxmlformats.org/drawingml/2006/main">
            <a:pathLst>
              <a:path w="253782" h="240432">
                <a:moveTo>
                  <a:pt x="0" y="240432"/>
                </a:moveTo>
                <a:lnTo>
                  <a:pt x="0" y="0"/>
                </a:lnTo>
                <a:lnTo>
                  <a:pt x="253782" y="0"/>
                </a:lnTo>
                <a:lnTo>
                  <a:pt x="253782" y="240432"/>
                </a:lnTo>
                <a:lnTo>
                  <a:pt x="0" y="240432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BE7BD4-B135-4484-B0E1-5C545993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18" y="3678784"/>
            <a:ext cx="253782" cy="253793"/>
          </a:xfrm>
          <a:custGeom xmlns:a="http://schemas.openxmlformats.org/drawingml/2006/main">
            <a:pathLst>
              <a:path w="253782" h="253793">
                <a:moveTo>
                  <a:pt x="0" y="253793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007847-C3FD-4629-B46C-700B4DD1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18" y="3972621"/>
            <a:ext cx="253782" cy="253793"/>
          </a:xfrm>
          <a:custGeom xmlns:a="http://schemas.openxmlformats.org/drawingml/2006/main">
            <a:pathLst>
              <a:path w="253782" h="253793">
                <a:moveTo>
                  <a:pt x="0" y="253793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77DCA2-E068-43A2-9631-2FB4B6A6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18" y="4253084"/>
            <a:ext cx="253782" cy="253793"/>
          </a:xfrm>
          <a:custGeom xmlns:a="http://schemas.openxmlformats.org/drawingml/2006/main">
            <a:pathLst>
              <a:path w="253782" h="253793">
                <a:moveTo>
                  <a:pt x="0" y="253793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15623B-FED7-4F51-8E7C-2216F9F4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546" y="1154183"/>
            <a:ext cx="253771" cy="253793"/>
          </a:xfrm>
          <a:custGeom xmlns:a="http://schemas.openxmlformats.org/drawingml/2006/main">
            <a:pathLst>
              <a:path w="253771" h="253793">
                <a:moveTo>
                  <a:pt x="0" y="253793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EFF3DA-A915-41F3-BFBA-0F024D3F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546" y="1448047"/>
            <a:ext cx="253771" cy="253794"/>
          </a:xfrm>
          <a:custGeom xmlns:a="http://schemas.openxmlformats.org/drawingml/2006/main">
            <a:pathLst>
              <a:path w="253771" h="253794">
                <a:moveTo>
                  <a:pt x="0" y="253794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26CEE8-3795-47CF-8A9B-A3B88171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546" y="1728540"/>
            <a:ext cx="253771" cy="253793"/>
          </a:xfrm>
          <a:custGeom xmlns:a="http://schemas.openxmlformats.org/drawingml/2006/main">
            <a:pathLst>
              <a:path w="253771" h="253793">
                <a:moveTo>
                  <a:pt x="0" y="253793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8CEF41-C7E4-4421-AD7C-7B257A53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546" y="2423084"/>
            <a:ext cx="253771" cy="253793"/>
          </a:xfrm>
          <a:custGeom xmlns:a="http://schemas.openxmlformats.org/drawingml/2006/main">
            <a:pathLst>
              <a:path w="253771" h="253793">
                <a:moveTo>
                  <a:pt x="0" y="253793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8702C-2CC5-4C3A-9E52-CF6D0D2A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546" y="2703578"/>
            <a:ext cx="253771" cy="253792"/>
          </a:xfrm>
          <a:custGeom xmlns:a="http://schemas.openxmlformats.org/drawingml/2006/main">
            <a:pathLst>
              <a:path w="253771" h="253792">
                <a:moveTo>
                  <a:pt x="0" y="253792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2"/>
                </a:lnTo>
                <a:lnTo>
                  <a:pt x="0" y="253792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623A87-BEDF-44BB-A017-AD0A8A4A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546" y="2997573"/>
            <a:ext cx="253771" cy="240432"/>
          </a:xfrm>
          <a:custGeom xmlns:a="http://schemas.openxmlformats.org/drawingml/2006/main">
            <a:pathLst>
              <a:path w="253771" h="240432">
                <a:moveTo>
                  <a:pt x="0" y="240432"/>
                </a:moveTo>
                <a:lnTo>
                  <a:pt x="0" y="0"/>
                </a:lnTo>
                <a:lnTo>
                  <a:pt x="253771" y="0"/>
                </a:lnTo>
                <a:lnTo>
                  <a:pt x="253771" y="240432"/>
                </a:lnTo>
                <a:lnTo>
                  <a:pt x="0" y="240432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A153E2-4AF5-4B89-A882-BE9F9F3E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546" y="3678784"/>
            <a:ext cx="253771" cy="253793"/>
          </a:xfrm>
          <a:custGeom xmlns:a="http://schemas.openxmlformats.org/drawingml/2006/main">
            <a:pathLst>
              <a:path w="253771" h="253793">
                <a:moveTo>
                  <a:pt x="0" y="253793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46BCC1-FA20-4E42-A01B-5024A1A9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546" y="3972621"/>
            <a:ext cx="253771" cy="253793"/>
          </a:xfrm>
          <a:custGeom xmlns:a="http://schemas.openxmlformats.org/drawingml/2006/main">
            <a:pathLst>
              <a:path w="253771" h="253793">
                <a:moveTo>
                  <a:pt x="0" y="253793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7DFA02-439D-425F-AE4B-6D2BF131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546" y="4253084"/>
            <a:ext cx="253771" cy="253793"/>
          </a:xfrm>
          <a:custGeom xmlns:a="http://schemas.openxmlformats.org/drawingml/2006/main">
            <a:pathLst>
              <a:path w="253771" h="253793">
                <a:moveTo>
                  <a:pt x="0" y="253793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AAA1CB-8F68-4040-9922-609AB44E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546" y="3398291"/>
            <a:ext cx="253771" cy="253794"/>
          </a:xfrm>
          <a:custGeom xmlns:a="http://schemas.openxmlformats.org/drawingml/2006/main">
            <a:pathLst>
              <a:path w="253771" h="253794">
                <a:moveTo>
                  <a:pt x="0" y="253794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72B18D-23D1-4FBD-9782-02138A53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99" y="633119"/>
            <a:ext cx="106842" cy="201957"/>
          </a:xfrm>
          <a:custGeom xmlns:a="http://schemas.openxmlformats.org/drawingml/2006/main">
            <a:pathLst>
              <a:path w="106842" h="201957">
                <a:moveTo>
                  <a:pt x="40058" y="0"/>
                </a:moveTo>
                <a:lnTo>
                  <a:pt x="40058" y="121806"/>
                </a:lnTo>
                <a:lnTo>
                  <a:pt x="0" y="95115"/>
                </a:lnTo>
                <a:lnTo>
                  <a:pt x="53435" y="201957"/>
                </a:lnTo>
                <a:lnTo>
                  <a:pt x="106842" y="95115"/>
                </a:lnTo>
                <a:lnTo>
                  <a:pt x="66780" y="121823"/>
                </a:lnTo>
                <a:lnTo>
                  <a:pt x="66780" y="0"/>
                </a:lnTo>
                <a:lnTo>
                  <a:pt x="40058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7530CD-ECCC-4E06-8597-9E4EF187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546" y="2129220"/>
            <a:ext cx="253771" cy="253792"/>
          </a:xfrm>
          <a:custGeom xmlns:a="http://schemas.openxmlformats.org/drawingml/2006/main">
            <a:pathLst>
              <a:path w="253771" h="253792">
                <a:moveTo>
                  <a:pt x="0" y="253792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2"/>
                </a:lnTo>
                <a:lnTo>
                  <a:pt x="0" y="253792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AF813-009B-49C5-9BFC-9F81905C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546" y="873690"/>
            <a:ext cx="253771" cy="253794"/>
          </a:xfrm>
          <a:custGeom xmlns:a="http://schemas.openxmlformats.org/drawingml/2006/main">
            <a:pathLst>
              <a:path w="253771" h="253794">
                <a:moveTo>
                  <a:pt x="0" y="253794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AEC917-F572-486D-A8AB-98CE7A9B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095" y="4030504"/>
            <a:ext cx="504892" cy="178079"/>
          </a:xfrm>
          <a:custGeom xmlns:a="http://schemas.openxmlformats.org/drawingml/2006/main">
            <a:pathLst>
              <a:path w="504892" h="178079">
                <a:moveTo>
                  <a:pt x="326812" y="178079"/>
                </a:moveTo>
                <a:lnTo>
                  <a:pt x="504892" y="89040"/>
                </a:lnTo>
                <a:lnTo>
                  <a:pt x="326812" y="0"/>
                </a:lnTo>
                <a:lnTo>
                  <a:pt x="387373" y="75695"/>
                </a:lnTo>
                <a:lnTo>
                  <a:pt x="0" y="75695"/>
                </a:lnTo>
                <a:lnTo>
                  <a:pt x="0" y="102419"/>
                </a:lnTo>
                <a:lnTo>
                  <a:pt x="387346" y="102419"/>
                </a:lnTo>
                <a:lnTo>
                  <a:pt x="326812" y="178079"/>
                </a:lnTo>
                <a:close/>
                <a:moveTo>
                  <a:pt x="398050" y="89040"/>
                </a:moveTo>
                <a:lnTo>
                  <a:pt x="398030" y="89065"/>
                </a:lnTo>
                <a:lnTo>
                  <a:pt x="398030" y="89015"/>
                </a:lnTo>
                <a:lnTo>
                  <a:pt x="398050" y="8904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8000CD-CCEE-4F19-8546-4E2F1017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095" y="2761459"/>
            <a:ext cx="504892" cy="178079"/>
          </a:xfrm>
          <a:custGeom xmlns:a="http://schemas.openxmlformats.org/drawingml/2006/main">
            <a:pathLst>
              <a:path w="504892" h="178079">
                <a:moveTo>
                  <a:pt x="0" y="75667"/>
                </a:moveTo>
                <a:lnTo>
                  <a:pt x="0" y="102379"/>
                </a:lnTo>
                <a:lnTo>
                  <a:pt x="387378" y="102379"/>
                </a:lnTo>
                <a:lnTo>
                  <a:pt x="326812" y="178079"/>
                </a:lnTo>
                <a:lnTo>
                  <a:pt x="504892" y="89040"/>
                </a:lnTo>
                <a:lnTo>
                  <a:pt x="326812" y="0"/>
                </a:lnTo>
                <a:lnTo>
                  <a:pt x="387350" y="75667"/>
                </a:lnTo>
                <a:lnTo>
                  <a:pt x="0" y="75667"/>
                </a:lnTo>
                <a:close/>
                <a:moveTo>
                  <a:pt x="398030" y="89015"/>
                </a:moveTo>
                <a:lnTo>
                  <a:pt x="398050" y="89040"/>
                </a:lnTo>
                <a:lnTo>
                  <a:pt x="398030" y="89065"/>
                </a:lnTo>
                <a:lnTo>
                  <a:pt x="398030" y="89015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B4AAE9-4540-4E41-A773-378BEAD5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095" y="1505931"/>
            <a:ext cx="504892" cy="178108"/>
          </a:xfrm>
          <a:custGeom xmlns:a="http://schemas.openxmlformats.org/drawingml/2006/main">
            <a:pathLst>
              <a:path w="504892" h="178108">
                <a:moveTo>
                  <a:pt x="0" y="75695"/>
                </a:moveTo>
                <a:lnTo>
                  <a:pt x="0" y="102406"/>
                </a:lnTo>
                <a:lnTo>
                  <a:pt x="387360" y="102406"/>
                </a:lnTo>
                <a:lnTo>
                  <a:pt x="326812" y="178108"/>
                </a:lnTo>
                <a:lnTo>
                  <a:pt x="504892" y="89040"/>
                </a:lnTo>
                <a:lnTo>
                  <a:pt x="326812" y="0"/>
                </a:lnTo>
                <a:lnTo>
                  <a:pt x="387373" y="75695"/>
                </a:lnTo>
                <a:lnTo>
                  <a:pt x="0" y="75695"/>
                </a:lnTo>
                <a:close/>
                <a:moveTo>
                  <a:pt x="398030" y="89015"/>
                </a:moveTo>
                <a:lnTo>
                  <a:pt x="398050" y="89040"/>
                </a:lnTo>
                <a:lnTo>
                  <a:pt x="398030" y="89065"/>
                </a:lnTo>
                <a:lnTo>
                  <a:pt x="398030" y="89015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4811E9-80E9-46B8-8A02-AD015E37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567" y="793413"/>
            <a:ext cx="694544" cy="3780272"/>
          </a:xfrm>
          <a:custGeom xmlns:a="http://schemas.openxmlformats.org/drawingml/2006/main">
            <a:pathLst>
              <a:path w="694544" h="3780272">
                <a:moveTo>
                  <a:pt x="0" y="115757"/>
                </a:moveTo>
                <a:cubicBezTo>
                  <a:pt x="0" y="51806"/>
                  <a:pt x="51835" y="0"/>
                  <a:pt x="115757" y="0"/>
                </a:cubicBezTo>
                <a:lnTo>
                  <a:pt x="578787" y="0"/>
                </a:lnTo>
                <a:cubicBezTo>
                  <a:pt x="642709" y="0"/>
                  <a:pt x="694544" y="51806"/>
                  <a:pt x="694544" y="115757"/>
                </a:cubicBezTo>
                <a:lnTo>
                  <a:pt x="694544" y="3664515"/>
                </a:lnTo>
                <a:cubicBezTo>
                  <a:pt x="694544" y="3728437"/>
                  <a:pt x="642709" y="3780272"/>
                  <a:pt x="578787" y="3780272"/>
                </a:cubicBezTo>
                <a:lnTo>
                  <a:pt x="115757" y="3780272"/>
                </a:lnTo>
                <a:cubicBezTo>
                  <a:pt x="51835" y="3780272"/>
                  <a:pt x="0" y="3728437"/>
                  <a:pt x="0" y="3664515"/>
                </a:cubicBezTo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10EC33-911E-4922-A655-F8FADC8B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567" y="793413"/>
            <a:ext cx="694544" cy="3780272"/>
          </a:xfrm>
          <a:custGeom xmlns:a="http://schemas.openxmlformats.org/drawingml/2006/main">
            <a:pathLst>
              <a:path w="694544" h="3780272" fill="none">
                <a:moveTo>
                  <a:pt x="0" y="115757"/>
                </a:moveTo>
                <a:cubicBezTo>
                  <a:pt x="0" y="51806"/>
                  <a:pt x="51835" y="0"/>
                  <a:pt x="115757" y="0"/>
                </a:cubicBezTo>
                <a:lnTo>
                  <a:pt x="578787" y="0"/>
                </a:lnTo>
                <a:cubicBezTo>
                  <a:pt x="642709" y="0"/>
                  <a:pt x="694544" y="51806"/>
                  <a:pt x="694544" y="115757"/>
                </a:cubicBezTo>
                <a:lnTo>
                  <a:pt x="694544" y="3664515"/>
                </a:lnTo>
                <a:cubicBezTo>
                  <a:pt x="694544" y="3728437"/>
                  <a:pt x="642709" y="3780272"/>
                  <a:pt x="578787" y="3780272"/>
                </a:cubicBezTo>
                <a:lnTo>
                  <a:pt x="115757" y="3780272"/>
                </a:lnTo>
                <a:cubicBezTo>
                  <a:pt x="51835" y="3780272"/>
                  <a:pt x="0" y="3728437"/>
                  <a:pt x="0" y="3664515"/>
                </a:cubicBezTo>
                <a:lnTo>
                  <a:pt x="0" y="1157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719" cap="flat">
            <a:solidFill>
              <a:srgbClr val="8FAADC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23292D-5821-439E-BC9C-DD08ACC6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624" y="1154183"/>
            <a:ext cx="253782" cy="253793"/>
          </a:xfrm>
          <a:custGeom xmlns:a="http://schemas.openxmlformats.org/drawingml/2006/main">
            <a:pathLst>
              <a:path w="253782" h="253793">
                <a:moveTo>
                  <a:pt x="0" y="253793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44227-DA48-4D70-B526-9C548899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624" y="1448047"/>
            <a:ext cx="253782" cy="253794"/>
          </a:xfrm>
          <a:custGeom xmlns:a="http://schemas.openxmlformats.org/drawingml/2006/main">
            <a:pathLst>
              <a:path w="253782" h="253794">
                <a:moveTo>
                  <a:pt x="0" y="253794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84B44-0804-4BD2-B66D-43C30E72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624" y="1728540"/>
            <a:ext cx="253782" cy="253793"/>
          </a:xfrm>
          <a:custGeom xmlns:a="http://schemas.openxmlformats.org/drawingml/2006/main">
            <a:pathLst>
              <a:path w="253782" h="253793">
                <a:moveTo>
                  <a:pt x="0" y="253793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42203-4B8D-4836-83DC-5CF0C6B2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624" y="2423084"/>
            <a:ext cx="253782" cy="253793"/>
          </a:xfrm>
          <a:custGeom xmlns:a="http://schemas.openxmlformats.org/drawingml/2006/main">
            <a:pathLst>
              <a:path w="253782" h="253793">
                <a:moveTo>
                  <a:pt x="0" y="253793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BAE61-D837-40BC-A093-9F2E7932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624" y="2703578"/>
            <a:ext cx="253782" cy="253792"/>
          </a:xfrm>
          <a:custGeom xmlns:a="http://schemas.openxmlformats.org/drawingml/2006/main">
            <a:pathLst>
              <a:path w="253782" h="253792">
                <a:moveTo>
                  <a:pt x="0" y="253792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2"/>
                </a:lnTo>
                <a:lnTo>
                  <a:pt x="0" y="253792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979040-18AA-4FFC-9A54-A3B22080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624" y="2997584"/>
            <a:ext cx="253782" cy="253794"/>
          </a:xfrm>
          <a:custGeom xmlns:a="http://schemas.openxmlformats.org/drawingml/2006/main">
            <a:pathLst>
              <a:path w="253782" h="253794">
                <a:moveTo>
                  <a:pt x="0" y="253794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F61E4E-AFFE-4F6D-B689-E0CC7D07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624" y="3678784"/>
            <a:ext cx="253782" cy="253793"/>
          </a:xfrm>
          <a:custGeom xmlns:a="http://schemas.openxmlformats.org/drawingml/2006/main">
            <a:pathLst>
              <a:path w="253782" h="253793">
                <a:moveTo>
                  <a:pt x="0" y="253793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FED71C-B708-4E95-A9AA-F62FB5B5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624" y="3972621"/>
            <a:ext cx="253782" cy="253793"/>
          </a:xfrm>
          <a:custGeom xmlns:a="http://schemas.openxmlformats.org/drawingml/2006/main">
            <a:pathLst>
              <a:path w="253782" h="253793">
                <a:moveTo>
                  <a:pt x="0" y="253793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1B86E5-79B7-4EA1-8C7D-8D98749E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624" y="4253084"/>
            <a:ext cx="253782" cy="253793"/>
          </a:xfrm>
          <a:custGeom xmlns:a="http://schemas.openxmlformats.org/drawingml/2006/main">
            <a:pathLst>
              <a:path w="253782" h="253793">
                <a:moveTo>
                  <a:pt x="0" y="253793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780EE3-6AD7-417B-BA65-10DF590E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0997" y="3398291"/>
            <a:ext cx="240421" cy="253794"/>
          </a:xfrm>
          <a:custGeom xmlns:a="http://schemas.openxmlformats.org/drawingml/2006/main">
            <a:pathLst>
              <a:path w="240421" h="253794">
                <a:moveTo>
                  <a:pt x="0" y="253794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4C4577-4E91-4C93-A7A1-FAA91BC2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624" y="2129220"/>
            <a:ext cx="253782" cy="253792"/>
          </a:xfrm>
          <a:custGeom xmlns:a="http://schemas.openxmlformats.org/drawingml/2006/main">
            <a:pathLst>
              <a:path w="253782" h="253792">
                <a:moveTo>
                  <a:pt x="0" y="253792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2"/>
                </a:lnTo>
                <a:lnTo>
                  <a:pt x="0" y="253792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76302-29D2-4973-A041-0C17C441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0997" y="873690"/>
            <a:ext cx="240421" cy="253794"/>
          </a:xfrm>
          <a:custGeom xmlns:a="http://schemas.openxmlformats.org/drawingml/2006/main">
            <a:pathLst>
              <a:path w="240421" h="253794">
                <a:moveTo>
                  <a:pt x="0" y="253794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F1FB6-6F19-465E-A18D-123F7711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779" y="793413"/>
            <a:ext cx="694573" cy="1242327"/>
          </a:xfrm>
          <a:custGeom xmlns:a="http://schemas.openxmlformats.org/drawingml/2006/main">
            <a:pathLst>
              <a:path w="694573" h="1242327">
                <a:moveTo>
                  <a:pt x="0" y="115757"/>
                </a:moveTo>
                <a:cubicBezTo>
                  <a:pt x="0" y="51806"/>
                  <a:pt x="51835" y="0"/>
                  <a:pt x="115757" y="0"/>
                </a:cubicBezTo>
                <a:lnTo>
                  <a:pt x="578787" y="0"/>
                </a:lnTo>
                <a:cubicBezTo>
                  <a:pt x="642737" y="0"/>
                  <a:pt x="694573" y="51806"/>
                  <a:pt x="694573" y="115757"/>
                </a:cubicBezTo>
                <a:lnTo>
                  <a:pt x="694573" y="1126569"/>
                </a:lnTo>
                <a:cubicBezTo>
                  <a:pt x="694573" y="1190520"/>
                  <a:pt x="642737" y="1242327"/>
                  <a:pt x="578787" y="1242327"/>
                </a:cubicBezTo>
                <a:lnTo>
                  <a:pt x="115757" y="1242327"/>
                </a:lnTo>
                <a:cubicBezTo>
                  <a:pt x="51835" y="1242327"/>
                  <a:pt x="0" y="1190520"/>
                  <a:pt x="0" y="1126569"/>
                </a:cubicBezTo>
              </a:path>
            </a:pathLst>
          </a:custGeom>
          <a:solidFill xmlns:a="http://schemas.openxmlformats.org/drawingml/2006/main">
            <a:srgbClr val="FFE6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47BB2D-1424-43CE-B3B4-D6F9C519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779" y="793413"/>
            <a:ext cx="694573" cy="1242327"/>
          </a:xfrm>
          <a:custGeom xmlns:a="http://schemas.openxmlformats.org/drawingml/2006/main">
            <a:pathLst>
              <a:path w="694573" h="1242327" fill="none">
                <a:moveTo>
                  <a:pt x="0" y="115757"/>
                </a:moveTo>
                <a:cubicBezTo>
                  <a:pt x="0" y="51806"/>
                  <a:pt x="51835" y="0"/>
                  <a:pt x="115757" y="0"/>
                </a:cubicBezTo>
                <a:lnTo>
                  <a:pt x="578787" y="0"/>
                </a:lnTo>
                <a:cubicBezTo>
                  <a:pt x="642737" y="0"/>
                  <a:pt x="694573" y="51806"/>
                  <a:pt x="694573" y="115757"/>
                </a:cubicBezTo>
                <a:lnTo>
                  <a:pt x="694573" y="1126569"/>
                </a:lnTo>
                <a:cubicBezTo>
                  <a:pt x="694573" y="1190520"/>
                  <a:pt x="642737" y="1242327"/>
                  <a:pt x="578787" y="1242327"/>
                </a:cubicBezTo>
                <a:lnTo>
                  <a:pt x="115757" y="1242327"/>
                </a:lnTo>
                <a:cubicBezTo>
                  <a:pt x="51835" y="1242327"/>
                  <a:pt x="0" y="1190520"/>
                  <a:pt x="0" y="1126569"/>
                </a:cubicBezTo>
                <a:lnTo>
                  <a:pt x="0" y="1157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719" cap="flat">
            <a:solidFill>
              <a:srgbClr val="FFC000"/>
            </a:solidFill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704AEC-86F6-4980-B3AA-A7C33C80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779" y="3331502"/>
            <a:ext cx="694573" cy="1242184"/>
          </a:xfrm>
          <a:custGeom xmlns:a="http://schemas.openxmlformats.org/drawingml/2006/main">
            <a:pathLst>
              <a:path w="694573" h="1242184">
                <a:moveTo>
                  <a:pt x="0" y="115757"/>
                </a:moveTo>
                <a:cubicBezTo>
                  <a:pt x="0" y="51835"/>
                  <a:pt x="51835" y="0"/>
                  <a:pt x="115757" y="0"/>
                </a:cubicBezTo>
                <a:lnTo>
                  <a:pt x="578787" y="0"/>
                </a:lnTo>
                <a:cubicBezTo>
                  <a:pt x="642737" y="0"/>
                  <a:pt x="694573" y="51835"/>
                  <a:pt x="694573" y="115757"/>
                </a:cubicBezTo>
                <a:lnTo>
                  <a:pt x="694573" y="1126426"/>
                </a:lnTo>
                <a:cubicBezTo>
                  <a:pt x="694573" y="1190349"/>
                  <a:pt x="642737" y="1242184"/>
                  <a:pt x="578787" y="1242184"/>
                </a:cubicBezTo>
                <a:lnTo>
                  <a:pt x="115757" y="1242184"/>
                </a:lnTo>
                <a:cubicBezTo>
                  <a:pt x="51835" y="1242184"/>
                  <a:pt x="0" y="1190349"/>
                  <a:pt x="0" y="1126426"/>
                </a:cubicBezTo>
              </a:path>
            </a:pathLst>
          </a:custGeom>
          <a:solidFill xmlns:a="http://schemas.openxmlformats.org/drawingml/2006/main">
            <a:srgbClr val="FFE6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A5CE5-6DBA-4C44-8EE1-B8FCE942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779" y="3331502"/>
            <a:ext cx="694573" cy="1242184"/>
          </a:xfrm>
          <a:custGeom xmlns:a="http://schemas.openxmlformats.org/drawingml/2006/main">
            <a:pathLst>
              <a:path w="694573" h="1242184" fill="none">
                <a:moveTo>
                  <a:pt x="0" y="115757"/>
                </a:moveTo>
                <a:cubicBezTo>
                  <a:pt x="0" y="51835"/>
                  <a:pt x="51835" y="0"/>
                  <a:pt x="115757" y="0"/>
                </a:cubicBezTo>
                <a:lnTo>
                  <a:pt x="578787" y="0"/>
                </a:lnTo>
                <a:cubicBezTo>
                  <a:pt x="642737" y="0"/>
                  <a:pt x="694573" y="51835"/>
                  <a:pt x="694573" y="115757"/>
                </a:cubicBezTo>
                <a:lnTo>
                  <a:pt x="694573" y="1126426"/>
                </a:lnTo>
                <a:cubicBezTo>
                  <a:pt x="694573" y="1190349"/>
                  <a:pt x="642737" y="1242184"/>
                  <a:pt x="578787" y="1242184"/>
                </a:cubicBezTo>
                <a:lnTo>
                  <a:pt x="115757" y="1242184"/>
                </a:lnTo>
                <a:cubicBezTo>
                  <a:pt x="51835" y="1242184"/>
                  <a:pt x="0" y="1190349"/>
                  <a:pt x="0" y="1126426"/>
                </a:cubicBezTo>
                <a:lnTo>
                  <a:pt x="0" y="1157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719" cap="flat">
            <a:solidFill>
              <a:srgbClr val="FFC000"/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D9A1A5-CB42-4C0C-88E7-6485394B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779" y="2062458"/>
            <a:ext cx="694573" cy="1242355"/>
          </a:xfrm>
          <a:custGeom xmlns:a="http://schemas.openxmlformats.org/drawingml/2006/main">
            <a:pathLst>
              <a:path w="694573" h="1242355">
                <a:moveTo>
                  <a:pt x="0" y="115757"/>
                </a:moveTo>
                <a:cubicBezTo>
                  <a:pt x="0" y="51835"/>
                  <a:pt x="51835" y="0"/>
                  <a:pt x="115757" y="0"/>
                </a:cubicBezTo>
                <a:lnTo>
                  <a:pt x="578787" y="0"/>
                </a:lnTo>
                <a:cubicBezTo>
                  <a:pt x="642737" y="0"/>
                  <a:pt x="694573" y="51835"/>
                  <a:pt x="694573" y="115757"/>
                </a:cubicBezTo>
                <a:lnTo>
                  <a:pt x="694573" y="1126598"/>
                </a:lnTo>
                <a:cubicBezTo>
                  <a:pt x="694573" y="1190520"/>
                  <a:pt x="642737" y="1242355"/>
                  <a:pt x="578787" y="1242355"/>
                </a:cubicBezTo>
                <a:lnTo>
                  <a:pt x="115757" y="1242355"/>
                </a:lnTo>
                <a:cubicBezTo>
                  <a:pt x="51835" y="1242355"/>
                  <a:pt x="0" y="1190520"/>
                  <a:pt x="0" y="1126598"/>
                </a:cubicBezTo>
              </a:path>
            </a:pathLst>
          </a:custGeom>
          <a:solidFill xmlns:a="http://schemas.openxmlformats.org/drawingml/2006/main">
            <a:srgbClr val="FFE6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318B4F-5E39-4DDE-82CD-D287504F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779" y="2062458"/>
            <a:ext cx="694573" cy="1242355"/>
          </a:xfrm>
          <a:custGeom xmlns:a="http://schemas.openxmlformats.org/drawingml/2006/main">
            <a:pathLst>
              <a:path w="694573" h="1242355" fill="none">
                <a:moveTo>
                  <a:pt x="0" y="115757"/>
                </a:moveTo>
                <a:cubicBezTo>
                  <a:pt x="0" y="51835"/>
                  <a:pt x="51835" y="0"/>
                  <a:pt x="115757" y="0"/>
                </a:cubicBezTo>
                <a:lnTo>
                  <a:pt x="578787" y="0"/>
                </a:lnTo>
                <a:cubicBezTo>
                  <a:pt x="642737" y="0"/>
                  <a:pt x="694573" y="51835"/>
                  <a:pt x="694573" y="115757"/>
                </a:cubicBezTo>
                <a:lnTo>
                  <a:pt x="694573" y="1126598"/>
                </a:lnTo>
                <a:cubicBezTo>
                  <a:pt x="694573" y="1190520"/>
                  <a:pt x="642737" y="1242355"/>
                  <a:pt x="578787" y="1242355"/>
                </a:cubicBezTo>
                <a:lnTo>
                  <a:pt x="115757" y="1242355"/>
                </a:lnTo>
                <a:cubicBezTo>
                  <a:pt x="51835" y="1242355"/>
                  <a:pt x="0" y="1190520"/>
                  <a:pt x="0" y="1126598"/>
                </a:cubicBezTo>
                <a:lnTo>
                  <a:pt x="0" y="1157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719" cap="flat">
            <a:solidFill>
              <a:srgbClr val="FFC000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5739D9-0665-4C78-B142-113D3E72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865" y="1154183"/>
            <a:ext cx="253771" cy="253793"/>
          </a:xfrm>
          <a:custGeom xmlns:a="http://schemas.openxmlformats.org/drawingml/2006/main">
            <a:pathLst>
              <a:path w="253771" h="253793">
                <a:moveTo>
                  <a:pt x="0" y="253793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11BEBC-6241-42AE-91BE-37751AC6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865" y="1448047"/>
            <a:ext cx="253771" cy="253794"/>
          </a:xfrm>
          <a:custGeom xmlns:a="http://schemas.openxmlformats.org/drawingml/2006/main">
            <a:pathLst>
              <a:path w="253771" h="253794">
                <a:moveTo>
                  <a:pt x="0" y="253794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BD2902-A92A-4151-AD92-8FE5BD37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865" y="1728540"/>
            <a:ext cx="253771" cy="253793"/>
          </a:xfrm>
          <a:custGeom xmlns:a="http://schemas.openxmlformats.org/drawingml/2006/main">
            <a:pathLst>
              <a:path w="253771" h="253793">
                <a:moveTo>
                  <a:pt x="0" y="253793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34C1F-83C9-4F5B-A5D7-6096383B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865" y="2423084"/>
            <a:ext cx="253771" cy="253793"/>
          </a:xfrm>
          <a:custGeom xmlns:a="http://schemas.openxmlformats.org/drawingml/2006/main">
            <a:pathLst>
              <a:path w="253771" h="253793">
                <a:moveTo>
                  <a:pt x="0" y="253793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3B4AE8-393B-4C84-BBED-B2A7D095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865" y="2703578"/>
            <a:ext cx="253771" cy="253792"/>
          </a:xfrm>
          <a:custGeom xmlns:a="http://schemas.openxmlformats.org/drawingml/2006/main">
            <a:pathLst>
              <a:path w="253771" h="253792">
                <a:moveTo>
                  <a:pt x="0" y="253792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2"/>
                </a:lnTo>
                <a:lnTo>
                  <a:pt x="0" y="253792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E2AD91-BA35-4573-84AA-759E1901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865" y="2997573"/>
            <a:ext cx="253771" cy="240432"/>
          </a:xfrm>
          <a:custGeom xmlns:a="http://schemas.openxmlformats.org/drawingml/2006/main">
            <a:pathLst>
              <a:path w="253771" h="240432">
                <a:moveTo>
                  <a:pt x="0" y="240432"/>
                </a:moveTo>
                <a:lnTo>
                  <a:pt x="0" y="0"/>
                </a:lnTo>
                <a:lnTo>
                  <a:pt x="253771" y="0"/>
                </a:lnTo>
                <a:lnTo>
                  <a:pt x="253771" y="240432"/>
                </a:lnTo>
                <a:lnTo>
                  <a:pt x="0" y="240432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4A241-1863-401B-A237-4E389F69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865" y="3678784"/>
            <a:ext cx="253771" cy="253793"/>
          </a:xfrm>
          <a:custGeom xmlns:a="http://schemas.openxmlformats.org/drawingml/2006/main">
            <a:pathLst>
              <a:path w="253771" h="253793">
                <a:moveTo>
                  <a:pt x="0" y="253793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2CF43B-683E-43E6-9DE8-1E4DD47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865" y="3972621"/>
            <a:ext cx="253771" cy="253793"/>
          </a:xfrm>
          <a:custGeom xmlns:a="http://schemas.openxmlformats.org/drawingml/2006/main">
            <a:pathLst>
              <a:path w="253771" h="253793">
                <a:moveTo>
                  <a:pt x="0" y="253793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1175CD-D857-4F54-A3D5-5A974E2A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865" y="4253084"/>
            <a:ext cx="253771" cy="253793"/>
          </a:xfrm>
          <a:custGeom xmlns:a="http://schemas.openxmlformats.org/drawingml/2006/main">
            <a:pathLst>
              <a:path w="253771" h="253793">
                <a:moveTo>
                  <a:pt x="0" y="253793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808472-5FF1-4A88-BCFE-1FF75E3F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865" y="3398291"/>
            <a:ext cx="253771" cy="253794"/>
          </a:xfrm>
          <a:custGeom xmlns:a="http://schemas.openxmlformats.org/drawingml/2006/main">
            <a:pathLst>
              <a:path w="253771" h="253794">
                <a:moveTo>
                  <a:pt x="0" y="253794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4F112-78E3-475B-A2DE-CE0647D1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865" y="2129220"/>
            <a:ext cx="253771" cy="253792"/>
          </a:xfrm>
          <a:custGeom xmlns:a="http://schemas.openxmlformats.org/drawingml/2006/main">
            <a:pathLst>
              <a:path w="253771" h="253792">
                <a:moveTo>
                  <a:pt x="0" y="253792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2"/>
                </a:lnTo>
                <a:lnTo>
                  <a:pt x="0" y="253792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E42CC8-A2C6-4FD9-AF14-F5ABEDC6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865" y="873690"/>
            <a:ext cx="253771" cy="253794"/>
          </a:xfrm>
          <a:custGeom xmlns:a="http://schemas.openxmlformats.org/drawingml/2006/main">
            <a:pathLst>
              <a:path w="253771" h="253794">
                <a:moveTo>
                  <a:pt x="0" y="253794"/>
                </a:moveTo>
                <a:lnTo>
                  <a:pt x="0" y="0"/>
                </a:lnTo>
                <a:lnTo>
                  <a:pt x="253771" y="0"/>
                </a:lnTo>
                <a:lnTo>
                  <a:pt x="253771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E96EF5-8824-4E5A-96B6-6EDCBAD0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670" y="4030504"/>
            <a:ext cx="504892" cy="178079"/>
          </a:xfrm>
          <a:custGeom xmlns:a="http://schemas.openxmlformats.org/drawingml/2006/main">
            <a:pathLst>
              <a:path w="504892" h="178079">
                <a:moveTo>
                  <a:pt x="326784" y="178079"/>
                </a:moveTo>
                <a:lnTo>
                  <a:pt x="504892" y="89040"/>
                </a:lnTo>
                <a:lnTo>
                  <a:pt x="326784" y="0"/>
                </a:lnTo>
                <a:lnTo>
                  <a:pt x="387345" y="75695"/>
                </a:lnTo>
                <a:lnTo>
                  <a:pt x="0" y="75695"/>
                </a:lnTo>
                <a:lnTo>
                  <a:pt x="0" y="102419"/>
                </a:lnTo>
                <a:lnTo>
                  <a:pt x="387317" y="102419"/>
                </a:lnTo>
                <a:lnTo>
                  <a:pt x="326784" y="178079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F2898-1E15-4D32-A8D4-DD9BC82A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670" y="2761459"/>
            <a:ext cx="504892" cy="178079"/>
          </a:xfrm>
          <a:custGeom xmlns:a="http://schemas.openxmlformats.org/drawingml/2006/main">
            <a:pathLst>
              <a:path w="504892" h="178079">
                <a:moveTo>
                  <a:pt x="0" y="75667"/>
                </a:moveTo>
                <a:lnTo>
                  <a:pt x="0" y="102379"/>
                </a:lnTo>
                <a:lnTo>
                  <a:pt x="387349" y="102379"/>
                </a:lnTo>
                <a:lnTo>
                  <a:pt x="326784" y="178079"/>
                </a:lnTo>
                <a:lnTo>
                  <a:pt x="504892" y="89040"/>
                </a:lnTo>
                <a:lnTo>
                  <a:pt x="326784" y="0"/>
                </a:lnTo>
                <a:lnTo>
                  <a:pt x="387322" y="75667"/>
                </a:lnTo>
                <a:lnTo>
                  <a:pt x="0" y="75667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C3EB6-7279-4C67-A6E7-A4375D99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670" y="1505931"/>
            <a:ext cx="504892" cy="178108"/>
          </a:xfrm>
          <a:custGeom xmlns:a="http://schemas.openxmlformats.org/drawingml/2006/main">
            <a:pathLst>
              <a:path w="504892" h="178108">
                <a:moveTo>
                  <a:pt x="0" y="75695"/>
                </a:moveTo>
                <a:lnTo>
                  <a:pt x="0" y="102406"/>
                </a:lnTo>
                <a:lnTo>
                  <a:pt x="387331" y="102406"/>
                </a:lnTo>
                <a:lnTo>
                  <a:pt x="326784" y="178108"/>
                </a:lnTo>
                <a:lnTo>
                  <a:pt x="504892" y="89040"/>
                </a:lnTo>
                <a:lnTo>
                  <a:pt x="326784" y="0"/>
                </a:lnTo>
                <a:lnTo>
                  <a:pt x="387345" y="75695"/>
                </a:lnTo>
                <a:lnTo>
                  <a:pt x="0" y="75695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1DE4BE-E35B-4B3C-BE08-7C789B56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590" y="744436"/>
            <a:ext cx="504892" cy="178079"/>
          </a:xfrm>
          <a:custGeom xmlns:a="http://schemas.openxmlformats.org/drawingml/2006/main">
            <a:pathLst>
              <a:path w="504892" h="178079">
                <a:moveTo>
                  <a:pt x="0" y="75667"/>
                </a:moveTo>
                <a:lnTo>
                  <a:pt x="0" y="102388"/>
                </a:lnTo>
                <a:lnTo>
                  <a:pt x="387346" y="102388"/>
                </a:lnTo>
                <a:lnTo>
                  <a:pt x="326812" y="178079"/>
                </a:lnTo>
                <a:lnTo>
                  <a:pt x="504892" y="89040"/>
                </a:lnTo>
                <a:lnTo>
                  <a:pt x="326812" y="0"/>
                </a:lnTo>
                <a:lnTo>
                  <a:pt x="387326" y="75667"/>
                </a:lnTo>
                <a:lnTo>
                  <a:pt x="0" y="75667"/>
                </a:lnTo>
                <a:close/>
                <a:moveTo>
                  <a:pt x="398018" y="89036"/>
                </a:moveTo>
                <a:lnTo>
                  <a:pt x="398021" y="89040"/>
                </a:lnTo>
                <a:lnTo>
                  <a:pt x="398018" y="89043"/>
                </a:lnTo>
                <a:lnTo>
                  <a:pt x="398018" y="8903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B68F53-8750-4438-92DD-AE974068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631" y="432749"/>
            <a:ext cx="240421" cy="253794"/>
          </a:xfrm>
          <a:custGeom xmlns:a="http://schemas.openxmlformats.org/drawingml/2006/main">
            <a:pathLst>
              <a:path w="240421" h="253794">
                <a:moveTo>
                  <a:pt x="0" y="253794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58F0DA-F9BA-4DE1-89D7-1B58FD7B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631" y="739959"/>
            <a:ext cx="240421" cy="253793"/>
          </a:xfrm>
          <a:custGeom xmlns:a="http://schemas.openxmlformats.org/drawingml/2006/main">
            <a:pathLst>
              <a:path w="240421" h="253793">
                <a:moveTo>
                  <a:pt x="0" y="253793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1E373-4CD2-4D37-8D9E-C9C342E0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631" y="1060714"/>
            <a:ext cx="240421" cy="253793"/>
          </a:xfrm>
          <a:custGeom xmlns:a="http://schemas.openxmlformats.org/drawingml/2006/main">
            <a:pathLst>
              <a:path w="240421" h="253793">
                <a:moveTo>
                  <a:pt x="0" y="253793"/>
                </a:moveTo>
                <a:lnTo>
                  <a:pt x="0" y="0"/>
                </a:lnTo>
                <a:lnTo>
                  <a:pt x="240421" y="0"/>
                </a:lnTo>
                <a:lnTo>
                  <a:pt x="240421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BF5BDA-566D-4FFC-B96D-9A3BDEA9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631" y="1875444"/>
            <a:ext cx="253782" cy="253793"/>
          </a:xfrm>
          <a:custGeom xmlns:a="http://schemas.openxmlformats.org/drawingml/2006/main">
            <a:pathLst>
              <a:path w="253782" h="253793">
                <a:moveTo>
                  <a:pt x="0" y="253793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4D8B49-D9B9-41C2-BCF3-CAC1E9D9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631" y="2196015"/>
            <a:ext cx="253782" cy="240433"/>
          </a:xfrm>
          <a:custGeom xmlns:a="http://schemas.openxmlformats.org/drawingml/2006/main">
            <a:pathLst>
              <a:path w="253782" h="240433">
                <a:moveTo>
                  <a:pt x="0" y="240433"/>
                </a:moveTo>
                <a:lnTo>
                  <a:pt x="0" y="0"/>
                </a:lnTo>
                <a:lnTo>
                  <a:pt x="253782" y="0"/>
                </a:lnTo>
                <a:lnTo>
                  <a:pt x="253782" y="240433"/>
                </a:lnTo>
                <a:lnTo>
                  <a:pt x="0" y="240433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B9C0E-C558-4318-B4E8-DBE41FC9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631" y="2503209"/>
            <a:ext cx="253782" cy="253793"/>
          </a:xfrm>
          <a:custGeom xmlns:a="http://schemas.openxmlformats.org/drawingml/2006/main">
            <a:pathLst>
              <a:path w="253782" h="253793">
                <a:moveTo>
                  <a:pt x="0" y="253793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923E5B-B169-45CE-9854-F2DDA0AA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631" y="2823779"/>
            <a:ext cx="253782" cy="240433"/>
          </a:xfrm>
          <a:custGeom xmlns:a="http://schemas.openxmlformats.org/drawingml/2006/main">
            <a:pathLst>
              <a:path w="253782" h="240433">
                <a:moveTo>
                  <a:pt x="0" y="240433"/>
                </a:moveTo>
                <a:lnTo>
                  <a:pt x="0" y="0"/>
                </a:lnTo>
                <a:lnTo>
                  <a:pt x="253782" y="0"/>
                </a:lnTo>
                <a:lnTo>
                  <a:pt x="253782" y="240433"/>
                </a:lnTo>
                <a:lnTo>
                  <a:pt x="0" y="240433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33390D-162C-4A20-9E2C-89E3B26B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631" y="3131144"/>
            <a:ext cx="253782" cy="253793"/>
          </a:xfrm>
          <a:custGeom xmlns:a="http://schemas.openxmlformats.org/drawingml/2006/main">
            <a:pathLst>
              <a:path w="253782" h="253793">
                <a:moveTo>
                  <a:pt x="0" y="253793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25553-D539-4148-8A91-200D5D29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631" y="3451703"/>
            <a:ext cx="253782" cy="240444"/>
          </a:xfrm>
          <a:custGeom xmlns:a="http://schemas.openxmlformats.org/drawingml/2006/main">
            <a:pathLst>
              <a:path w="253782" h="240444">
                <a:moveTo>
                  <a:pt x="0" y="240444"/>
                </a:moveTo>
                <a:lnTo>
                  <a:pt x="0" y="0"/>
                </a:lnTo>
                <a:lnTo>
                  <a:pt x="253782" y="0"/>
                </a:lnTo>
                <a:lnTo>
                  <a:pt x="253782" y="240444"/>
                </a:lnTo>
                <a:lnTo>
                  <a:pt x="0" y="240444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F33CAA-678A-489B-A782-24F826EA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631" y="3758908"/>
            <a:ext cx="253782" cy="253793"/>
          </a:xfrm>
          <a:custGeom xmlns:a="http://schemas.openxmlformats.org/drawingml/2006/main">
            <a:pathLst>
              <a:path w="253782" h="253793">
                <a:moveTo>
                  <a:pt x="0" y="253793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2DFAE5-FE7F-46FE-818D-43BC074D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631" y="4066117"/>
            <a:ext cx="253782" cy="253794"/>
          </a:xfrm>
          <a:custGeom xmlns:a="http://schemas.openxmlformats.org/drawingml/2006/main">
            <a:pathLst>
              <a:path w="253782" h="253794">
                <a:moveTo>
                  <a:pt x="0" y="253794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4"/>
                </a:lnTo>
                <a:lnTo>
                  <a:pt x="0" y="253794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A28848-CB6D-4722-9749-60B874E2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631" y="4386672"/>
            <a:ext cx="253782" cy="253793"/>
          </a:xfrm>
          <a:custGeom xmlns:a="http://schemas.openxmlformats.org/drawingml/2006/main">
            <a:pathLst>
              <a:path w="253782" h="253793">
                <a:moveTo>
                  <a:pt x="0" y="253793"/>
                </a:moveTo>
                <a:lnTo>
                  <a:pt x="0" y="0"/>
                </a:lnTo>
                <a:lnTo>
                  <a:pt x="253782" y="0"/>
                </a:lnTo>
                <a:lnTo>
                  <a:pt x="253782" y="253793"/>
                </a:lnTo>
                <a:lnTo>
                  <a:pt x="0" y="253793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252DD1-3FA6-4530-8E31-5B59ED87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590" y="3175511"/>
            <a:ext cx="504892" cy="178279"/>
          </a:xfrm>
          <a:custGeom xmlns:a="http://schemas.openxmlformats.org/drawingml/2006/main">
            <a:pathLst>
              <a:path w="504892" h="178279">
                <a:moveTo>
                  <a:pt x="326812" y="178279"/>
                </a:moveTo>
                <a:lnTo>
                  <a:pt x="504892" y="89211"/>
                </a:lnTo>
                <a:lnTo>
                  <a:pt x="326812" y="0"/>
                </a:lnTo>
                <a:lnTo>
                  <a:pt x="387369" y="75867"/>
                </a:lnTo>
                <a:lnTo>
                  <a:pt x="0" y="75867"/>
                </a:lnTo>
                <a:lnTo>
                  <a:pt x="0" y="102577"/>
                </a:lnTo>
                <a:lnTo>
                  <a:pt x="387336" y="102577"/>
                </a:lnTo>
                <a:lnTo>
                  <a:pt x="326812" y="178279"/>
                </a:lnTo>
                <a:close/>
                <a:moveTo>
                  <a:pt x="398021" y="89211"/>
                </a:moveTo>
                <a:lnTo>
                  <a:pt x="398018" y="89215"/>
                </a:lnTo>
                <a:lnTo>
                  <a:pt x="398018" y="89208"/>
                </a:lnTo>
                <a:lnTo>
                  <a:pt x="398021" y="89211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AE6BA-7666-401A-8F3F-DB6502B4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898" y="3175511"/>
            <a:ext cx="504892" cy="178279"/>
          </a:xfrm>
          <a:custGeom xmlns:a="http://schemas.openxmlformats.org/drawingml/2006/main">
            <a:pathLst>
              <a:path w="504892" h="178279">
                <a:moveTo>
                  <a:pt x="326784" y="178279"/>
                </a:moveTo>
                <a:lnTo>
                  <a:pt x="504892" y="89211"/>
                </a:lnTo>
                <a:lnTo>
                  <a:pt x="326784" y="0"/>
                </a:lnTo>
                <a:lnTo>
                  <a:pt x="387365" y="75867"/>
                </a:lnTo>
                <a:lnTo>
                  <a:pt x="0" y="75867"/>
                </a:lnTo>
                <a:lnTo>
                  <a:pt x="0" y="102577"/>
                </a:lnTo>
                <a:lnTo>
                  <a:pt x="387331" y="102577"/>
                </a:lnTo>
                <a:lnTo>
                  <a:pt x="326784" y="178279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BEF57-D01F-4CE6-BCDF-3942DE39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898" y="744436"/>
            <a:ext cx="504892" cy="178079"/>
          </a:xfrm>
          <a:custGeom xmlns:a="http://schemas.openxmlformats.org/drawingml/2006/main">
            <a:pathLst>
              <a:path w="504892" h="178079">
                <a:moveTo>
                  <a:pt x="0" y="75667"/>
                </a:moveTo>
                <a:lnTo>
                  <a:pt x="0" y="102388"/>
                </a:lnTo>
                <a:lnTo>
                  <a:pt x="387341" y="102388"/>
                </a:lnTo>
                <a:lnTo>
                  <a:pt x="326784" y="178079"/>
                </a:lnTo>
                <a:lnTo>
                  <a:pt x="504892" y="89040"/>
                </a:lnTo>
                <a:lnTo>
                  <a:pt x="326784" y="0"/>
                </a:lnTo>
                <a:lnTo>
                  <a:pt x="387322" y="75667"/>
                </a:lnTo>
                <a:lnTo>
                  <a:pt x="0" y="75667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A4941-88C6-4EEC-A6B5-1D9D509C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4315" y="4351058"/>
            <a:ext cx="504892" cy="178108"/>
          </a:xfrm>
          <a:custGeom xmlns:a="http://schemas.openxmlformats.org/drawingml/2006/main">
            <a:pathLst>
              <a:path w="504892" h="178108">
                <a:moveTo>
                  <a:pt x="0" y="75695"/>
                </a:moveTo>
                <a:lnTo>
                  <a:pt x="0" y="102405"/>
                </a:lnTo>
                <a:lnTo>
                  <a:pt x="387331" y="102405"/>
                </a:lnTo>
                <a:lnTo>
                  <a:pt x="326784" y="178108"/>
                </a:lnTo>
                <a:lnTo>
                  <a:pt x="504892" y="89040"/>
                </a:lnTo>
                <a:lnTo>
                  <a:pt x="326784" y="0"/>
                </a:lnTo>
                <a:lnTo>
                  <a:pt x="387345" y="75695"/>
                </a:lnTo>
                <a:lnTo>
                  <a:pt x="0" y="75695"/>
                </a:lnTo>
                <a:close/>
                <a:moveTo>
                  <a:pt x="398018" y="89036"/>
                </a:moveTo>
                <a:lnTo>
                  <a:pt x="398021" y="89040"/>
                </a:lnTo>
                <a:lnTo>
                  <a:pt x="398018" y="89043"/>
                </a:lnTo>
                <a:lnTo>
                  <a:pt x="398018" y="8903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ADEDC3-9018-4DD1-A7AA-0C872EB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4315" y="3175511"/>
            <a:ext cx="504892" cy="178279"/>
          </a:xfrm>
          <a:custGeom xmlns:a="http://schemas.openxmlformats.org/drawingml/2006/main">
            <a:pathLst>
              <a:path w="504892" h="178279">
                <a:moveTo>
                  <a:pt x="326784" y="178279"/>
                </a:moveTo>
                <a:lnTo>
                  <a:pt x="504892" y="89211"/>
                </a:lnTo>
                <a:lnTo>
                  <a:pt x="326784" y="0"/>
                </a:lnTo>
                <a:lnTo>
                  <a:pt x="387365" y="75867"/>
                </a:lnTo>
                <a:lnTo>
                  <a:pt x="0" y="75867"/>
                </a:lnTo>
                <a:lnTo>
                  <a:pt x="0" y="102577"/>
                </a:lnTo>
                <a:lnTo>
                  <a:pt x="387331" y="102577"/>
                </a:lnTo>
                <a:lnTo>
                  <a:pt x="326784" y="178279"/>
                </a:lnTo>
                <a:close/>
                <a:moveTo>
                  <a:pt x="398021" y="89211"/>
                </a:moveTo>
                <a:lnTo>
                  <a:pt x="398018" y="89215"/>
                </a:lnTo>
                <a:lnTo>
                  <a:pt x="398018" y="89208"/>
                </a:lnTo>
                <a:lnTo>
                  <a:pt x="398021" y="89211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C7F4A5-C310-4B39-84F2-23CD4878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4315" y="1973418"/>
            <a:ext cx="504892" cy="178079"/>
          </a:xfrm>
          <a:custGeom xmlns:a="http://schemas.openxmlformats.org/drawingml/2006/main">
            <a:pathLst>
              <a:path w="504892" h="178079">
                <a:moveTo>
                  <a:pt x="326784" y="178079"/>
                </a:moveTo>
                <a:lnTo>
                  <a:pt x="504892" y="89040"/>
                </a:lnTo>
                <a:lnTo>
                  <a:pt x="326784" y="0"/>
                </a:lnTo>
                <a:lnTo>
                  <a:pt x="387345" y="75695"/>
                </a:lnTo>
                <a:lnTo>
                  <a:pt x="0" y="75695"/>
                </a:lnTo>
                <a:lnTo>
                  <a:pt x="0" y="102406"/>
                </a:lnTo>
                <a:lnTo>
                  <a:pt x="387327" y="102406"/>
                </a:lnTo>
                <a:lnTo>
                  <a:pt x="326784" y="178079"/>
                </a:lnTo>
                <a:close/>
                <a:moveTo>
                  <a:pt x="398021" y="89040"/>
                </a:moveTo>
                <a:lnTo>
                  <a:pt x="398018" y="89043"/>
                </a:lnTo>
                <a:lnTo>
                  <a:pt x="398018" y="89036"/>
                </a:lnTo>
                <a:lnTo>
                  <a:pt x="398021" y="8904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ED26D0-92B0-419B-9ED1-BEC9FBF7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4315" y="744436"/>
            <a:ext cx="504892" cy="178079"/>
          </a:xfrm>
          <a:custGeom xmlns:a="http://schemas.openxmlformats.org/drawingml/2006/main">
            <a:pathLst>
              <a:path w="504892" h="178079">
                <a:moveTo>
                  <a:pt x="0" y="75667"/>
                </a:moveTo>
                <a:lnTo>
                  <a:pt x="0" y="102388"/>
                </a:lnTo>
                <a:lnTo>
                  <a:pt x="387341" y="102388"/>
                </a:lnTo>
                <a:lnTo>
                  <a:pt x="326784" y="178079"/>
                </a:lnTo>
                <a:lnTo>
                  <a:pt x="504892" y="89040"/>
                </a:lnTo>
                <a:lnTo>
                  <a:pt x="326784" y="0"/>
                </a:lnTo>
                <a:lnTo>
                  <a:pt x="387322" y="75667"/>
                </a:lnTo>
                <a:lnTo>
                  <a:pt x="0" y="75667"/>
                </a:lnTo>
                <a:close/>
                <a:moveTo>
                  <a:pt x="398018" y="89036"/>
                </a:moveTo>
                <a:lnTo>
                  <a:pt x="398021" y="89040"/>
                </a:lnTo>
                <a:lnTo>
                  <a:pt x="398018" y="89043"/>
                </a:lnTo>
                <a:lnTo>
                  <a:pt x="398018" y="89036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026549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2026-09-05T09:18:56.2630000Z</dcterms:created>
  <dcterms:modified xsi:type="dcterms:W3CDTF">2026-09-05T09:18:56.2630000Z</dcterms:modified>
</coreProperties>
</file>