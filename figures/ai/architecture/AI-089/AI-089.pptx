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89b38fe3a14d4e" /><Relationship Type="http://schemas.openxmlformats.org/officeDocument/2006/relationships/extended-properties" Target="/docProps/app.xml" Id="Rb6cf932e5b854e12" /><Relationship Type="http://schemas.openxmlformats.org/officeDocument/2006/relationships/officeDocument" Target="/ppt/presentation.xml" Id="Re62310c5d67344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71de6a9c694614"/>
  </p:sldMasterIdLst>
  <p:notesMasterIdLst>
    <p:notesMasterId xmlns:r="http://schemas.openxmlformats.org/officeDocument/2006/relationships" r:id="Rbc56c5345603476e"/>
  </p:notesMasterIdLst>
  <p:sldIdLst>
    <p:sldId xmlns:r="http://schemas.openxmlformats.org/officeDocument/2006/relationships" id="256" r:id="R0af0513ff67b4723"/>
  </p:sldIdLst>
  <p:sldSz cx="12315825" cy="3943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636e0f6d3745e9" /><Relationship Type="http://schemas.openxmlformats.org/officeDocument/2006/relationships/slideMaster" Target="/ppt/slideMasters/slideMaster1.xml" Id="Rcd71de6a9c694614" /><Relationship Type="http://schemas.openxmlformats.org/officeDocument/2006/relationships/notesMaster" Target="/ppt/notesMasters/notesMaster1.xml" Id="Rbc56c5345603476e" /><Relationship Type="http://schemas.openxmlformats.org/officeDocument/2006/relationships/presProps" Target="/ppt/presProps.xml" Id="Rc99463ab20324728" /><Relationship Type="http://schemas.openxmlformats.org/officeDocument/2006/relationships/tableStyles" Target="/ppt/tableStyles.xml" Id="R0f2b7c5197794b3f" /><Relationship Type="http://schemas.openxmlformats.org/officeDocument/2006/relationships/slide" Target="/ppt/slides/slide1.xml" Id="R0af0513ff67b47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97af4f39ea4a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eb16f5a4924391" /><Relationship Type="http://schemas.openxmlformats.org/officeDocument/2006/relationships/notesMaster" Target="/ppt/notesMasters/notesMaster1.xml" Id="Ra26461ee78a745f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素材ID：AI-089</ns1:t>
            </ns1:r>
          </ns1:p>
          <ns1:p>
            <ns1:r>
              <ns1:t>论文：CIG: Measuring Conversational Information Gain in Deliberative Dialogues with Semantic Memory Dynamics</ns1:t>
            </ns1:r>
          </ns1:p>
          <ns1:p>
            <ns1:r>
              <ns1:t>会议：ACL 2026</ns1:t>
            </ns1:r>
          </ns1:p>
          <ns1:p>
            <ns1:r>
              <ns1:t>奖项：Outstanding Paper</ns1:t>
            </ns1:r>
          </ns1:p>
          <ns1:p>
            <ns1:r>
              <ns1:t>图号：Figure 1，PDF第2页</ns1:t>
            </ns1:r>
          </ns1:p>
          <ns1:p>
            <ns1:r>
              <ns1:t>类型：系统架构</ns1:t>
            </ns1:r>
          </ns1:p>
          <ns1:p>
            <ns1:r>
              <ns1:t>借鉴点：把对话评分、原子声明抽取、记忆合并和回写分支连接为同一闭环，可复用到状态型Agent测量流程。</ns1:t>
            </ns1:r>
          </ns1:p>
          <ns1:p>
            <ns1:r>
              <ns1:t>论文URL：https://aclanthology.org/2026.acl-long.2203/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3b812138042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f64a9c1539466f" /><Relationship Type="http://schemas.openxmlformats.org/officeDocument/2006/relationships/slideLayout" Target="/ppt/slideLayouts/slideLayout1.xml" Id="Rf4be839be2314c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be839be2314c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f4a86567b40f7" /><Relationship Type="http://schemas.openxmlformats.org/officeDocument/2006/relationships/notesSlide" Target="/ppt/notesSlides/notesSlide1.xml" Id="R8d7f9633f82847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C4BEC8-9450-445B-ACBA-F555B87C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0" y="37891"/>
            <a:ext cx="12223287" cy="3845528"/>
          </a:xfrm>
          <a:custGeom xmlns:a="http://schemas.openxmlformats.org/drawingml/2006/main">
            <a:pathLst>
              <a:path w="12223287" h="3845528">
                <a:moveTo>
                  <a:pt x="0" y="0"/>
                </a:moveTo>
                <a:lnTo>
                  <a:pt x="12223287" y="0"/>
                </a:lnTo>
                <a:lnTo>
                  <a:pt x="12223287" y="3845528"/>
                </a:lnTo>
                <a:lnTo>
                  <a:pt x="0" y="38455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86D601-E76D-42BD-BDDA-84209CDC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0" y="37891"/>
            <a:ext cx="12223287" cy="3845528"/>
          </a:xfrm>
          <a:custGeom xmlns:a="http://schemas.openxmlformats.org/drawingml/2006/main">
            <a:pathLst>
              <a:path w="12223287" h="3845528" fill="none">
                <a:moveTo>
                  <a:pt x="0" y="0"/>
                </a:moveTo>
                <a:lnTo>
                  <a:pt x="12223287" y="0"/>
                </a:lnTo>
                <a:lnTo>
                  <a:pt x="12223287" y="3845528"/>
                </a:lnTo>
                <a:lnTo>
                  <a:pt x="0" y="384552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4A2B4-7BE3-4FCE-A6C8-D0167DED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632" y="1370092"/>
            <a:ext cx="2760540" cy="1222329"/>
          </a:xfrm>
          <a:custGeom xmlns:a="http://schemas.openxmlformats.org/drawingml/2006/main">
            <a:pathLst>
              <a:path w="2760540" h="1222329">
                <a:moveTo>
                  <a:pt x="309016" y="1016318"/>
                </a:moveTo>
                <a:lnTo>
                  <a:pt x="68670" y="1016318"/>
                </a:lnTo>
                <a:cubicBezTo>
                  <a:pt x="30764" y="1016318"/>
                  <a:pt x="0" y="985554"/>
                  <a:pt x="0" y="947648"/>
                </a:cubicBezTo>
                <a:lnTo>
                  <a:pt x="0" y="68670"/>
                </a:lnTo>
                <a:cubicBezTo>
                  <a:pt x="0" y="30764"/>
                  <a:pt x="30764" y="0"/>
                  <a:pt x="68670" y="0"/>
                </a:cubicBezTo>
                <a:lnTo>
                  <a:pt x="2691870" y="0"/>
                </a:lnTo>
                <a:cubicBezTo>
                  <a:pt x="2729776" y="0"/>
                  <a:pt x="2760540" y="30764"/>
                  <a:pt x="2760540" y="68670"/>
                </a:cubicBezTo>
                <a:lnTo>
                  <a:pt x="2760540" y="947648"/>
                </a:lnTo>
                <a:cubicBezTo>
                  <a:pt x="2760540" y="985554"/>
                  <a:pt x="2729776" y="1016318"/>
                  <a:pt x="2691870" y="1016318"/>
                </a:cubicBezTo>
                <a:lnTo>
                  <a:pt x="515026" y="1016318"/>
                </a:lnTo>
                <a:cubicBezTo>
                  <a:pt x="474373" y="1123032"/>
                  <a:pt x="354201" y="1203101"/>
                  <a:pt x="206010" y="1222329"/>
                </a:cubicBezTo>
                <a:cubicBezTo>
                  <a:pt x="259436" y="1183187"/>
                  <a:pt x="297754" y="1106551"/>
                  <a:pt x="309016" y="101631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05A1B-3729-466E-9FF5-D4125D67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632" y="1370092"/>
            <a:ext cx="2760540" cy="1222329"/>
          </a:xfrm>
          <a:custGeom xmlns:a="http://schemas.openxmlformats.org/drawingml/2006/main">
            <a:pathLst>
              <a:path w="2760540" h="1222329" fill="none">
                <a:moveTo>
                  <a:pt x="309016" y="1016318"/>
                </a:moveTo>
                <a:lnTo>
                  <a:pt x="68670" y="1016318"/>
                </a:lnTo>
                <a:cubicBezTo>
                  <a:pt x="30764" y="1016318"/>
                  <a:pt x="0" y="985554"/>
                  <a:pt x="0" y="947648"/>
                </a:cubicBezTo>
                <a:lnTo>
                  <a:pt x="0" y="68670"/>
                </a:lnTo>
                <a:cubicBezTo>
                  <a:pt x="0" y="30764"/>
                  <a:pt x="30764" y="0"/>
                  <a:pt x="68670" y="0"/>
                </a:cubicBezTo>
                <a:lnTo>
                  <a:pt x="2691870" y="0"/>
                </a:lnTo>
                <a:cubicBezTo>
                  <a:pt x="2729776" y="0"/>
                  <a:pt x="2760540" y="30764"/>
                  <a:pt x="2760540" y="68670"/>
                </a:cubicBezTo>
                <a:lnTo>
                  <a:pt x="2760540" y="947648"/>
                </a:lnTo>
                <a:cubicBezTo>
                  <a:pt x="2760540" y="985554"/>
                  <a:pt x="2729776" y="1016318"/>
                  <a:pt x="2691870" y="1016318"/>
                </a:cubicBezTo>
                <a:lnTo>
                  <a:pt x="515026" y="1016318"/>
                </a:lnTo>
                <a:cubicBezTo>
                  <a:pt x="474373" y="1123032"/>
                  <a:pt x="354201" y="1203101"/>
                  <a:pt x="206010" y="1222329"/>
                </a:cubicBezTo>
                <a:cubicBezTo>
                  <a:pt x="259436" y="1183187"/>
                  <a:pt x="297754" y="1106551"/>
                  <a:pt x="309016" y="101631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5" name="Text &quot;Thecivilengagementisnotgreat.">
            <a:extLst xmlns:a="http://schemas.openxmlformats.org/drawingml/2006/main">
              <a:ext uri="{FF2B5EF4-FFF2-40B4-BE49-F238E27FC236}">
                <a16:creationId xmlns:a16="http://schemas.microsoft.com/office/drawing/2014/main" id="{E88136FF-D93F-4525-B5A5-1D0216D8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364" y="1422346"/>
            <a:ext cx="2509708" cy="153703"/>
          </a:xfrm>
          <a:custGeom xmlns:a="http://schemas.openxmlformats.org/drawingml/2006/main">
            <a:pathLst>
              <a:path w="2509708" h="153703">
                <a:moveTo>
                  <a:pt x="42731" y="41685"/>
                </a:moveTo>
                <a:lnTo>
                  <a:pt x="31304" y="41685"/>
                </a:lnTo>
                <a:lnTo>
                  <a:pt x="29694" y="5955"/>
                </a:lnTo>
                <a:lnTo>
                  <a:pt x="44501" y="5955"/>
                </a:lnTo>
                <a:lnTo>
                  <a:pt x="42731" y="41685"/>
                </a:lnTo>
                <a:moveTo>
                  <a:pt x="13037" y="41685"/>
                </a:moveTo>
                <a:lnTo>
                  <a:pt x="1690" y="41685"/>
                </a:lnTo>
                <a:lnTo>
                  <a:pt x="0" y="5955"/>
                </a:lnTo>
                <a:lnTo>
                  <a:pt x="14807" y="5955"/>
                </a:lnTo>
                <a:lnTo>
                  <a:pt x="13037" y="41685"/>
                </a:lnTo>
                <a:close/>
                <a:moveTo>
                  <a:pt x="109446" y="18509"/>
                </a:moveTo>
                <a:lnTo>
                  <a:pt x="109446" y="119422"/>
                </a:lnTo>
                <a:lnTo>
                  <a:pt x="94156" y="119422"/>
                </a:lnTo>
                <a:lnTo>
                  <a:pt x="94156" y="18509"/>
                </a:lnTo>
                <a:lnTo>
                  <a:pt x="55208" y="18509"/>
                </a:lnTo>
                <a:lnTo>
                  <a:pt x="55208" y="5955"/>
                </a:lnTo>
                <a:lnTo>
                  <a:pt x="148395" y="5955"/>
                </a:lnTo>
                <a:lnTo>
                  <a:pt x="148395" y="18509"/>
                </a:lnTo>
                <a:lnTo>
                  <a:pt x="109446" y="18509"/>
                </a:lnTo>
                <a:close/>
                <a:moveTo>
                  <a:pt x="177714" y="47318"/>
                </a:moveTo>
                <a:cubicBezTo>
                  <a:pt x="179323" y="44352"/>
                  <a:pt x="181067" y="41832"/>
                  <a:pt x="182944" y="39756"/>
                </a:cubicBezTo>
                <a:cubicBezTo>
                  <a:pt x="184822" y="37681"/>
                  <a:pt x="186887" y="35970"/>
                  <a:pt x="189141" y="34623"/>
                </a:cubicBezTo>
                <a:cubicBezTo>
                  <a:pt x="191394" y="33276"/>
                  <a:pt x="193862" y="32291"/>
                  <a:pt x="196544" y="31671"/>
                </a:cubicBezTo>
                <a:cubicBezTo>
                  <a:pt x="199227" y="31051"/>
                  <a:pt x="202231" y="30741"/>
                  <a:pt x="205557" y="30741"/>
                </a:cubicBezTo>
                <a:cubicBezTo>
                  <a:pt x="211137" y="30741"/>
                  <a:pt x="215710" y="31492"/>
                  <a:pt x="219278" y="32994"/>
                </a:cubicBezTo>
                <a:cubicBezTo>
                  <a:pt x="222845" y="34496"/>
                  <a:pt x="225662" y="36602"/>
                  <a:pt x="227727" y="39311"/>
                </a:cubicBezTo>
                <a:cubicBezTo>
                  <a:pt x="229793" y="42020"/>
                  <a:pt x="231215" y="45253"/>
                  <a:pt x="231992" y="49008"/>
                </a:cubicBezTo>
                <a:cubicBezTo>
                  <a:pt x="232770" y="52763"/>
                  <a:pt x="233159" y="56894"/>
                  <a:pt x="233159" y="61401"/>
                </a:cubicBezTo>
                <a:lnTo>
                  <a:pt x="233159" y="119422"/>
                </a:lnTo>
                <a:lnTo>
                  <a:pt x="218594" y="119422"/>
                </a:lnTo>
                <a:lnTo>
                  <a:pt x="218594" y="64275"/>
                </a:lnTo>
                <a:cubicBezTo>
                  <a:pt x="218594" y="60577"/>
                  <a:pt x="218366" y="57334"/>
                  <a:pt x="217910" y="54548"/>
                </a:cubicBezTo>
                <a:cubicBezTo>
                  <a:pt x="217454" y="51762"/>
                  <a:pt x="216582" y="49444"/>
                  <a:pt x="215294" y="47595"/>
                </a:cubicBezTo>
                <a:cubicBezTo>
                  <a:pt x="214007" y="45745"/>
                  <a:pt x="212183" y="44352"/>
                  <a:pt x="209822" y="43415"/>
                </a:cubicBezTo>
                <a:cubicBezTo>
                  <a:pt x="207462" y="42476"/>
                  <a:pt x="204404" y="42007"/>
                  <a:pt x="200648" y="42007"/>
                </a:cubicBezTo>
                <a:cubicBezTo>
                  <a:pt x="197215" y="42007"/>
                  <a:pt x="194117" y="42623"/>
                  <a:pt x="191354" y="43855"/>
                </a:cubicBezTo>
                <a:cubicBezTo>
                  <a:pt x="188591" y="45087"/>
                  <a:pt x="186230" y="46829"/>
                  <a:pt x="184272" y="49081"/>
                </a:cubicBezTo>
                <a:cubicBezTo>
                  <a:pt x="182314" y="51332"/>
                  <a:pt x="180798" y="54066"/>
                  <a:pt x="179725" y="57282"/>
                </a:cubicBezTo>
                <a:cubicBezTo>
                  <a:pt x="178652" y="60497"/>
                  <a:pt x="178116" y="64114"/>
                  <a:pt x="178116" y="68133"/>
                </a:cubicBezTo>
                <a:lnTo>
                  <a:pt x="178116" y="119422"/>
                </a:lnTo>
                <a:lnTo>
                  <a:pt x="163631" y="119422"/>
                </a:lnTo>
                <a:lnTo>
                  <a:pt x="163631" y="0"/>
                </a:lnTo>
                <a:lnTo>
                  <a:pt x="178116" y="0"/>
                </a:lnTo>
                <a:lnTo>
                  <a:pt x="178116" y="31115"/>
                </a:lnTo>
                <a:cubicBezTo>
                  <a:pt x="178116" y="32889"/>
                  <a:pt x="178089" y="34663"/>
                  <a:pt x="178035" y="36437"/>
                </a:cubicBezTo>
                <a:cubicBezTo>
                  <a:pt x="177982" y="38209"/>
                  <a:pt x="177915" y="39847"/>
                  <a:pt x="177834" y="41353"/>
                </a:cubicBezTo>
                <a:cubicBezTo>
                  <a:pt x="177754" y="42857"/>
                  <a:pt x="177687" y="44133"/>
                  <a:pt x="177633" y="45183"/>
                </a:cubicBezTo>
                <a:cubicBezTo>
                  <a:pt x="177579" y="46231"/>
                  <a:pt x="177526" y="46942"/>
                  <a:pt x="177472" y="47318"/>
                </a:cubicBezTo>
                <a:lnTo>
                  <a:pt x="177714" y="47318"/>
                </a:lnTo>
                <a:close/>
                <a:moveTo>
                  <a:pt x="266048" y="78863"/>
                </a:moveTo>
                <a:cubicBezTo>
                  <a:pt x="266048" y="83424"/>
                  <a:pt x="266517" y="87622"/>
                  <a:pt x="267456" y="91457"/>
                </a:cubicBezTo>
                <a:cubicBezTo>
                  <a:pt x="268395" y="95293"/>
                  <a:pt x="269843" y="98593"/>
                  <a:pt x="271801" y="101356"/>
                </a:cubicBezTo>
                <a:cubicBezTo>
                  <a:pt x="273760" y="104118"/>
                  <a:pt x="276268" y="106264"/>
                  <a:pt x="279326" y="107793"/>
                </a:cubicBezTo>
                <a:cubicBezTo>
                  <a:pt x="282384" y="109322"/>
                  <a:pt x="286058" y="110087"/>
                  <a:pt x="290350" y="110087"/>
                </a:cubicBezTo>
                <a:cubicBezTo>
                  <a:pt x="296627" y="110087"/>
                  <a:pt x="301657" y="108826"/>
                  <a:pt x="305439" y="106305"/>
                </a:cubicBezTo>
                <a:cubicBezTo>
                  <a:pt x="309221" y="103783"/>
                  <a:pt x="311783" y="100591"/>
                  <a:pt x="313124" y="96728"/>
                </a:cubicBezTo>
                <a:lnTo>
                  <a:pt x="325839" y="100362"/>
                </a:lnTo>
                <a:cubicBezTo>
                  <a:pt x="324927" y="102785"/>
                  <a:pt x="323653" y="105221"/>
                  <a:pt x="322016" y="107670"/>
                </a:cubicBezTo>
                <a:cubicBezTo>
                  <a:pt x="320380" y="110118"/>
                  <a:pt x="318194" y="112324"/>
                  <a:pt x="315458" y="114289"/>
                </a:cubicBezTo>
                <a:cubicBezTo>
                  <a:pt x="312722" y="116254"/>
                  <a:pt x="309302" y="117869"/>
                  <a:pt x="305198" y="119135"/>
                </a:cubicBezTo>
                <a:cubicBezTo>
                  <a:pt x="301093" y="120399"/>
                  <a:pt x="296144" y="121031"/>
                  <a:pt x="290350" y="121031"/>
                </a:cubicBezTo>
                <a:cubicBezTo>
                  <a:pt x="277475" y="121031"/>
                  <a:pt x="267670" y="117195"/>
                  <a:pt x="260938" y="109524"/>
                </a:cubicBezTo>
                <a:cubicBezTo>
                  <a:pt x="254205" y="101852"/>
                  <a:pt x="250838" y="90451"/>
                  <a:pt x="250838" y="75323"/>
                </a:cubicBezTo>
                <a:cubicBezTo>
                  <a:pt x="250838" y="67168"/>
                  <a:pt x="251858" y="60261"/>
                  <a:pt x="253896" y="54601"/>
                </a:cubicBezTo>
                <a:cubicBezTo>
                  <a:pt x="255935" y="48941"/>
                  <a:pt x="258725" y="44341"/>
                  <a:pt x="262265" y="40800"/>
                </a:cubicBezTo>
                <a:cubicBezTo>
                  <a:pt x="265806" y="37259"/>
                  <a:pt x="269937" y="34697"/>
                  <a:pt x="274658" y="33115"/>
                </a:cubicBezTo>
                <a:cubicBezTo>
                  <a:pt x="279379" y="31532"/>
                  <a:pt x="284422" y="30741"/>
                  <a:pt x="289787" y="30741"/>
                </a:cubicBezTo>
                <a:cubicBezTo>
                  <a:pt x="297083" y="30741"/>
                  <a:pt x="303186" y="31919"/>
                  <a:pt x="308095" y="34276"/>
                </a:cubicBezTo>
                <a:cubicBezTo>
                  <a:pt x="313003" y="36632"/>
                  <a:pt x="316947" y="39885"/>
                  <a:pt x="319924" y="44036"/>
                </a:cubicBezTo>
                <a:cubicBezTo>
                  <a:pt x="322902" y="48187"/>
                  <a:pt x="325021" y="53075"/>
                  <a:pt x="326281" y="58700"/>
                </a:cubicBezTo>
                <a:cubicBezTo>
                  <a:pt x="327542" y="64323"/>
                  <a:pt x="328173" y="70401"/>
                  <a:pt x="328173" y="76935"/>
                </a:cubicBezTo>
                <a:lnTo>
                  <a:pt x="328173" y="78863"/>
                </a:lnTo>
                <a:lnTo>
                  <a:pt x="266048" y="78863"/>
                </a:lnTo>
                <a:moveTo>
                  <a:pt x="313205" y="67758"/>
                </a:moveTo>
                <a:cubicBezTo>
                  <a:pt x="312400" y="58640"/>
                  <a:pt x="310066" y="51988"/>
                  <a:pt x="306204" y="47803"/>
                </a:cubicBezTo>
                <a:cubicBezTo>
                  <a:pt x="302341" y="43617"/>
                  <a:pt x="296788" y="41524"/>
                  <a:pt x="289546" y="41524"/>
                </a:cubicBezTo>
                <a:cubicBezTo>
                  <a:pt x="287131" y="41524"/>
                  <a:pt x="284597" y="41910"/>
                  <a:pt x="281941" y="42683"/>
                </a:cubicBezTo>
                <a:cubicBezTo>
                  <a:pt x="279285" y="43456"/>
                  <a:pt x="276831" y="44829"/>
                  <a:pt x="274578" y="46802"/>
                </a:cubicBezTo>
                <a:cubicBezTo>
                  <a:pt x="272324" y="48776"/>
                  <a:pt x="270420" y="51456"/>
                  <a:pt x="268864" y="54842"/>
                </a:cubicBezTo>
                <a:cubicBezTo>
                  <a:pt x="267308" y="58227"/>
                  <a:pt x="266423" y="62532"/>
                  <a:pt x="266209" y="67758"/>
                </a:cubicBezTo>
                <a:lnTo>
                  <a:pt x="313205" y="67758"/>
                </a:lnTo>
                <a:close/>
                <a:moveTo>
                  <a:pt x="403417" y="75524"/>
                </a:moveTo>
                <a:cubicBezTo>
                  <a:pt x="403417" y="80508"/>
                  <a:pt x="403779" y="85090"/>
                  <a:pt x="404504" y="89270"/>
                </a:cubicBezTo>
                <a:cubicBezTo>
                  <a:pt x="405228" y="93449"/>
                  <a:pt x="406448" y="97053"/>
                  <a:pt x="408165" y="100081"/>
                </a:cubicBezTo>
                <a:cubicBezTo>
                  <a:pt x="409882" y="103107"/>
                  <a:pt x="412148" y="105450"/>
                  <a:pt x="414965" y="107112"/>
                </a:cubicBezTo>
                <a:cubicBezTo>
                  <a:pt x="417782" y="108773"/>
                  <a:pt x="421255" y="109604"/>
                  <a:pt x="425386" y="109604"/>
                </a:cubicBezTo>
                <a:cubicBezTo>
                  <a:pt x="430536" y="109604"/>
                  <a:pt x="434842" y="108209"/>
                  <a:pt x="438302" y="105419"/>
                </a:cubicBezTo>
                <a:cubicBezTo>
                  <a:pt x="441762" y="102630"/>
                  <a:pt x="443895" y="98338"/>
                  <a:pt x="444700" y="92544"/>
                </a:cubicBezTo>
                <a:lnTo>
                  <a:pt x="459346" y="93509"/>
                </a:lnTo>
                <a:cubicBezTo>
                  <a:pt x="458863" y="97104"/>
                  <a:pt x="457817" y="100564"/>
                  <a:pt x="456207" y="103890"/>
                </a:cubicBezTo>
                <a:cubicBezTo>
                  <a:pt x="454598" y="107217"/>
                  <a:pt x="452412" y="110140"/>
                  <a:pt x="449649" y="112662"/>
                </a:cubicBezTo>
                <a:cubicBezTo>
                  <a:pt x="446886" y="115183"/>
                  <a:pt x="443519" y="117209"/>
                  <a:pt x="439549" y="118738"/>
                </a:cubicBezTo>
                <a:cubicBezTo>
                  <a:pt x="435579" y="120267"/>
                  <a:pt x="430992" y="121031"/>
                  <a:pt x="425789" y="121031"/>
                </a:cubicBezTo>
                <a:cubicBezTo>
                  <a:pt x="418975" y="121031"/>
                  <a:pt x="413181" y="119878"/>
                  <a:pt x="408406" y="117571"/>
                </a:cubicBezTo>
                <a:cubicBezTo>
                  <a:pt x="403632" y="115264"/>
                  <a:pt x="399756" y="112085"/>
                  <a:pt x="396778" y="108035"/>
                </a:cubicBezTo>
                <a:cubicBezTo>
                  <a:pt x="393801" y="103984"/>
                  <a:pt x="391641" y="99210"/>
                  <a:pt x="390300" y="93711"/>
                </a:cubicBezTo>
                <a:cubicBezTo>
                  <a:pt x="388959" y="88212"/>
                  <a:pt x="388288" y="82243"/>
                  <a:pt x="388288" y="75805"/>
                </a:cubicBezTo>
                <a:cubicBezTo>
                  <a:pt x="388288" y="69958"/>
                  <a:pt x="388771" y="64794"/>
                  <a:pt x="389737" y="60314"/>
                </a:cubicBezTo>
                <a:cubicBezTo>
                  <a:pt x="390702" y="55835"/>
                  <a:pt x="392057" y="51918"/>
                  <a:pt x="393801" y="48565"/>
                </a:cubicBezTo>
                <a:cubicBezTo>
                  <a:pt x="395544" y="45212"/>
                  <a:pt x="397596" y="42396"/>
                  <a:pt x="399957" y="40116"/>
                </a:cubicBezTo>
                <a:cubicBezTo>
                  <a:pt x="402317" y="37836"/>
                  <a:pt x="404879" y="36012"/>
                  <a:pt x="407642" y="34644"/>
                </a:cubicBezTo>
                <a:cubicBezTo>
                  <a:pt x="410405" y="33276"/>
                  <a:pt x="413315" y="32283"/>
                  <a:pt x="416373" y="31666"/>
                </a:cubicBezTo>
                <a:cubicBezTo>
                  <a:pt x="419431" y="31049"/>
                  <a:pt x="422516" y="30741"/>
                  <a:pt x="425628" y="30741"/>
                </a:cubicBezTo>
                <a:cubicBezTo>
                  <a:pt x="430510" y="30741"/>
                  <a:pt x="434855" y="31410"/>
                  <a:pt x="438664" y="32747"/>
                </a:cubicBezTo>
                <a:cubicBezTo>
                  <a:pt x="442473" y="34084"/>
                  <a:pt x="445759" y="35915"/>
                  <a:pt x="448522" y="38242"/>
                </a:cubicBezTo>
                <a:cubicBezTo>
                  <a:pt x="451285" y="40569"/>
                  <a:pt x="453525" y="43311"/>
                  <a:pt x="455242" y="46468"/>
                </a:cubicBezTo>
                <a:cubicBezTo>
                  <a:pt x="456958" y="49623"/>
                  <a:pt x="458165" y="53019"/>
                  <a:pt x="458863" y="56655"/>
                </a:cubicBezTo>
                <a:lnTo>
                  <a:pt x="443975" y="57779"/>
                </a:lnTo>
                <a:cubicBezTo>
                  <a:pt x="443224" y="53000"/>
                  <a:pt x="441320" y="49203"/>
                  <a:pt x="438262" y="46390"/>
                </a:cubicBezTo>
                <a:cubicBezTo>
                  <a:pt x="435204" y="43575"/>
                  <a:pt x="430858" y="42168"/>
                  <a:pt x="425225" y="42168"/>
                </a:cubicBezTo>
                <a:cubicBezTo>
                  <a:pt x="421094" y="42168"/>
                  <a:pt x="417647" y="42851"/>
                  <a:pt x="414885" y="44217"/>
                </a:cubicBezTo>
                <a:cubicBezTo>
                  <a:pt x="412122" y="45584"/>
                  <a:pt x="409882" y="47647"/>
                  <a:pt x="408165" y="50406"/>
                </a:cubicBezTo>
                <a:cubicBezTo>
                  <a:pt x="406448" y="53166"/>
                  <a:pt x="405228" y="56635"/>
                  <a:pt x="404504" y="60815"/>
                </a:cubicBezTo>
                <a:cubicBezTo>
                  <a:pt x="403779" y="64994"/>
                  <a:pt x="403417" y="69897"/>
                  <a:pt x="403417" y="75524"/>
                </a:cubicBezTo>
                <a:close/>
                <a:moveTo>
                  <a:pt x="474716" y="13841"/>
                </a:moveTo>
                <a:lnTo>
                  <a:pt x="474716" y="0"/>
                </a:lnTo>
                <a:lnTo>
                  <a:pt x="489201" y="0"/>
                </a:lnTo>
                <a:lnTo>
                  <a:pt x="489201" y="13841"/>
                </a:lnTo>
                <a:lnTo>
                  <a:pt x="474716" y="13841"/>
                </a:lnTo>
                <a:moveTo>
                  <a:pt x="474716" y="119422"/>
                </a:moveTo>
                <a:lnTo>
                  <a:pt x="474716" y="32350"/>
                </a:lnTo>
                <a:lnTo>
                  <a:pt x="489201" y="32350"/>
                </a:lnTo>
                <a:lnTo>
                  <a:pt x="489201" y="119422"/>
                </a:lnTo>
                <a:lnTo>
                  <a:pt x="474716" y="119422"/>
                </a:lnTo>
                <a:close/>
                <a:moveTo>
                  <a:pt x="549609" y="119422"/>
                </a:moveTo>
                <a:lnTo>
                  <a:pt x="532468" y="119422"/>
                </a:lnTo>
                <a:lnTo>
                  <a:pt x="500842" y="32350"/>
                </a:lnTo>
                <a:lnTo>
                  <a:pt x="516293" y="32350"/>
                </a:lnTo>
                <a:lnTo>
                  <a:pt x="535445" y="89003"/>
                </a:lnTo>
                <a:cubicBezTo>
                  <a:pt x="535821" y="90183"/>
                  <a:pt x="536264" y="91618"/>
                  <a:pt x="536773" y="93308"/>
                </a:cubicBezTo>
                <a:cubicBezTo>
                  <a:pt x="537283" y="94998"/>
                  <a:pt x="537806" y="96755"/>
                  <a:pt x="538342" y="98579"/>
                </a:cubicBezTo>
                <a:cubicBezTo>
                  <a:pt x="538879" y="100403"/>
                  <a:pt x="539375" y="102160"/>
                  <a:pt x="539831" y="103850"/>
                </a:cubicBezTo>
                <a:cubicBezTo>
                  <a:pt x="540287" y="105540"/>
                  <a:pt x="540676" y="106948"/>
                  <a:pt x="540998" y="108075"/>
                </a:cubicBezTo>
                <a:cubicBezTo>
                  <a:pt x="541320" y="106948"/>
                  <a:pt x="541736" y="105540"/>
                  <a:pt x="542245" y="103850"/>
                </a:cubicBezTo>
                <a:cubicBezTo>
                  <a:pt x="542755" y="102160"/>
                  <a:pt x="543278" y="100430"/>
                  <a:pt x="543815" y="98660"/>
                </a:cubicBezTo>
                <a:cubicBezTo>
                  <a:pt x="544351" y="96889"/>
                  <a:pt x="544901" y="95159"/>
                  <a:pt x="545464" y="93469"/>
                </a:cubicBezTo>
                <a:cubicBezTo>
                  <a:pt x="546028" y="91779"/>
                  <a:pt x="546524" y="90344"/>
                  <a:pt x="546953" y="89164"/>
                </a:cubicBezTo>
                <a:lnTo>
                  <a:pt x="566749" y="32350"/>
                </a:lnTo>
                <a:lnTo>
                  <a:pt x="582120" y="32350"/>
                </a:lnTo>
                <a:lnTo>
                  <a:pt x="549609" y="119422"/>
                </a:lnTo>
                <a:close/>
                <a:moveTo>
                  <a:pt x="593708" y="13841"/>
                </a:moveTo>
                <a:lnTo>
                  <a:pt x="593708" y="0"/>
                </a:lnTo>
                <a:lnTo>
                  <a:pt x="608193" y="0"/>
                </a:lnTo>
                <a:lnTo>
                  <a:pt x="608193" y="13841"/>
                </a:lnTo>
                <a:lnTo>
                  <a:pt x="593708" y="13841"/>
                </a:lnTo>
                <a:moveTo>
                  <a:pt x="593708" y="119422"/>
                </a:moveTo>
                <a:lnTo>
                  <a:pt x="593708" y="32350"/>
                </a:lnTo>
                <a:lnTo>
                  <a:pt x="608193" y="32350"/>
                </a:lnTo>
                <a:lnTo>
                  <a:pt x="608193" y="119422"/>
                </a:lnTo>
                <a:lnTo>
                  <a:pt x="593708" y="119422"/>
                </a:lnTo>
                <a:close/>
                <a:moveTo>
                  <a:pt x="630376" y="119422"/>
                </a:moveTo>
                <a:lnTo>
                  <a:pt x="630376" y="0"/>
                </a:lnTo>
                <a:lnTo>
                  <a:pt x="644861" y="0"/>
                </a:lnTo>
                <a:lnTo>
                  <a:pt x="644861" y="119422"/>
                </a:lnTo>
                <a:lnTo>
                  <a:pt x="630376" y="119422"/>
                </a:lnTo>
                <a:close/>
                <a:moveTo>
                  <a:pt x="723885" y="78863"/>
                </a:moveTo>
                <a:cubicBezTo>
                  <a:pt x="723885" y="83424"/>
                  <a:pt x="724355" y="87622"/>
                  <a:pt x="725293" y="91457"/>
                </a:cubicBezTo>
                <a:cubicBezTo>
                  <a:pt x="726232" y="95293"/>
                  <a:pt x="727681" y="98593"/>
                  <a:pt x="729639" y="101356"/>
                </a:cubicBezTo>
                <a:cubicBezTo>
                  <a:pt x="731597" y="104118"/>
                  <a:pt x="734105" y="106264"/>
                  <a:pt x="737163" y="107793"/>
                </a:cubicBezTo>
                <a:cubicBezTo>
                  <a:pt x="740221" y="109322"/>
                  <a:pt x="743896" y="110087"/>
                  <a:pt x="748188" y="110087"/>
                </a:cubicBezTo>
                <a:cubicBezTo>
                  <a:pt x="754465" y="110087"/>
                  <a:pt x="759494" y="108826"/>
                  <a:pt x="763277" y="106305"/>
                </a:cubicBezTo>
                <a:cubicBezTo>
                  <a:pt x="767059" y="103783"/>
                  <a:pt x="769620" y="100591"/>
                  <a:pt x="770962" y="96728"/>
                </a:cubicBezTo>
                <a:lnTo>
                  <a:pt x="783676" y="100362"/>
                </a:lnTo>
                <a:cubicBezTo>
                  <a:pt x="782764" y="102785"/>
                  <a:pt x="781490" y="105221"/>
                  <a:pt x="779854" y="107670"/>
                </a:cubicBezTo>
                <a:cubicBezTo>
                  <a:pt x="778218" y="110118"/>
                  <a:pt x="776031" y="112324"/>
                  <a:pt x="773295" y="114289"/>
                </a:cubicBezTo>
                <a:cubicBezTo>
                  <a:pt x="770559" y="116254"/>
                  <a:pt x="767139" y="117869"/>
                  <a:pt x="763035" y="119135"/>
                </a:cubicBezTo>
                <a:cubicBezTo>
                  <a:pt x="758931" y="120399"/>
                  <a:pt x="753982" y="121031"/>
                  <a:pt x="748188" y="121031"/>
                </a:cubicBezTo>
                <a:cubicBezTo>
                  <a:pt x="735312" y="121031"/>
                  <a:pt x="725508" y="117195"/>
                  <a:pt x="718775" y="109524"/>
                </a:cubicBezTo>
                <a:cubicBezTo>
                  <a:pt x="712042" y="101852"/>
                  <a:pt x="708676" y="90451"/>
                  <a:pt x="708676" y="75323"/>
                </a:cubicBezTo>
                <a:cubicBezTo>
                  <a:pt x="708676" y="67168"/>
                  <a:pt x="709695" y="60261"/>
                  <a:pt x="711734" y="54601"/>
                </a:cubicBezTo>
                <a:cubicBezTo>
                  <a:pt x="713772" y="48941"/>
                  <a:pt x="716562" y="44341"/>
                  <a:pt x="720103" y="40800"/>
                </a:cubicBezTo>
                <a:cubicBezTo>
                  <a:pt x="723644" y="37259"/>
                  <a:pt x="727775" y="34697"/>
                  <a:pt x="732496" y="33115"/>
                </a:cubicBezTo>
                <a:cubicBezTo>
                  <a:pt x="737217" y="31532"/>
                  <a:pt x="742260" y="30741"/>
                  <a:pt x="747625" y="30741"/>
                </a:cubicBezTo>
                <a:cubicBezTo>
                  <a:pt x="754921" y="30741"/>
                  <a:pt x="761023" y="31919"/>
                  <a:pt x="765932" y="34276"/>
                </a:cubicBezTo>
                <a:cubicBezTo>
                  <a:pt x="770841" y="36632"/>
                  <a:pt x="774784" y="39885"/>
                  <a:pt x="777762" y="44036"/>
                </a:cubicBezTo>
                <a:cubicBezTo>
                  <a:pt x="780739" y="48187"/>
                  <a:pt x="782858" y="53075"/>
                  <a:pt x="784119" y="58700"/>
                </a:cubicBezTo>
                <a:cubicBezTo>
                  <a:pt x="785380" y="64323"/>
                  <a:pt x="786010" y="70401"/>
                  <a:pt x="786010" y="76935"/>
                </a:cubicBezTo>
                <a:lnTo>
                  <a:pt x="786010" y="78863"/>
                </a:lnTo>
                <a:lnTo>
                  <a:pt x="723885" y="78863"/>
                </a:lnTo>
                <a:moveTo>
                  <a:pt x="771042" y="67758"/>
                </a:moveTo>
                <a:cubicBezTo>
                  <a:pt x="770237" y="58640"/>
                  <a:pt x="767904" y="51988"/>
                  <a:pt x="764041" y="47803"/>
                </a:cubicBezTo>
                <a:cubicBezTo>
                  <a:pt x="760178" y="43617"/>
                  <a:pt x="754626" y="41524"/>
                  <a:pt x="747383" y="41524"/>
                </a:cubicBezTo>
                <a:cubicBezTo>
                  <a:pt x="744969" y="41524"/>
                  <a:pt x="742434" y="41910"/>
                  <a:pt x="739778" y="42683"/>
                </a:cubicBezTo>
                <a:cubicBezTo>
                  <a:pt x="737123" y="43456"/>
                  <a:pt x="734668" y="44829"/>
                  <a:pt x="732415" y="46802"/>
                </a:cubicBezTo>
                <a:cubicBezTo>
                  <a:pt x="730162" y="48776"/>
                  <a:pt x="728257" y="51456"/>
                  <a:pt x="726702" y="54842"/>
                </a:cubicBezTo>
                <a:cubicBezTo>
                  <a:pt x="725146" y="58227"/>
                  <a:pt x="724261" y="62532"/>
                  <a:pt x="724046" y="67758"/>
                </a:cubicBezTo>
                <a:lnTo>
                  <a:pt x="771042" y="67758"/>
                </a:lnTo>
                <a:close/>
                <a:moveTo>
                  <a:pt x="859698" y="119422"/>
                </a:moveTo>
                <a:lnTo>
                  <a:pt x="859698" y="64275"/>
                </a:lnTo>
                <a:cubicBezTo>
                  <a:pt x="859698" y="60040"/>
                  <a:pt x="859390" y="56503"/>
                  <a:pt x="858773" y="53663"/>
                </a:cubicBezTo>
                <a:cubicBezTo>
                  <a:pt x="858156" y="50823"/>
                  <a:pt x="857150" y="48532"/>
                  <a:pt x="855755" y="46790"/>
                </a:cubicBezTo>
                <a:cubicBezTo>
                  <a:pt x="854360" y="45048"/>
                  <a:pt x="852523" y="43816"/>
                  <a:pt x="850243" y="43093"/>
                </a:cubicBezTo>
                <a:cubicBezTo>
                  <a:pt x="847963" y="42369"/>
                  <a:pt x="845133" y="42007"/>
                  <a:pt x="841753" y="42007"/>
                </a:cubicBezTo>
                <a:cubicBezTo>
                  <a:pt x="838319" y="42007"/>
                  <a:pt x="835221" y="42610"/>
                  <a:pt x="832458" y="43817"/>
                </a:cubicBezTo>
                <a:cubicBezTo>
                  <a:pt x="829695" y="45023"/>
                  <a:pt x="827335" y="46765"/>
                  <a:pt x="825376" y="49043"/>
                </a:cubicBezTo>
                <a:cubicBezTo>
                  <a:pt x="823418" y="51320"/>
                  <a:pt x="821903" y="54133"/>
                  <a:pt x="820830" y="57483"/>
                </a:cubicBezTo>
                <a:cubicBezTo>
                  <a:pt x="819757" y="60832"/>
                  <a:pt x="819220" y="64678"/>
                  <a:pt x="819220" y="69018"/>
                </a:cubicBezTo>
                <a:lnTo>
                  <a:pt x="819220" y="119422"/>
                </a:lnTo>
                <a:lnTo>
                  <a:pt x="804735" y="119422"/>
                </a:lnTo>
                <a:lnTo>
                  <a:pt x="804735" y="50939"/>
                </a:lnTo>
                <a:cubicBezTo>
                  <a:pt x="804735" y="49115"/>
                  <a:pt x="804722" y="47197"/>
                  <a:pt x="804695" y="45185"/>
                </a:cubicBezTo>
                <a:cubicBezTo>
                  <a:pt x="804668" y="43174"/>
                  <a:pt x="804628" y="41269"/>
                  <a:pt x="804574" y="39472"/>
                </a:cubicBezTo>
                <a:cubicBezTo>
                  <a:pt x="804521" y="37675"/>
                  <a:pt x="804467" y="36132"/>
                  <a:pt x="804413" y="34845"/>
                </a:cubicBezTo>
                <a:cubicBezTo>
                  <a:pt x="804360" y="33557"/>
                  <a:pt x="804306" y="32726"/>
                  <a:pt x="804252" y="32350"/>
                </a:cubicBezTo>
                <a:lnTo>
                  <a:pt x="817933" y="32350"/>
                </a:lnTo>
                <a:cubicBezTo>
                  <a:pt x="817986" y="32620"/>
                  <a:pt x="818040" y="33348"/>
                  <a:pt x="818094" y="34535"/>
                </a:cubicBezTo>
                <a:cubicBezTo>
                  <a:pt x="818147" y="35721"/>
                  <a:pt x="818214" y="37082"/>
                  <a:pt x="818295" y="38619"/>
                </a:cubicBezTo>
                <a:cubicBezTo>
                  <a:pt x="818375" y="40157"/>
                  <a:pt x="818442" y="41722"/>
                  <a:pt x="818496" y="43315"/>
                </a:cubicBezTo>
                <a:cubicBezTo>
                  <a:pt x="818550" y="44906"/>
                  <a:pt x="818577" y="46240"/>
                  <a:pt x="818577" y="47318"/>
                </a:cubicBezTo>
                <a:lnTo>
                  <a:pt x="818818" y="47318"/>
                </a:lnTo>
                <a:cubicBezTo>
                  <a:pt x="820213" y="44785"/>
                  <a:pt x="821742" y="42494"/>
                  <a:pt x="823405" y="40445"/>
                </a:cubicBezTo>
                <a:cubicBezTo>
                  <a:pt x="825068" y="38396"/>
                  <a:pt x="826999" y="36658"/>
                  <a:pt x="829199" y="35230"/>
                </a:cubicBezTo>
                <a:cubicBezTo>
                  <a:pt x="831399" y="33801"/>
                  <a:pt x="833920" y="32696"/>
                  <a:pt x="836763" y="31915"/>
                </a:cubicBezTo>
                <a:cubicBezTo>
                  <a:pt x="839607" y="31132"/>
                  <a:pt x="842906" y="30741"/>
                  <a:pt x="846662" y="30741"/>
                </a:cubicBezTo>
                <a:cubicBezTo>
                  <a:pt x="851490" y="30741"/>
                  <a:pt x="855648" y="31331"/>
                  <a:pt x="859135" y="32511"/>
                </a:cubicBezTo>
                <a:cubicBezTo>
                  <a:pt x="862622" y="33691"/>
                  <a:pt x="865492" y="35515"/>
                  <a:pt x="867745" y="37983"/>
                </a:cubicBezTo>
                <a:cubicBezTo>
                  <a:pt x="869999" y="40451"/>
                  <a:pt x="871648" y="43630"/>
                  <a:pt x="872694" y="47519"/>
                </a:cubicBezTo>
                <a:cubicBezTo>
                  <a:pt x="873741" y="51409"/>
                  <a:pt x="874264" y="56036"/>
                  <a:pt x="874264" y="61401"/>
                </a:cubicBezTo>
                <a:lnTo>
                  <a:pt x="874264" y="119422"/>
                </a:lnTo>
                <a:lnTo>
                  <a:pt x="859698" y="119422"/>
                </a:lnTo>
                <a:close/>
                <a:moveTo>
                  <a:pt x="929041" y="153703"/>
                </a:moveTo>
                <a:cubicBezTo>
                  <a:pt x="924052" y="153703"/>
                  <a:pt x="919626" y="153193"/>
                  <a:pt x="915763" y="152174"/>
                </a:cubicBezTo>
                <a:cubicBezTo>
                  <a:pt x="911900" y="151155"/>
                  <a:pt x="908601" y="149693"/>
                  <a:pt x="905865" y="147788"/>
                </a:cubicBezTo>
                <a:cubicBezTo>
                  <a:pt x="903129" y="145884"/>
                  <a:pt x="900902" y="143617"/>
                  <a:pt x="899185" y="140988"/>
                </a:cubicBezTo>
                <a:cubicBezTo>
                  <a:pt x="897469" y="138360"/>
                  <a:pt x="896235" y="135436"/>
                  <a:pt x="895484" y="132217"/>
                </a:cubicBezTo>
                <a:lnTo>
                  <a:pt x="910049" y="130125"/>
                </a:lnTo>
                <a:cubicBezTo>
                  <a:pt x="911015" y="134123"/>
                  <a:pt x="913147" y="137201"/>
                  <a:pt x="916447" y="139359"/>
                </a:cubicBezTo>
                <a:cubicBezTo>
                  <a:pt x="919746" y="141518"/>
                  <a:pt x="924078" y="142598"/>
                  <a:pt x="929443" y="142598"/>
                </a:cubicBezTo>
                <a:cubicBezTo>
                  <a:pt x="932716" y="142598"/>
                  <a:pt x="935693" y="142141"/>
                  <a:pt x="938376" y="141227"/>
                </a:cubicBezTo>
                <a:cubicBezTo>
                  <a:pt x="941058" y="140314"/>
                  <a:pt x="943338" y="138848"/>
                  <a:pt x="945216" y="136831"/>
                </a:cubicBezTo>
                <a:cubicBezTo>
                  <a:pt x="947094" y="134816"/>
                  <a:pt x="948542" y="132196"/>
                  <a:pt x="949561" y="128970"/>
                </a:cubicBezTo>
                <a:cubicBezTo>
                  <a:pt x="950581" y="125745"/>
                  <a:pt x="951090" y="121820"/>
                  <a:pt x="951090" y="117196"/>
                </a:cubicBezTo>
                <a:lnTo>
                  <a:pt x="951090" y="103166"/>
                </a:lnTo>
                <a:lnTo>
                  <a:pt x="950929" y="103166"/>
                </a:lnTo>
                <a:cubicBezTo>
                  <a:pt x="949856" y="105376"/>
                  <a:pt x="948529" y="107492"/>
                  <a:pt x="946946" y="109513"/>
                </a:cubicBezTo>
                <a:cubicBezTo>
                  <a:pt x="945363" y="111535"/>
                  <a:pt x="943432" y="113328"/>
                  <a:pt x="941152" y="114893"/>
                </a:cubicBezTo>
                <a:cubicBezTo>
                  <a:pt x="938872" y="116455"/>
                  <a:pt x="936230" y="117708"/>
                  <a:pt x="933225" y="118652"/>
                </a:cubicBezTo>
                <a:cubicBezTo>
                  <a:pt x="930221" y="119594"/>
                  <a:pt x="926788" y="120065"/>
                  <a:pt x="922925" y="120065"/>
                </a:cubicBezTo>
                <a:cubicBezTo>
                  <a:pt x="917399" y="120065"/>
                  <a:pt x="912665" y="119139"/>
                  <a:pt x="908721" y="117287"/>
                </a:cubicBezTo>
                <a:cubicBezTo>
                  <a:pt x="904778" y="115434"/>
                  <a:pt x="901559" y="112655"/>
                  <a:pt x="899065" y="108950"/>
                </a:cubicBezTo>
                <a:cubicBezTo>
                  <a:pt x="896570" y="105245"/>
                  <a:pt x="894746" y="100640"/>
                  <a:pt x="893593" y="95136"/>
                </a:cubicBezTo>
                <a:cubicBezTo>
                  <a:pt x="892439" y="89632"/>
                  <a:pt x="891862" y="83256"/>
                  <a:pt x="891862" y="76007"/>
                </a:cubicBezTo>
                <a:cubicBezTo>
                  <a:pt x="891862" y="69026"/>
                  <a:pt x="892439" y="62743"/>
                  <a:pt x="893593" y="57158"/>
                </a:cubicBezTo>
                <a:cubicBezTo>
                  <a:pt x="894746" y="51574"/>
                  <a:pt x="896624" y="46835"/>
                  <a:pt x="899226" y="42942"/>
                </a:cubicBezTo>
                <a:cubicBezTo>
                  <a:pt x="901828" y="39049"/>
                  <a:pt x="905207" y="36069"/>
                  <a:pt x="909365" y="34002"/>
                </a:cubicBezTo>
                <a:cubicBezTo>
                  <a:pt x="913523" y="31935"/>
                  <a:pt x="918579" y="30902"/>
                  <a:pt x="924534" y="30902"/>
                </a:cubicBezTo>
                <a:cubicBezTo>
                  <a:pt x="930704" y="30902"/>
                  <a:pt x="936055" y="32310"/>
                  <a:pt x="940589" y="35126"/>
                </a:cubicBezTo>
                <a:cubicBezTo>
                  <a:pt x="945122" y="37943"/>
                  <a:pt x="948623" y="41953"/>
                  <a:pt x="951090" y="47157"/>
                </a:cubicBezTo>
                <a:lnTo>
                  <a:pt x="951251" y="47157"/>
                </a:lnTo>
                <a:cubicBezTo>
                  <a:pt x="951251" y="45823"/>
                  <a:pt x="951292" y="44329"/>
                  <a:pt x="951372" y="42676"/>
                </a:cubicBezTo>
                <a:cubicBezTo>
                  <a:pt x="951453" y="41021"/>
                  <a:pt x="951533" y="39460"/>
                  <a:pt x="951613" y="37993"/>
                </a:cubicBezTo>
                <a:cubicBezTo>
                  <a:pt x="951694" y="36526"/>
                  <a:pt x="951788" y="35259"/>
                  <a:pt x="951895" y="34191"/>
                </a:cubicBezTo>
                <a:cubicBezTo>
                  <a:pt x="952002" y="33123"/>
                  <a:pt x="952110" y="32509"/>
                  <a:pt x="952217" y="32350"/>
                </a:cubicBezTo>
                <a:lnTo>
                  <a:pt x="965978" y="32350"/>
                </a:lnTo>
                <a:cubicBezTo>
                  <a:pt x="965924" y="32833"/>
                  <a:pt x="965871" y="33652"/>
                  <a:pt x="965817" y="34807"/>
                </a:cubicBezTo>
                <a:cubicBezTo>
                  <a:pt x="965763" y="35960"/>
                  <a:pt x="965710" y="37343"/>
                  <a:pt x="965656" y="38954"/>
                </a:cubicBezTo>
                <a:cubicBezTo>
                  <a:pt x="965602" y="40563"/>
                  <a:pt x="965562" y="42348"/>
                  <a:pt x="965535" y="44308"/>
                </a:cubicBezTo>
                <a:cubicBezTo>
                  <a:pt x="965508" y="46268"/>
                  <a:pt x="965495" y="48295"/>
                  <a:pt x="965495" y="50389"/>
                </a:cubicBezTo>
                <a:lnTo>
                  <a:pt x="965495" y="116982"/>
                </a:lnTo>
                <a:cubicBezTo>
                  <a:pt x="965495" y="129169"/>
                  <a:pt x="962504" y="138335"/>
                  <a:pt x="956522" y="144481"/>
                </a:cubicBezTo>
                <a:cubicBezTo>
                  <a:pt x="950540" y="150629"/>
                  <a:pt x="941380" y="153703"/>
                  <a:pt x="929041" y="153703"/>
                </a:cubicBezTo>
                <a:moveTo>
                  <a:pt x="951090" y="75805"/>
                </a:moveTo>
                <a:cubicBezTo>
                  <a:pt x="951090" y="69743"/>
                  <a:pt x="950433" y="64553"/>
                  <a:pt x="949119" y="60234"/>
                </a:cubicBezTo>
                <a:cubicBezTo>
                  <a:pt x="947804" y="55915"/>
                  <a:pt x="946074" y="52388"/>
                  <a:pt x="943928" y="49652"/>
                </a:cubicBezTo>
                <a:cubicBezTo>
                  <a:pt x="941782" y="46916"/>
                  <a:pt x="939328" y="44904"/>
                  <a:pt x="936565" y="43616"/>
                </a:cubicBezTo>
                <a:cubicBezTo>
                  <a:pt x="933802" y="42329"/>
                  <a:pt x="930972" y="41685"/>
                  <a:pt x="928075" y="41685"/>
                </a:cubicBezTo>
                <a:cubicBezTo>
                  <a:pt x="924373" y="41685"/>
                  <a:pt x="921195" y="42329"/>
                  <a:pt x="918539" y="43616"/>
                </a:cubicBezTo>
                <a:cubicBezTo>
                  <a:pt x="915884" y="44904"/>
                  <a:pt x="913684" y="46929"/>
                  <a:pt x="911940" y="49692"/>
                </a:cubicBezTo>
                <a:cubicBezTo>
                  <a:pt x="910197" y="52455"/>
                  <a:pt x="908909" y="55996"/>
                  <a:pt x="908078" y="60314"/>
                </a:cubicBezTo>
                <a:cubicBezTo>
                  <a:pt x="907246" y="64633"/>
                  <a:pt x="906830" y="69797"/>
                  <a:pt x="906830" y="75805"/>
                </a:cubicBezTo>
                <a:cubicBezTo>
                  <a:pt x="906830" y="82082"/>
                  <a:pt x="907246" y="87353"/>
                  <a:pt x="908078" y="91618"/>
                </a:cubicBezTo>
                <a:cubicBezTo>
                  <a:pt x="908909" y="95883"/>
                  <a:pt x="910183" y="99330"/>
                  <a:pt x="911900" y="101959"/>
                </a:cubicBezTo>
                <a:cubicBezTo>
                  <a:pt x="913617" y="104588"/>
                  <a:pt x="915790" y="106466"/>
                  <a:pt x="918418" y="107592"/>
                </a:cubicBezTo>
                <a:cubicBezTo>
                  <a:pt x="921047" y="108719"/>
                  <a:pt x="924186" y="109282"/>
                  <a:pt x="927834" y="109282"/>
                </a:cubicBezTo>
                <a:cubicBezTo>
                  <a:pt x="930731" y="109282"/>
                  <a:pt x="933561" y="108665"/>
                  <a:pt x="936324" y="107431"/>
                </a:cubicBezTo>
                <a:cubicBezTo>
                  <a:pt x="939087" y="106197"/>
                  <a:pt x="941568" y="104239"/>
                  <a:pt x="943767" y="101557"/>
                </a:cubicBezTo>
                <a:cubicBezTo>
                  <a:pt x="945967" y="98874"/>
                  <a:pt x="947737" y="95414"/>
                  <a:pt x="949079" y="91176"/>
                </a:cubicBezTo>
                <a:cubicBezTo>
                  <a:pt x="950420" y="86937"/>
                  <a:pt x="951090" y="81814"/>
                  <a:pt x="951090" y="75805"/>
                </a:cubicBezTo>
                <a:close/>
                <a:moveTo>
                  <a:pt x="1009891" y="121031"/>
                </a:moveTo>
                <a:cubicBezTo>
                  <a:pt x="1001146" y="121031"/>
                  <a:pt x="994574" y="118724"/>
                  <a:pt x="990175" y="114110"/>
                </a:cubicBezTo>
                <a:cubicBezTo>
                  <a:pt x="985776" y="109497"/>
                  <a:pt x="983576" y="103166"/>
                  <a:pt x="983576" y="95119"/>
                </a:cubicBezTo>
                <a:cubicBezTo>
                  <a:pt x="983576" y="89378"/>
                  <a:pt x="984662" y="84671"/>
                  <a:pt x="986835" y="80996"/>
                </a:cubicBezTo>
                <a:cubicBezTo>
                  <a:pt x="989008" y="77321"/>
                  <a:pt x="991851" y="74437"/>
                  <a:pt x="995365" y="72345"/>
                </a:cubicBezTo>
                <a:cubicBezTo>
                  <a:pt x="998879" y="70253"/>
                  <a:pt x="1002890" y="68804"/>
                  <a:pt x="1007396" y="68000"/>
                </a:cubicBezTo>
                <a:cubicBezTo>
                  <a:pt x="1011903" y="67195"/>
                  <a:pt x="1016489" y="66739"/>
                  <a:pt x="1021157" y="66632"/>
                </a:cubicBezTo>
                <a:lnTo>
                  <a:pt x="1040712" y="66310"/>
                </a:lnTo>
                <a:lnTo>
                  <a:pt x="1040712" y="61577"/>
                </a:lnTo>
                <a:cubicBezTo>
                  <a:pt x="1040712" y="57994"/>
                  <a:pt x="1040336" y="54946"/>
                  <a:pt x="1039585" y="52433"/>
                </a:cubicBezTo>
                <a:cubicBezTo>
                  <a:pt x="1038834" y="49920"/>
                  <a:pt x="1037681" y="47888"/>
                  <a:pt x="1036125" y="46337"/>
                </a:cubicBezTo>
                <a:cubicBezTo>
                  <a:pt x="1034569" y="44786"/>
                  <a:pt x="1032624" y="43651"/>
                  <a:pt x="1030291" y="42930"/>
                </a:cubicBezTo>
                <a:cubicBezTo>
                  <a:pt x="1027957" y="42207"/>
                  <a:pt x="1025207" y="41846"/>
                  <a:pt x="1022042" y="41846"/>
                </a:cubicBezTo>
                <a:cubicBezTo>
                  <a:pt x="1019252" y="41846"/>
                  <a:pt x="1016731" y="42045"/>
                  <a:pt x="1014478" y="42442"/>
                </a:cubicBezTo>
                <a:cubicBezTo>
                  <a:pt x="1012224" y="42839"/>
                  <a:pt x="1010266" y="43555"/>
                  <a:pt x="1008603" y="44589"/>
                </a:cubicBezTo>
                <a:cubicBezTo>
                  <a:pt x="1006940" y="45624"/>
                  <a:pt x="1005599" y="47030"/>
                  <a:pt x="1004579" y="48807"/>
                </a:cubicBezTo>
                <a:cubicBezTo>
                  <a:pt x="1003560" y="50582"/>
                  <a:pt x="1002890" y="52822"/>
                  <a:pt x="1002568" y="55526"/>
                </a:cubicBezTo>
                <a:lnTo>
                  <a:pt x="987439" y="54163"/>
                </a:lnTo>
                <a:cubicBezTo>
                  <a:pt x="987975" y="50740"/>
                  <a:pt x="988995" y="47598"/>
                  <a:pt x="990497" y="44738"/>
                </a:cubicBezTo>
                <a:cubicBezTo>
                  <a:pt x="991999" y="41876"/>
                  <a:pt x="994131" y="39403"/>
                  <a:pt x="996894" y="37319"/>
                </a:cubicBezTo>
                <a:cubicBezTo>
                  <a:pt x="999657" y="35234"/>
                  <a:pt x="1003118" y="33616"/>
                  <a:pt x="1007275" y="32466"/>
                </a:cubicBezTo>
                <a:cubicBezTo>
                  <a:pt x="1011433" y="31316"/>
                  <a:pt x="1016463" y="30741"/>
                  <a:pt x="1022364" y="30741"/>
                </a:cubicBezTo>
                <a:cubicBezTo>
                  <a:pt x="1033308" y="30741"/>
                  <a:pt x="1041543" y="33246"/>
                  <a:pt x="1047069" y="38257"/>
                </a:cubicBezTo>
                <a:cubicBezTo>
                  <a:pt x="1052595" y="43268"/>
                  <a:pt x="1055358" y="50517"/>
                  <a:pt x="1055358" y="60003"/>
                </a:cubicBezTo>
                <a:lnTo>
                  <a:pt x="1055358" y="97465"/>
                </a:lnTo>
                <a:cubicBezTo>
                  <a:pt x="1055358" y="101754"/>
                  <a:pt x="1055921" y="104984"/>
                  <a:pt x="1057048" y="107155"/>
                </a:cubicBezTo>
                <a:cubicBezTo>
                  <a:pt x="1058174" y="109324"/>
                  <a:pt x="1060320" y="110409"/>
                  <a:pt x="1063486" y="110409"/>
                </a:cubicBezTo>
                <a:cubicBezTo>
                  <a:pt x="1064290" y="110409"/>
                  <a:pt x="1065095" y="110355"/>
                  <a:pt x="1065900" y="110248"/>
                </a:cubicBezTo>
                <a:cubicBezTo>
                  <a:pt x="1066705" y="110140"/>
                  <a:pt x="1067482" y="110006"/>
                  <a:pt x="1068233" y="109845"/>
                </a:cubicBezTo>
                <a:lnTo>
                  <a:pt x="1068233" y="118929"/>
                </a:lnTo>
                <a:cubicBezTo>
                  <a:pt x="1066409" y="119361"/>
                  <a:pt x="1064599" y="119686"/>
                  <a:pt x="1062802" y="119902"/>
                </a:cubicBezTo>
                <a:cubicBezTo>
                  <a:pt x="1061004" y="120118"/>
                  <a:pt x="1059086" y="120226"/>
                  <a:pt x="1057048" y="120226"/>
                </a:cubicBezTo>
                <a:cubicBezTo>
                  <a:pt x="1054312" y="120226"/>
                  <a:pt x="1051965" y="119863"/>
                  <a:pt x="1050006" y="119135"/>
                </a:cubicBezTo>
                <a:cubicBezTo>
                  <a:pt x="1048048" y="118407"/>
                  <a:pt x="1046452" y="117303"/>
                  <a:pt x="1045218" y="115821"/>
                </a:cubicBezTo>
                <a:cubicBezTo>
                  <a:pt x="1043984" y="114338"/>
                  <a:pt x="1043045" y="112506"/>
                  <a:pt x="1042402" y="110323"/>
                </a:cubicBezTo>
                <a:cubicBezTo>
                  <a:pt x="1041758" y="108140"/>
                  <a:pt x="1041356" y="105594"/>
                  <a:pt x="1041195" y="102683"/>
                </a:cubicBezTo>
                <a:lnTo>
                  <a:pt x="1040712" y="102683"/>
                </a:lnTo>
                <a:cubicBezTo>
                  <a:pt x="1039156" y="105485"/>
                  <a:pt x="1037453" y="108017"/>
                  <a:pt x="1035602" y="110280"/>
                </a:cubicBezTo>
                <a:cubicBezTo>
                  <a:pt x="1033751" y="112544"/>
                  <a:pt x="1031592" y="114470"/>
                  <a:pt x="1029124" y="116059"/>
                </a:cubicBezTo>
                <a:cubicBezTo>
                  <a:pt x="1026656" y="117649"/>
                  <a:pt x="1023853" y="118874"/>
                  <a:pt x="1020714" y="119736"/>
                </a:cubicBezTo>
                <a:cubicBezTo>
                  <a:pt x="1017576" y="120599"/>
                  <a:pt x="1013968" y="121031"/>
                  <a:pt x="1009891" y="121031"/>
                </a:cubicBezTo>
                <a:moveTo>
                  <a:pt x="1013190" y="110087"/>
                </a:moveTo>
                <a:cubicBezTo>
                  <a:pt x="1017804" y="110087"/>
                  <a:pt x="1021841" y="109244"/>
                  <a:pt x="1025301" y="107559"/>
                </a:cubicBezTo>
                <a:cubicBezTo>
                  <a:pt x="1028762" y="105873"/>
                  <a:pt x="1031632" y="103719"/>
                  <a:pt x="1033912" y="101097"/>
                </a:cubicBezTo>
                <a:cubicBezTo>
                  <a:pt x="1036192" y="98473"/>
                  <a:pt x="1037895" y="95609"/>
                  <a:pt x="1039022" y="92506"/>
                </a:cubicBezTo>
                <a:cubicBezTo>
                  <a:pt x="1040148" y="89401"/>
                  <a:pt x="1040712" y="86430"/>
                  <a:pt x="1040712" y="83594"/>
                </a:cubicBezTo>
                <a:lnTo>
                  <a:pt x="1040712" y="76449"/>
                </a:lnTo>
                <a:lnTo>
                  <a:pt x="1024859" y="76771"/>
                </a:lnTo>
                <a:cubicBezTo>
                  <a:pt x="1021318" y="76825"/>
                  <a:pt x="1017951" y="77079"/>
                  <a:pt x="1014759" y="77533"/>
                </a:cubicBezTo>
                <a:cubicBezTo>
                  <a:pt x="1011567" y="77987"/>
                  <a:pt x="1008764" y="78884"/>
                  <a:pt x="1006350" y="80224"/>
                </a:cubicBezTo>
                <a:cubicBezTo>
                  <a:pt x="1003936" y="81562"/>
                  <a:pt x="1002018" y="83435"/>
                  <a:pt x="1000596" y="85844"/>
                </a:cubicBezTo>
                <a:cubicBezTo>
                  <a:pt x="999174" y="88252"/>
                  <a:pt x="998464" y="91409"/>
                  <a:pt x="998464" y="95315"/>
                </a:cubicBezTo>
                <a:cubicBezTo>
                  <a:pt x="998464" y="100024"/>
                  <a:pt x="999738" y="103664"/>
                  <a:pt x="1002286" y="106234"/>
                </a:cubicBezTo>
                <a:cubicBezTo>
                  <a:pt x="1004834" y="108803"/>
                  <a:pt x="1008469" y="110087"/>
                  <a:pt x="1013190" y="110087"/>
                </a:cubicBezTo>
                <a:close/>
                <a:moveTo>
                  <a:pt x="1112307" y="153703"/>
                </a:moveTo>
                <a:cubicBezTo>
                  <a:pt x="1107318" y="153703"/>
                  <a:pt x="1102892" y="153193"/>
                  <a:pt x="1099029" y="152174"/>
                </a:cubicBezTo>
                <a:cubicBezTo>
                  <a:pt x="1095167" y="151155"/>
                  <a:pt x="1091867" y="149693"/>
                  <a:pt x="1089131" y="147788"/>
                </a:cubicBezTo>
                <a:cubicBezTo>
                  <a:pt x="1086395" y="145884"/>
                  <a:pt x="1084169" y="143617"/>
                  <a:pt x="1082452" y="140988"/>
                </a:cubicBezTo>
                <a:cubicBezTo>
                  <a:pt x="1080735" y="138360"/>
                  <a:pt x="1079501" y="135436"/>
                  <a:pt x="1078750" y="132217"/>
                </a:cubicBezTo>
                <a:lnTo>
                  <a:pt x="1093316" y="130125"/>
                </a:lnTo>
                <a:cubicBezTo>
                  <a:pt x="1094281" y="134123"/>
                  <a:pt x="1096414" y="137201"/>
                  <a:pt x="1099713" y="139359"/>
                </a:cubicBezTo>
                <a:cubicBezTo>
                  <a:pt x="1103013" y="141518"/>
                  <a:pt x="1107345" y="142598"/>
                  <a:pt x="1112710" y="142598"/>
                </a:cubicBezTo>
                <a:cubicBezTo>
                  <a:pt x="1115982" y="142598"/>
                  <a:pt x="1118960" y="142141"/>
                  <a:pt x="1121642" y="141227"/>
                </a:cubicBezTo>
                <a:cubicBezTo>
                  <a:pt x="1124324" y="140314"/>
                  <a:pt x="1126605" y="138848"/>
                  <a:pt x="1128482" y="136831"/>
                </a:cubicBezTo>
                <a:cubicBezTo>
                  <a:pt x="1130360" y="134816"/>
                  <a:pt x="1131808" y="132196"/>
                  <a:pt x="1132828" y="128970"/>
                </a:cubicBezTo>
                <a:cubicBezTo>
                  <a:pt x="1133847" y="125745"/>
                  <a:pt x="1134357" y="121820"/>
                  <a:pt x="1134357" y="117196"/>
                </a:cubicBezTo>
                <a:lnTo>
                  <a:pt x="1134357" y="103166"/>
                </a:lnTo>
                <a:lnTo>
                  <a:pt x="1134196" y="103166"/>
                </a:lnTo>
                <a:cubicBezTo>
                  <a:pt x="1133123" y="105376"/>
                  <a:pt x="1131795" y="107492"/>
                  <a:pt x="1130212" y="109513"/>
                </a:cubicBezTo>
                <a:cubicBezTo>
                  <a:pt x="1128630" y="111535"/>
                  <a:pt x="1126698" y="113328"/>
                  <a:pt x="1124418" y="114893"/>
                </a:cubicBezTo>
                <a:cubicBezTo>
                  <a:pt x="1122138" y="116455"/>
                  <a:pt x="1119496" y="117708"/>
                  <a:pt x="1116492" y="118652"/>
                </a:cubicBezTo>
                <a:cubicBezTo>
                  <a:pt x="1113487" y="119594"/>
                  <a:pt x="1110054" y="120065"/>
                  <a:pt x="1106191" y="120065"/>
                </a:cubicBezTo>
                <a:cubicBezTo>
                  <a:pt x="1100665" y="120065"/>
                  <a:pt x="1095931" y="119139"/>
                  <a:pt x="1091988" y="117287"/>
                </a:cubicBezTo>
                <a:cubicBezTo>
                  <a:pt x="1088045" y="115434"/>
                  <a:pt x="1084826" y="112655"/>
                  <a:pt x="1082331" y="108950"/>
                </a:cubicBezTo>
                <a:cubicBezTo>
                  <a:pt x="1079836" y="105245"/>
                  <a:pt x="1078012" y="100640"/>
                  <a:pt x="1076859" y="95136"/>
                </a:cubicBezTo>
                <a:cubicBezTo>
                  <a:pt x="1075705" y="89632"/>
                  <a:pt x="1075129" y="83256"/>
                  <a:pt x="1075129" y="76007"/>
                </a:cubicBezTo>
                <a:cubicBezTo>
                  <a:pt x="1075129" y="69026"/>
                  <a:pt x="1075705" y="62743"/>
                  <a:pt x="1076859" y="57158"/>
                </a:cubicBezTo>
                <a:cubicBezTo>
                  <a:pt x="1078012" y="51574"/>
                  <a:pt x="1079890" y="46835"/>
                  <a:pt x="1082492" y="42942"/>
                </a:cubicBezTo>
                <a:cubicBezTo>
                  <a:pt x="1085094" y="39049"/>
                  <a:pt x="1088474" y="36069"/>
                  <a:pt x="1092632" y="34002"/>
                </a:cubicBezTo>
                <a:cubicBezTo>
                  <a:pt x="1096789" y="31935"/>
                  <a:pt x="1101846" y="30902"/>
                  <a:pt x="1107801" y="30902"/>
                </a:cubicBezTo>
                <a:cubicBezTo>
                  <a:pt x="1113970" y="30902"/>
                  <a:pt x="1119322" y="32310"/>
                  <a:pt x="1123855" y="35126"/>
                </a:cubicBezTo>
                <a:cubicBezTo>
                  <a:pt x="1128388" y="37943"/>
                  <a:pt x="1131889" y="41953"/>
                  <a:pt x="1134357" y="47157"/>
                </a:cubicBezTo>
                <a:lnTo>
                  <a:pt x="1134518" y="47157"/>
                </a:lnTo>
                <a:cubicBezTo>
                  <a:pt x="1134518" y="45823"/>
                  <a:pt x="1134558" y="44329"/>
                  <a:pt x="1134638" y="42676"/>
                </a:cubicBezTo>
                <a:cubicBezTo>
                  <a:pt x="1134719" y="41021"/>
                  <a:pt x="1134799" y="39460"/>
                  <a:pt x="1134880" y="37993"/>
                </a:cubicBezTo>
                <a:cubicBezTo>
                  <a:pt x="1134960" y="36526"/>
                  <a:pt x="1135054" y="35259"/>
                  <a:pt x="1135162" y="34191"/>
                </a:cubicBezTo>
                <a:cubicBezTo>
                  <a:pt x="1135269" y="33123"/>
                  <a:pt x="1135376" y="32509"/>
                  <a:pt x="1135483" y="32350"/>
                </a:cubicBezTo>
                <a:lnTo>
                  <a:pt x="1149244" y="32350"/>
                </a:lnTo>
                <a:cubicBezTo>
                  <a:pt x="1149191" y="32833"/>
                  <a:pt x="1149137" y="33652"/>
                  <a:pt x="1149083" y="34807"/>
                </a:cubicBezTo>
                <a:cubicBezTo>
                  <a:pt x="1149030" y="35960"/>
                  <a:pt x="1148976" y="37343"/>
                  <a:pt x="1148922" y="38954"/>
                </a:cubicBezTo>
                <a:cubicBezTo>
                  <a:pt x="1148869" y="40563"/>
                  <a:pt x="1148828" y="42348"/>
                  <a:pt x="1148802" y="44308"/>
                </a:cubicBezTo>
                <a:cubicBezTo>
                  <a:pt x="1148775" y="46268"/>
                  <a:pt x="1148761" y="48295"/>
                  <a:pt x="1148761" y="50389"/>
                </a:cubicBezTo>
                <a:lnTo>
                  <a:pt x="1148761" y="116982"/>
                </a:lnTo>
                <a:cubicBezTo>
                  <a:pt x="1148761" y="129169"/>
                  <a:pt x="1145771" y="138335"/>
                  <a:pt x="1139789" y="144481"/>
                </a:cubicBezTo>
                <a:cubicBezTo>
                  <a:pt x="1133807" y="150629"/>
                  <a:pt x="1124646" y="153703"/>
                  <a:pt x="1112307" y="153703"/>
                </a:cubicBezTo>
                <a:moveTo>
                  <a:pt x="1134357" y="75805"/>
                </a:moveTo>
                <a:cubicBezTo>
                  <a:pt x="1134357" y="69743"/>
                  <a:pt x="1133700" y="64553"/>
                  <a:pt x="1132385" y="60234"/>
                </a:cubicBezTo>
                <a:cubicBezTo>
                  <a:pt x="1131071" y="55915"/>
                  <a:pt x="1129341" y="52388"/>
                  <a:pt x="1127195" y="49652"/>
                </a:cubicBezTo>
                <a:cubicBezTo>
                  <a:pt x="1125049" y="46916"/>
                  <a:pt x="1122594" y="44904"/>
                  <a:pt x="1119831" y="43616"/>
                </a:cubicBezTo>
                <a:cubicBezTo>
                  <a:pt x="1117069" y="42329"/>
                  <a:pt x="1114239" y="41685"/>
                  <a:pt x="1111342" y="41685"/>
                </a:cubicBezTo>
                <a:cubicBezTo>
                  <a:pt x="1107640" y="41685"/>
                  <a:pt x="1104461" y="42329"/>
                  <a:pt x="1101806" y="43616"/>
                </a:cubicBezTo>
                <a:cubicBezTo>
                  <a:pt x="1099150" y="44904"/>
                  <a:pt x="1096950" y="46929"/>
                  <a:pt x="1095207" y="49692"/>
                </a:cubicBezTo>
                <a:cubicBezTo>
                  <a:pt x="1093463" y="52455"/>
                  <a:pt x="1092176" y="55996"/>
                  <a:pt x="1091344" y="60314"/>
                </a:cubicBezTo>
                <a:cubicBezTo>
                  <a:pt x="1090512" y="64633"/>
                  <a:pt x="1090097" y="69797"/>
                  <a:pt x="1090097" y="75805"/>
                </a:cubicBezTo>
                <a:cubicBezTo>
                  <a:pt x="1090097" y="82082"/>
                  <a:pt x="1090512" y="87353"/>
                  <a:pt x="1091344" y="91618"/>
                </a:cubicBezTo>
                <a:cubicBezTo>
                  <a:pt x="1092176" y="95883"/>
                  <a:pt x="1093450" y="99330"/>
                  <a:pt x="1095167" y="101959"/>
                </a:cubicBezTo>
                <a:cubicBezTo>
                  <a:pt x="1096883" y="104588"/>
                  <a:pt x="1099056" y="106466"/>
                  <a:pt x="1101685" y="107592"/>
                </a:cubicBezTo>
                <a:cubicBezTo>
                  <a:pt x="1104314" y="108719"/>
                  <a:pt x="1107452" y="109282"/>
                  <a:pt x="1111100" y="109282"/>
                </a:cubicBezTo>
                <a:cubicBezTo>
                  <a:pt x="1113997" y="109282"/>
                  <a:pt x="1116827" y="108665"/>
                  <a:pt x="1119590" y="107431"/>
                </a:cubicBezTo>
                <a:cubicBezTo>
                  <a:pt x="1122353" y="106197"/>
                  <a:pt x="1124834" y="104239"/>
                  <a:pt x="1127034" y="101557"/>
                </a:cubicBezTo>
                <a:cubicBezTo>
                  <a:pt x="1129233" y="98874"/>
                  <a:pt x="1131004" y="95414"/>
                  <a:pt x="1132345" y="91176"/>
                </a:cubicBezTo>
                <a:cubicBezTo>
                  <a:pt x="1133686" y="86937"/>
                  <a:pt x="1134357" y="81814"/>
                  <a:pt x="1134357" y="75805"/>
                </a:cubicBezTo>
                <a:close/>
                <a:moveTo>
                  <a:pt x="1182053" y="78863"/>
                </a:moveTo>
                <a:cubicBezTo>
                  <a:pt x="1182053" y="83424"/>
                  <a:pt x="1182522" y="87622"/>
                  <a:pt x="1183461" y="91457"/>
                </a:cubicBezTo>
                <a:cubicBezTo>
                  <a:pt x="1184400" y="95293"/>
                  <a:pt x="1185848" y="98593"/>
                  <a:pt x="1187806" y="101356"/>
                </a:cubicBezTo>
                <a:cubicBezTo>
                  <a:pt x="1189765" y="104118"/>
                  <a:pt x="1192273" y="106264"/>
                  <a:pt x="1195331" y="107793"/>
                </a:cubicBezTo>
                <a:cubicBezTo>
                  <a:pt x="1198389" y="109322"/>
                  <a:pt x="1202064" y="110087"/>
                  <a:pt x="1206355" y="110087"/>
                </a:cubicBezTo>
                <a:cubicBezTo>
                  <a:pt x="1212632" y="110087"/>
                  <a:pt x="1217662" y="108826"/>
                  <a:pt x="1221444" y="106305"/>
                </a:cubicBezTo>
                <a:cubicBezTo>
                  <a:pt x="1225226" y="103783"/>
                  <a:pt x="1227788" y="100591"/>
                  <a:pt x="1229129" y="96728"/>
                </a:cubicBezTo>
                <a:lnTo>
                  <a:pt x="1241844" y="100362"/>
                </a:lnTo>
                <a:cubicBezTo>
                  <a:pt x="1240932" y="102785"/>
                  <a:pt x="1239658" y="105221"/>
                  <a:pt x="1238021" y="107670"/>
                </a:cubicBezTo>
                <a:cubicBezTo>
                  <a:pt x="1236385" y="110118"/>
                  <a:pt x="1234199" y="112324"/>
                  <a:pt x="1231463" y="114289"/>
                </a:cubicBezTo>
                <a:cubicBezTo>
                  <a:pt x="1228727" y="116254"/>
                  <a:pt x="1225307" y="117869"/>
                  <a:pt x="1221203" y="119135"/>
                </a:cubicBezTo>
                <a:cubicBezTo>
                  <a:pt x="1217099" y="120399"/>
                  <a:pt x="1212149" y="121031"/>
                  <a:pt x="1206355" y="121031"/>
                </a:cubicBezTo>
                <a:cubicBezTo>
                  <a:pt x="1193480" y="121031"/>
                  <a:pt x="1183675" y="117195"/>
                  <a:pt x="1176943" y="109524"/>
                </a:cubicBezTo>
                <a:cubicBezTo>
                  <a:pt x="1170210" y="101852"/>
                  <a:pt x="1166843" y="90451"/>
                  <a:pt x="1166843" y="75323"/>
                </a:cubicBezTo>
                <a:cubicBezTo>
                  <a:pt x="1166843" y="67168"/>
                  <a:pt x="1167863" y="60261"/>
                  <a:pt x="1169901" y="54601"/>
                </a:cubicBezTo>
                <a:cubicBezTo>
                  <a:pt x="1171940" y="48941"/>
                  <a:pt x="1174730" y="44341"/>
                  <a:pt x="1178270" y="40800"/>
                </a:cubicBezTo>
                <a:cubicBezTo>
                  <a:pt x="1181811" y="37259"/>
                  <a:pt x="1185942" y="34697"/>
                  <a:pt x="1190663" y="33115"/>
                </a:cubicBezTo>
                <a:cubicBezTo>
                  <a:pt x="1195384" y="31532"/>
                  <a:pt x="1200427" y="30741"/>
                  <a:pt x="1205792" y="30741"/>
                </a:cubicBezTo>
                <a:cubicBezTo>
                  <a:pt x="1213088" y="30741"/>
                  <a:pt x="1219191" y="31919"/>
                  <a:pt x="1224100" y="34276"/>
                </a:cubicBezTo>
                <a:cubicBezTo>
                  <a:pt x="1229009" y="36632"/>
                  <a:pt x="1232952" y="39885"/>
                  <a:pt x="1235929" y="44036"/>
                </a:cubicBezTo>
                <a:cubicBezTo>
                  <a:pt x="1238907" y="48187"/>
                  <a:pt x="1241026" y="53075"/>
                  <a:pt x="1242287" y="58700"/>
                </a:cubicBezTo>
                <a:cubicBezTo>
                  <a:pt x="1243547" y="64323"/>
                  <a:pt x="1244178" y="70401"/>
                  <a:pt x="1244178" y="76935"/>
                </a:cubicBezTo>
                <a:lnTo>
                  <a:pt x="1244178" y="78863"/>
                </a:lnTo>
                <a:lnTo>
                  <a:pt x="1182053" y="78863"/>
                </a:lnTo>
                <a:moveTo>
                  <a:pt x="1229210" y="67758"/>
                </a:moveTo>
                <a:cubicBezTo>
                  <a:pt x="1228405" y="58640"/>
                  <a:pt x="1226071" y="51988"/>
                  <a:pt x="1222209" y="47803"/>
                </a:cubicBezTo>
                <a:cubicBezTo>
                  <a:pt x="1218346" y="43617"/>
                  <a:pt x="1212793" y="41524"/>
                  <a:pt x="1205551" y="41524"/>
                </a:cubicBezTo>
                <a:cubicBezTo>
                  <a:pt x="1203137" y="41524"/>
                  <a:pt x="1200602" y="41910"/>
                  <a:pt x="1197946" y="42683"/>
                </a:cubicBezTo>
                <a:cubicBezTo>
                  <a:pt x="1195290" y="43456"/>
                  <a:pt x="1192836" y="44829"/>
                  <a:pt x="1190583" y="46802"/>
                </a:cubicBezTo>
                <a:cubicBezTo>
                  <a:pt x="1188330" y="48776"/>
                  <a:pt x="1186425" y="51456"/>
                  <a:pt x="1184869" y="54842"/>
                </a:cubicBezTo>
                <a:cubicBezTo>
                  <a:pt x="1183313" y="58227"/>
                  <a:pt x="1182428" y="62532"/>
                  <a:pt x="1182214" y="67758"/>
                </a:cubicBezTo>
                <a:lnTo>
                  <a:pt x="1229210" y="67758"/>
                </a:lnTo>
                <a:close/>
                <a:moveTo>
                  <a:pt x="1313278" y="119422"/>
                </a:moveTo>
                <a:lnTo>
                  <a:pt x="1313278" y="64275"/>
                </a:lnTo>
                <a:cubicBezTo>
                  <a:pt x="1313278" y="60040"/>
                  <a:pt x="1313010" y="56503"/>
                  <a:pt x="1312473" y="53663"/>
                </a:cubicBezTo>
                <a:cubicBezTo>
                  <a:pt x="1311937" y="50823"/>
                  <a:pt x="1311038" y="48532"/>
                  <a:pt x="1309778" y="46790"/>
                </a:cubicBezTo>
                <a:cubicBezTo>
                  <a:pt x="1308517" y="45048"/>
                  <a:pt x="1306867" y="43816"/>
                  <a:pt x="1304828" y="43093"/>
                </a:cubicBezTo>
                <a:cubicBezTo>
                  <a:pt x="1302790" y="42369"/>
                  <a:pt x="1300295" y="42007"/>
                  <a:pt x="1297345" y="42007"/>
                </a:cubicBezTo>
                <a:cubicBezTo>
                  <a:pt x="1294287" y="42007"/>
                  <a:pt x="1291524" y="42610"/>
                  <a:pt x="1289056" y="43817"/>
                </a:cubicBezTo>
                <a:cubicBezTo>
                  <a:pt x="1286588" y="45023"/>
                  <a:pt x="1284482" y="46765"/>
                  <a:pt x="1282739" y="49043"/>
                </a:cubicBezTo>
                <a:cubicBezTo>
                  <a:pt x="1280995" y="51320"/>
                  <a:pt x="1279654" y="54133"/>
                  <a:pt x="1278715" y="57483"/>
                </a:cubicBezTo>
                <a:cubicBezTo>
                  <a:pt x="1277776" y="60832"/>
                  <a:pt x="1277307" y="64678"/>
                  <a:pt x="1277307" y="69018"/>
                </a:cubicBezTo>
                <a:lnTo>
                  <a:pt x="1277307" y="119422"/>
                </a:lnTo>
                <a:lnTo>
                  <a:pt x="1262902" y="119422"/>
                </a:lnTo>
                <a:lnTo>
                  <a:pt x="1262902" y="50939"/>
                </a:lnTo>
                <a:cubicBezTo>
                  <a:pt x="1262902" y="49115"/>
                  <a:pt x="1262889" y="47197"/>
                  <a:pt x="1262862" y="45185"/>
                </a:cubicBezTo>
                <a:cubicBezTo>
                  <a:pt x="1262835" y="43174"/>
                  <a:pt x="1262795" y="41269"/>
                  <a:pt x="1262741" y="39472"/>
                </a:cubicBezTo>
                <a:cubicBezTo>
                  <a:pt x="1262688" y="37675"/>
                  <a:pt x="1262634" y="36132"/>
                  <a:pt x="1262580" y="34845"/>
                </a:cubicBezTo>
                <a:cubicBezTo>
                  <a:pt x="1262527" y="33557"/>
                  <a:pt x="1262473" y="32726"/>
                  <a:pt x="1262419" y="32350"/>
                </a:cubicBezTo>
                <a:lnTo>
                  <a:pt x="1276100" y="32350"/>
                </a:lnTo>
                <a:cubicBezTo>
                  <a:pt x="1276153" y="32620"/>
                  <a:pt x="1276207" y="33348"/>
                  <a:pt x="1276261" y="34535"/>
                </a:cubicBezTo>
                <a:cubicBezTo>
                  <a:pt x="1276314" y="35721"/>
                  <a:pt x="1276381" y="37082"/>
                  <a:pt x="1276462" y="38619"/>
                </a:cubicBezTo>
                <a:cubicBezTo>
                  <a:pt x="1276542" y="40157"/>
                  <a:pt x="1276609" y="41722"/>
                  <a:pt x="1276663" y="43315"/>
                </a:cubicBezTo>
                <a:cubicBezTo>
                  <a:pt x="1276717" y="44906"/>
                  <a:pt x="1276743" y="46240"/>
                  <a:pt x="1276743" y="47318"/>
                </a:cubicBezTo>
                <a:lnTo>
                  <a:pt x="1276985" y="47318"/>
                </a:lnTo>
                <a:cubicBezTo>
                  <a:pt x="1278272" y="44785"/>
                  <a:pt x="1279667" y="42494"/>
                  <a:pt x="1281169" y="40445"/>
                </a:cubicBezTo>
                <a:cubicBezTo>
                  <a:pt x="1282672" y="38396"/>
                  <a:pt x="1284429" y="36658"/>
                  <a:pt x="1286440" y="35230"/>
                </a:cubicBezTo>
                <a:cubicBezTo>
                  <a:pt x="1288452" y="33801"/>
                  <a:pt x="1290759" y="32696"/>
                  <a:pt x="1293361" y="31915"/>
                </a:cubicBezTo>
                <a:cubicBezTo>
                  <a:pt x="1295963" y="31132"/>
                  <a:pt x="1298981" y="30741"/>
                  <a:pt x="1302414" y="30741"/>
                </a:cubicBezTo>
                <a:cubicBezTo>
                  <a:pt x="1309013" y="30741"/>
                  <a:pt x="1314230" y="32062"/>
                  <a:pt x="1318066" y="34704"/>
                </a:cubicBezTo>
                <a:cubicBezTo>
                  <a:pt x="1321902" y="37344"/>
                  <a:pt x="1324571" y="41549"/>
                  <a:pt x="1326073" y="47318"/>
                </a:cubicBezTo>
                <a:lnTo>
                  <a:pt x="1326315" y="47318"/>
                </a:lnTo>
                <a:cubicBezTo>
                  <a:pt x="1327602" y="44785"/>
                  <a:pt x="1329051" y="42494"/>
                  <a:pt x="1330660" y="40445"/>
                </a:cubicBezTo>
                <a:cubicBezTo>
                  <a:pt x="1332270" y="38396"/>
                  <a:pt x="1334147" y="36658"/>
                  <a:pt x="1336293" y="35230"/>
                </a:cubicBezTo>
                <a:cubicBezTo>
                  <a:pt x="1338439" y="33801"/>
                  <a:pt x="1340854" y="32696"/>
                  <a:pt x="1343536" y="31915"/>
                </a:cubicBezTo>
                <a:cubicBezTo>
                  <a:pt x="1346218" y="31132"/>
                  <a:pt x="1349276" y="30741"/>
                  <a:pt x="1352710" y="30741"/>
                </a:cubicBezTo>
                <a:cubicBezTo>
                  <a:pt x="1357109" y="30741"/>
                  <a:pt x="1360905" y="31331"/>
                  <a:pt x="1364097" y="32511"/>
                </a:cubicBezTo>
                <a:cubicBezTo>
                  <a:pt x="1367289" y="33691"/>
                  <a:pt x="1369904" y="35515"/>
                  <a:pt x="1371943" y="37983"/>
                </a:cubicBezTo>
                <a:cubicBezTo>
                  <a:pt x="1373981" y="40451"/>
                  <a:pt x="1375484" y="43630"/>
                  <a:pt x="1376449" y="47519"/>
                </a:cubicBezTo>
                <a:cubicBezTo>
                  <a:pt x="1377415" y="51409"/>
                  <a:pt x="1377898" y="56036"/>
                  <a:pt x="1377898" y="61401"/>
                </a:cubicBezTo>
                <a:lnTo>
                  <a:pt x="1377898" y="119422"/>
                </a:lnTo>
                <a:lnTo>
                  <a:pt x="1363574" y="119422"/>
                </a:lnTo>
                <a:lnTo>
                  <a:pt x="1363574" y="64275"/>
                </a:lnTo>
                <a:cubicBezTo>
                  <a:pt x="1363574" y="60040"/>
                  <a:pt x="1363305" y="56503"/>
                  <a:pt x="1362769" y="53663"/>
                </a:cubicBezTo>
                <a:cubicBezTo>
                  <a:pt x="1362232" y="50823"/>
                  <a:pt x="1361334" y="48532"/>
                  <a:pt x="1360073" y="46790"/>
                </a:cubicBezTo>
                <a:cubicBezTo>
                  <a:pt x="1358812" y="45048"/>
                  <a:pt x="1357163" y="43816"/>
                  <a:pt x="1355124" y="43093"/>
                </a:cubicBezTo>
                <a:cubicBezTo>
                  <a:pt x="1353085" y="42369"/>
                  <a:pt x="1350591" y="42007"/>
                  <a:pt x="1347640" y="42007"/>
                </a:cubicBezTo>
                <a:cubicBezTo>
                  <a:pt x="1344582" y="42007"/>
                  <a:pt x="1341819" y="42584"/>
                  <a:pt x="1339351" y="43737"/>
                </a:cubicBezTo>
                <a:cubicBezTo>
                  <a:pt x="1336884" y="44889"/>
                  <a:pt x="1334778" y="46590"/>
                  <a:pt x="1333034" y="48842"/>
                </a:cubicBezTo>
                <a:cubicBezTo>
                  <a:pt x="1331291" y="51092"/>
                  <a:pt x="1329949" y="53905"/>
                  <a:pt x="1329011" y="57282"/>
                </a:cubicBezTo>
                <a:cubicBezTo>
                  <a:pt x="1328072" y="60658"/>
                  <a:pt x="1327602" y="64570"/>
                  <a:pt x="1327602" y="69018"/>
                </a:cubicBezTo>
                <a:lnTo>
                  <a:pt x="1327602" y="119422"/>
                </a:lnTo>
                <a:lnTo>
                  <a:pt x="1313278" y="119422"/>
                </a:lnTo>
                <a:close/>
                <a:moveTo>
                  <a:pt x="1410971" y="78863"/>
                </a:moveTo>
                <a:cubicBezTo>
                  <a:pt x="1410971" y="83424"/>
                  <a:pt x="1411440" y="87622"/>
                  <a:pt x="1412379" y="91457"/>
                </a:cubicBezTo>
                <a:cubicBezTo>
                  <a:pt x="1413318" y="95293"/>
                  <a:pt x="1414766" y="98593"/>
                  <a:pt x="1416724" y="101356"/>
                </a:cubicBezTo>
                <a:cubicBezTo>
                  <a:pt x="1418683" y="104118"/>
                  <a:pt x="1421191" y="106264"/>
                  <a:pt x="1424249" y="107793"/>
                </a:cubicBezTo>
                <a:cubicBezTo>
                  <a:pt x="1427307" y="109322"/>
                  <a:pt x="1430982" y="110087"/>
                  <a:pt x="1435273" y="110087"/>
                </a:cubicBezTo>
                <a:cubicBezTo>
                  <a:pt x="1441550" y="110087"/>
                  <a:pt x="1446580" y="108826"/>
                  <a:pt x="1450362" y="106305"/>
                </a:cubicBezTo>
                <a:cubicBezTo>
                  <a:pt x="1454144" y="103783"/>
                  <a:pt x="1456706" y="100591"/>
                  <a:pt x="1458047" y="96728"/>
                </a:cubicBezTo>
                <a:lnTo>
                  <a:pt x="1470762" y="100362"/>
                </a:lnTo>
                <a:cubicBezTo>
                  <a:pt x="1469850" y="102785"/>
                  <a:pt x="1468576" y="105221"/>
                  <a:pt x="1466940" y="107670"/>
                </a:cubicBezTo>
                <a:cubicBezTo>
                  <a:pt x="1465303" y="110118"/>
                  <a:pt x="1463117" y="112324"/>
                  <a:pt x="1460381" y="114289"/>
                </a:cubicBezTo>
                <a:cubicBezTo>
                  <a:pt x="1457645" y="116254"/>
                  <a:pt x="1454225" y="117869"/>
                  <a:pt x="1450121" y="119135"/>
                </a:cubicBezTo>
                <a:cubicBezTo>
                  <a:pt x="1446017" y="120399"/>
                  <a:pt x="1441068" y="121031"/>
                  <a:pt x="1435273" y="121031"/>
                </a:cubicBezTo>
                <a:cubicBezTo>
                  <a:pt x="1422398" y="121031"/>
                  <a:pt x="1412594" y="117195"/>
                  <a:pt x="1405861" y="109524"/>
                </a:cubicBezTo>
                <a:cubicBezTo>
                  <a:pt x="1399128" y="101852"/>
                  <a:pt x="1395761" y="90451"/>
                  <a:pt x="1395761" y="75323"/>
                </a:cubicBezTo>
                <a:cubicBezTo>
                  <a:pt x="1395761" y="67168"/>
                  <a:pt x="1396781" y="60261"/>
                  <a:pt x="1398819" y="54601"/>
                </a:cubicBezTo>
                <a:cubicBezTo>
                  <a:pt x="1400858" y="48941"/>
                  <a:pt x="1403648" y="44341"/>
                  <a:pt x="1407188" y="40800"/>
                </a:cubicBezTo>
                <a:cubicBezTo>
                  <a:pt x="1410729" y="37259"/>
                  <a:pt x="1414860" y="34697"/>
                  <a:pt x="1419581" y="33115"/>
                </a:cubicBezTo>
                <a:cubicBezTo>
                  <a:pt x="1424302" y="31532"/>
                  <a:pt x="1429345" y="30741"/>
                  <a:pt x="1434710" y="30741"/>
                </a:cubicBezTo>
                <a:cubicBezTo>
                  <a:pt x="1442006" y="30741"/>
                  <a:pt x="1448109" y="31919"/>
                  <a:pt x="1453018" y="34276"/>
                </a:cubicBezTo>
                <a:cubicBezTo>
                  <a:pt x="1457927" y="36632"/>
                  <a:pt x="1461870" y="39885"/>
                  <a:pt x="1464847" y="44036"/>
                </a:cubicBezTo>
                <a:cubicBezTo>
                  <a:pt x="1467825" y="48187"/>
                  <a:pt x="1469944" y="53075"/>
                  <a:pt x="1471205" y="58700"/>
                </a:cubicBezTo>
                <a:cubicBezTo>
                  <a:pt x="1472465" y="64323"/>
                  <a:pt x="1473096" y="70401"/>
                  <a:pt x="1473096" y="76935"/>
                </a:cubicBezTo>
                <a:lnTo>
                  <a:pt x="1473096" y="78863"/>
                </a:lnTo>
                <a:lnTo>
                  <a:pt x="1410971" y="78863"/>
                </a:lnTo>
                <a:moveTo>
                  <a:pt x="1458128" y="67758"/>
                </a:moveTo>
                <a:cubicBezTo>
                  <a:pt x="1457323" y="58640"/>
                  <a:pt x="1454989" y="51988"/>
                  <a:pt x="1451127" y="47803"/>
                </a:cubicBezTo>
                <a:cubicBezTo>
                  <a:pt x="1447264" y="43617"/>
                  <a:pt x="1441711" y="41524"/>
                  <a:pt x="1434469" y="41524"/>
                </a:cubicBezTo>
                <a:cubicBezTo>
                  <a:pt x="1432055" y="41524"/>
                  <a:pt x="1429520" y="41910"/>
                  <a:pt x="1426864" y="42683"/>
                </a:cubicBezTo>
                <a:cubicBezTo>
                  <a:pt x="1424208" y="43456"/>
                  <a:pt x="1421754" y="44829"/>
                  <a:pt x="1419501" y="46802"/>
                </a:cubicBezTo>
                <a:cubicBezTo>
                  <a:pt x="1417248" y="48776"/>
                  <a:pt x="1415343" y="51456"/>
                  <a:pt x="1413787" y="54842"/>
                </a:cubicBezTo>
                <a:cubicBezTo>
                  <a:pt x="1412231" y="58227"/>
                  <a:pt x="1411346" y="62532"/>
                  <a:pt x="1411132" y="67758"/>
                </a:cubicBezTo>
                <a:lnTo>
                  <a:pt x="1458128" y="67758"/>
                </a:lnTo>
                <a:close/>
                <a:moveTo>
                  <a:pt x="1546784" y="119422"/>
                </a:moveTo>
                <a:lnTo>
                  <a:pt x="1546784" y="64275"/>
                </a:lnTo>
                <a:cubicBezTo>
                  <a:pt x="1546784" y="60040"/>
                  <a:pt x="1546476" y="56503"/>
                  <a:pt x="1545859" y="53663"/>
                </a:cubicBezTo>
                <a:cubicBezTo>
                  <a:pt x="1545242" y="50823"/>
                  <a:pt x="1544236" y="48532"/>
                  <a:pt x="1542841" y="46790"/>
                </a:cubicBezTo>
                <a:cubicBezTo>
                  <a:pt x="1541446" y="45048"/>
                  <a:pt x="1539609" y="43816"/>
                  <a:pt x="1537329" y="43093"/>
                </a:cubicBezTo>
                <a:cubicBezTo>
                  <a:pt x="1535049" y="42369"/>
                  <a:pt x="1532219" y="42007"/>
                  <a:pt x="1528839" y="42007"/>
                </a:cubicBezTo>
                <a:cubicBezTo>
                  <a:pt x="1525405" y="42007"/>
                  <a:pt x="1522307" y="42610"/>
                  <a:pt x="1519544" y="43817"/>
                </a:cubicBezTo>
                <a:cubicBezTo>
                  <a:pt x="1516781" y="45023"/>
                  <a:pt x="1514421" y="46765"/>
                  <a:pt x="1512463" y="49043"/>
                </a:cubicBezTo>
                <a:cubicBezTo>
                  <a:pt x="1510504" y="51320"/>
                  <a:pt x="1508989" y="54133"/>
                  <a:pt x="1507916" y="57483"/>
                </a:cubicBezTo>
                <a:cubicBezTo>
                  <a:pt x="1506843" y="60832"/>
                  <a:pt x="1506306" y="64678"/>
                  <a:pt x="1506306" y="69018"/>
                </a:cubicBezTo>
                <a:lnTo>
                  <a:pt x="1506306" y="119422"/>
                </a:lnTo>
                <a:lnTo>
                  <a:pt x="1491821" y="119422"/>
                </a:lnTo>
                <a:lnTo>
                  <a:pt x="1491821" y="50939"/>
                </a:lnTo>
                <a:cubicBezTo>
                  <a:pt x="1491821" y="49115"/>
                  <a:pt x="1491808" y="47197"/>
                  <a:pt x="1491781" y="45185"/>
                </a:cubicBezTo>
                <a:cubicBezTo>
                  <a:pt x="1491754" y="43174"/>
                  <a:pt x="1491714" y="41269"/>
                  <a:pt x="1491660" y="39472"/>
                </a:cubicBezTo>
                <a:cubicBezTo>
                  <a:pt x="1491607" y="37675"/>
                  <a:pt x="1491553" y="36132"/>
                  <a:pt x="1491499" y="34845"/>
                </a:cubicBezTo>
                <a:cubicBezTo>
                  <a:pt x="1491446" y="33557"/>
                  <a:pt x="1491392" y="32726"/>
                  <a:pt x="1491338" y="32350"/>
                </a:cubicBezTo>
                <a:lnTo>
                  <a:pt x="1505019" y="32350"/>
                </a:lnTo>
                <a:cubicBezTo>
                  <a:pt x="1505073" y="32620"/>
                  <a:pt x="1505126" y="33348"/>
                  <a:pt x="1505180" y="34535"/>
                </a:cubicBezTo>
                <a:cubicBezTo>
                  <a:pt x="1505233" y="35721"/>
                  <a:pt x="1505301" y="37082"/>
                  <a:pt x="1505381" y="38619"/>
                </a:cubicBezTo>
                <a:cubicBezTo>
                  <a:pt x="1505461" y="40157"/>
                  <a:pt x="1505529" y="41722"/>
                  <a:pt x="1505582" y="43315"/>
                </a:cubicBezTo>
                <a:cubicBezTo>
                  <a:pt x="1505636" y="44906"/>
                  <a:pt x="1505663" y="46240"/>
                  <a:pt x="1505663" y="47318"/>
                </a:cubicBezTo>
                <a:lnTo>
                  <a:pt x="1505904" y="47318"/>
                </a:lnTo>
                <a:cubicBezTo>
                  <a:pt x="1507299" y="44785"/>
                  <a:pt x="1508828" y="42494"/>
                  <a:pt x="1510491" y="40445"/>
                </a:cubicBezTo>
                <a:cubicBezTo>
                  <a:pt x="1512154" y="38396"/>
                  <a:pt x="1514085" y="36658"/>
                  <a:pt x="1516285" y="35230"/>
                </a:cubicBezTo>
                <a:cubicBezTo>
                  <a:pt x="1518485" y="33801"/>
                  <a:pt x="1521006" y="32696"/>
                  <a:pt x="1523850" y="31915"/>
                </a:cubicBezTo>
                <a:cubicBezTo>
                  <a:pt x="1526693" y="31132"/>
                  <a:pt x="1529992" y="30741"/>
                  <a:pt x="1533748" y="30741"/>
                </a:cubicBezTo>
                <a:cubicBezTo>
                  <a:pt x="1538576" y="30741"/>
                  <a:pt x="1542734" y="31331"/>
                  <a:pt x="1546221" y="32511"/>
                </a:cubicBezTo>
                <a:cubicBezTo>
                  <a:pt x="1549708" y="33691"/>
                  <a:pt x="1552578" y="35515"/>
                  <a:pt x="1554832" y="37983"/>
                </a:cubicBezTo>
                <a:cubicBezTo>
                  <a:pt x="1557085" y="40451"/>
                  <a:pt x="1558734" y="43630"/>
                  <a:pt x="1559781" y="47519"/>
                </a:cubicBezTo>
                <a:cubicBezTo>
                  <a:pt x="1560827" y="51409"/>
                  <a:pt x="1561350" y="56036"/>
                  <a:pt x="1561350" y="61401"/>
                </a:cubicBezTo>
                <a:lnTo>
                  <a:pt x="1561350" y="119422"/>
                </a:lnTo>
                <a:lnTo>
                  <a:pt x="1546784" y="119422"/>
                </a:lnTo>
                <a:close/>
                <a:moveTo>
                  <a:pt x="1616609" y="118765"/>
                </a:moveTo>
                <a:cubicBezTo>
                  <a:pt x="1614410" y="119359"/>
                  <a:pt x="1612170" y="119831"/>
                  <a:pt x="1609890" y="120181"/>
                </a:cubicBezTo>
                <a:cubicBezTo>
                  <a:pt x="1607610" y="120533"/>
                  <a:pt x="1604968" y="120709"/>
                  <a:pt x="1601963" y="120709"/>
                </a:cubicBezTo>
                <a:cubicBezTo>
                  <a:pt x="1590375" y="120709"/>
                  <a:pt x="1584581" y="114144"/>
                  <a:pt x="1584581" y="101014"/>
                </a:cubicBezTo>
                <a:lnTo>
                  <a:pt x="1584581" y="42972"/>
                </a:lnTo>
                <a:lnTo>
                  <a:pt x="1574522" y="42972"/>
                </a:lnTo>
                <a:lnTo>
                  <a:pt x="1574522" y="32350"/>
                </a:lnTo>
                <a:lnTo>
                  <a:pt x="1585144" y="32350"/>
                </a:lnTo>
                <a:lnTo>
                  <a:pt x="1589409" y="12876"/>
                </a:lnTo>
                <a:lnTo>
                  <a:pt x="1599066" y="12876"/>
                </a:lnTo>
                <a:lnTo>
                  <a:pt x="1599066" y="32350"/>
                </a:lnTo>
                <a:lnTo>
                  <a:pt x="1615161" y="32350"/>
                </a:lnTo>
                <a:lnTo>
                  <a:pt x="1615161" y="42972"/>
                </a:lnTo>
                <a:lnTo>
                  <a:pt x="1599066" y="42972"/>
                </a:lnTo>
                <a:lnTo>
                  <a:pt x="1599066" y="97802"/>
                </a:lnTo>
                <a:cubicBezTo>
                  <a:pt x="1599066" y="101977"/>
                  <a:pt x="1599750" y="104907"/>
                  <a:pt x="1601118" y="106594"/>
                </a:cubicBezTo>
                <a:cubicBezTo>
                  <a:pt x="1602486" y="108279"/>
                  <a:pt x="1604860" y="109121"/>
                  <a:pt x="1608240" y="109121"/>
                </a:cubicBezTo>
                <a:cubicBezTo>
                  <a:pt x="1609635" y="109121"/>
                  <a:pt x="1610990" y="109014"/>
                  <a:pt x="1612304" y="108799"/>
                </a:cubicBezTo>
                <a:cubicBezTo>
                  <a:pt x="1613618" y="108585"/>
                  <a:pt x="1615054" y="108316"/>
                  <a:pt x="1616609" y="107995"/>
                </a:cubicBezTo>
                <a:lnTo>
                  <a:pt x="1616609" y="118765"/>
                </a:lnTo>
                <a:close/>
                <a:moveTo>
                  <a:pt x="1674685" y="13841"/>
                </a:moveTo>
                <a:lnTo>
                  <a:pt x="1674685" y="0"/>
                </a:lnTo>
                <a:lnTo>
                  <a:pt x="1689170" y="0"/>
                </a:lnTo>
                <a:lnTo>
                  <a:pt x="1689170" y="13841"/>
                </a:lnTo>
                <a:lnTo>
                  <a:pt x="1674685" y="13841"/>
                </a:lnTo>
                <a:moveTo>
                  <a:pt x="1674685" y="119422"/>
                </a:moveTo>
                <a:lnTo>
                  <a:pt x="1674685" y="32350"/>
                </a:lnTo>
                <a:lnTo>
                  <a:pt x="1689170" y="32350"/>
                </a:lnTo>
                <a:lnTo>
                  <a:pt x="1689170" y="119422"/>
                </a:lnTo>
                <a:lnTo>
                  <a:pt x="1674685" y="119422"/>
                </a:lnTo>
                <a:close/>
                <a:moveTo>
                  <a:pt x="1776698" y="95338"/>
                </a:moveTo>
                <a:cubicBezTo>
                  <a:pt x="1776698" y="99418"/>
                  <a:pt x="1775906" y="103056"/>
                  <a:pt x="1774324" y="106252"/>
                </a:cubicBezTo>
                <a:cubicBezTo>
                  <a:pt x="1772741" y="109446"/>
                  <a:pt x="1770448" y="112131"/>
                  <a:pt x="1767443" y="114307"/>
                </a:cubicBezTo>
                <a:cubicBezTo>
                  <a:pt x="1764439" y="116481"/>
                  <a:pt x="1760751" y="118146"/>
                  <a:pt x="1756378" y="119301"/>
                </a:cubicBezTo>
                <a:cubicBezTo>
                  <a:pt x="1752006" y="120454"/>
                  <a:pt x="1747003" y="121031"/>
                  <a:pt x="1741370" y="121031"/>
                </a:cubicBezTo>
                <a:cubicBezTo>
                  <a:pt x="1736327" y="121031"/>
                  <a:pt x="1731780" y="120641"/>
                  <a:pt x="1727730" y="119859"/>
                </a:cubicBezTo>
                <a:cubicBezTo>
                  <a:pt x="1723680" y="119080"/>
                  <a:pt x="1720125" y="117829"/>
                  <a:pt x="1717067" y="116107"/>
                </a:cubicBezTo>
                <a:cubicBezTo>
                  <a:pt x="1714009" y="114384"/>
                  <a:pt x="1711448" y="112110"/>
                  <a:pt x="1709382" y="109285"/>
                </a:cubicBezTo>
                <a:cubicBezTo>
                  <a:pt x="1707317" y="106458"/>
                  <a:pt x="1705801" y="102999"/>
                  <a:pt x="1704835" y="98909"/>
                </a:cubicBezTo>
                <a:lnTo>
                  <a:pt x="1717631" y="96406"/>
                </a:lnTo>
                <a:cubicBezTo>
                  <a:pt x="1718865" y="101074"/>
                  <a:pt x="1721413" y="104494"/>
                  <a:pt x="1725276" y="106667"/>
                </a:cubicBezTo>
                <a:cubicBezTo>
                  <a:pt x="1729138" y="108840"/>
                  <a:pt x="1734503" y="109926"/>
                  <a:pt x="1741370" y="109926"/>
                </a:cubicBezTo>
                <a:cubicBezTo>
                  <a:pt x="1744482" y="109926"/>
                  <a:pt x="1747339" y="109712"/>
                  <a:pt x="1749941" y="109285"/>
                </a:cubicBezTo>
                <a:cubicBezTo>
                  <a:pt x="1752542" y="108857"/>
                  <a:pt x="1754782" y="108123"/>
                  <a:pt x="1756660" y="107082"/>
                </a:cubicBezTo>
                <a:cubicBezTo>
                  <a:pt x="1758538" y="106041"/>
                  <a:pt x="1760000" y="104652"/>
                  <a:pt x="1761046" y="102915"/>
                </a:cubicBezTo>
                <a:cubicBezTo>
                  <a:pt x="1762092" y="101178"/>
                  <a:pt x="1762615" y="99028"/>
                  <a:pt x="1762615" y="96464"/>
                </a:cubicBezTo>
                <a:cubicBezTo>
                  <a:pt x="1762615" y="93834"/>
                  <a:pt x="1761998" y="91673"/>
                  <a:pt x="1760764" y="89981"/>
                </a:cubicBezTo>
                <a:cubicBezTo>
                  <a:pt x="1759530" y="88290"/>
                  <a:pt x="1757813" y="86880"/>
                  <a:pt x="1755614" y="85754"/>
                </a:cubicBezTo>
                <a:cubicBezTo>
                  <a:pt x="1753414" y="84626"/>
                  <a:pt x="1750745" y="83646"/>
                  <a:pt x="1747607" y="82814"/>
                </a:cubicBezTo>
                <a:cubicBezTo>
                  <a:pt x="1744468" y="81981"/>
                  <a:pt x="1741021" y="81054"/>
                  <a:pt x="1737266" y="80033"/>
                </a:cubicBezTo>
                <a:cubicBezTo>
                  <a:pt x="1733779" y="79121"/>
                  <a:pt x="1730319" y="78101"/>
                  <a:pt x="1726885" y="76975"/>
                </a:cubicBezTo>
                <a:cubicBezTo>
                  <a:pt x="1723452" y="75846"/>
                  <a:pt x="1720353" y="74356"/>
                  <a:pt x="1717590" y="72504"/>
                </a:cubicBezTo>
                <a:cubicBezTo>
                  <a:pt x="1714828" y="70651"/>
                  <a:pt x="1712588" y="68356"/>
                  <a:pt x="1710871" y="65618"/>
                </a:cubicBezTo>
                <a:cubicBezTo>
                  <a:pt x="1709154" y="62879"/>
                  <a:pt x="1708296" y="59442"/>
                  <a:pt x="1708296" y="55307"/>
                </a:cubicBezTo>
                <a:cubicBezTo>
                  <a:pt x="1708296" y="47359"/>
                  <a:pt x="1711126" y="41304"/>
                  <a:pt x="1716786" y="37143"/>
                </a:cubicBezTo>
                <a:cubicBezTo>
                  <a:pt x="1722446" y="32982"/>
                  <a:pt x="1730694" y="30902"/>
                  <a:pt x="1741531" y="30902"/>
                </a:cubicBezTo>
                <a:cubicBezTo>
                  <a:pt x="1751134" y="30902"/>
                  <a:pt x="1758766" y="32586"/>
                  <a:pt x="1764426" y="35954"/>
                </a:cubicBezTo>
                <a:cubicBezTo>
                  <a:pt x="1770086" y="39322"/>
                  <a:pt x="1773667" y="44721"/>
                  <a:pt x="1775169" y="52151"/>
                </a:cubicBezTo>
                <a:lnTo>
                  <a:pt x="1762132" y="53756"/>
                </a:lnTo>
                <a:cubicBezTo>
                  <a:pt x="1761649" y="51518"/>
                  <a:pt x="1760764" y="49639"/>
                  <a:pt x="1759477" y="48120"/>
                </a:cubicBezTo>
                <a:cubicBezTo>
                  <a:pt x="1758189" y="46601"/>
                  <a:pt x="1756633" y="45376"/>
                  <a:pt x="1754809" y="44444"/>
                </a:cubicBezTo>
                <a:cubicBezTo>
                  <a:pt x="1752985" y="43511"/>
                  <a:pt x="1750933" y="42846"/>
                  <a:pt x="1748653" y="42447"/>
                </a:cubicBezTo>
                <a:cubicBezTo>
                  <a:pt x="1746373" y="42046"/>
                  <a:pt x="1743999" y="41846"/>
                  <a:pt x="1741531" y="41846"/>
                </a:cubicBezTo>
                <a:cubicBezTo>
                  <a:pt x="1734986" y="41846"/>
                  <a:pt x="1730158" y="42840"/>
                  <a:pt x="1727046" y="44828"/>
                </a:cubicBezTo>
                <a:cubicBezTo>
                  <a:pt x="1723934" y="46817"/>
                  <a:pt x="1722379" y="49826"/>
                  <a:pt x="1722379" y="53856"/>
                </a:cubicBezTo>
                <a:cubicBezTo>
                  <a:pt x="1722379" y="56219"/>
                  <a:pt x="1722955" y="58165"/>
                  <a:pt x="1724109" y="59696"/>
                </a:cubicBezTo>
                <a:cubicBezTo>
                  <a:pt x="1725262" y="61226"/>
                  <a:pt x="1726872" y="62516"/>
                  <a:pt x="1728937" y="63563"/>
                </a:cubicBezTo>
                <a:cubicBezTo>
                  <a:pt x="1731003" y="64610"/>
                  <a:pt x="1733484" y="65522"/>
                  <a:pt x="1736381" y="66302"/>
                </a:cubicBezTo>
                <a:cubicBezTo>
                  <a:pt x="1739278" y="67080"/>
                  <a:pt x="1742470" y="67898"/>
                  <a:pt x="1745957" y="68756"/>
                </a:cubicBezTo>
                <a:cubicBezTo>
                  <a:pt x="1748264" y="69348"/>
                  <a:pt x="1750625" y="69980"/>
                  <a:pt x="1753039" y="70650"/>
                </a:cubicBezTo>
                <a:cubicBezTo>
                  <a:pt x="1755453" y="71321"/>
                  <a:pt x="1757800" y="72126"/>
                  <a:pt x="1760080" y="73067"/>
                </a:cubicBezTo>
                <a:cubicBezTo>
                  <a:pt x="1762360" y="74006"/>
                  <a:pt x="1764506" y="75106"/>
                  <a:pt x="1766518" y="76369"/>
                </a:cubicBezTo>
                <a:cubicBezTo>
                  <a:pt x="1768530" y="77631"/>
                  <a:pt x="1770287" y="79148"/>
                  <a:pt x="1771789" y="80920"/>
                </a:cubicBezTo>
                <a:cubicBezTo>
                  <a:pt x="1773291" y="82693"/>
                  <a:pt x="1774485" y="84760"/>
                  <a:pt x="1775370" y="87122"/>
                </a:cubicBezTo>
                <a:cubicBezTo>
                  <a:pt x="1776255" y="89484"/>
                  <a:pt x="1776698" y="92223"/>
                  <a:pt x="1776698" y="95338"/>
                </a:cubicBezTo>
                <a:close/>
                <a:moveTo>
                  <a:pt x="1894859" y="119422"/>
                </a:moveTo>
                <a:lnTo>
                  <a:pt x="1894859" y="64275"/>
                </a:lnTo>
                <a:cubicBezTo>
                  <a:pt x="1894859" y="60040"/>
                  <a:pt x="1894550" y="56503"/>
                  <a:pt x="1893933" y="53663"/>
                </a:cubicBezTo>
                <a:cubicBezTo>
                  <a:pt x="1893317" y="50823"/>
                  <a:pt x="1892311" y="48532"/>
                  <a:pt x="1890916" y="46790"/>
                </a:cubicBezTo>
                <a:cubicBezTo>
                  <a:pt x="1889521" y="45048"/>
                  <a:pt x="1887683" y="43816"/>
                  <a:pt x="1885403" y="43093"/>
                </a:cubicBezTo>
                <a:cubicBezTo>
                  <a:pt x="1883123" y="42369"/>
                  <a:pt x="1880293" y="42007"/>
                  <a:pt x="1876913" y="42007"/>
                </a:cubicBezTo>
                <a:cubicBezTo>
                  <a:pt x="1873480" y="42007"/>
                  <a:pt x="1870382" y="42610"/>
                  <a:pt x="1867619" y="43817"/>
                </a:cubicBezTo>
                <a:cubicBezTo>
                  <a:pt x="1864856" y="45023"/>
                  <a:pt x="1862495" y="46765"/>
                  <a:pt x="1860537" y="49043"/>
                </a:cubicBezTo>
                <a:cubicBezTo>
                  <a:pt x="1858579" y="51320"/>
                  <a:pt x="1857064" y="54133"/>
                  <a:pt x="1855991" y="57483"/>
                </a:cubicBezTo>
                <a:cubicBezTo>
                  <a:pt x="1854918" y="60832"/>
                  <a:pt x="1854381" y="64678"/>
                  <a:pt x="1854381" y="69018"/>
                </a:cubicBezTo>
                <a:lnTo>
                  <a:pt x="1854381" y="119422"/>
                </a:lnTo>
                <a:lnTo>
                  <a:pt x="1839896" y="119422"/>
                </a:lnTo>
                <a:lnTo>
                  <a:pt x="1839896" y="50939"/>
                </a:lnTo>
                <a:cubicBezTo>
                  <a:pt x="1839896" y="49115"/>
                  <a:pt x="1839883" y="47197"/>
                  <a:pt x="1839856" y="45185"/>
                </a:cubicBezTo>
                <a:cubicBezTo>
                  <a:pt x="1839829" y="43174"/>
                  <a:pt x="1839789" y="41269"/>
                  <a:pt x="1839735" y="39472"/>
                </a:cubicBezTo>
                <a:cubicBezTo>
                  <a:pt x="1839681" y="37675"/>
                  <a:pt x="1839628" y="36132"/>
                  <a:pt x="1839574" y="34845"/>
                </a:cubicBezTo>
                <a:cubicBezTo>
                  <a:pt x="1839520" y="33557"/>
                  <a:pt x="1839467" y="32726"/>
                  <a:pt x="1839413" y="32350"/>
                </a:cubicBezTo>
                <a:lnTo>
                  <a:pt x="1853094" y="32350"/>
                </a:lnTo>
                <a:cubicBezTo>
                  <a:pt x="1853147" y="32620"/>
                  <a:pt x="1853201" y="33348"/>
                  <a:pt x="1853254" y="34535"/>
                </a:cubicBezTo>
                <a:cubicBezTo>
                  <a:pt x="1853308" y="35721"/>
                  <a:pt x="1853375" y="37082"/>
                  <a:pt x="1853456" y="38619"/>
                </a:cubicBezTo>
                <a:cubicBezTo>
                  <a:pt x="1853536" y="40157"/>
                  <a:pt x="1853603" y="41722"/>
                  <a:pt x="1853657" y="43315"/>
                </a:cubicBezTo>
                <a:cubicBezTo>
                  <a:pt x="1853710" y="44906"/>
                  <a:pt x="1853737" y="46240"/>
                  <a:pt x="1853737" y="47318"/>
                </a:cubicBezTo>
                <a:lnTo>
                  <a:pt x="1853979" y="47318"/>
                </a:lnTo>
                <a:cubicBezTo>
                  <a:pt x="1855374" y="44785"/>
                  <a:pt x="1856903" y="42494"/>
                  <a:pt x="1858566" y="40445"/>
                </a:cubicBezTo>
                <a:cubicBezTo>
                  <a:pt x="1860229" y="38396"/>
                  <a:pt x="1862160" y="36658"/>
                  <a:pt x="1864360" y="35230"/>
                </a:cubicBezTo>
                <a:cubicBezTo>
                  <a:pt x="1866559" y="33801"/>
                  <a:pt x="1869081" y="32696"/>
                  <a:pt x="1871924" y="31915"/>
                </a:cubicBezTo>
                <a:cubicBezTo>
                  <a:pt x="1874768" y="31132"/>
                  <a:pt x="1878067" y="30741"/>
                  <a:pt x="1881822" y="30741"/>
                </a:cubicBezTo>
                <a:cubicBezTo>
                  <a:pt x="1886651" y="30741"/>
                  <a:pt x="1890808" y="31331"/>
                  <a:pt x="1894296" y="32511"/>
                </a:cubicBezTo>
                <a:cubicBezTo>
                  <a:pt x="1897783" y="33691"/>
                  <a:pt x="1900653" y="35515"/>
                  <a:pt x="1902906" y="37983"/>
                </a:cubicBezTo>
                <a:cubicBezTo>
                  <a:pt x="1905159" y="40451"/>
                  <a:pt x="1906809" y="43630"/>
                  <a:pt x="1907855" y="47519"/>
                </a:cubicBezTo>
                <a:cubicBezTo>
                  <a:pt x="1908901" y="51409"/>
                  <a:pt x="1909425" y="56036"/>
                  <a:pt x="1909425" y="61401"/>
                </a:cubicBezTo>
                <a:lnTo>
                  <a:pt x="1909425" y="119422"/>
                </a:lnTo>
                <a:lnTo>
                  <a:pt x="1894859" y="119422"/>
                </a:lnTo>
                <a:close/>
                <a:moveTo>
                  <a:pt x="2004840" y="75805"/>
                </a:moveTo>
                <a:cubicBezTo>
                  <a:pt x="2004840" y="91042"/>
                  <a:pt x="2001487" y="102388"/>
                  <a:pt x="1994781" y="109845"/>
                </a:cubicBezTo>
                <a:cubicBezTo>
                  <a:pt x="1988075" y="117303"/>
                  <a:pt x="1978338" y="121031"/>
                  <a:pt x="1965569" y="121031"/>
                </a:cubicBezTo>
                <a:cubicBezTo>
                  <a:pt x="1959507" y="121031"/>
                  <a:pt x="1954088" y="120119"/>
                  <a:pt x="1949314" y="118295"/>
                </a:cubicBezTo>
                <a:cubicBezTo>
                  <a:pt x="1944539" y="116471"/>
                  <a:pt x="1940502" y="113681"/>
                  <a:pt x="1937202" y="109926"/>
                </a:cubicBezTo>
                <a:cubicBezTo>
                  <a:pt x="1933903" y="106170"/>
                  <a:pt x="1931382" y="101463"/>
                  <a:pt x="1929638" y="95803"/>
                </a:cubicBezTo>
                <a:cubicBezTo>
                  <a:pt x="1927894" y="90143"/>
                  <a:pt x="1927023" y="83477"/>
                  <a:pt x="1927023" y="75805"/>
                </a:cubicBezTo>
                <a:cubicBezTo>
                  <a:pt x="1927023" y="45762"/>
                  <a:pt x="1940032" y="30741"/>
                  <a:pt x="1966052" y="30741"/>
                </a:cubicBezTo>
                <a:cubicBezTo>
                  <a:pt x="1972812" y="30741"/>
                  <a:pt x="1978646" y="31679"/>
                  <a:pt x="1983555" y="33557"/>
                </a:cubicBezTo>
                <a:cubicBezTo>
                  <a:pt x="1988464" y="35435"/>
                  <a:pt x="1992487" y="38251"/>
                  <a:pt x="1995626" y="42007"/>
                </a:cubicBezTo>
                <a:cubicBezTo>
                  <a:pt x="1998764" y="45762"/>
                  <a:pt x="2001084" y="50456"/>
                  <a:pt x="2002587" y="56090"/>
                </a:cubicBezTo>
                <a:cubicBezTo>
                  <a:pt x="2004089" y="61723"/>
                  <a:pt x="2004840" y="68295"/>
                  <a:pt x="2004840" y="75805"/>
                </a:cubicBezTo>
                <a:moveTo>
                  <a:pt x="1989631" y="75805"/>
                </a:moveTo>
                <a:cubicBezTo>
                  <a:pt x="1989631" y="69061"/>
                  <a:pt x="1989107" y="63495"/>
                  <a:pt x="1988061" y="59107"/>
                </a:cubicBezTo>
                <a:cubicBezTo>
                  <a:pt x="1987015" y="54718"/>
                  <a:pt x="1985486" y="51213"/>
                  <a:pt x="1983474" y="48591"/>
                </a:cubicBezTo>
                <a:cubicBezTo>
                  <a:pt x="1981463" y="45967"/>
                  <a:pt x="1979008" y="44133"/>
                  <a:pt x="1976111" y="43091"/>
                </a:cubicBezTo>
                <a:cubicBezTo>
                  <a:pt x="1973214" y="42046"/>
                  <a:pt x="1969942" y="41524"/>
                  <a:pt x="1966293" y="41524"/>
                </a:cubicBezTo>
                <a:cubicBezTo>
                  <a:pt x="1962592" y="41524"/>
                  <a:pt x="1959252" y="42073"/>
                  <a:pt x="1956275" y="43171"/>
                </a:cubicBezTo>
                <a:cubicBezTo>
                  <a:pt x="1953297" y="44268"/>
                  <a:pt x="1950762" y="46141"/>
                  <a:pt x="1948670" y="48792"/>
                </a:cubicBezTo>
                <a:cubicBezTo>
                  <a:pt x="1946578" y="51441"/>
                  <a:pt x="1944982" y="54960"/>
                  <a:pt x="1943882" y="59349"/>
                </a:cubicBezTo>
                <a:cubicBezTo>
                  <a:pt x="1942782" y="63736"/>
                  <a:pt x="1942232" y="69222"/>
                  <a:pt x="1942232" y="75805"/>
                </a:cubicBezTo>
                <a:cubicBezTo>
                  <a:pt x="1942232" y="82550"/>
                  <a:pt x="1942822" y="88130"/>
                  <a:pt x="1944002" y="92546"/>
                </a:cubicBezTo>
                <a:cubicBezTo>
                  <a:pt x="1945183" y="96961"/>
                  <a:pt x="1946806" y="100480"/>
                  <a:pt x="1948871" y="103103"/>
                </a:cubicBezTo>
                <a:cubicBezTo>
                  <a:pt x="1950937" y="105725"/>
                  <a:pt x="1953378" y="107572"/>
                  <a:pt x="1956194" y="108643"/>
                </a:cubicBezTo>
                <a:cubicBezTo>
                  <a:pt x="1959011" y="109713"/>
                  <a:pt x="1962082" y="110248"/>
                  <a:pt x="1965408" y="110248"/>
                </a:cubicBezTo>
                <a:cubicBezTo>
                  <a:pt x="1969110" y="110248"/>
                  <a:pt x="1972463" y="109726"/>
                  <a:pt x="1975467" y="108684"/>
                </a:cubicBezTo>
                <a:cubicBezTo>
                  <a:pt x="1978472" y="107639"/>
                  <a:pt x="1981020" y="105806"/>
                  <a:pt x="1983112" y="103184"/>
                </a:cubicBezTo>
                <a:cubicBezTo>
                  <a:pt x="1985205" y="100560"/>
                  <a:pt x="1986814" y="97028"/>
                  <a:pt x="1987941" y="92587"/>
                </a:cubicBezTo>
                <a:cubicBezTo>
                  <a:pt x="1989067" y="88144"/>
                  <a:pt x="1989631" y="82550"/>
                  <a:pt x="1989631" y="75805"/>
                </a:cubicBezTo>
                <a:close/>
                <a:moveTo>
                  <a:pt x="2056318" y="118765"/>
                </a:moveTo>
                <a:cubicBezTo>
                  <a:pt x="2054118" y="119359"/>
                  <a:pt x="2051879" y="119831"/>
                  <a:pt x="2049598" y="120181"/>
                </a:cubicBezTo>
                <a:cubicBezTo>
                  <a:pt x="2047318" y="120533"/>
                  <a:pt x="2044676" y="120709"/>
                  <a:pt x="2041672" y="120709"/>
                </a:cubicBezTo>
                <a:cubicBezTo>
                  <a:pt x="2030084" y="120709"/>
                  <a:pt x="2024290" y="114144"/>
                  <a:pt x="2024290" y="101014"/>
                </a:cubicBezTo>
                <a:lnTo>
                  <a:pt x="2024290" y="42972"/>
                </a:lnTo>
                <a:lnTo>
                  <a:pt x="2014231" y="42972"/>
                </a:lnTo>
                <a:lnTo>
                  <a:pt x="2014231" y="32350"/>
                </a:lnTo>
                <a:lnTo>
                  <a:pt x="2024853" y="32350"/>
                </a:lnTo>
                <a:lnTo>
                  <a:pt x="2029118" y="12876"/>
                </a:lnTo>
                <a:lnTo>
                  <a:pt x="2038775" y="12876"/>
                </a:lnTo>
                <a:lnTo>
                  <a:pt x="2038775" y="32350"/>
                </a:lnTo>
                <a:lnTo>
                  <a:pt x="2054869" y="32350"/>
                </a:lnTo>
                <a:lnTo>
                  <a:pt x="2054869" y="42972"/>
                </a:lnTo>
                <a:lnTo>
                  <a:pt x="2038775" y="42972"/>
                </a:lnTo>
                <a:lnTo>
                  <a:pt x="2038775" y="97802"/>
                </a:lnTo>
                <a:cubicBezTo>
                  <a:pt x="2038775" y="101977"/>
                  <a:pt x="2039459" y="104907"/>
                  <a:pt x="2040827" y="106594"/>
                </a:cubicBezTo>
                <a:cubicBezTo>
                  <a:pt x="2042195" y="108279"/>
                  <a:pt x="2044569" y="109121"/>
                  <a:pt x="2047949" y="109121"/>
                </a:cubicBezTo>
                <a:cubicBezTo>
                  <a:pt x="2049344" y="109121"/>
                  <a:pt x="2050698" y="109014"/>
                  <a:pt x="2052013" y="108799"/>
                </a:cubicBezTo>
                <a:cubicBezTo>
                  <a:pt x="2053327" y="108585"/>
                  <a:pt x="2054762" y="108316"/>
                  <a:pt x="2056318" y="107995"/>
                </a:cubicBezTo>
                <a:lnTo>
                  <a:pt x="2056318" y="118765"/>
                </a:lnTo>
                <a:close/>
                <a:moveTo>
                  <a:pt x="2147468" y="153703"/>
                </a:moveTo>
                <a:cubicBezTo>
                  <a:pt x="2142479" y="153703"/>
                  <a:pt x="2138053" y="153193"/>
                  <a:pt x="2134190" y="152174"/>
                </a:cubicBezTo>
                <a:cubicBezTo>
                  <a:pt x="2130327" y="151155"/>
                  <a:pt x="2127028" y="149693"/>
                  <a:pt x="2124292" y="147788"/>
                </a:cubicBezTo>
                <a:cubicBezTo>
                  <a:pt x="2121556" y="145884"/>
                  <a:pt x="2119329" y="143617"/>
                  <a:pt x="2117613" y="140988"/>
                </a:cubicBezTo>
                <a:cubicBezTo>
                  <a:pt x="2115896" y="138360"/>
                  <a:pt x="2114662" y="135436"/>
                  <a:pt x="2113911" y="132217"/>
                </a:cubicBezTo>
                <a:lnTo>
                  <a:pt x="2128476" y="130125"/>
                </a:lnTo>
                <a:cubicBezTo>
                  <a:pt x="2129442" y="134123"/>
                  <a:pt x="2131575" y="137201"/>
                  <a:pt x="2134874" y="139359"/>
                </a:cubicBezTo>
                <a:cubicBezTo>
                  <a:pt x="2138173" y="141518"/>
                  <a:pt x="2142506" y="142598"/>
                  <a:pt x="2147870" y="142598"/>
                </a:cubicBezTo>
                <a:cubicBezTo>
                  <a:pt x="2151143" y="142598"/>
                  <a:pt x="2154120" y="142141"/>
                  <a:pt x="2156803" y="141227"/>
                </a:cubicBezTo>
                <a:cubicBezTo>
                  <a:pt x="2159485" y="140314"/>
                  <a:pt x="2161765" y="138848"/>
                  <a:pt x="2163643" y="136831"/>
                </a:cubicBezTo>
                <a:cubicBezTo>
                  <a:pt x="2165521" y="134816"/>
                  <a:pt x="2166969" y="132196"/>
                  <a:pt x="2167989" y="128970"/>
                </a:cubicBezTo>
                <a:cubicBezTo>
                  <a:pt x="2169008" y="125745"/>
                  <a:pt x="2169518" y="121820"/>
                  <a:pt x="2169518" y="117196"/>
                </a:cubicBezTo>
                <a:lnTo>
                  <a:pt x="2169518" y="103166"/>
                </a:lnTo>
                <a:lnTo>
                  <a:pt x="2169357" y="103166"/>
                </a:lnTo>
                <a:cubicBezTo>
                  <a:pt x="2168284" y="105376"/>
                  <a:pt x="2166956" y="107492"/>
                  <a:pt x="2165373" y="109513"/>
                </a:cubicBezTo>
                <a:cubicBezTo>
                  <a:pt x="2163791" y="111535"/>
                  <a:pt x="2161859" y="113328"/>
                  <a:pt x="2159579" y="114893"/>
                </a:cubicBezTo>
                <a:cubicBezTo>
                  <a:pt x="2157299" y="116455"/>
                  <a:pt x="2154657" y="117708"/>
                  <a:pt x="2151653" y="118652"/>
                </a:cubicBezTo>
                <a:cubicBezTo>
                  <a:pt x="2148648" y="119594"/>
                  <a:pt x="2145215" y="120065"/>
                  <a:pt x="2141352" y="120065"/>
                </a:cubicBezTo>
                <a:cubicBezTo>
                  <a:pt x="2135826" y="120065"/>
                  <a:pt x="2131092" y="119139"/>
                  <a:pt x="2127149" y="117287"/>
                </a:cubicBezTo>
                <a:cubicBezTo>
                  <a:pt x="2123205" y="115434"/>
                  <a:pt x="2119987" y="112655"/>
                  <a:pt x="2117492" y="108950"/>
                </a:cubicBezTo>
                <a:cubicBezTo>
                  <a:pt x="2114997" y="105245"/>
                  <a:pt x="2113173" y="100640"/>
                  <a:pt x="2112020" y="95136"/>
                </a:cubicBezTo>
                <a:cubicBezTo>
                  <a:pt x="2110866" y="89632"/>
                  <a:pt x="2110290" y="83256"/>
                  <a:pt x="2110290" y="76007"/>
                </a:cubicBezTo>
                <a:cubicBezTo>
                  <a:pt x="2110290" y="69026"/>
                  <a:pt x="2110866" y="62743"/>
                  <a:pt x="2112020" y="57158"/>
                </a:cubicBezTo>
                <a:cubicBezTo>
                  <a:pt x="2113173" y="51574"/>
                  <a:pt x="2115051" y="46835"/>
                  <a:pt x="2117653" y="42942"/>
                </a:cubicBezTo>
                <a:cubicBezTo>
                  <a:pt x="2120255" y="39049"/>
                  <a:pt x="2123635" y="36069"/>
                  <a:pt x="2127792" y="34002"/>
                </a:cubicBezTo>
                <a:cubicBezTo>
                  <a:pt x="2131950" y="31935"/>
                  <a:pt x="2137007" y="30902"/>
                  <a:pt x="2142962" y="30902"/>
                </a:cubicBezTo>
                <a:cubicBezTo>
                  <a:pt x="2149131" y="30902"/>
                  <a:pt x="2154483" y="32310"/>
                  <a:pt x="2159016" y="35126"/>
                </a:cubicBezTo>
                <a:cubicBezTo>
                  <a:pt x="2163549" y="37943"/>
                  <a:pt x="2167050" y="41953"/>
                  <a:pt x="2169518" y="47157"/>
                </a:cubicBezTo>
                <a:lnTo>
                  <a:pt x="2169679" y="47157"/>
                </a:lnTo>
                <a:cubicBezTo>
                  <a:pt x="2169679" y="45823"/>
                  <a:pt x="2169719" y="44329"/>
                  <a:pt x="2169799" y="42676"/>
                </a:cubicBezTo>
                <a:cubicBezTo>
                  <a:pt x="2169880" y="41021"/>
                  <a:pt x="2169960" y="39460"/>
                  <a:pt x="2170041" y="37993"/>
                </a:cubicBezTo>
                <a:cubicBezTo>
                  <a:pt x="2170121" y="36526"/>
                  <a:pt x="2170215" y="35259"/>
                  <a:pt x="2170322" y="34191"/>
                </a:cubicBezTo>
                <a:cubicBezTo>
                  <a:pt x="2170430" y="33123"/>
                  <a:pt x="2170537" y="32509"/>
                  <a:pt x="2170644" y="32350"/>
                </a:cubicBezTo>
                <a:lnTo>
                  <a:pt x="2184405" y="32350"/>
                </a:lnTo>
                <a:cubicBezTo>
                  <a:pt x="2184351" y="32833"/>
                  <a:pt x="2184298" y="33652"/>
                  <a:pt x="2184244" y="34807"/>
                </a:cubicBezTo>
                <a:cubicBezTo>
                  <a:pt x="2184190" y="35960"/>
                  <a:pt x="2184137" y="37343"/>
                  <a:pt x="2184083" y="38954"/>
                </a:cubicBezTo>
                <a:cubicBezTo>
                  <a:pt x="2184030" y="40563"/>
                  <a:pt x="2183989" y="42348"/>
                  <a:pt x="2183962" y="44308"/>
                </a:cubicBezTo>
                <a:cubicBezTo>
                  <a:pt x="2183936" y="46268"/>
                  <a:pt x="2183922" y="48295"/>
                  <a:pt x="2183922" y="50389"/>
                </a:cubicBezTo>
                <a:lnTo>
                  <a:pt x="2183922" y="116982"/>
                </a:lnTo>
                <a:cubicBezTo>
                  <a:pt x="2183922" y="129169"/>
                  <a:pt x="2180931" y="138335"/>
                  <a:pt x="2174949" y="144481"/>
                </a:cubicBezTo>
                <a:cubicBezTo>
                  <a:pt x="2168968" y="150629"/>
                  <a:pt x="2159807" y="153703"/>
                  <a:pt x="2147468" y="153703"/>
                </a:cubicBezTo>
                <a:moveTo>
                  <a:pt x="2169518" y="75805"/>
                </a:moveTo>
                <a:cubicBezTo>
                  <a:pt x="2169518" y="69743"/>
                  <a:pt x="2168860" y="64553"/>
                  <a:pt x="2167546" y="60234"/>
                </a:cubicBezTo>
                <a:cubicBezTo>
                  <a:pt x="2166232" y="55915"/>
                  <a:pt x="2164501" y="52388"/>
                  <a:pt x="2162356" y="49652"/>
                </a:cubicBezTo>
                <a:cubicBezTo>
                  <a:pt x="2160210" y="46916"/>
                  <a:pt x="2157755" y="44904"/>
                  <a:pt x="2154992" y="43616"/>
                </a:cubicBezTo>
                <a:cubicBezTo>
                  <a:pt x="2152229" y="42329"/>
                  <a:pt x="2149399" y="41685"/>
                  <a:pt x="2146502" y="41685"/>
                </a:cubicBezTo>
                <a:cubicBezTo>
                  <a:pt x="2142801" y="41685"/>
                  <a:pt x="2139622" y="42329"/>
                  <a:pt x="2136966" y="43616"/>
                </a:cubicBezTo>
                <a:cubicBezTo>
                  <a:pt x="2134311" y="44904"/>
                  <a:pt x="2132111" y="46929"/>
                  <a:pt x="2130368" y="49692"/>
                </a:cubicBezTo>
                <a:cubicBezTo>
                  <a:pt x="2128624" y="52455"/>
                  <a:pt x="2127336" y="55996"/>
                  <a:pt x="2126505" y="60314"/>
                </a:cubicBezTo>
                <a:cubicBezTo>
                  <a:pt x="2125673" y="64633"/>
                  <a:pt x="2125258" y="69797"/>
                  <a:pt x="2125258" y="75805"/>
                </a:cubicBezTo>
                <a:cubicBezTo>
                  <a:pt x="2125258" y="82082"/>
                  <a:pt x="2125673" y="87353"/>
                  <a:pt x="2126505" y="91618"/>
                </a:cubicBezTo>
                <a:cubicBezTo>
                  <a:pt x="2127336" y="95883"/>
                  <a:pt x="2128611" y="99330"/>
                  <a:pt x="2130327" y="101959"/>
                </a:cubicBezTo>
                <a:cubicBezTo>
                  <a:pt x="2132044" y="104588"/>
                  <a:pt x="2134217" y="106466"/>
                  <a:pt x="2136846" y="107592"/>
                </a:cubicBezTo>
                <a:cubicBezTo>
                  <a:pt x="2139474" y="108719"/>
                  <a:pt x="2142613" y="109282"/>
                  <a:pt x="2146261" y="109282"/>
                </a:cubicBezTo>
                <a:cubicBezTo>
                  <a:pt x="2149158" y="109282"/>
                  <a:pt x="2151988" y="108665"/>
                  <a:pt x="2154751" y="107431"/>
                </a:cubicBezTo>
                <a:cubicBezTo>
                  <a:pt x="2157514" y="106197"/>
                  <a:pt x="2159995" y="104239"/>
                  <a:pt x="2162195" y="101557"/>
                </a:cubicBezTo>
                <a:cubicBezTo>
                  <a:pt x="2164394" y="98874"/>
                  <a:pt x="2166165" y="95414"/>
                  <a:pt x="2167506" y="91176"/>
                </a:cubicBezTo>
                <a:cubicBezTo>
                  <a:pt x="2168847" y="86937"/>
                  <a:pt x="2169518" y="81814"/>
                  <a:pt x="2169518" y="75805"/>
                </a:cubicBezTo>
                <a:close/>
                <a:moveTo>
                  <a:pt x="2206430" y="119422"/>
                </a:moveTo>
                <a:lnTo>
                  <a:pt x="2206430" y="52629"/>
                </a:lnTo>
                <a:cubicBezTo>
                  <a:pt x="2206430" y="50805"/>
                  <a:pt x="2206417" y="48941"/>
                  <a:pt x="2206390" y="47036"/>
                </a:cubicBezTo>
                <a:cubicBezTo>
                  <a:pt x="2206363" y="45132"/>
                  <a:pt x="2206323" y="43294"/>
                  <a:pt x="2206269" y="41524"/>
                </a:cubicBezTo>
                <a:cubicBezTo>
                  <a:pt x="2206215" y="39754"/>
                  <a:pt x="2206162" y="38090"/>
                  <a:pt x="2206108" y="36535"/>
                </a:cubicBezTo>
                <a:cubicBezTo>
                  <a:pt x="2206055" y="34979"/>
                  <a:pt x="2206001" y="33584"/>
                  <a:pt x="2205947" y="32350"/>
                </a:cubicBezTo>
                <a:lnTo>
                  <a:pt x="2219628" y="32350"/>
                </a:lnTo>
                <a:cubicBezTo>
                  <a:pt x="2219681" y="33584"/>
                  <a:pt x="2219748" y="34992"/>
                  <a:pt x="2219829" y="36575"/>
                </a:cubicBezTo>
                <a:cubicBezTo>
                  <a:pt x="2219909" y="38158"/>
                  <a:pt x="2219990" y="39780"/>
                  <a:pt x="2220070" y="41444"/>
                </a:cubicBezTo>
                <a:cubicBezTo>
                  <a:pt x="2220151" y="43107"/>
                  <a:pt x="2220204" y="44703"/>
                  <a:pt x="2220231" y="46232"/>
                </a:cubicBezTo>
                <a:cubicBezTo>
                  <a:pt x="2220258" y="47761"/>
                  <a:pt x="2220271" y="49062"/>
                  <a:pt x="2220271" y="50135"/>
                </a:cubicBezTo>
                <a:lnTo>
                  <a:pt x="2220593" y="50135"/>
                </a:lnTo>
                <a:cubicBezTo>
                  <a:pt x="2221613" y="46808"/>
                  <a:pt x="2222699" y="43925"/>
                  <a:pt x="2223852" y="41484"/>
                </a:cubicBezTo>
                <a:cubicBezTo>
                  <a:pt x="2225006" y="39043"/>
                  <a:pt x="2226361" y="37031"/>
                  <a:pt x="2227916" y="35448"/>
                </a:cubicBezTo>
                <a:cubicBezTo>
                  <a:pt x="2229472" y="33866"/>
                  <a:pt x="2231323" y="32685"/>
                  <a:pt x="2233469" y="31907"/>
                </a:cubicBezTo>
                <a:cubicBezTo>
                  <a:pt x="2235615" y="31130"/>
                  <a:pt x="2238217" y="30741"/>
                  <a:pt x="2241275" y="30741"/>
                </a:cubicBezTo>
                <a:cubicBezTo>
                  <a:pt x="2242455" y="30741"/>
                  <a:pt x="2243582" y="30835"/>
                  <a:pt x="2244655" y="31025"/>
                </a:cubicBezTo>
                <a:cubicBezTo>
                  <a:pt x="2245728" y="31213"/>
                  <a:pt x="2246559" y="31388"/>
                  <a:pt x="2247149" y="31550"/>
                </a:cubicBezTo>
                <a:lnTo>
                  <a:pt x="2247149" y="44904"/>
                </a:lnTo>
                <a:cubicBezTo>
                  <a:pt x="2246184" y="44636"/>
                  <a:pt x="2245057" y="44434"/>
                  <a:pt x="2243769" y="44300"/>
                </a:cubicBezTo>
                <a:cubicBezTo>
                  <a:pt x="2242482" y="44166"/>
                  <a:pt x="2241033" y="44099"/>
                  <a:pt x="2239424" y="44099"/>
                </a:cubicBezTo>
                <a:cubicBezTo>
                  <a:pt x="2236098" y="44099"/>
                  <a:pt x="2233268" y="44849"/>
                  <a:pt x="2230934" y="46350"/>
                </a:cubicBezTo>
                <a:cubicBezTo>
                  <a:pt x="2228600" y="47850"/>
                  <a:pt x="2226696" y="49928"/>
                  <a:pt x="2225220" y="52581"/>
                </a:cubicBezTo>
                <a:cubicBezTo>
                  <a:pt x="2223745" y="55234"/>
                  <a:pt x="2222659" y="58396"/>
                  <a:pt x="2221961" y="62067"/>
                </a:cubicBezTo>
                <a:cubicBezTo>
                  <a:pt x="2221264" y="65737"/>
                  <a:pt x="2220915" y="69742"/>
                  <a:pt x="2220915" y="74083"/>
                </a:cubicBezTo>
                <a:lnTo>
                  <a:pt x="2220915" y="119422"/>
                </a:lnTo>
                <a:lnTo>
                  <a:pt x="2206430" y="119422"/>
                </a:lnTo>
                <a:close/>
                <a:moveTo>
                  <a:pt x="2272093" y="78863"/>
                </a:moveTo>
                <a:cubicBezTo>
                  <a:pt x="2272093" y="83424"/>
                  <a:pt x="2272563" y="87622"/>
                  <a:pt x="2273502" y="91457"/>
                </a:cubicBezTo>
                <a:cubicBezTo>
                  <a:pt x="2274441" y="95293"/>
                  <a:pt x="2275889" y="98593"/>
                  <a:pt x="2277847" y="101356"/>
                </a:cubicBezTo>
                <a:cubicBezTo>
                  <a:pt x="2279805" y="104118"/>
                  <a:pt x="2282313" y="106264"/>
                  <a:pt x="2285371" y="107793"/>
                </a:cubicBezTo>
                <a:cubicBezTo>
                  <a:pt x="2288429" y="109322"/>
                  <a:pt x="2292104" y="110087"/>
                  <a:pt x="2296396" y="110087"/>
                </a:cubicBezTo>
                <a:cubicBezTo>
                  <a:pt x="2302673" y="110087"/>
                  <a:pt x="2307703" y="108826"/>
                  <a:pt x="2311485" y="106305"/>
                </a:cubicBezTo>
                <a:cubicBezTo>
                  <a:pt x="2315267" y="103783"/>
                  <a:pt x="2317829" y="100591"/>
                  <a:pt x="2319170" y="96728"/>
                </a:cubicBezTo>
                <a:lnTo>
                  <a:pt x="2331885" y="100362"/>
                </a:lnTo>
                <a:cubicBezTo>
                  <a:pt x="2330973" y="102785"/>
                  <a:pt x="2329699" y="105221"/>
                  <a:pt x="2328062" y="107670"/>
                </a:cubicBezTo>
                <a:cubicBezTo>
                  <a:pt x="2326426" y="110118"/>
                  <a:pt x="2324240" y="112324"/>
                  <a:pt x="2321504" y="114289"/>
                </a:cubicBezTo>
                <a:cubicBezTo>
                  <a:pt x="2318768" y="116254"/>
                  <a:pt x="2315348" y="117869"/>
                  <a:pt x="2311243" y="119135"/>
                </a:cubicBezTo>
                <a:cubicBezTo>
                  <a:pt x="2307139" y="120399"/>
                  <a:pt x="2302190" y="121031"/>
                  <a:pt x="2296396" y="121031"/>
                </a:cubicBezTo>
                <a:cubicBezTo>
                  <a:pt x="2283521" y="121031"/>
                  <a:pt x="2273716" y="117195"/>
                  <a:pt x="2266983" y="109524"/>
                </a:cubicBezTo>
                <a:cubicBezTo>
                  <a:pt x="2260251" y="101852"/>
                  <a:pt x="2256884" y="90451"/>
                  <a:pt x="2256884" y="75323"/>
                </a:cubicBezTo>
                <a:cubicBezTo>
                  <a:pt x="2256884" y="67168"/>
                  <a:pt x="2257903" y="60261"/>
                  <a:pt x="2259942" y="54601"/>
                </a:cubicBezTo>
                <a:cubicBezTo>
                  <a:pt x="2261981" y="48941"/>
                  <a:pt x="2264770" y="44341"/>
                  <a:pt x="2268311" y="40800"/>
                </a:cubicBezTo>
                <a:cubicBezTo>
                  <a:pt x="2271852" y="37259"/>
                  <a:pt x="2275983" y="34697"/>
                  <a:pt x="2280704" y="33115"/>
                </a:cubicBezTo>
                <a:cubicBezTo>
                  <a:pt x="2285425" y="31532"/>
                  <a:pt x="2290468" y="30741"/>
                  <a:pt x="2295833" y="30741"/>
                </a:cubicBezTo>
                <a:cubicBezTo>
                  <a:pt x="2303129" y="30741"/>
                  <a:pt x="2309232" y="31919"/>
                  <a:pt x="2314140" y="34276"/>
                </a:cubicBezTo>
                <a:cubicBezTo>
                  <a:pt x="2319049" y="36632"/>
                  <a:pt x="2322993" y="39885"/>
                  <a:pt x="2325970" y="44036"/>
                </a:cubicBezTo>
                <a:cubicBezTo>
                  <a:pt x="2328947" y="48187"/>
                  <a:pt x="2331067" y="53075"/>
                  <a:pt x="2332327" y="58700"/>
                </a:cubicBezTo>
                <a:cubicBezTo>
                  <a:pt x="2333588" y="64323"/>
                  <a:pt x="2334218" y="70401"/>
                  <a:pt x="2334218" y="76935"/>
                </a:cubicBezTo>
                <a:lnTo>
                  <a:pt x="2334218" y="78863"/>
                </a:lnTo>
                <a:lnTo>
                  <a:pt x="2272093" y="78863"/>
                </a:lnTo>
                <a:moveTo>
                  <a:pt x="2319251" y="67758"/>
                </a:moveTo>
                <a:cubicBezTo>
                  <a:pt x="2318446" y="58640"/>
                  <a:pt x="2316112" y="51988"/>
                  <a:pt x="2312249" y="47803"/>
                </a:cubicBezTo>
                <a:cubicBezTo>
                  <a:pt x="2308387" y="43617"/>
                  <a:pt x="2302834" y="41524"/>
                  <a:pt x="2295592" y="41524"/>
                </a:cubicBezTo>
                <a:cubicBezTo>
                  <a:pt x="2293177" y="41524"/>
                  <a:pt x="2290642" y="41910"/>
                  <a:pt x="2287987" y="42683"/>
                </a:cubicBezTo>
                <a:cubicBezTo>
                  <a:pt x="2285331" y="43456"/>
                  <a:pt x="2282877" y="44829"/>
                  <a:pt x="2280624" y="46802"/>
                </a:cubicBezTo>
                <a:cubicBezTo>
                  <a:pt x="2278370" y="48776"/>
                  <a:pt x="2276466" y="51456"/>
                  <a:pt x="2274910" y="54842"/>
                </a:cubicBezTo>
                <a:cubicBezTo>
                  <a:pt x="2273354" y="58227"/>
                  <a:pt x="2272469" y="62532"/>
                  <a:pt x="2272254" y="67758"/>
                </a:cubicBezTo>
                <a:lnTo>
                  <a:pt x="2319251" y="67758"/>
                </a:lnTo>
                <a:close/>
                <a:moveTo>
                  <a:pt x="2374833" y="121031"/>
                </a:moveTo>
                <a:cubicBezTo>
                  <a:pt x="2366088" y="121031"/>
                  <a:pt x="2359516" y="118724"/>
                  <a:pt x="2355117" y="114110"/>
                </a:cubicBezTo>
                <a:cubicBezTo>
                  <a:pt x="2350718" y="109497"/>
                  <a:pt x="2348518" y="103166"/>
                  <a:pt x="2348518" y="95119"/>
                </a:cubicBezTo>
                <a:cubicBezTo>
                  <a:pt x="2348518" y="89378"/>
                  <a:pt x="2349604" y="84671"/>
                  <a:pt x="2351777" y="80996"/>
                </a:cubicBezTo>
                <a:cubicBezTo>
                  <a:pt x="2353950" y="77321"/>
                  <a:pt x="2356793" y="74437"/>
                  <a:pt x="2360307" y="72345"/>
                </a:cubicBezTo>
                <a:cubicBezTo>
                  <a:pt x="2363821" y="70253"/>
                  <a:pt x="2367832" y="68804"/>
                  <a:pt x="2372338" y="68000"/>
                </a:cubicBezTo>
                <a:cubicBezTo>
                  <a:pt x="2376845" y="67195"/>
                  <a:pt x="2381431" y="66739"/>
                  <a:pt x="2386099" y="66632"/>
                </a:cubicBezTo>
                <a:lnTo>
                  <a:pt x="2405654" y="66310"/>
                </a:lnTo>
                <a:lnTo>
                  <a:pt x="2405654" y="61577"/>
                </a:lnTo>
                <a:cubicBezTo>
                  <a:pt x="2405654" y="57994"/>
                  <a:pt x="2405278" y="54946"/>
                  <a:pt x="2404527" y="52433"/>
                </a:cubicBezTo>
                <a:cubicBezTo>
                  <a:pt x="2403776" y="49920"/>
                  <a:pt x="2402623" y="47888"/>
                  <a:pt x="2401067" y="46337"/>
                </a:cubicBezTo>
                <a:cubicBezTo>
                  <a:pt x="2399511" y="44786"/>
                  <a:pt x="2397566" y="43651"/>
                  <a:pt x="2395233" y="42930"/>
                </a:cubicBezTo>
                <a:cubicBezTo>
                  <a:pt x="2392899" y="42207"/>
                  <a:pt x="2390149" y="41846"/>
                  <a:pt x="2386984" y="41846"/>
                </a:cubicBezTo>
                <a:cubicBezTo>
                  <a:pt x="2384194" y="41846"/>
                  <a:pt x="2381673" y="42045"/>
                  <a:pt x="2379420" y="42442"/>
                </a:cubicBezTo>
                <a:cubicBezTo>
                  <a:pt x="2377166" y="42839"/>
                  <a:pt x="2375208" y="43555"/>
                  <a:pt x="2373545" y="44589"/>
                </a:cubicBezTo>
                <a:cubicBezTo>
                  <a:pt x="2371882" y="45624"/>
                  <a:pt x="2370541" y="47030"/>
                  <a:pt x="2369522" y="48807"/>
                </a:cubicBezTo>
                <a:cubicBezTo>
                  <a:pt x="2368502" y="50582"/>
                  <a:pt x="2367832" y="52822"/>
                  <a:pt x="2367510" y="55526"/>
                </a:cubicBezTo>
                <a:lnTo>
                  <a:pt x="2352381" y="54163"/>
                </a:lnTo>
                <a:cubicBezTo>
                  <a:pt x="2352917" y="50740"/>
                  <a:pt x="2353937" y="47598"/>
                  <a:pt x="2355439" y="44738"/>
                </a:cubicBezTo>
                <a:cubicBezTo>
                  <a:pt x="2356941" y="41876"/>
                  <a:pt x="2359073" y="39403"/>
                  <a:pt x="2361836" y="37319"/>
                </a:cubicBezTo>
                <a:cubicBezTo>
                  <a:pt x="2364599" y="35234"/>
                  <a:pt x="2368060" y="33616"/>
                  <a:pt x="2372217" y="32466"/>
                </a:cubicBezTo>
                <a:cubicBezTo>
                  <a:pt x="2376375" y="31316"/>
                  <a:pt x="2381405" y="30741"/>
                  <a:pt x="2387306" y="30741"/>
                </a:cubicBezTo>
                <a:cubicBezTo>
                  <a:pt x="2398250" y="30741"/>
                  <a:pt x="2406485" y="33246"/>
                  <a:pt x="2412011" y="38257"/>
                </a:cubicBezTo>
                <a:cubicBezTo>
                  <a:pt x="2417537" y="43268"/>
                  <a:pt x="2420300" y="50517"/>
                  <a:pt x="2420300" y="60003"/>
                </a:cubicBezTo>
                <a:lnTo>
                  <a:pt x="2420300" y="97465"/>
                </a:lnTo>
                <a:cubicBezTo>
                  <a:pt x="2420300" y="101754"/>
                  <a:pt x="2420863" y="104984"/>
                  <a:pt x="2421990" y="107155"/>
                </a:cubicBezTo>
                <a:cubicBezTo>
                  <a:pt x="2423116" y="109324"/>
                  <a:pt x="2425262" y="110409"/>
                  <a:pt x="2428428" y="110409"/>
                </a:cubicBezTo>
                <a:cubicBezTo>
                  <a:pt x="2429232" y="110409"/>
                  <a:pt x="2430037" y="110355"/>
                  <a:pt x="2430842" y="110248"/>
                </a:cubicBezTo>
                <a:cubicBezTo>
                  <a:pt x="2431647" y="110140"/>
                  <a:pt x="2432424" y="110006"/>
                  <a:pt x="2433176" y="109845"/>
                </a:cubicBezTo>
                <a:lnTo>
                  <a:pt x="2433176" y="118929"/>
                </a:lnTo>
                <a:cubicBezTo>
                  <a:pt x="2431351" y="119361"/>
                  <a:pt x="2429541" y="119686"/>
                  <a:pt x="2427744" y="119902"/>
                </a:cubicBezTo>
                <a:cubicBezTo>
                  <a:pt x="2425946" y="120118"/>
                  <a:pt x="2424028" y="120226"/>
                  <a:pt x="2421990" y="120226"/>
                </a:cubicBezTo>
                <a:cubicBezTo>
                  <a:pt x="2419254" y="120226"/>
                  <a:pt x="2416907" y="119863"/>
                  <a:pt x="2414948" y="119135"/>
                </a:cubicBezTo>
                <a:cubicBezTo>
                  <a:pt x="2412990" y="118407"/>
                  <a:pt x="2411394" y="117303"/>
                  <a:pt x="2410160" y="115821"/>
                </a:cubicBezTo>
                <a:cubicBezTo>
                  <a:pt x="2408926" y="114338"/>
                  <a:pt x="2407988" y="112506"/>
                  <a:pt x="2407344" y="110323"/>
                </a:cubicBezTo>
                <a:cubicBezTo>
                  <a:pt x="2406700" y="108140"/>
                  <a:pt x="2406298" y="105594"/>
                  <a:pt x="2406137" y="102683"/>
                </a:cubicBezTo>
                <a:lnTo>
                  <a:pt x="2405654" y="102683"/>
                </a:lnTo>
                <a:cubicBezTo>
                  <a:pt x="2404098" y="105485"/>
                  <a:pt x="2402395" y="108017"/>
                  <a:pt x="2400544" y="110280"/>
                </a:cubicBezTo>
                <a:cubicBezTo>
                  <a:pt x="2398693" y="112544"/>
                  <a:pt x="2396534" y="114470"/>
                  <a:pt x="2394066" y="116059"/>
                </a:cubicBezTo>
                <a:cubicBezTo>
                  <a:pt x="2391598" y="117649"/>
                  <a:pt x="2388795" y="118874"/>
                  <a:pt x="2385656" y="119736"/>
                </a:cubicBezTo>
                <a:cubicBezTo>
                  <a:pt x="2382518" y="120599"/>
                  <a:pt x="2378910" y="121031"/>
                  <a:pt x="2374833" y="121031"/>
                </a:cubicBezTo>
                <a:moveTo>
                  <a:pt x="2378132" y="110087"/>
                </a:moveTo>
                <a:cubicBezTo>
                  <a:pt x="2382746" y="110087"/>
                  <a:pt x="2386783" y="109244"/>
                  <a:pt x="2390243" y="107559"/>
                </a:cubicBezTo>
                <a:cubicBezTo>
                  <a:pt x="2393704" y="105873"/>
                  <a:pt x="2396574" y="103719"/>
                  <a:pt x="2398854" y="101097"/>
                </a:cubicBezTo>
                <a:cubicBezTo>
                  <a:pt x="2401134" y="98473"/>
                  <a:pt x="2402837" y="95609"/>
                  <a:pt x="2403964" y="92506"/>
                </a:cubicBezTo>
                <a:cubicBezTo>
                  <a:pt x="2405091" y="89401"/>
                  <a:pt x="2405654" y="86430"/>
                  <a:pt x="2405654" y="83594"/>
                </a:cubicBezTo>
                <a:lnTo>
                  <a:pt x="2405654" y="76449"/>
                </a:lnTo>
                <a:lnTo>
                  <a:pt x="2389801" y="76771"/>
                </a:lnTo>
                <a:cubicBezTo>
                  <a:pt x="2386260" y="76825"/>
                  <a:pt x="2382893" y="77079"/>
                  <a:pt x="2379701" y="77533"/>
                </a:cubicBezTo>
                <a:cubicBezTo>
                  <a:pt x="2376509" y="77987"/>
                  <a:pt x="2373706" y="78884"/>
                  <a:pt x="2371292" y="80224"/>
                </a:cubicBezTo>
                <a:cubicBezTo>
                  <a:pt x="2368878" y="81562"/>
                  <a:pt x="2366960" y="83435"/>
                  <a:pt x="2365538" y="85844"/>
                </a:cubicBezTo>
                <a:cubicBezTo>
                  <a:pt x="2364116" y="88252"/>
                  <a:pt x="2363406" y="91409"/>
                  <a:pt x="2363406" y="95315"/>
                </a:cubicBezTo>
                <a:cubicBezTo>
                  <a:pt x="2363406" y="100024"/>
                  <a:pt x="2364680" y="103664"/>
                  <a:pt x="2367228" y="106234"/>
                </a:cubicBezTo>
                <a:cubicBezTo>
                  <a:pt x="2369776" y="108803"/>
                  <a:pt x="2373411" y="110087"/>
                  <a:pt x="2378132" y="110087"/>
                </a:cubicBezTo>
                <a:close/>
                <a:moveTo>
                  <a:pt x="2477732" y="118765"/>
                </a:moveTo>
                <a:cubicBezTo>
                  <a:pt x="2475532" y="119359"/>
                  <a:pt x="2473293" y="119831"/>
                  <a:pt x="2471013" y="120181"/>
                </a:cubicBezTo>
                <a:cubicBezTo>
                  <a:pt x="2468733" y="120533"/>
                  <a:pt x="2466090" y="120709"/>
                  <a:pt x="2463086" y="120709"/>
                </a:cubicBezTo>
                <a:cubicBezTo>
                  <a:pt x="2451498" y="120709"/>
                  <a:pt x="2445704" y="114144"/>
                  <a:pt x="2445704" y="101014"/>
                </a:cubicBezTo>
                <a:lnTo>
                  <a:pt x="2445704" y="42972"/>
                </a:lnTo>
                <a:lnTo>
                  <a:pt x="2435645" y="42972"/>
                </a:lnTo>
                <a:lnTo>
                  <a:pt x="2435645" y="32350"/>
                </a:lnTo>
                <a:lnTo>
                  <a:pt x="2446267" y="32350"/>
                </a:lnTo>
                <a:lnTo>
                  <a:pt x="2450532" y="12876"/>
                </a:lnTo>
                <a:lnTo>
                  <a:pt x="2460189" y="12876"/>
                </a:lnTo>
                <a:lnTo>
                  <a:pt x="2460189" y="32350"/>
                </a:lnTo>
                <a:lnTo>
                  <a:pt x="2476284" y="32350"/>
                </a:lnTo>
                <a:lnTo>
                  <a:pt x="2476284" y="42972"/>
                </a:lnTo>
                <a:lnTo>
                  <a:pt x="2460189" y="42972"/>
                </a:lnTo>
                <a:lnTo>
                  <a:pt x="2460189" y="97802"/>
                </a:lnTo>
                <a:cubicBezTo>
                  <a:pt x="2460189" y="101977"/>
                  <a:pt x="2460873" y="104907"/>
                  <a:pt x="2462241" y="106594"/>
                </a:cubicBezTo>
                <a:cubicBezTo>
                  <a:pt x="2463609" y="108279"/>
                  <a:pt x="2465983" y="109121"/>
                  <a:pt x="2469363" y="109121"/>
                </a:cubicBezTo>
                <a:cubicBezTo>
                  <a:pt x="2470758" y="109121"/>
                  <a:pt x="2472112" y="109014"/>
                  <a:pt x="2473427" y="108799"/>
                </a:cubicBezTo>
                <a:cubicBezTo>
                  <a:pt x="2474741" y="108585"/>
                  <a:pt x="2476176" y="108316"/>
                  <a:pt x="2477732" y="107995"/>
                </a:cubicBezTo>
                <a:lnTo>
                  <a:pt x="2477732" y="118765"/>
                </a:lnTo>
                <a:close/>
                <a:moveTo>
                  <a:pt x="2494015" y="119422"/>
                </a:moveTo>
                <a:lnTo>
                  <a:pt x="2494015" y="101718"/>
                </a:lnTo>
                <a:lnTo>
                  <a:pt x="2509708" y="101718"/>
                </a:lnTo>
                <a:lnTo>
                  <a:pt x="2509708" y="119422"/>
                </a:lnTo>
                <a:lnTo>
                  <a:pt x="2494015" y="119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Butthecouncildotrytoreachout">
            <a:extLst xmlns:a="http://schemas.openxmlformats.org/drawingml/2006/main">
              <a:ext uri="{FF2B5EF4-FFF2-40B4-BE49-F238E27FC236}">
                <a16:creationId xmlns:a16="http://schemas.microsoft.com/office/drawing/2014/main" id="{493D1371-7AE4-4572-960A-FBFE7A21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294" y="1614622"/>
            <a:ext cx="2440394" cy="153703"/>
          </a:xfrm>
          <a:custGeom xmlns:a="http://schemas.openxmlformats.org/drawingml/2006/main">
            <a:pathLst>
              <a:path w="2440394" h="153703">
                <a:moveTo>
                  <a:pt x="87715" y="87406"/>
                </a:moveTo>
                <a:cubicBezTo>
                  <a:pt x="87715" y="93158"/>
                  <a:pt x="86589" y="98065"/>
                  <a:pt x="84336" y="102125"/>
                </a:cubicBezTo>
                <a:cubicBezTo>
                  <a:pt x="82082" y="106184"/>
                  <a:pt x="79051" y="109490"/>
                  <a:pt x="75242" y="112043"/>
                </a:cubicBezTo>
                <a:cubicBezTo>
                  <a:pt x="71433" y="114597"/>
                  <a:pt x="67007" y="116465"/>
                  <a:pt x="61964" y="117649"/>
                </a:cubicBezTo>
                <a:cubicBezTo>
                  <a:pt x="56921" y="118831"/>
                  <a:pt x="51610" y="119422"/>
                  <a:pt x="46030" y="119422"/>
                </a:cubicBezTo>
                <a:lnTo>
                  <a:pt x="0" y="119422"/>
                </a:lnTo>
                <a:lnTo>
                  <a:pt x="0" y="5955"/>
                </a:lnTo>
                <a:lnTo>
                  <a:pt x="41202" y="5955"/>
                </a:lnTo>
                <a:cubicBezTo>
                  <a:pt x="47479" y="5955"/>
                  <a:pt x="53085" y="6478"/>
                  <a:pt x="58021" y="7524"/>
                </a:cubicBezTo>
                <a:cubicBezTo>
                  <a:pt x="62957" y="8569"/>
                  <a:pt x="67141" y="10217"/>
                  <a:pt x="70575" y="12468"/>
                </a:cubicBezTo>
                <a:cubicBezTo>
                  <a:pt x="74008" y="14720"/>
                  <a:pt x="76624" y="17574"/>
                  <a:pt x="78421" y="21031"/>
                </a:cubicBezTo>
                <a:cubicBezTo>
                  <a:pt x="80218" y="24488"/>
                  <a:pt x="81117" y="28629"/>
                  <a:pt x="81117" y="33454"/>
                </a:cubicBezTo>
                <a:cubicBezTo>
                  <a:pt x="81117" y="36616"/>
                  <a:pt x="80674" y="39591"/>
                  <a:pt x="79789" y="42379"/>
                </a:cubicBezTo>
                <a:cubicBezTo>
                  <a:pt x="78904" y="45165"/>
                  <a:pt x="77562" y="47698"/>
                  <a:pt x="75765" y="49976"/>
                </a:cubicBezTo>
                <a:cubicBezTo>
                  <a:pt x="73968" y="52255"/>
                  <a:pt x="71715" y="54211"/>
                  <a:pt x="69005" y="55846"/>
                </a:cubicBezTo>
                <a:cubicBezTo>
                  <a:pt x="66296" y="57480"/>
                  <a:pt x="63144" y="58700"/>
                  <a:pt x="59550" y="59505"/>
                </a:cubicBezTo>
                <a:cubicBezTo>
                  <a:pt x="64110" y="60043"/>
                  <a:pt x="68147" y="61091"/>
                  <a:pt x="71661" y="62651"/>
                </a:cubicBezTo>
                <a:cubicBezTo>
                  <a:pt x="75175" y="64210"/>
                  <a:pt x="78112" y="66199"/>
                  <a:pt x="80473" y="68618"/>
                </a:cubicBezTo>
                <a:cubicBezTo>
                  <a:pt x="82833" y="71037"/>
                  <a:pt x="84631" y="73846"/>
                  <a:pt x="85865" y="77045"/>
                </a:cubicBezTo>
                <a:cubicBezTo>
                  <a:pt x="87098" y="80244"/>
                  <a:pt x="87715" y="83698"/>
                  <a:pt x="87715" y="87406"/>
                </a:cubicBezTo>
                <a:moveTo>
                  <a:pt x="65666" y="35333"/>
                </a:moveTo>
                <a:cubicBezTo>
                  <a:pt x="65666" y="29243"/>
                  <a:pt x="63574" y="24890"/>
                  <a:pt x="59389" y="22273"/>
                </a:cubicBezTo>
                <a:cubicBezTo>
                  <a:pt x="55204" y="19656"/>
                  <a:pt x="49142" y="18348"/>
                  <a:pt x="41202" y="18348"/>
                </a:cubicBezTo>
                <a:lnTo>
                  <a:pt x="15370" y="18348"/>
                </a:lnTo>
                <a:lnTo>
                  <a:pt x="15370" y="54078"/>
                </a:lnTo>
                <a:lnTo>
                  <a:pt x="41202" y="54078"/>
                </a:lnTo>
                <a:cubicBezTo>
                  <a:pt x="45709" y="54078"/>
                  <a:pt x="49518" y="53638"/>
                  <a:pt x="52629" y="52757"/>
                </a:cubicBezTo>
                <a:cubicBezTo>
                  <a:pt x="55741" y="51876"/>
                  <a:pt x="58262" y="50620"/>
                  <a:pt x="60194" y="48990"/>
                </a:cubicBezTo>
                <a:cubicBezTo>
                  <a:pt x="62125" y="47361"/>
                  <a:pt x="63520" y="45398"/>
                  <a:pt x="64378" y="43103"/>
                </a:cubicBezTo>
                <a:cubicBezTo>
                  <a:pt x="65237" y="40806"/>
                  <a:pt x="65666" y="38216"/>
                  <a:pt x="65666" y="35333"/>
                </a:cubicBezTo>
                <a:moveTo>
                  <a:pt x="72184" y="86186"/>
                </a:moveTo>
                <a:cubicBezTo>
                  <a:pt x="72184" y="82592"/>
                  <a:pt x="71527" y="79534"/>
                  <a:pt x="70213" y="77013"/>
                </a:cubicBezTo>
                <a:cubicBezTo>
                  <a:pt x="68898" y="74491"/>
                  <a:pt x="67007" y="72426"/>
                  <a:pt x="64539" y="70816"/>
                </a:cubicBezTo>
                <a:cubicBezTo>
                  <a:pt x="62071" y="69207"/>
                  <a:pt x="59107" y="68026"/>
                  <a:pt x="55647" y="67275"/>
                </a:cubicBezTo>
                <a:cubicBezTo>
                  <a:pt x="52187" y="66524"/>
                  <a:pt x="48311" y="66149"/>
                  <a:pt x="44019" y="66149"/>
                </a:cubicBezTo>
                <a:lnTo>
                  <a:pt x="15370" y="66149"/>
                </a:lnTo>
                <a:lnTo>
                  <a:pt x="15370" y="107029"/>
                </a:lnTo>
                <a:lnTo>
                  <a:pt x="45226" y="107029"/>
                </a:lnTo>
                <a:cubicBezTo>
                  <a:pt x="49142" y="107029"/>
                  <a:pt x="52750" y="106707"/>
                  <a:pt x="56049" y="106063"/>
                </a:cubicBezTo>
                <a:cubicBezTo>
                  <a:pt x="59349" y="105419"/>
                  <a:pt x="62192" y="104293"/>
                  <a:pt x="64579" y="102683"/>
                </a:cubicBezTo>
                <a:cubicBezTo>
                  <a:pt x="66967" y="101074"/>
                  <a:pt x="68831" y="98928"/>
                  <a:pt x="70172" y="96246"/>
                </a:cubicBezTo>
                <a:cubicBezTo>
                  <a:pt x="71514" y="93563"/>
                  <a:pt x="72184" y="90210"/>
                  <a:pt x="72184" y="86186"/>
                </a:cubicBezTo>
                <a:close/>
                <a:moveTo>
                  <a:pt x="121676" y="32350"/>
                </a:moveTo>
                <a:lnTo>
                  <a:pt x="121676" y="87497"/>
                </a:lnTo>
                <a:cubicBezTo>
                  <a:pt x="121676" y="91731"/>
                  <a:pt x="121985" y="95269"/>
                  <a:pt x="122602" y="98109"/>
                </a:cubicBezTo>
                <a:cubicBezTo>
                  <a:pt x="123219" y="100949"/>
                  <a:pt x="124225" y="103240"/>
                  <a:pt x="125619" y="104982"/>
                </a:cubicBezTo>
                <a:cubicBezTo>
                  <a:pt x="127014" y="106724"/>
                  <a:pt x="128852" y="107957"/>
                  <a:pt x="131132" y="108681"/>
                </a:cubicBezTo>
                <a:cubicBezTo>
                  <a:pt x="133412" y="109404"/>
                  <a:pt x="136242" y="109765"/>
                  <a:pt x="139622" y="109765"/>
                </a:cubicBezTo>
                <a:cubicBezTo>
                  <a:pt x="143055" y="109765"/>
                  <a:pt x="146153" y="109162"/>
                  <a:pt x="148916" y="107957"/>
                </a:cubicBezTo>
                <a:cubicBezTo>
                  <a:pt x="151679" y="106750"/>
                  <a:pt x="154040" y="105008"/>
                  <a:pt x="155998" y="102731"/>
                </a:cubicBezTo>
                <a:cubicBezTo>
                  <a:pt x="157956" y="100453"/>
                  <a:pt x="159472" y="97639"/>
                  <a:pt x="160545" y="94289"/>
                </a:cubicBezTo>
                <a:cubicBezTo>
                  <a:pt x="161618" y="90939"/>
                  <a:pt x="162154" y="87094"/>
                  <a:pt x="162154" y="82754"/>
                </a:cubicBezTo>
                <a:lnTo>
                  <a:pt x="162154" y="32350"/>
                </a:lnTo>
                <a:lnTo>
                  <a:pt x="176639" y="32350"/>
                </a:lnTo>
                <a:lnTo>
                  <a:pt x="176639" y="100832"/>
                </a:lnTo>
                <a:cubicBezTo>
                  <a:pt x="176639" y="102657"/>
                  <a:pt x="176653" y="104574"/>
                  <a:pt x="176679" y="106586"/>
                </a:cubicBezTo>
                <a:cubicBezTo>
                  <a:pt x="176706" y="108598"/>
                  <a:pt x="176746" y="110503"/>
                  <a:pt x="176800" y="112300"/>
                </a:cubicBezTo>
                <a:cubicBezTo>
                  <a:pt x="176854" y="114097"/>
                  <a:pt x="176907" y="115639"/>
                  <a:pt x="176961" y="116927"/>
                </a:cubicBezTo>
                <a:cubicBezTo>
                  <a:pt x="177015" y="118215"/>
                  <a:pt x="177068" y="119046"/>
                  <a:pt x="177122" y="119422"/>
                </a:cubicBezTo>
                <a:lnTo>
                  <a:pt x="163442" y="119422"/>
                </a:lnTo>
                <a:cubicBezTo>
                  <a:pt x="163388" y="119152"/>
                  <a:pt x="163334" y="118424"/>
                  <a:pt x="163281" y="117239"/>
                </a:cubicBezTo>
                <a:cubicBezTo>
                  <a:pt x="163227" y="116052"/>
                  <a:pt x="163160" y="114690"/>
                  <a:pt x="163079" y="113152"/>
                </a:cubicBezTo>
                <a:cubicBezTo>
                  <a:pt x="162999" y="111615"/>
                  <a:pt x="162932" y="110051"/>
                  <a:pt x="162878" y="108460"/>
                </a:cubicBezTo>
                <a:cubicBezTo>
                  <a:pt x="162825" y="106867"/>
                  <a:pt x="162798" y="105532"/>
                  <a:pt x="162798" y="104454"/>
                </a:cubicBezTo>
                <a:lnTo>
                  <a:pt x="162556" y="104454"/>
                </a:lnTo>
                <a:cubicBezTo>
                  <a:pt x="161162" y="106987"/>
                  <a:pt x="159633" y="109278"/>
                  <a:pt x="157969" y="111327"/>
                </a:cubicBezTo>
                <a:cubicBezTo>
                  <a:pt x="156306" y="113375"/>
                  <a:pt x="154375" y="115114"/>
                  <a:pt x="152175" y="116542"/>
                </a:cubicBezTo>
                <a:cubicBezTo>
                  <a:pt x="149976" y="117971"/>
                  <a:pt x="147454" y="119075"/>
                  <a:pt x="144611" y="119857"/>
                </a:cubicBezTo>
                <a:cubicBezTo>
                  <a:pt x="141768" y="120640"/>
                  <a:pt x="138468" y="121031"/>
                  <a:pt x="134713" y="121031"/>
                </a:cubicBezTo>
                <a:cubicBezTo>
                  <a:pt x="129884" y="121031"/>
                  <a:pt x="125727" y="120441"/>
                  <a:pt x="122240" y="119261"/>
                </a:cubicBezTo>
                <a:cubicBezTo>
                  <a:pt x="118752" y="118080"/>
                  <a:pt x="115882" y="116256"/>
                  <a:pt x="113629" y="113789"/>
                </a:cubicBezTo>
                <a:cubicBezTo>
                  <a:pt x="111376" y="111321"/>
                  <a:pt x="109726" y="108155"/>
                  <a:pt x="108680" y="104293"/>
                </a:cubicBezTo>
                <a:cubicBezTo>
                  <a:pt x="107634" y="100430"/>
                  <a:pt x="107111" y="95789"/>
                  <a:pt x="107111" y="90371"/>
                </a:cubicBezTo>
                <a:lnTo>
                  <a:pt x="107111" y="32350"/>
                </a:lnTo>
                <a:lnTo>
                  <a:pt x="121676" y="32350"/>
                </a:lnTo>
                <a:close/>
                <a:moveTo>
                  <a:pt x="232623" y="118765"/>
                </a:moveTo>
                <a:cubicBezTo>
                  <a:pt x="230424" y="119359"/>
                  <a:pt x="228184" y="119831"/>
                  <a:pt x="225904" y="120181"/>
                </a:cubicBezTo>
                <a:cubicBezTo>
                  <a:pt x="223624" y="120533"/>
                  <a:pt x="220981" y="120709"/>
                  <a:pt x="217977" y="120709"/>
                </a:cubicBezTo>
                <a:cubicBezTo>
                  <a:pt x="206389" y="120709"/>
                  <a:pt x="200595" y="114144"/>
                  <a:pt x="200595" y="101014"/>
                </a:cubicBezTo>
                <a:lnTo>
                  <a:pt x="200595" y="42972"/>
                </a:lnTo>
                <a:lnTo>
                  <a:pt x="190536" y="42972"/>
                </a:lnTo>
                <a:lnTo>
                  <a:pt x="190536" y="32350"/>
                </a:lnTo>
                <a:lnTo>
                  <a:pt x="201158" y="32350"/>
                </a:lnTo>
                <a:lnTo>
                  <a:pt x="205423" y="12876"/>
                </a:lnTo>
                <a:lnTo>
                  <a:pt x="215080" y="12876"/>
                </a:lnTo>
                <a:lnTo>
                  <a:pt x="215080" y="32350"/>
                </a:lnTo>
                <a:lnTo>
                  <a:pt x="231175" y="32350"/>
                </a:lnTo>
                <a:lnTo>
                  <a:pt x="231175" y="42972"/>
                </a:lnTo>
                <a:lnTo>
                  <a:pt x="215080" y="42972"/>
                </a:lnTo>
                <a:lnTo>
                  <a:pt x="215080" y="97802"/>
                </a:lnTo>
                <a:cubicBezTo>
                  <a:pt x="215080" y="101977"/>
                  <a:pt x="215764" y="104907"/>
                  <a:pt x="217132" y="106594"/>
                </a:cubicBezTo>
                <a:cubicBezTo>
                  <a:pt x="218500" y="108279"/>
                  <a:pt x="220874" y="109121"/>
                  <a:pt x="224254" y="109121"/>
                </a:cubicBezTo>
                <a:cubicBezTo>
                  <a:pt x="225649" y="109121"/>
                  <a:pt x="227003" y="109014"/>
                  <a:pt x="228318" y="108799"/>
                </a:cubicBezTo>
                <a:cubicBezTo>
                  <a:pt x="229632" y="108585"/>
                  <a:pt x="231067" y="108316"/>
                  <a:pt x="232623" y="107995"/>
                </a:cubicBezTo>
                <a:lnTo>
                  <a:pt x="232623" y="118765"/>
                </a:lnTo>
                <a:close/>
                <a:moveTo>
                  <a:pt x="324257" y="118765"/>
                </a:moveTo>
                <a:cubicBezTo>
                  <a:pt x="322057" y="119359"/>
                  <a:pt x="319817" y="119831"/>
                  <a:pt x="317537" y="120181"/>
                </a:cubicBezTo>
                <a:cubicBezTo>
                  <a:pt x="315257" y="120533"/>
                  <a:pt x="312615" y="120709"/>
                  <a:pt x="309611" y="120709"/>
                </a:cubicBezTo>
                <a:cubicBezTo>
                  <a:pt x="298023" y="120709"/>
                  <a:pt x="292229" y="114144"/>
                  <a:pt x="292229" y="101014"/>
                </a:cubicBezTo>
                <a:lnTo>
                  <a:pt x="292229" y="42972"/>
                </a:lnTo>
                <a:lnTo>
                  <a:pt x="282170" y="42972"/>
                </a:lnTo>
                <a:lnTo>
                  <a:pt x="282170" y="32350"/>
                </a:lnTo>
                <a:lnTo>
                  <a:pt x="292792" y="32350"/>
                </a:lnTo>
                <a:lnTo>
                  <a:pt x="297057" y="12876"/>
                </a:lnTo>
                <a:lnTo>
                  <a:pt x="306714" y="12876"/>
                </a:lnTo>
                <a:lnTo>
                  <a:pt x="306714" y="32350"/>
                </a:lnTo>
                <a:lnTo>
                  <a:pt x="322808" y="32350"/>
                </a:lnTo>
                <a:lnTo>
                  <a:pt x="322808" y="42972"/>
                </a:lnTo>
                <a:lnTo>
                  <a:pt x="306714" y="42972"/>
                </a:lnTo>
                <a:lnTo>
                  <a:pt x="306714" y="97802"/>
                </a:lnTo>
                <a:cubicBezTo>
                  <a:pt x="306714" y="101977"/>
                  <a:pt x="307398" y="104907"/>
                  <a:pt x="308766" y="106594"/>
                </a:cubicBezTo>
                <a:cubicBezTo>
                  <a:pt x="310134" y="108279"/>
                  <a:pt x="312508" y="109121"/>
                  <a:pt x="315888" y="109121"/>
                </a:cubicBezTo>
                <a:cubicBezTo>
                  <a:pt x="317283" y="109121"/>
                  <a:pt x="318637" y="109014"/>
                  <a:pt x="319952" y="108799"/>
                </a:cubicBezTo>
                <a:cubicBezTo>
                  <a:pt x="321266" y="108585"/>
                  <a:pt x="322701" y="108316"/>
                  <a:pt x="324257" y="107995"/>
                </a:cubicBezTo>
                <a:lnTo>
                  <a:pt x="324257" y="118765"/>
                </a:lnTo>
                <a:close/>
                <a:moveTo>
                  <a:pt x="351001" y="47318"/>
                </a:moveTo>
                <a:cubicBezTo>
                  <a:pt x="352611" y="44352"/>
                  <a:pt x="354354" y="41832"/>
                  <a:pt x="356232" y="39756"/>
                </a:cubicBezTo>
                <a:cubicBezTo>
                  <a:pt x="358110" y="37681"/>
                  <a:pt x="360175" y="35970"/>
                  <a:pt x="362428" y="34623"/>
                </a:cubicBezTo>
                <a:cubicBezTo>
                  <a:pt x="364681" y="33276"/>
                  <a:pt x="367149" y="32291"/>
                  <a:pt x="369832" y="31671"/>
                </a:cubicBezTo>
                <a:cubicBezTo>
                  <a:pt x="372514" y="31051"/>
                  <a:pt x="375519" y="30741"/>
                  <a:pt x="378845" y="30741"/>
                </a:cubicBezTo>
                <a:cubicBezTo>
                  <a:pt x="384424" y="30741"/>
                  <a:pt x="388998" y="31492"/>
                  <a:pt x="392565" y="32994"/>
                </a:cubicBezTo>
                <a:cubicBezTo>
                  <a:pt x="396133" y="34496"/>
                  <a:pt x="398950" y="36602"/>
                  <a:pt x="401015" y="39311"/>
                </a:cubicBezTo>
                <a:cubicBezTo>
                  <a:pt x="403080" y="42020"/>
                  <a:pt x="404502" y="45253"/>
                  <a:pt x="405280" y="49008"/>
                </a:cubicBezTo>
                <a:cubicBezTo>
                  <a:pt x="406058" y="52763"/>
                  <a:pt x="406447" y="56894"/>
                  <a:pt x="406447" y="61401"/>
                </a:cubicBezTo>
                <a:lnTo>
                  <a:pt x="406447" y="119422"/>
                </a:lnTo>
                <a:lnTo>
                  <a:pt x="391881" y="119422"/>
                </a:lnTo>
                <a:lnTo>
                  <a:pt x="391881" y="64275"/>
                </a:lnTo>
                <a:cubicBezTo>
                  <a:pt x="391881" y="60577"/>
                  <a:pt x="391653" y="57334"/>
                  <a:pt x="391197" y="54548"/>
                </a:cubicBezTo>
                <a:cubicBezTo>
                  <a:pt x="390741" y="51762"/>
                  <a:pt x="389869" y="49444"/>
                  <a:pt x="388582" y="47595"/>
                </a:cubicBezTo>
                <a:cubicBezTo>
                  <a:pt x="387294" y="45745"/>
                  <a:pt x="385470" y="44352"/>
                  <a:pt x="383110" y="43415"/>
                </a:cubicBezTo>
                <a:cubicBezTo>
                  <a:pt x="380749" y="42476"/>
                  <a:pt x="377691" y="42007"/>
                  <a:pt x="373936" y="42007"/>
                </a:cubicBezTo>
                <a:cubicBezTo>
                  <a:pt x="370502" y="42007"/>
                  <a:pt x="367404" y="42623"/>
                  <a:pt x="364641" y="43855"/>
                </a:cubicBezTo>
                <a:cubicBezTo>
                  <a:pt x="361878" y="45087"/>
                  <a:pt x="359518" y="46829"/>
                  <a:pt x="357560" y="49081"/>
                </a:cubicBezTo>
                <a:cubicBezTo>
                  <a:pt x="355601" y="51332"/>
                  <a:pt x="354086" y="54066"/>
                  <a:pt x="353013" y="57282"/>
                </a:cubicBezTo>
                <a:cubicBezTo>
                  <a:pt x="351940" y="60497"/>
                  <a:pt x="351403" y="64114"/>
                  <a:pt x="351403" y="68133"/>
                </a:cubicBezTo>
                <a:lnTo>
                  <a:pt x="351403" y="119422"/>
                </a:lnTo>
                <a:lnTo>
                  <a:pt x="336918" y="119422"/>
                </a:lnTo>
                <a:lnTo>
                  <a:pt x="336918" y="0"/>
                </a:lnTo>
                <a:lnTo>
                  <a:pt x="351403" y="0"/>
                </a:lnTo>
                <a:lnTo>
                  <a:pt x="351403" y="31115"/>
                </a:lnTo>
                <a:cubicBezTo>
                  <a:pt x="351403" y="32889"/>
                  <a:pt x="351377" y="34663"/>
                  <a:pt x="351323" y="36437"/>
                </a:cubicBezTo>
                <a:cubicBezTo>
                  <a:pt x="351269" y="38209"/>
                  <a:pt x="351202" y="39847"/>
                  <a:pt x="351122" y="41353"/>
                </a:cubicBezTo>
                <a:cubicBezTo>
                  <a:pt x="351041" y="42857"/>
                  <a:pt x="350974" y="44133"/>
                  <a:pt x="350921" y="45183"/>
                </a:cubicBezTo>
                <a:cubicBezTo>
                  <a:pt x="350867" y="46231"/>
                  <a:pt x="350813" y="46942"/>
                  <a:pt x="350760" y="47318"/>
                </a:cubicBezTo>
                <a:lnTo>
                  <a:pt x="351001" y="47318"/>
                </a:lnTo>
                <a:close/>
                <a:moveTo>
                  <a:pt x="439335" y="78863"/>
                </a:moveTo>
                <a:cubicBezTo>
                  <a:pt x="439335" y="83424"/>
                  <a:pt x="439805" y="87622"/>
                  <a:pt x="440744" y="91457"/>
                </a:cubicBezTo>
                <a:cubicBezTo>
                  <a:pt x="441683" y="95293"/>
                  <a:pt x="443131" y="98593"/>
                  <a:pt x="445089" y="101356"/>
                </a:cubicBezTo>
                <a:cubicBezTo>
                  <a:pt x="447047" y="104118"/>
                  <a:pt x="449555" y="106264"/>
                  <a:pt x="452613" y="107793"/>
                </a:cubicBezTo>
                <a:cubicBezTo>
                  <a:pt x="455671" y="109322"/>
                  <a:pt x="459346" y="110087"/>
                  <a:pt x="463638" y="110087"/>
                </a:cubicBezTo>
                <a:cubicBezTo>
                  <a:pt x="469915" y="110087"/>
                  <a:pt x="474945" y="108826"/>
                  <a:pt x="478727" y="106305"/>
                </a:cubicBezTo>
                <a:cubicBezTo>
                  <a:pt x="482509" y="103783"/>
                  <a:pt x="485071" y="100591"/>
                  <a:pt x="486412" y="96728"/>
                </a:cubicBezTo>
                <a:lnTo>
                  <a:pt x="499127" y="100362"/>
                </a:lnTo>
                <a:cubicBezTo>
                  <a:pt x="498215" y="102785"/>
                  <a:pt x="496941" y="105221"/>
                  <a:pt x="495304" y="107670"/>
                </a:cubicBezTo>
                <a:cubicBezTo>
                  <a:pt x="493668" y="110118"/>
                  <a:pt x="491482" y="112324"/>
                  <a:pt x="488746" y="114289"/>
                </a:cubicBezTo>
                <a:cubicBezTo>
                  <a:pt x="486010" y="116254"/>
                  <a:pt x="482590" y="117869"/>
                  <a:pt x="478485" y="119135"/>
                </a:cubicBezTo>
                <a:cubicBezTo>
                  <a:pt x="474381" y="120399"/>
                  <a:pt x="469432" y="121031"/>
                  <a:pt x="463638" y="121031"/>
                </a:cubicBezTo>
                <a:cubicBezTo>
                  <a:pt x="450763" y="121031"/>
                  <a:pt x="440958" y="117195"/>
                  <a:pt x="434225" y="109524"/>
                </a:cubicBezTo>
                <a:cubicBezTo>
                  <a:pt x="427493" y="101852"/>
                  <a:pt x="424126" y="90451"/>
                  <a:pt x="424126" y="75323"/>
                </a:cubicBezTo>
                <a:cubicBezTo>
                  <a:pt x="424126" y="67168"/>
                  <a:pt x="425145" y="60261"/>
                  <a:pt x="427184" y="54601"/>
                </a:cubicBezTo>
                <a:cubicBezTo>
                  <a:pt x="429223" y="48941"/>
                  <a:pt x="432012" y="44341"/>
                  <a:pt x="435553" y="40800"/>
                </a:cubicBezTo>
                <a:cubicBezTo>
                  <a:pt x="439094" y="37259"/>
                  <a:pt x="443225" y="34697"/>
                  <a:pt x="447946" y="33115"/>
                </a:cubicBezTo>
                <a:cubicBezTo>
                  <a:pt x="452667" y="31532"/>
                  <a:pt x="457710" y="30741"/>
                  <a:pt x="463075" y="30741"/>
                </a:cubicBezTo>
                <a:cubicBezTo>
                  <a:pt x="470371" y="30741"/>
                  <a:pt x="476474" y="31919"/>
                  <a:pt x="481382" y="34276"/>
                </a:cubicBezTo>
                <a:cubicBezTo>
                  <a:pt x="486291" y="36632"/>
                  <a:pt x="490235" y="39885"/>
                  <a:pt x="493212" y="44036"/>
                </a:cubicBezTo>
                <a:cubicBezTo>
                  <a:pt x="496189" y="48187"/>
                  <a:pt x="498309" y="53075"/>
                  <a:pt x="499569" y="58700"/>
                </a:cubicBezTo>
                <a:cubicBezTo>
                  <a:pt x="500830" y="64323"/>
                  <a:pt x="501460" y="70401"/>
                  <a:pt x="501460" y="76935"/>
                </a:cubicBezTo>
                <a:lnTo>
                  <a:pt x="501460" y="78863"/>
                </a:lnTo>
                <a:lnTo>
                  <a:pt x="439335" y="78863"/>
                </a:lnTo>
                <a:moveTo>
                  <a:pt x="486493" y="67758"/>
                </a:moveTo>
                <a:cubicBezTo>
                  <a:pt x="485688" y="58640"/>
                  <a:pt x="483354" y="51988"/>
                  <a:pt x="479491" y="47803"/>
                </a:cubicBezTo>
                <a:cubicBezTo>
                  <a:pt x="475629" y="43617"/>
                  <a:pt x="470076" y="41524"/>
                  <a:pt x="462834" y="41524"/>
                </a:cubicBezTo>
                <a:cubicBezTo>
                  <a:pt x="460419" y="41524"/>
                  <a:pt x="457884" y="41910"/>
                  <a:pt x="455229" y="42683"/>
                </a:cubicBezTo>
                <a:cubicBezTo>
                  <a:pt x="452573" y="43456"/>
                  <a:pt x="450119" y="44829"/>
                  <a:pt x="447866" y="46802"/>
                </a:cubicBezTo>
                <a:cubicBezTo>
                  <a:pt x="445612" y="48776"/>
                  <a:pt x="443708" y="51456"/>
                  <a:pt x="442152" y="54842"/>
                </a:cubicBezTo>
                <a:cubicBezTo>
                  <a:pt x="440596" y="58227"/>
                  <a:pt x="439711" y="62532"/>
                  <a:pt x="439496" y="67758"/>
                </a:cubicBezTo>
                <a:lnTo>
                  <a:pt x="486493" y="67758"/>
                </a:lnTo>
                <a:close/>
                <a:moveTo>
                  <a:pt x="576705" y="75524"/>
                </a:moveTo>
                <a:cubicBezTo>
                  <a:pt x="576705" y="80508"/>
                  <a:pt x="577067" y="85090"/>
                  <a:pt x="577791" y="89270"/>
                </a:cubicBezTo>
                <a:cubicBezTo>
                  <a:pt x="578516" y="93449"/>
                  <a:pt x="579736" y="97053"/>
                  <a:pt x="581453" y="100081"/>
                </a:cubicBezTo>
                <a:cubicBezTo>
                  <a:pt x="583170" y="103107"/>
                  <a:pt x="585436" y="105450"/>
                  <a:pt x="588253" y="107112"/>
                </a:cubicBezTo>
                <a:cubicBezTo>
                  <a:pt x="591069" y="108773"/>
                  <a:pt x="594543" y="109604"/>
                  <a:pt x="598674" y="109604"/>
                </a:cubicBezTo>
                <a:cubicBezTo>
                  <a:pt x="603824" y="109604"/>
                  <a:pt x="608130" y="108209"/>
                  <a:pt x="611590" y="105419"/>
                </a:cubicBezTo>
                <a:cubicBezTo>
                  <a:pt x="615050" y="102630"/>
                  <a:pt x="617183" y="98338"/>
                  <a:pt x="617988" y="92544"/>
                </a:cubicBezTo>
                <a:lnTo>
                  <a:pt x="632634" y="93509"/>
                </a:lnTo>
                <a:cubicBezTo>
                  <a:pt x="632151" y="97104"/>
                  <a:pt x="631105" y="100564"/>
                  <a:pt x="629495" y="103890"/>
                </a:cubicBezTo>
                <a:cubicBezTo>
                  <a:pt x="627886" y="107217"/>
                  <a:pt x="625700" y="110140"/>
                  <a:pt x="622937" y="112662"/>
                </a:cubicBezTo>
                <a:cubicBezTo>
                  <a:pt x="620174" y="115183"/>
                  <a:pt x="616807" y="117209"/>
                  <a:pt x="612837" y="118738"/>
                </a:cubicBezTo>
                <a:cubicBezTo>
                  <a:pt x="608867" y="120267"/>
                  <a:pt x="604280" y="121031"/>
                  <a:pt x="599076" y="121031"/>
                </a:cubicBezTo>
                <a:cubicBezTo>
                  <a:pt x="592263" y="121031"/>
                  <a:pt x="586469" y="119878"/>
                  <a:pt x="581694" y="117571"/>
                </a:cubicBezTo>
                <a:cubicBezTo>
                  <a:pt x="576920" y="115264"/>
                  <a:pt x="573043" y="112085"/>
                  <a:pt x="570066" y="108035"/>
                </a:cubicBezTo>
                <a:cubicBezTo>
                  <a:pt x="567088" y="103984"/>
                  <a:pt x="564929" y="99210"/>
                  <a:pt x="563588" y="93711"/>
                </a:cubicBezTo>
                <a:cubicBezTo>
                  <a:pt x="562247" y="88212"/>
                  <a:pt x="561576" y="82243"/>
                  <a:pt x="561576" y="75805"/>
                </a:cubicBezTo>
                <a:cubicBezTo>
                  <a:pt x="561576" y="69958"/>
                  <a:pt x="562059" y="64794"/>
                  <a:pt x="563025" y="60314"/>
                </a:cubicBezTo>
                <a:cubicBezTo>
                  <a:pt x="563990" y="55835"/>
                  <a:pt x="565345" y="51918"/>
                  <a:pt x="567088" y="48565"/>
                </a:cubicBezTo>
                <a:cubicBezTo>
                  <a:pt x="568832" y="45212"/>
                  <a:pt x="570884" y="42396"/>
                  <a:pt x="573245" y="40116"/>
                </a:cubicBezTo>
                <a:cubicBezTo>
                  <a:pt x="575605" y="37836"/>
                  <a:pt x="578167" y="36012"/>
                  <a:pt x="580930" y="34644"/>
                </a:cubicBezTo>
                <a:cubicBezTo>
                  <a:pt x="583693" y="33276"/>
                  <a:pt x="586603" y="32283"/>
                  <a:pt x="589661" y="31666"/>
                </a:cubicBezTo>
                <a:cubicBezTo>
                  <a:pt x="592719" y="31049"/>
                  <a:pt x="595804" y="30741"/>
                  <a:pt x="598915" y="30741"/>
                </a:cubicBezTo>
                <a:cubicBezTo>
                  <a:pt x="603798" y="30741"/>
                  <a:pt x="608143" y="31410"/>
                  <a:pt x="611952" y="32747"/>
                </a:cubicBezTo>
                <a:cubicBezTo>
                  <a:pt x="615761" y="34084"/>
                  <a:pt x="619047" y="35915"/>
                  <a:pt x="621810" y="38242"/>
                </a:cubicBezTo>
                <a:cubicBezTo>
                  <a:pt x="624573" y="40569"/>
                  <a:pt x="626813" y="43311"/>
                  <a:pt x="628530" y="46468"/>
                </a:cubicBezTo>
                <a:cubicBezTo>
                  <a:pt x="630246" y="49623"/>
                  <a:pt x="631453" y="53019"/>
                  <a:pt x="632151" y="56655"/>
                </a:cubicBezTo>
                <a:lnTo>
                  <a:pt x="617263" y="57779"/>
                </a:lnTo>
                <a:cubicBezTo>
                  <a:pt x="616512" y="53000"/>
                  <a:pt x="614608" y="49203"/>
                  <a:pt x="611550" y="46390"/>
                </a:cubicBezTo>
                <a:cubicBezTo>
                  <a:pt x="608492" y="43575"/>
                  <a:pt x="604146" y="42168"/>
                  <a:pt x="598513" y="42168"/>
                </a:cubicBezTo>
                <a:cubicBezTo>
                  <a:pt x="594382" y="42168"/>
                  <a:pt x="590935" y="42851"/>
                  <a:pt x="588172" y="44217"/>
                </a:cubicBezTo>
                <a:cubicBezTo>
                  <a:pt x="585409" y="45584"/>
                  <a:pt x="583170" y="47647"/>
                  <a:pt x="581453" y="50406"/>
                </a:cubicBezTo>
                <a:cubicBezTo>
                  <a:pt x="579736" y="53166"/>
                  <a:pt x="578516" y="56635"/>
                  <a:pt x="577791" y="60815"/>
                </a:cubicBezTo>
                <a:cubicBezTo>
                  <a:pt x="577067" y="64994"/>
                  <a:pt x="576705" y="69897"/>
                  <a:pt x="576705" y="75524"/>
                </a:cubicBezTo>
                <a:close/>
                <a:moveTo>
                  <a:pt x="721717" y="75805"/>
                </a:moveTo>
                <a:cubicBezTo>
                  <a:pt x="721717" y="91042"/>
                  <a:pt x="718364" y="102388"/>
                  <a:pt x="711658" y="109845"/>
                </a:cubicBezTo>
                <a:cubicBezTo>
                  <a:pt x="704952" y="117303"/>
                  <a:pt x="695215" y="121031"/>
                  <a:pt x="682446" y="121031"/>
                </a:cubicBezTo>
                <a:cubicBezTo>
                  <a:pt x="676384" y="121031"/>
                  <a:pt x="670966" y="120119"/>
                  <a:pt x="666191" y="118295"/>
                </a:cubicBezTo>
                <a:cubicBezTo>
                  <a:pt x="661416" y="116471"/>
                  <a:pt x="657379" y="113681"/>
                  <a:pt x="654080" y="109926"/>
                </a:cubicBezTo>
                <a:cubicBezTo>
                  <a:pt x="650780" y="106170"/>
                  <a:pt x="648259" y="101463"/>
                  <a:pt x="646515" y="95803"/>
                </a:cubicBezTo>
                <a:cubicBezTo>
                  <a:pt x="644772" y="90143"/>
                  <a:pt x="643900" y="83477"/>
                  <a:pt x="643900" y="75805"/>
                </a:cubicBezTo>
                <a:cubicBezTo>
                  <a:pt x="643900" y="45762"/>
                  <a:pt x="656910" y="30741"/>
                  <a:pt x="682929" y="30741"/>
                </a:cubicBezTo>
                <a:cubicBezTo>
                  <a:pt x="689689" y="30741"/>
                  <a:pt x="695523" y="31679"/>
                  <a:pt x="700432" y="33557"/>
                </a:cubicBezTo>
                <a:cubicBezTo>
                  <a:pt x="705341" y="35435"/>
                  <a:pt x="709365" y="38251"/>
                  <a:pt x="712503" y="42007"/>
                </a:cubicBezTo>
                <a:cubicBezTo>
                  <a:pt x="715641" y="45762"/>
                  <a:pt x="717962" y="50456"/>
                  <a:pt x="719464" y="56090"/>
                </a:cubicBezTo>
                <a:cubicBezTo>
                  <a:pt x="720966" y="61723"/>
                  <a:pt x="721717" y="68295"/>
                  <a:pt x="721717" y="75805"/>
                </a:cubicBezTo>
                <a:moveTo>
                  <a:pt x="706508" y="75805"/>
                </a:moveTo>
                <a:cubicBezTo>
                  <a:pt x="706508" y="69061"/>
                  <a:pt x="705985" y="63495"/>
                  <a:pt x="704939" y="59107"/>
                </a:cubicBezTo>
                <a:cubicBezTo>
                  <a:pt x="703892" y="54718"/>
                  <a:pt x="702363" y="51213"/>
                  <a:pt x="700352" y="48591"/>
                </a:cubicBezTo>
                <a:cubicBezTo>
                  <a:pt x="698340" y="45967"/>
                  <a:pt x="695885" y="44133"/>
                  <a:pt x="692988" y="43091"/>
                </a:cubicBezTo>
                <a:cubicBezTo>
                  <a:pt x="690091" y="42046"/>
                  <a:pt x="686819" y="41524"/>
                  <a:pt x="683171" y="41524"/>
                </a:cubicBezTo>
                <a:cubicBezTo>
                  <a:pt x="679469" y="41524"/>
                  <a:pt x="676129" y="42073"/>
                  <a:pt x="673152" y="43171"/>
                </a:cubicBezTo>
                <a:cubicBezTo>
                  <a:pt x="670174" y="44268"/>
                  <a:pt x="667639" y="46141"/>
                  <a:pt x="665547" y="48792"/>
                </a:cubicBezTo>
                <a:cubicBezTo>
                  <a:pt x="663455" y="51441"/>
                  <a:pt x="661859" y="54960"/>
                  <a:pt x="660759" y="59349"/>
                </a:cubicBezTo>
                <a:cubicBezTo>
                  <a:pt x="659659" y="63736"/>
                  <a:pt x="659109" y="69222"/>
                  <a:pt x="659109" y="75805"/>
                </a:cubicBezTo>
                <a:cubicBezTo>
                  <a:pt x="659109" y="82550"/>
                  <a:pt x="659699" y="88130"/>
                  <a:pt x="660880" y="92546"/>
                </a:cubicBezTo>
                <a:cubicBezTo>
                  <a:pt x="662060" y="96961"/>
                  <a:pt x="663683" y="100480"/>
                  <a:pt x="665748" y="103103"/>
                </a:cubicBezTo>
                <a:cubicBezTo>
                  <a:pt x="667814" y="105725"/>
                  <a:pt x="670255" y="107572"/>
                  <a:pt x="673071" y="108643"/>
                </a:cubicBezTo>
                <a:cubicBezTo>
                  <a:pt x="675888" y="109713"/>
                  <a:pt x="678959" y="110248"/>
                  <a:pt x="682285" y="110248"/>
                </a:cubicBezTo>
                <a:cubicBezTo>
                  <a:pt x="685987" y="110248"/>
                  <a:pt x="689340" y="109726"/>
                  <a:pt x="692345" y="108684"/>
                </a:cubicBezTo>
                <a:cubicBezTo>
                  <a:pt x="695349" y="107639"/>
                  <a:pt x="697897" y="105806"/>
                  <a:pt x="699989" y="103184"/>
                </a:cubicBezTo>
                <a:cubicBezTo>
                  <a:pt x="702082" y="100560"/>
                  <a:pt x="703691" y="97028"/>
                  <a:pt x="704818" y="92587"/>
                </a:cubicBezTo>
                <a:cubicBezTo>
                  <a:pt x="705944" y="88144"/>
                  <a:pt x="706508" y="82550"/>
                  <a:pt x="706508" y="75805"/>
                </a:cubicBezTo>
                <a:close/>
                <a:moveTo>
                  <a:pt x="753881" y="32350"/>
                </a:moveTo>
                <a:lnTo>
                  <a:pt x="753881" y="87497"/>
                </a:lnTo>
                <a:cubicBezTo>
                  <a:pt x="753881" y="91731"/>
                  <a:pt x="754190" y="95269"/>
                  <a:pt x="754807" y="98109"/>
                </a:cubicBezTo>
                <a:cubicBezTo>
                  <a:pt x="755424" y="100949"/>
                  <a:pt x="756430" y="103240"/>
                  <a:pt x="757824" y="104982"/>
                </a:cubicBezTo>
                <a:cubicBezTo>
                  <a:pt x="759219" y="106724"/>
                  <a:pt x="761057" y="107957"/>
                  <a:pt x="763337" y="108681"/>
                </a:cubicBezTo>
                <a:cubicBezTo>
                  <a:pt x="765617" y="109404"/>
                  <a:pt x="768447" y="109765"/>
                  <a:pt x="771827" y="109765"/>
                </a:cubicBezTo>
                <a:cubicBezTo>
                  <a:pt x="775260" y="109765"/>
                  <a:pt x="778358" y="109162"/>
                  <a:pt x="781121" y="107957"/>
                </a:cubicBezTo>
                <a:cubicBezTo>
                  <a:pt x="783884" y="106750"/>
                  <a:pt x="786245" y="105008"/>
                  <a:pt x="788203" y="102731"/>
                </a:cubicBezTo>
                <a:cubicBezTo>
                  <a:pt x="790161" y="100453"/>
                  <a:pt x="791677" y="97639"/>
                  <a:pt x="792750" y="94289"/>
                </a:cubicBezTo>
                <a:cubicBezTo>
                  <a:pt x="793823" y="90939"/>
                  <a:pt x="794359" y="87094"/>
                  <a:pt x="794359" y="82754"/>
                </a:cubicBezTo>
                <a:lnTo>
                  <a:pt x="794359" y="32350"/>
                </a:lnTo>
                <a:lnTo>
                  <a:pt x="808844" y="32350"/>
                </a:lnTo>
                <a:lnTo>
                  <a:pt x="808844" y="100832"/>
                </a:lnTo>
                <a:cubicBezTo>
                  <a:pt x="808844" y="102657"/>
                  <a:pt x="808858" y="104574"/>
                  <a:pt x="808884" y="106586"/>
                </a:cubicBezTo>
                <a:cubicBezTo>
                  <a:pt x="808911" y="108598"/>
                  <a:pt x="808951" y="110503"/>
                  <a:pt x="809005" y="112300"/>
                </a:cubicBezTo>
                <a:cubicBezTo>
                  <a:pt x="809059" y="114097"/>
                  <a:pt x="809112" y="115639"/>
                  <a:pt x="809166" y="116927"/>
                </a:cubicBezTo>
                <a:cubicBezTo>
                  <a:pt x="809220" y="118215"/>
                  <a:pt x="809273" y="119046"/>
                  <a:pt x="809327" y="119422"/>
                </a:cubicBezTo>
                <a:lnTo>
                  <a:pt x="795647" y="119422"/>
                </a:lnTo>
                <a:cubicBezTo>
                  <a:pt x="795593" y="119152"/>
                  <a:pt x="795539" y="118424"/>
                  <a:pt x="795486" y="117239"/>
                </a:cubicBezTo>
                <a:cubicBezTo>
                  <a:pt x="795432" y="116052"/>
                  <a:pt x="795365" y="114690"/>
                  <a:pt x="795284" y="113152"/>
                </a:cubicBezTo>
                <a:cubicBezTo>
                  <a:pt x="795204" y="111615"/>
                  <a:pt x="795137" y="110051"/>
                  <a:pt x="795083" y="108460"/>
                </a:cubicBezTo>
                <a:cubicBezTo>
                  <a:pt x="795030" y="106867"/>
                  <a:pt x="795003" y="105532"/>
                  <a:pt x="795003" y="104454"/>
                </a:cubicBezTo>
                <a:lnTo>
                  <a:pt x="794761" y="104454"/>
                </a:lnTo>
                <a:cubicBezTo>
                  <a:pt x="793367" y="106987"/>
                  <a:pt x="791838" y="109278"/>
                  <a:pt x="790174" y="111327"/>
                </a:cubicBezTo>
                <a:cubicBezTo>
                  <a:pt x="788511" y="113375"/>
                  <a:pt x="786580" y="115114"/>
                  <a:pt x="784380" y="116542"/>
                </a:cubicBezTo>
                <a:cubicBezTo>
                  <a:pt x="782181" y="117971"/>
                  <a:pt x="779659" y="119075"/>
                  <a:pt x="776816" y="119857"/>
                </a:cubicBezTo>
                <a:cubicBezTo>
                  <a:pt x="773973" y="120640"/>
                  <a:pt x="770673" y="121031"/>
                  <a:pt x="766918" y="121031"/>
                </a:cubicBezTo>
                <a:cubicBezTo>
                  <a:pt x="762089" y="121031"/>
                  <a:pt x="757932" y="120441"/>
                  <a:pt x="754445" y="119261"/>
                </a:cubicBezTo>
                <a:cubicBezTo>
                  <a:pt x="750957" y="118080"/>
                  <a:pt x="748087" y="116256"/>
                  <a:pt x="745834" y="113789"/>
                </a:cubicBezTo>
                <a:cubicBezTo>
                  <a:pt x="743581" y="111321"/>
                  <a:pt x="741931" y="108155"/>
                  <a:pt x="740885" y="104293"/>
                </a:cubicBezTo>
                <a:cubicBezTo>
                  <a:pt x="739839" y="100430"/>
                  <a:pt x="739316" y="95789"/>
                  <a:pt x="739316" y="90371"/>
                </a:cubicBezTo>
                <a:lnTo>
                  <a:pt x="739316" y="32350"/>
                </a:lnTo>
                <a:lnTo>
                  <a:pt x="753881" y="32350"/>
                </a:lnTo>
                <a:close/>
                <a:moveTo>
                  <a:pt x="886636" y="119422"/>
                </a:moveTo>
                <a:lnTo>
                  <a:pt x="886636" y="64275"/>
                </a:lnTo>
                <a:cubicBezTo>
                  <a:pt x="886636" y="60040"/>
                  <a:pt x="886327" y="56503"/>
                  <a:pt x="885710" y="53663"/>
                </a:cubicBezTo>
                <a:cubicBezTo>
                  <a:pt x="885093" y="50823"/>
                  <a:pt x="884087" y="48532"/>
                  <a:pt x="882693" y="46790"/>
                </a:cubicBezTo>
                <a:cubicBezTo>
                  <a:pt x="881298" y="45048"/>
                  <a:pt x="879460" y="43816"/>
                  <a:pt x="877180" y="43093"/>
                </a:cubicBezTo>
                <a:cubicBezTo>
                  <a:pt x="874900" y="42369"/>
                  <a:pt x="872070" y="42007"/>
                  <a:pt x="868690" y="42007"/>
                </a:cubicBezTo>
                <a:cubicBezTo>
                  <a:pt x="865257" y="42007"/>
                  <a:pt x="862159" y="42610"/>
                  <a:pt x="859396" y="43817"/>
                </a:cubicBezTo>
                <a:cubicBezTo>
                  <a:pt x="856633" y="45023"/>
                  <a:pt x="854272" y="46765"/>
                  <a:pt x="852314" y="49043"/>
                </a:cubicBezTo>
                <a:cubicBezTo>
                  <a:pt x="850356" y="51320"/>
                  <a:pt x="848840" y="54133"/>
                  <a:pt x="847767" y="57483"/>
                </a:cubicBezTo>
                <a:cubicBezTo>
                  <a:pt x="846694" y="60832"/>
                  <a:pt x="846158" y="64678"/>
                  <a:pt x="846158" y="69018"/>
                </a:cubicBezTo>
                <a:lnTo>
                  <a:pt x="846158" y="119422"/>
                </a:lnTo>
                <a:lnTo>
                  <a:pt x="831673" y="119422"/>
                </a:lnTo>
                <a:lnTo>
                  <a:pt x="831673" y="50939"/>
                </a:lnTo>
                <a:cubicBezTo>
                  <a:pt x="831673" y="49115"/>
                  <a:pt x="831659" y="47197"/>
                  <a:pt x="831633" y="45185"/>
                </a:cubicBezTo>
                <a:cubicBezTo>
                  <a:pt x="831606" y="43174"/>
                  <a:pt x="831565" y="41269"/>
                  <a:pt x="831512" y="39472"/>
                </a:cubicBezTo>
                <a:cubicBezTo>
                  <a:pt x="831458" y="37675"/>
                  <a:pt x="831405" y="36132"/>
                  <a:pt x="831351" y="34845"/>
                </a:cubicBezTo>
                <a:cubicBezTo>
                  <a:pt x="831297" y="33557"/>
                  <a:pt x="831244" y="32726"/>
                  <a:pt x="831190" y="32350"/>
                </a:cubicBezTo>
                <a:lnTo>
                  <a:pt x="844870" y="32350"/>
                </a:lnTo>
                <a:cubicBezTo>
                  <a:pt x="844924" y="32620"/>
                  <a:pt x="844978" y="33348"/>
                  <a:pt x="845031" y="34535"/>
                </a:cubicBezTo>
                <a:cubicBezTo>
                  <a:pt x="845085" y="35721"/>
                  <a:pt x="845152" y="37082"/>
                  <a:pt x="845232" y="38619"/>
                </a:cubicBezTo>
                <a:cubicBezTo>
                  <a:pt x="845313" y="40157"/>
                  <a:pt x="845380" y="41722"/>
                  <a:pt x="845434" y="43315"/>
                </a:cubicBezTo>
                <a:cubicBezTo>
                  <a:pt x="845487" y="44906"/>
                  <a:pt x="845514" y="46240"/>
                  <a:pt x="845514" y="47318"/>
                </a:cubicBezTo>
                <a:lnTo>
                  <a:pt x="845756" y="47318"/>
                </a:lnTo>
                <a:cubicBezTo>
                  <a:pt x="847150" y="44785"/>
                  <a:pt x="848679" y="42494"/>
                  <a:pt x="850342" y="40445"/>
                </a:cubicBezTo>
                <a:cubicBezTo>
                  <a:pt x="852006" y="38396"/>
                  <a:pt x="853937" y="36658"/>
                  <a:pt x="856137" y="35230"/>
                </a:cubicBezTo>
                <a:cubicBezTo>
                  <a:pt x="858336" y="33801"/>
                  <a:pt x="860858" y="32696"/>
                  <a:pt x="863701" y="31915"/>
                </a:cubicBezTo>
                <a:cubicBezTo>
                  <a:pt x="866544" y="31132"/>
                  <a:pt x="869844" y="30741"/>
                  <a:pt x="873599" y="30741"/>
                </a:cubicBezTo>
                <a:cubicBezTo>
                  <a:pt x="878427" y="30741"/>
                  <a:pt x="882585" y="31331"/>
                  <a:pt x="886072" y="32511"/>
                </a:cubicBezTo>
                <a:cubicBezTo>
                  <a:pt x="889560" y="33691"/>
                  <a:pt x="892430" y="35515"/>
                  <a:pt x="894683" y="37983"/>
                </a:cubicBezTo>
                <a:cubicBezTo>
                  <a:pt x="896936" y="40451"/>
                  <a:pt x="898586" y="43630"/>
                  <a:pt x="899632" y="47519"/>
                </a:cubicBezTo>
                <a:cubicBezTo>
                  <a:pt x="900678" y="51409"/>
                  <a:pt x="901201" y="56036"/>
                  <a:pt x="901201" y="61401"/>
                </a:cubicBezTo>
                <a:lnTo>
                  <a:pt x="901201" y="119422"/>
                </a:lnTo>
                <a:lnTo>
                  <a:pt x="886636" y="119422"/>
                </a:lnTo>
                <a:close/>
                <a:moveTo>
                  <a:pt x="934009" y="75524"/>
                </a:moveTo>
                <a:cubicBezTo>
                  <a:pt x="934009" y="80508"/>
                  <a:pt x="934371" y="85090"/>
                  <a:pt x="935095" y="89270"/>
                </a:cubicBezTo>
                <a:cubicBezTo>
                  <a:pt x="935820" y="93449"/>
                  <a:pt x="937040" y="97053"/>
                  <a:pt x="938757" y="100081"/>
                </a:cubicBezTo>
                <a:cubicBezTo>
                  <a:pt x="940474" y="103107"/>
                  <a:pt x="942740" y="105450"/>
                  <a:pt x="945557" y="107112"/>
                </a:cubicBezTo>
                <a:cubicBezTo>
                  <a:pt x="948374" y="108773"/>
                  <a:pt x="951847" y="109604"/>
                  <a:pt x="955978" y="109604"/>
                </a:cubicBezTo>
                <a:cubicBezTo>
                  <a:pt x="961128" y="109604"/>
                  <a:pt x="965434" y="108209"/>
                  <a:pt x="968894" y="105419"/>
                </a:cubicBezTo>
                <a:cubicBezTo>
                  <a:pt x="972354" y="102630"/>
                  <a:pt x="974487" y="98338"/>
                  <a:pt x="975292" y="92544"/>
                </a:cubicBezTo>
                <a:lnTo>
                  <a:pt x="989938" y="93509"/>
                </a:lnTo>
                <a:cubicBezTo>
                  <a:pt x="989455" y="97104"/>
                  <a:pt x="988409" y="100564"/>
                  <a:pt x="986799" y="103890"/>
                </a:cubicBezTo>
                <a:cubicBezTo>
                  <a:pt x="985190" y="107217"/>
                  <a:pt x="983004" y="110140"/>
                  <a:pt x="980241" y="112662"/>
                </a:cubicBezTo>
                <a:cubicBezTo>
                  <a:pt x="977478" y="115183"/>
                  <a:pt x="974111" y="117209"/>
                  <a:pt x="970141" y="118738"/>
                </a:cubicBezTo>
                <a:cubicBezTo>
                  <a:pt x="966171" y="120267"/>
                  <a:pt x="961584" y="121031"/>
                  <a:pt x="956381" y="121031"/>
                </a:cubicBezTo>
                <a:cubicBezTo>
                  <a:pt x="949567" y="121031"/>
                  <a:pt x="943773" y="119878"/>
                  <a:pt x="938998" y="117571"/>
                </a:cubicBezTo>
                <a:cubicBezTo>
                  <a:pt x="934224" y="115264"/>
                  <a:pt x="930348" y="112085"/>
                  <a:pt x="927370" y="108035"/>
                </a:cubicBezTo>
                <a:cubicBezTo>
                  <a:pt x="924393" y="103984"/>
                  <a:pt x="922233" y="99210"/>
                  <a:pt x="920892" y="93711"/>
                </a:cubicBezTo>
                <a:cubicBezTo>
                  <a:pt x="919551" y="88212"/>
                  <a:pt x="918880" y="82243"/>
                  <a:pt x="918880" y="75805"/>
                </a:cubicBezTo>
                <a:cubicBezTo>
                  <a:pt x="918880" y="69958"/>
                  <a:pt x="919363" y="64794"/>
                  <a:pt x="920329" y="60314"/>
                </a:cubicBezTo>
                <a:cubicBezTo>
                  <a:pt x="921294" y="55835"/>
                  <a:pt x="922649" y="51918"/>
                  <a:pt x="924393" y="48565"/>
                </a:cubicBezTo>
                <a:cubicBezTo>
                  <a:pt x="926136" y="45212"/>
                  <a:pt x="928188" y="42396"/>
                  <a:pt x="930549" y="40116"/>
                </a:cubicBezTo>
                <a:cubicBezTo>
                  <a:pt x="932909" y="37836"/>
                  <a:pt x="935471" y="36012"/>
                  <a:pt x="938234" y="34644"/>
                </a:cubicBezTo>
                <a:cubicBezTo>
                  <a:pt x="940997" y="33276"/>
                  <a:pt x="943907" y="32283"/>
                  <a:pt x="946965" y="31666"/>
                </a:cubicBezTo>
                <a:cubicBezTo>
                  <a:pt x="950023" y="31049"/>
                  <a:pt x="953108" y="30741"/>
                  <a:pt x="956220" y="30741"/>
                </a:cubicBezTo>
                <a:cubicBezTo>
                  <a:pt x="961102" y="30741"/>
                  <a:pt x="965447" y="31410"/>
                  <a:pt x="969256" y="32747"/>
                </a:cubicBezTo>
                <a:cubicBezTo>
                  <a:pt x="973065" y="34084"/>
                  <a:pt x="976351" y="35915"/>
                  <a:pt x="979114" y="38242"/>
                </a:cubicBezTo>
                <a:cubicBezTo>
                  <a:pt x="981877" y="40569"/>
                  <a:pt x="984117" y="43311"/>
                  <a:pt x="985834" y="46468"/>
                </a:cubicBezTo>
                <a:cubicBezTo>
                  <a:pt x="987550" y="49623"/>
                  <a:pt x="988757" y="53019"/>
                  <a:pt x="989455" y="56655"/>
                </a:cubicBezTo>
                <a:lnTo>
                  <a:pt x="974567" y="57779"/>
                </a:lnTo>
                <a:cubicBezTo>
                  <a:pt x="973816" y="53000"/>
                  <a:pt x="971912" y="49203"/>
                  <a:pt x="968854" y="46390"/>
                </a:cubicBezTo>
                <a:cubicBezTo>
                  <a:pt x="965796" y="43575"/>
                  <a:pt x="961450" y="42168"/>
                  <a:pt x="955817" y="42168"/>
                </a:cubicBezTo>
                <a:cubicBezTo>
                  <a:pt x="951686" y="42168"/>
                  <a:pt x="948239" y="42851"/>
                  <a:pt x="945476" y="44217"/>
                </a:cubicBezTo>
                <a:cubicBezTo>
                  <a:pt x="942714" y="45584"/>
                  <a:pt x="940474" y="47647"/>
                  <a:pt x="938757" y="50406"/>
                </a:cubicBezTo>
                <a:cubicBezTo>
                  <a:pt x="937040" y="53166"/>
                  <a:pt x="935820" y="56635"/>
                  <a:pt x="935095" y="60815"/>
                </a:cubicBezTo>
                <a:cubicBezTo>
                  <a:pt x="934371" y="64994"/>
                  <a:pt x="934009" y="69897"/>
                  <a:pt x="934009" y="75524"/>
                </a:cubicBezTo>
                <a:close/>
                <a:moveTo>
                  <a:pt x="1005308" y="13841"/>
                </a:moveTo>
                <a:lnTo>
                  <a:pt x="1005308" y="0"/>
                </a:lnTo>
                <a:lnTo>
                  <a:pt x="1019793" y="0"/>
                </a:lnTo>
                <a:lnTo>
                  <a:pt x="1019793" y="13841"/>
                </a:lnTo>
                <a:lnTo>
                  <a:pt x="1005308" y="13841"/>
                </a:lnTo>
                <a:moveTo>
                  <a:pt x="1005308" y="119422"/>
                </a:moveTo>
                <a:lnTo>
                  <a:pt x="1005308" y="32350"/>
                </a:lnTo>
                <a:lnTo>
                  <a:pt x="1019793" y="32350"/>
                </a:lnTo>
                <a:lnTo>
                  <a:pt x="1019793" y="119422"/>
                </a:lnTo>
                <a:lnTo>
                  <a:pt x="1005308" y="119422"/>
                </a:lnTo>
                <a:close/>
                <a:moveTo>
                  <a:pt x="1041976" y="119422"/>
                </a:moveTo>
                <a:lnTo>
                  <a:pt x="1041976" y="0"/>
                </a:lnTo>
                <a:lnTo>
                  <a:pt x="1056461" y="0"/>
                </a:lnTo>
                <a:lnTo>
                  <a:pt x="1056461" y="119422"/>
                </a:lnTo>
                <a:lnTo>
                  <a:pt x="1041976" y="119422"/>
                </a:lnTo>
                <a:close/>
                <a:moveTo>
                  <a:pt x="1179343" y="105339"/>
                </a:moveTo>
                <a:cubicBezTo>
                  <a:pt x="1176661" y="110947"/>
                  <a:pt x="1173106" y="114965"/>
                  <a:pt x="1168680" y="117392"/>
                </a:cubicBezTo>
                <a:cubicBezTo>
                  <a:pt x="1164254" y="119818"/>
                  <a:pt x="1158769" y="121031"/>
                  <a:pt x="1152224" y="121031"/>
                </a:cubicBezTo>
                <a:cubicBezTo>
                  <a:pt x="1141226" y="121031"/>
                  <a:pt x="1133138" y="117329"/>
                  <a:pt x="1127961" y="109926"/>
                </a:cubicBezTo>
                <a:cubicBezTo>
                  <a:pt x="1122784" y="102522"/>
                  <a:pt x="1120195" y="91310"/>
                  <a:pt x="1120195" y="76288"/>
                </a:cubicBezTo>
                <a:cubicBezTo>
                  <a:pt x="1120195" y="45923"/>
                  <a:pt x="1130872" y="30741"/>
                  <a:pt x="1152224" y="30741"/>
                </a:cubicBezTo>
                <a:cubicBezTo>
                  <a:pt x="1158822" y="30741"/>
                  <a:pt x="1164321" y="31954"/>
                  <a:pt x="1168721" y="34382"/>
                </a:cubicBezTo>
                <a:cubicBezTo>
                  <a:pt x="1173120" y="36808"/>
                  <a:pt x="1176661" y="40664"/>
                  <a:pt x="1179343" y="45950"/>
                </a:cubicBezTo>
                <a:lnTo>
                  <a:pt x="1179504" y="45950"/>
                </a:lnTo>
                <a:cubicBezTo>
                  <a:pt x="1179504" y="45412"/>
                  <a:pt x="1179491" y="44565"/>
                  <a:pt x="1179464" y="43410"/>
                </a:cubicBezTo>
                <a:cubicBezTo>
                  <a:pt x="1179437" y="42255"/>
                  <a:pt x="1179410" y="41046"/>
                  <a:pt x="1179383" y="39784"/>
                </a:cubicBezTo>
                <a:cubicBezTo>
                  <a:pt x="1179356" y="38520"/>
                  <a:pt x="1179343" y="37323"/>
                  <a:pt x="1179343" y="36195"/>
                </a:cubicBezTo>
                <a:cubicBezTo>
                  <a:pt x="1179343" y="35067"/>
                  <a:pt x="1179343" y="34261"/>
                  <a:pt x="1179343" y="33778"/>
                </a:cubicBezTo>
                <a:lnTo>
                  <a:pt x="1179343" y="0"/>
                </a:lnTo>
                <a:lnTo>
                  <a:pt x="1193828" y="0"/>
                </a:lnTo>
                <a:lnTo>
                  <a:pt x="1193828" y="101476"/>
                </a:lnTo>
                <a:cubicBezTo>
                  <a:pt x="1193828" y="103569"/>
                  <a:pt x="1193842" y="105580"/>
                  <a:pt x="1193868" y="107512"/>
                </a:cubicBezTo>
                <a:cubicBezTo>
                  <a:pt x="1193895" y="109443"/>
                  <a:pt x="1193935" y="111213"/>
                  <a:pt x="1193989" y="112823"/>
                </a:cubicBezTo>
                <a:cubicBezTo>
                  <a:pt x="1194043" y="114432"/>
                  <a:pt x="1194096" y="115814"/>
                  <a:pt x="1194150" y="116967"/>
                </a:cubicBezTo>
                <a:cubicBezTo>
                  <a:pt x="1194204" y="118121"/>
                  <a:pt x="1194257" y="118939"/>
                  <a:pt x="1194311" y="119422"/>
                </a:cubicBezTo>
                <a:lnTo>
                  <a:pt x="1180470" y="119422"/>
                </a:lnTo>
                <a:cubicBezTo>
                  <a:pt x="1180362" y="118882"/>
                  <a:pt x="1180268" y="118113"/>
                  <a:pt x="1180188" y="117116"/>
                </a:cubicBezTo>
                <a:cubicBezTo>
                  <a:pt x="1180108" y="116116"/>
                  <a:pt x="1180027" y="114970"/>
                  <a:pt x="1179947" y="113675"/>
                </a:cubicBezTo>
                <a:cubicBezTo>
                  <a:pt x="1179866" y="112381"/>
                  <a:pt x="1179799" y="111019"/>
                  <a:pt x="1179745" y="109589"/>
                </a:cubicBezTo>
                <a:cubicBezTo>
                  <a:pt x="1179692" y="108159"/>
                  <a:pt x="1179665" y="106742"/>
                  <a:pt x="1179665" y="105339"/>
                </a:cubicBezTo>
                <a:lnTo>
                  <a:pt x="1179343" y="105339"/>
                </a:lnTo>
                <a:moveTo>
                  <a:pt x="1135405" y="75805"/>
                </a:moveTo>
                <a:cubicBezTo>
                  <a:pt x="1135405" y="81799"/>
                  <a:pt x="1135780" y="86937"/>
                  <a:pt x="1136531" y="91218"/>
                </a:cubicBezTo>
                <a:cubicBezTo>
                  <a:pt x="1137283" y="95500"/>
                  <a:pt x="1138490" y="99020"/>
                  <a:pt x="1140153" y="101778"/>
                </a:cubicBezTo>
                <a:cubicBezTo>
                  <a:pt x="1141816" y="104534"/>
                  <a:pt x="1143935" y="106554"/>
                  <a:pt x="1146510" y="107839"/>
                </a:cubicBezTo>
                <a:cubicBezTo>
                  <a:pt x="1149085" y="109123"/>
                  <a:pt x="1152224" y="109765"/>
                  <a:pt x="1155925" y="109765"/>
                </a:cubicBezTo>
                <a:cubicBezTo>
                  <a:pt x="1159734" y="109765"/>
                  <a:pt x="1163101" y="109150"/>
                  <a:pt x="1166025" y="107919"/>
                </a:cubicBezTo>
                <a:cubicBezTo>
                  <a:pt x="1168949" y="106687"/>
                  <a:pt x="1171390" y="104693"/>
                  <a:pt x="1173348" y="101936"/>
                </a:cubicBezTo>
                <a:cubicBezTo>
                  <a:pt x="1175306" y="99180"/>
                  <a:pt x="1176795" y="95582"/>
                  <a:pt x="1177814" y="91141"/>
                </a:cubicBezTo>
                <a:cubicBezTo>
                  <a:pt x="1178833" y="86698"/>
                  <a:pt x="1179343" y="81265"/>
                  <a:pt x="1179343" y="74842"/>
                </a:cubicBezTo>
                <a:cubicBezTo>
                  <a:pt x="1179343" y="68686"/>
                  <a:pt x="1178833" y="63480"/>
                  <a:pt x="1177814" y="59225"/>
                </a:cubicBezTo>
                <a:cubicBezTo>
                  <a:pt x="1176795" y="54970"/>
                  <a:pt x="1175293" y="51532"/>
                  <a:pt x="1173308" y="48910"/>
                </a:cubicBezTo>
                <a:cubicBezTo>
                  <a:pt x="1171323" y="46288"/>
                  <a:pt x="1168895" y="44402"/>
                  <a:pt x="1166025" y="43252"/>
                </a:cubicBezTo>
                <a:cubicBezTo>
                  <a:pt x="1163155" y="42100"/>
                  <a:pt x="1159842" y="41524"/>
                  <a:pt x="1156086" y="41524"/>
                </a:cubicBezTo>
                <a:cubicBezTo>
                  <a:pt x="1152546" y="41524"/>
                  <a:pt x="1149488" y="42140"/>
                  <a:pt x="1146912" y="43372"/>
                </a:cubicBezTo>
                <a:cubicBezTo>
                  <a:pt x="1144337" y="44603"/>
                  <a:pt x="1142191" y="46583"/>
                  <a:pt x="1140475" y="49312"/>
                </a:cubicBezTo>
                <a:cubicBezTo>
                  <a:pt x="1138758" y="52042"/>
                  <a:pt x="1137484" y="55587"/>
                  <a:pt x="1136652" y="59950"/>
                </a:cubicBezTo>
                <a:cubicBezTo>
                  <a:pt x="1135821" y="64312"/>
                  <a:pt x="1135405" y="69597"/>
                  <a:pt x="1135405" y="75805"/>
                </a:cubicBezTo>
                <a:close/>
                <a:moveTo>
                  <a:pt x="1289647" y="75805"/>
                </a:moveTo>
                <a:cubicBezTo>
                  <a:pt x="1289647" y="91042"/>
                  <a:pt x="1286294" y="102388"/>
                  <a:pt x="1279588" y="109845"/>
                </a:cubicBezTo>
                <a:cubicBezTo>
                  <a:pt x="1272882" y="117303"/>
                  <a:pt x="1263144" y="121031"/>
                  <a:pt x="1250376" y="121031"/>
                </a:cubicBezTo>
                <a:cubicBezTo>
                  <a:pt x="1244314" y="121031"/>
                  <a:pt x="1238895" y="120119"/>
                  <a:pt x="1234120" y="118295"/>
                </a:cubicBezTo>
                <a:cubicBezTo>
                  <a:pt x="1229346" y="116471"/>
                  <a:pt x="1225309" y="113681"/>
                  <a:pt x="1222009" y="109926"/>
                </a:cubicBezTo>
                <a:cubicBezTo>
                  <a:pt x="1218710" y="106170"/>
                  <a:pt x="1216188" y="101463"/>
                  <a:pt x="1214445" y="95803"/>
                </a:cubicBezTo>
                <a:cubicBezTo>
                  <a:pt x="1212701" y="90143"/>
                  <a:pt x="1211830" y="83477"/>
                  <a:pt x="1211830" y="75805"/>
                </a:cubicBezTo>
                <a:cubicBezTo>
                  <a:pt x="1211830" y="45762"/>
                  <a:pt x="1224839" y="30741"/>
                  <a:pt x="1250859" y="30741"/>
                </a:cubicBezTo>
                <a:cubicBezTo>
                  <a:pt x="1257619" y="30741"/>
                  <a:pt x="1263453" y="31679"/>
                  <a:pt x="1268362" y="33557"/>
                </a:cubicBezTo>
                <a:cubicBezTo>
                  <a:pt x="1273271" y="35435"/>
                  <a:pt x="1277294" y="38251"/>
                  <a:pt x="1280433" y="42007"/>
                </a:cubicBezTo>
                <a:cubicBezTo>
                  <a:pt x="1283571" y="45762"/>
                  <a:pt x="1285891" y="50456"/>
                  <a:pt x="1287394" y="56090"/>
                </a:cubicBezTo>
                <a:cubicBezTo>
                  <a:pt x="1288896" y="61723"/>
                  <a:pt x="1289647" y="68295"/>
                  <a:pt x="1289647" y="75805"/>
                </a:cubicBezTo>
                <a:moveTo>
                  <a:pt x="1274437" y="75805"/>
                </a:moveTo>
                <a:cubicBezTo>
                  <a:pt x="1274437" y="69061"/>
                  <a:pt x="1273914" y="63495"/>
                  <a:pt x="1272868" y="59107"/>
                </a:cubicBezTo>
                <a:cubicBezTo>
                  <a:pt x="1271822" y="54718"/>
                  <a:pt x="1270293" y="51213"/>
                  <a:pt x="1268281" y="48591"/>
                </a:cubicBezTo>
                <a:cubicBezTo>
                  <a:pt x="1266269" y="45967"/>
                  <a:pt x="1263815" y="44133"/>
                  <a:pt x="1260918" y="43091"/>
                </a:cubicBezTo>
                <a:cubicBezTo>
                  <a:pt x="1258021" y="42046"/>
                  <a:pt x="1254748" y="41524"/>
                  <a:pt x="1251100" y="41524"/>
                </a:cubicBezTo>
                <a:cubicBezTo>
                  <a:pt x="1247399" y="41524"/>
                  <a:pt x="1244059" y="42073"/>
                  <a:pt x="1241081" y="43171"/>
                </a:cubicBezTo>
                <a:cubicBezTo>
                  <a:pt x="1238104" y="44268"/>
                  <a:pt x="1235569" y="46141"/>
                  <a:pt x="1233477" y="48792"/>
                </a:cubicBezTo>
                <a:cubicBezTo>
                  <a:pt x="1231384" y="51441"/>
                  <a:pt x="1229788" y="54960"/>
                  <a:pt x="1228689" y="59349"/>
                </a:cubicBezTo>
                <a:cubicBezTo>
                  <a:pt x="1227589" y="63736"/>
                  <a:pt x="1227039" y="69222"/>
                  <a:pt x="1227039" y="75805"/>
                </a:cubicBezTo>
                <a:cubicBezTo>
                  <a:pt x="1227039" y="82550"/>
                  <a:pt x="1227629" y="88130"/>
                  <a:pt x="1228809" y="92546"/>
                </a:cubicBezTo>
                <a:cubicBezTo>
                  <a:pt x="1229990" y="96961"/>
                  <a:pt x="1231612" y="100480"/>
                  <a:pt x="1233678" y="103103"/>
                </a:cubicBezTo>
                <a:cubicBezTo>
                  <a:pt x="1235743" y="105725"/>
                  <a:pt x="1238184" y="107572"/>
                  <a:pt x="1241001" y="108643"/>
                </a:cubicBezTo>
                <a:cubicBezTo>
                  <a:pt x="1243817" y="109713"/>
                  <a:pt x="1246889" y="110248"/>
                  <a:pt x="1250215" y="110248"/>
                </a:cubicBezTo>
                <a:cubicBezTo>
                  <a:pt x="1253917" y="110248"/>
                  <a:pt x="1257270" y="109726"/>
                  <a:pt x="1260274" y="108684"/>
                </a:cubicBezTo>
                <a:cubicBezTo>
                  <a:pt x="1263278" y="107639"/>
                  <a:pt x="1265827" y="105806"/>
                  <a:pt x="1267919" y="103184"/>
                </a:cubicBezTo>
                <a:cubicBezTo>
                  <a:pt x="1270011" y="100560"/>
                  <a:pt x="1271621" y="97028"/>
                  <a:pt x="1272747" y="92587"/>
                </a:cubicBezTo>
                <a:cubicBezTo>
                  <a:pt x="1273874" y="88144"/>
                  <a:pt x="1274437" y="82550"/>
                  <a:pt x="1274437" y="75805"/>
                </a:cubicBezTo>
                <a:close/>
                <a:moveTo>
                  <a:pt x="1386941" y="118765"/>
                </a:moveTo>
                <a:cubicBezTo>
                  <a:pt x="1384741" y="119359"/>
                  <a:pt x="1382501" y="119831"/>
                  <a:pt x="1380221" y="120181"/>
                </a:cubicBezTo>
                <a:cubicBezTo>
                  <a:pt x="1377941" y="120533"/>
                  <a:pt x="1375299" y="120709"/>
                  <a:pt x="1372295" y="120709"/>
                </a:cubicBezTo>
                <a:cubicBezTo>
                  <a:pt x="1360707" y="120709"/>
                  <a:pt x="1354913" y="114144"/>
                  <a:pt x="1354913" y="101014"/>
                </a:cubicBezTo>
                <a:lnTo>
                  <a:pt x="1354913" y="42972"/>
                </a:lnTo>
                <a:lnTo>
                  <a:pt x="1344854" y="42972"/>
                </a:lnTo>
                <a:lnTo>
                  <a:pt x="1344854" y="32350"/>
                </a:lnTo>
                <a:lnTo>
                  <a:pt x="1355476" y="32350"/>
                </a:lnTo>
                <a:lnTo>
                  <a:pt x="1359741" y="12876"/>
                </a:lnTo>
                <a:lnTo>
                  <a:pt x="1369398" y="12876"/>
                </a:lnTo>
                <a:lnTo>
                  <a:pt x="1369398" y="32350"/>
                </a:lnTo>
                <a:lnTo>
                  <a:pt x="1385492" y="32350"/>
                </a:lnTo>
                <a:lnTo>
                  <a:pt x="1385492" y="42972"/>
                </a:lnTo>
                <a:lnTo>
                  <a:pt x="1369398" y="42972"/>
                </a:lnTo>
                <a:lnTo>
                  <a:pt x="1369398" y="97802"/>
                </a:lnTo>
                <a:cubicBezTo>
                  <a:pt x="1369398" y="101977"/>
                  <a:pt x="1370082" y="104907"/>
                  <a:pt x="1371450" y="106594"/>
                </a:cubicBezTo>
                <a:cubicBezTo>
                  <a:pt x="1372818" y="108279"/>
                  <a:pt x="1375192" y="109121"/>
                  <a:pt x="1378572" y="109121"/>
                </a:cubicBezTo>
                <a:cubicBezTo>
                  <a:pt x="1379967" y="109121"/>
                  <a:pt x="1381321" y="109014"/>
                  <a:pt x="1382636" y="108799"/>
                </a:cubicBezTo>
                <a:cubicBezTo>
                  <a:pt x="1383950" y="108585"/>
                  <a:pt x="1385385" y="108316"/>
                  <a:pt x="1386941" y="107995"/>
                </a:cubicBezTo>
                <a:lnTo>
                  <a:pt x="1386941" y="118765"/>
                </a:lnTo>
                <a:close/>
                <a:moveTo>
                  <a:pt x="1399603" y="119422"/>
                </a:moveTo>
                <a:lnTo>
                  <a:pt x="1399603" y="52629"/>
                </a:lnTo>
                <a:cubicBezTo>
                  <a:pt x="1399603" y="50805"/>
                  <a:pt x="1399589" y="48941"/>
                  <a:pt x="1399563" y="47036"/>
                </a:cubicBezTo>
                <a:cubicBezTo>
                  <a:pt x="1399536" y="45132"/>
                  <a:pt x="1399496" y="43294"/>
                  <a:pt x="1399442" y="41524"/>
                </a:cubicBezTo>
                <a:cubicBezTo>
                  <a:pt x="1399388" y="39754"/>
                  <a:pt x="1399335" y="38090"/>
                  <a:pt x="1399281" y="36535"/>
                </a:cubicBezTo>
                <a:cubicBezTo>
                  <a:pt x="1399227" y="34979"/>
                  <a:pt x="1399174" y="33584"/>
                  <a:pt x="1399120" y="32350"/>
                </a:cubicBezTo>
                <a:lnTo>
                  <a:pt x="1412800" y="32350"/>
                </a:lnTo>
                <a:cubicBezTo>
                  <a:pt x="1412854" y="33584"/>
                  <a:pt x="1412921" y="34992"/>
                  <a:pt x="1413002" y="36575"/>
                </a:cubicBezTo>
                <a:cubicBezTo>
                  <a:pt x="1413082" y="38158"/>
                  <a:pt x="1413163" y="39780"/>
                  <a:pt x="1413243" y="41444"/>
                </a:cubicBezTo>
                <a:cubicBezTo>
                  <a:pt x="1413324" y="43107"/>
                  <a:pt x="1413377" y="44703"/>
                  <a:pt x="1413404" y="46232"/>
                </a:cubicBezTo>
                <a:cubicBezTo>
                  <a:pt x="1413431" y="47761"/>
                  <a:pt x="1413444" y="49062"/>
                  <a:pt x="1413444" y="50135"/>
                </a:cubicBezTo>
                <a:lnTo>
                  <a:pt x="1413766" y="50135"/>
                </a:lnTo>
                <a:cubicBezTo>
                  <a:pt x="1414785" y="46808"/>
                  <a:pt x="1415872" y="43925"/>
                  <a:pt x="1417025" y="41484"/>
                </a:cubicBezTo>
                <a:cubicBezTo>
                  <a:pt x="1418179" y="39043"/>
                  <a:pt x="1419533" y="37031"/>
                  <a:pt x="1421089" y="35448"/>
                </a:cubicBezTo>
                <a:cubicBezTo>
                  <a:pt x="1422645" y="33866"/>
                  <a:pt x="1424496" y="32685"/>
                  <a:pt x="1426642" y="31907"/>
                </a:cubicBezTo>
                <a:cubicBezTo>
                  <a:pt x="1428788" y="31130"/>
                  <a:pt x="1431390" y="30741"/>
                  <a:pt x="1434448" y="30741"/>
                </a:cubicBezTo>
                <a:cubicBezTo>
                  <a:pt x="1435628" y="30741"/>
                  <a:pt x="1436755" y="30835"/>
                  <a:pt x="1437827" y="31025"/>
                </a:cubicBezTo>
                <a:cubicBezTo>
                  <a:pt x="1438900" y="31213"/>
                  <a:pt x="1439732" y="31388"/>
                  <a:pt x="1440322" y="31550"/>
                </a:cubicBezTo>
                <a:lnTo>
                  <a:pt x="1440322" y="44904"/>
                </a:lnTo>
                <a:cubicBezTo>
                  <a:pt x="1439356" y="44636"/>
                  <a:pt x="1438230" y="44434"/>
                  <a:pt x="1436942" y="44300"/>
                </a:cubicBezTo>
                <a:cubicBezTo>
                  <a:pt x="1435655" y="44166"/>
                  <a:pt x="1434206" y="44099"/>
                  <a:pt x="1432597" y="44099"/>
                </a:cubicBezTo>
                <a:cubicBezTo>
                  <a:pt x="1429271" y="44099"/>
                  <a:pt x="1426441" y="44849"/>
                  <a:pt x="1424107" y="46350"/>
                </a:cubicBezTo>
                <a:cubicBezTo>
                  <a:pt x="1421773" y="47850"/>
                  <a:pt x="1419869" y="49928"/>
                  <a:pt x="1418393" y="52581"/>
                </a:cubicBezTo>
                <a:cubicBezTo>
                  <a:pt x="1416918" y="55234"/>
                  <a:pt x="1415832" y="58396"/>
                  <a:pt x="1415134" y="62067"/>
                </a:cubicBezTo>
                <a:cubicBezTo>
                  <a:pt x="1414437" y="65737"/>
                  <a:pt x="1414088" y="69742"/>
                  <a:pt x="1414088" y="74083"/>
                </a:cubicBezTo>
                <a:lnTo>
                  <a:pt x="1414088" y="119422"/>
                </a:lnTo>
                <a:lnTo>
                  <a:pt x="1399603" y="119422"/>
                </a:lnTo>
                <a:close/>
                <a:moveTo>
                  <a:pt x="1491662" y="119422"/>
                </a:moveTo>
                <a:cubicBezTo>
                  <a:pt x="1489624" y="124691"/>
                  <a:pt x="1487545" y="129436"/>
                  <a:pt x="1485426" y="133658"/>
                </a:cubicBezTo>
                <a:cubicBezTo>
                  <a:pt x="1483307" y="137879"/>
                  <a:pt x="1480933" y="141482"/>
                  <a:pt x="1478304" y="144466"/>
                </a:cubicBezTo>
                <a:cubicBezTo>
                  <a:pt x="1475675" y="147452"/>
                  <a:pt x="1472751" y="149738"/>
                  <a:pt x="1469532" y="151324"/>
                </a:cubicBezTo>
                <a:cubicBezTo>
                  <a:pt x="1466314" y="152910"/>
                  <a:pt x="1462612" y="153703"/>
                  <a:pt x="1458427" y="153703"/>
                </a:cubicBezTo>
                <a:cubicBezTo>
                  <a:pt x="1456603" y="153703"/>
                  <a:pt x="1454913" y="153649"/>
                  <a:pt x="1453357" y="153542"/>
                </a:cubicBezTo>
                <a:cubicBezTo>
                  <a:pt x="1451802" y="153435"/>
                  <a:pt x="1450165" y="153193"/>
                  <a:pt x="1448449" y="152818"/>
                </a:cubicBezTo>
                <a:lnTo>
                  <a:pt x="1448449" y="141954"/>
                </a:lnTo>
                <a:cubicBezTo>
                  <a:pt x="1449468" y="142115"/>
                  <a:pt x="1450621" y="142236"/>
                  <a:pt x="1451909" y="142316"/>
                </a:cubicBezTo>
                <a:cubicBezTo>
                  <a:pt x="1453196" y="142397"/>
                  <a:pt x="1454296" y="142437"/>
                  <a:pt x="1455208" y="142437"/>
                </a:cubicBezTo>
                <a:cubicBezTo>
                  <a:pt x="1459447" y="142437"/>
                  <a:pt x="1463390" y="140848"/>
                  <a:pt x="1467038" y="137671"/>
                </a:cubicBezTo>
                <a:cubicBezTo>
                  <a:pt x="1470686" y="134496"/>
                  <a:pt x="1473878" y="129436"/>
                  <a:pt x="1476614" y="122492"/>
                </a:cubicBezTo>
                <a:lnTo>
                  <a:pt x="1477982" y="119019"/>
                </a:lnTo>
                <a:lnTo>
                  <a:pt x="1443459" y="32350"/>
                </a:lnTo>
                <a:lnTo>
                  <a:pt x="1458910" y="32350"/>
                </a:lnTo>
                <a:lnTo>
                  <a:pt x="1477258" y="80473"/>
                </a:lnTo>
                <a:cubicBezTo>
                  <a:pt x="1477794" y="81921"/>
                  <a:pt x="1478478" y="83853"/>
                  <a:pt x="1479310" y="86267"/>
                </a:cubicBezTo>
                <a:cubicBezTo>
                  <a:pt x="1480141" y="88681"/>
                  <a:pt x="1480973" y="91095"/>
                  <a:pt x="1481805" y="93509"/>
                </a:cubicBezTo>
                <a:cubicBezTo>
                  <a:pt x="1482636" y="95924"/>
                  <a:pt x="1483374" y="98096"/>
                  <a:pt x="1484018" y="100028"/>
                </a:cubicBezTo>
                <a:cubicBezTo>
                  <a:pt x="1484661" y="101959"/>
                  <a:pt x="1485037" y="103166"/>
                  <a:pt x="1485144" y="103649"/>
                </a:cubicBezTo>
                <a:cubicBezTo>
                  <a:pt x="1485305" y="103059"/>
                  <a:pt x="1485694" y="101892"/>
                  <a:pt x="1486311" y="100148"/>
                </a:cubicBezTo>
                <a:cubicBezTo>
                  <a:pt x="1486928" y="98405"/>
                  <a:pt x="1487625" y="96460"/>
                  <a:pt x="1488403" y="94314"/>
                </a:cubicBezTo>
                <a:cubicBezTo>
                  <a:pt x="1489181" y="92168"/>
                  <a:pt x="1489973" y="89995"/>
                  <a:pt x="1490777" y="87796"/>
                </a:cubicBezTo>
                <a:cubicBezTo>
                  <a:pt x="1491582" y="85596"/>
                  <a:pt x="1492253" y="83692"/>
                  <a:pt x="1492789" y="82082"/>
                </a:cubicBezTo>
                <a:lnTo>
                  <a:pt x="1509849" y="32350"/>
                </a:lnTo>
                <a:lnTo>
                  <a:pt x="1525139" y="32350"/>
                </a:lnTo>
                <a:lnTo>
                  <a:pt x="1491662" y="119422"/>
                </a:lnTo>
                <a:close/>
                <a:moveTo>
                  <a:pt x="1615859" y="118765"/>
                </a:moveTo>
                <a:cubicBezTo>
                  <a:pt x="1613659" y="119359"/>
                  <a:pt x="1611419" y="119831"/>
                  <a:pt x="1609139" y="120181"/>
                </a:cubicBezTo>
                <a:cubicBezTo>
                  <a:pt x="1606859" y="120533"/>
                  <a:pt x="1604217" y="120709"/>
                  <a:pt x="1601213" y="120709"/>
                </a:cubicBezTo>
                <a:cubicBezTo>
                  <a:pt x="1589625" y="120709"/>
                  <a:pt x="1583831" y="114144"/>
                  <a:pt x="1583831" y="101014"/>
                </a:cubicBezTo>
                <a:lnTo>
                  <a:pt x="1583831" y="42972"/>
                </a:lnTo>
                <a:lnTo>
                  <a:pt x="1573772" y="42972"/>
                </a:lnTo>
                <a:lnTo>
                  <a:pt x="1573772" y="32350"/>
                </a:lnTo>
                <a:lnTo>
                  <a:pt x="1584394" y="32350"/>
                </a:lnTo>
                <a:lnTo>
                  <a:pt x="1588659" y="12876"/>
                </a:lnTo>
                <a:lnTo>
                  <a:pt x="1598316" y="12876"/>
                </a:lnTo>
                <a:lnTo>
                  <a:pt x="1598316" y="32350"/>
                </a:lnTo>
                <a:lnTo>
                  <a:pt x="1614410" y="32350"/>
                </a:lnTo>
                <a:lnTo>
                  <a:pt x="1614410" y="42972"/>
                </a:lnTo>
                <a:lnTo>
                  <a:pt x="1598316" y="42972"/>
                </a:lnTo>
                <a:lnTo>
                  <a:pt x="1598316" y="97802"/>
                </a:lnTo>
                <a:cubicBezTo>
                  <a:pt x="1598316" y="101977"/>
                  <a:pt x="1599000" y="104907"/>
                  <a:pt x="1600368" y="106594"/>
                </a:cubicBezTo>
                <a:cubicBezTo>
                  <a:pt x="1601736" y="108279"/>
                  <a:pt x="1604110" y="109121"/>
                  <a:pt x="1607490" y="109121"/>
                </a:cubicBezTo>
                <a:cubicBezTo>
                  <a:pt x="1608885" y="109121"/>
                  <a:pt x="1610239" y="109014"/>
                  <a:pt x="1611554" y="108799"/>
                </a:cubicBezTo>
                <a:cubicBezTo>
                  <a:pt x="1612868" y="108585"/>
                  <a:pt x="1614303" y="108316"/>
                  <a:pt x="1615859" y="107995"/>
                </a:cubicBezTo>
                <a:lnTo>
                  <a:pt x="1615859" y="118765"/>
                </a:lnTo>
                <a:close/>
                <a:moveTo>
                  <a:pt x="1701832" y="75805"/>
                </a:moveTo>
                <a:cubicBezTo>
                  <a:pt x="1701832" y="91042"/>
                  <a:pt x="1698479" y="102388"/>
                  <a:pt x="1691773" y="109845"/>
                </a:cubicBezTo>
                <a:cubicBezTo>
                  <a:pt x="1685067" y="117303"/>
                  <a:pt x="1675330" y="121031"/>
                  <a:pt x="1662561" y="121031"/>
                </a:cubicBezTo>
                <a:cubicBezTo>
                  <a:pt x="1656499" y="121031"/>
                  <a:pt x="1651080" y="120119"/>
                  <a:pt x="1646306" y="118295"/>
                </a:cubicBezTo>
                <a:cubicBezTo>
                  <a:pt x="1641531" y="116471"/>
                  <a:pt x="1637494" y="113681"/>
                  <a:pt x="1634195" y="109926"/>
                </a:cubicBezTo>
                <a:cubicBezTo>
                  <a:pt x="1630895" y="106170"/>
                  <a:pt x="1628374" y="101463"/>
                  <a:pt x="1626630" y="95803"/>
                </a:cubicBezTo>
                <a:cubicBezTo>
                  <a:pt x="1624887" y="90143"/>
                  <a:pt x="1624015" y="83477"/>
                  <a:pt x="1624015" y="75805"/>
                </a:cubicBezTo>
                <a:cubicBezTo>
                  <a:pt x="1624015" y="45762"/>
                  <a:pt x="1637025" y="30741"/>
                  <a:pt x="1663044" y="30741"/>
                </a:cubicBezTo>
                <a:cubicBezTo>
                  <a:pt x="1669804" y="30741"/>
                  <a:pt x="1675638" y="31679"/>
                  <a:pt x="1680547" y="33557"/>
                </a:cubicBezTo>
                <a:cubicBezTo>
                  <a:pt x="1685456" y="35435"/>
                  <a:pt x="1689479" y="38251"/>
                  <a:pt x="1692618" y="42007"/>
                </a:cubicBezTo>
                <a:cubicBezTo>
                  <a:pt x="1695756" y="45762"/>
                  <a:pt x="1698077" y="50456"/>
                  <a:pt x="1699579" y="56090"/>
                </a:cubicBezTo>
                <a:cubicBezTo>
                  <a:pt x="1701081" y="61723"/>
                  <a:pt x="1701832" y="68295"/>
                  <a:pt x="1701832" y="75805"/>
                </a:cubicBezTo>
                <a:moveTo>
                  <a:pt x="1686623" y="75805"/>
                </a:moveTo>
                <a:cubicBezTo>
                  <a:pt x="1686623" y="69061"/>
                  <a:pt x="1686100" y="63495"/>
                  <a:pt x="1685053" y="59107"/>
                </a:cubicBezTo>
                <a:cubicBezTo>
                  <a:pt x="1684007" y="54718"/>
                  <a:pt x="1682478" y="51213"/>
                  <a:pt x="1680466" y="48591"/>
                </a:cubicBezTo>
                <a:cubicBezTo>
                  <a:pt x="1678455" y="45967"/>
                  <a:pt x="1676000" y="44133"/>
                  <a:pt x="1673103" y="43091"/>
                </a:cubicBezTo>
                <a:cubicBezTo>
                  <a:pt x="1670206" y="42046"/>
                  <a:pt x="1666934" y="41524"/>
                  <a:pt x="1663285" y="41524"/>
                </a:cubicBezTo>
                <a:cubicBezTo>
                  <a:pt x="1659584" y="41524"/>
                  <a:pt x="1656244" y="42073"/>
                  <a:pt x="1653267" y="43171"/>
                </a:cubicBezTo>
                <a:cubicBezTo>
                  <a:pt x="1650289" y="44268"/>
                  <a:pt x="1647754" y="46141"/>
                  <a:pt x="1645662" y="48792"/>
                </a:cubicBezTo>
                <a:cubicBezTo>
                  <a:pt x="1643570" y="51441"/>
                  <a:pt x="1641974" y="54960"/>
                  <a:pt x="1640874" y="59349"/>
                </a:cubicBezTo>
                <a:cubicBezTo>
                  <a:pt x="1639774" y="63736"/>
                  <a:pt x="1639224" y="69222"/>
                  <a:pt x="1639224" y="75805"/>
                </a:cubicBezTo>
                <a:cubicBezTo>
                  <a:pt x="1639224" y="82550"/>
                  <a:pt x="1639814" y="88130"/>
                  <a:pt x="1640995" y="92546"/>
                </a:cubicBezTo>
                <a:cubicBezTo>
                  <a:pt x="1642175" y="96961"/>
                  <a:pt x="1643798" y="100480"/>
                  <a:pt x="1645863" y="103103"/>
                </a:cubicBezTo>
                <a:cubicBezTo>
                  <a:pt x="1647929" y="105725"/>
                  <a:pt x="1650370" y="107572"/>
                  <a:pt x="1653186" y="108643"/>
                </a:cubicBezTo>
                <a:cubicBezTo>
                  <a:pt x="1656003" y="109713"/>
                  <a:pt x="1659074" y="110248"/>
                  <a:pt x="1662400" y="110248"/>
                </a:cubicBezTo>
                <a:cubicBezTo>
                  <a:pt x="1666102" y="110248"/>
                  <a:pt x="1669455" y="109726"/>
                  <a:pt x="1672459" y="108684"/>
                </a:cubicBezTo>
                <a:cubicBezTo>
                  <a:pt x="1675464" y="107639"/>
                  <a:pt x="1678012" y="105806"/>
                  <a:pt x="1680104" y="103184"/>
                </a:cubicBezTo>
                <a:cubicBezTo>
                  <a:pt x="1682197" y="100560"/>
                  <a:pt x="1683806" y="97028"/>
                  <a:pt x="1684933" y="92587"/>
                </a:cubicBezTo>
                <a:cubicBezTo>
                  <a:pt x="1686059" y="88144"/>
                  <a:pt x="1686623" y="82550"/>
                  <a:pt x="1686623" y="75805"/>
                </a:cubicBezTo>
                <a:close/>
                <a:moveTo>
                  <a:pt x="1765971" y="119422"/>
                </a:moveTo>
                <a:lnTo>
                  <a:pt x="1765971" y="52629"/>
                </a:lnTo>
                <a:cubicBezTo>
                  <a:pt x="1765971" y="50805"/>
                  <a:pt x="1765958" y="48941"/>
                  <a:pt x="1765931" y="47036"/>
                </a:cubicBezTo>
                <a:cubicBezTo>
                  <a:pt x="1765904" y="45132"/>
                  <a:pt x="1765864" y="43294"/>
                  <a:pt x="1765810" y="41524"/>
                </a:cubicBezTo>
                <a:cubicBezTo>
                  <a:pt x="1765757" y="39754"/>
                  <a:pt x="1765703" y="38090"/>
                  <a:pt x="1765649" y="36535"/>
                </a:cubicBezTo>
                <a:cubicBezTo>
                  <a:pt x="1765596" y="34979"/>
                  <a:pt x="1765542" y="33584"/>
                  <a:pt x="1765488" y="32350"/>
                </a:cubicBezTo>
                <a:lnTo>
                  <a:pt x="1779169" y="32350"/>
                </a:lnTo>
                <a:cubicBezTo>
                  <a:pt x="1779222" y="33584"/>
                  <a:pt x="1779290" y="34992"/>
                  <a:pt x="1779370" y="36575"/>
                </a:cubicBezTo>
                <a:cubicBezTo>
                  <a:pt x="1779450" y="38158"/>
                  <a:pt x="1779531" y="39780"/>
                  <a:pt x="1779611" y="41444"/>
                </a:cubicBezTo>
                <a:cubicBezTo>
                  <a:pt x="1779692" y="43107"/>
                  <a:pt x="1779746" y="44703"/>
                  <a:pt x="1779772" y="46232"/>
                </a:cubicBezTo>
                <a:cubicBezTo>
                  <a:pt x="1779799" y="47761"/>
                  <a:pt x="1779813" y="49062"/>
                  <a:pt x="1779813" y="50135"/>
                </a:cubicBezTo>
                <a:lnTo>
                  <a:pt x="1780134" y="50135"/>
                </a:lnTo>
                <a:cubicBezTo>
                  <a:pt x="1781154" y="46808"/>
                  <a:pt x="1782240" y="43925"/>
                  <a:pt x="1783394" y="41484"/>
                </a:cubicBezTo>
                <a:cubicBezTo>
                  <a:pt x="1784547" y="39043"/>
                  <a:pt x="1785902" y="37031"/>
                  <a:pt x="1787458" y="35448"/>
                </a:cubicBezTo>
                <a:cubicBezTo>
                  <a:pt x="1789013" y="33866"/>
                  <a:pt x="1790864" y="32685"/>
                  <a:pt x="1793010" y="31907"/>
                </a:cubicBezTo>
                <a:cubicBezTo>
                  <a:pt x="1795156" y="31130"/>
                  <a:pt x="1797758" y="30741"/>
                  <a:pt x="1800816" y="30741"/>
                </a:cubicBezTo>
                <a:cubicBezTo>
                  <a:pt x="1801996" y="30741"/>
                  <a:pt x="1803123" y="30835"/>
                  <a:pt x="1804196" y="31025"/>
                </a:cubicBezTo>
                <a:cubicBezTo>
                  <a:pt x="1805269" y="31213"/>
                  <a:pt x="1806100" y="31388"/>
                  <a:pt x="1806691" y="31550"/>
                </a:cubicBezTo>
                <a:lnTo>
                  <a:pt x="1806691" y="44904"/>
                </a:lnTo>
                <a:cubicBezTo>
                  <a:pt x="1805725" y="44636"/>
                  <a:pt x="1804598" y="44434"/>
                  <a:pt x="1803311" y="44300"/>
                </a:cubicBezTo>
                <a:cubicBezTo>
                  <a:pt x="1802023" y="44166"/>
                  <a:pt x="1800575" y="44099"/>
                  <a:pt x="1798965" y="44099"/>
                </a:cubicBezTo>
                <a:cubicBezTo>
                  <a:pt x="1795639" y="44099"/>
                  <a:pt x="1792809" y="44849"/>
                  <a:pt x="1790475" y="46350"/>
                </a:cubicBezTo>
                <a:cubicBezTo>
                  <a:pt x="1788142" y="47850"/>
                  <a:pt x="1786237" y="49928"/>
                  <a:pt x="1784762" y="52581"/>
                </a:cubicBezTo>
                <a:cubicBezTo>
                  <a:pt x="1783286" y="55234"/>
                  <a:pt x="1782200" y="58396"/>
                  <a:pt x="1781503" y="62067"/>
                </a:cubicBezTo>
                <a:cubicBezTo>
                  <a:pt x="1780805" y="65737"/>
                  <a:pt x="1780456" y="69742"/>
                  <a:pt x="1780456" y="74083"/>
                </a:cubicBezTo>
                <a:lnTo>
                  <a:pt x="1780456" y="119422"/>
                </a:lnTo>
                <a:lnTo>
                  <a:pt x="1765971" y="119422"/>
                </a:lnTo>
                <a:close/>
                <a:moveTo>
                  <a:pt x="1831636" y="78863"/>
                </a:moveTo>
                <a:cubicBezTo>
                  <a:pt x="1831636" y="83424"/>
                  <a:pt x="1832105" y="87622"/>
                  <a:pt x="1833044" y="91457"/>
                </a:cubicBezTo>
                <a:cubicBezTo>
                  <a:pt x="1833983" y="95293"/>
                  <a:pt x="1835431" y="98593"/>
                  <a:pt x="1837390" y="101356"/>
                </a:cubicBezTo>
                <a:cubicBezTo>
                  <a:pt x="1839348" y="104118"/>
                  <a:pt x="1841856" y="106264"/>
                  <a:pt x="1844914" y="107793"/>
                </a:cubicBezTo>
                <a:cubicBezTo>
                  <a:pt x="1847972" y="109322"/>
                  <a:pt x="1851647" y="110087"/>
                  <a:pt x="1855939" y="110087"/>
                </a:cubicBezTo>
                <a:cubicBezTo>
                  <a:pt x="1862215" y="110087"/>
                  <a:pt x="1867245" y="108826"/>
                  <a:pt x="1871027" y="106305"/>
                </a:cubicBezTo>
                <a:cubicBezTo>
                  <a:pt x="1874809" y="103783"/>
                  <a:pt x="1877371" y="100591"/>
                  <a:pt x="1878712" y="96728"/>
                </a:cubicBezTo>
                <a:lnTo>
                  <a:pt x="1891427" y="100362"/>
                </a:lnTo>
                <a:cubicBezTo>
                  <a:pt x="1890515" y="102785"/>
                  <a:pt x="1889241" y="105221"/>
                  <a:pt x="1887605" y="107670"/>
                </a:cubicBezTo>
                <a:cubicBezTo>
                  <a:pt x="1885968" y="110118"/>
                  <a:pt x="1883782" y="112324"/>
                  <a:pt x="1881046" y="114289"/>
                </a:cubicBezTo>
                <a:cubicBezTo>
                  <a:pt x="1878310" y="116254"/>
                  <a:pt x="1874890" y="117869"/>
                  <a:pt x="1870786" y="119135"/>
                </a:cubicBezTo>
                <a:cubicBezTo>
                  <a:pt x="1866682" y="120399"/>
                  <a:pt x="1861733" y="121031"/>
                  <a:pt x="1855939" y="121031"/>
                </a:cubicBezTo>
                <a:cubicBezTo>
                  <a:pt x="1843063" y="121031"/>
                  <a:pt x="1833259" y="117195"/>
                  <a:pt x="1826526" y="109524"/>
                </a:cubicBezTo>
                <a:cubicBezTo>
                  <a:pt x="1819793" y="101852"/>
                  <a:pt x="1816426" y="90451"/>
                  <a:pt x="1816426" y="75323"/>
                </a:cubicBezTo>
                <a:cubicBezTo>
                  <a:pt x="1816426" y="67168"/>
                  <a:pt x="1817446" y="60261"/>
                  <a:pt x="1819484" y="54601"/>
                </a:cubicBezTo>
                <a:cubicBezTo>
                  <a:pt x="1821523" y="48941"/>
                  <a:pt x="1824313" y="44341"/>
                  <a:pt x="1827854" y="40800"/>
                </a:cubicBezTo>
                <a:cubicBezTo>
                  <a:pt x="1831394" y="37259"/>
                  <a:pt x="1835525" y="34697"/>
                  <a:pt x="1840246" y="33115"/>
                </a:cubicBezTo>
                <a:cubicBezTo>
                  <a:pt x="1844967" y="31532"/>
                  <a:pt x="1850010" y="30741"/>
                  <a:pt x="1855375" y="30741"/>
                </a:cubicBezTo>
                <a:cubicBezTo>
                  <a:pt x="1862671" y="30741"/>
                  <a:pt x="1868774" y="31919"/>
                  <a:pt x="1873683" y="34276"/>
                </a:cubicBezTo>
                <a:cubicBezTo>
                  <a:pt x="1878592" y="36632"/>
                  <a:pt x="1882535" y="39885"/>
                  <a:pt x="1885512" y="44036"/>
                </a:cubicBezTo>
                <a:cubicBezTo>
                  <a:pt x="1888490" y="48187"/>
                  <a:pt x="1890609" y="53075"/>
                  <a:pt x="1891870" y="58700"/>
                </a:cubicBezTo>
                <a:cubicBezTo>
                  <a:pt x="1893130" y="64323"/>
                  <a:pt x="1893761" y="70401"/>
                  <a:pt x="1893761" y="76935"/>
                </a:cubicBezTo>
                <a:lnTo>
                  <a:pt x="1893761" y="78863"/>
                </a:lnTo>
                <a:lnTo>
                  <a:pt x="1831636" y="78863"/>
                </a:lnTo>
                <a:moveTo>
                  <a:pt x="1878793" y="67758"/>
                </a:moveTo>
                <a:cubicBezTo>
                  <a:pt x="1877988" y="58640"/>
                  <a:pt x="1875654" y="51988"/>
                  <a:pt x="1871792" y="47803"/>
                </a:cubicBezTo>
                <a:cubicBezTo>
                  <a:pt x="1867929" y="43617"/>
                  <a:pt x="1862376" y="41524"/>
                  <a:pt x="1855134" y="41524"/>
                </a:cubicBezTo>
                <a:cubicBezTo>
                  <a:pt x="1852720" y="41524"/>
                  <a:pt x="1850185" y="41910"/>
                  <a:pt x="1847529" y="42683"/>
                </a:cubicBezTo>
                <a:cubicBezTo>
                  <a:pt x="1844874" y="43456"/>
                  <a:pt x="1842419" y="44829"/>
                  <a:pt x="1840166" y="46802"/>
                </a:cubicBezTo>
                <a:cubicBezTo>
                  <a:pt x="1837913" y="48776"/>
                  <a:pt x="1836008" y="51456"/>
                  <a:pt x="1834452" y="54842"/>
                </a:cubicBezTo>
                <a:cubicBezTo>
                  <a:pt x="1832897" y="58227"/>
                  <a:pt x="1832011" y="62532"/>
                  <a:pt x="1831797" y="67758"/>
                </a:cubicBezTo>
                <a:lnTo>
                  <a:pt x="1878793" y="67758"/>
                </a:lnTo>
                <a:close/>
                <a:moveTo>
                  <a:pt x="1934374" y="121031"/>
                </a:moveTo>
                <a:cubicBezTo>
                  <a:pt x="1925629" y="121031"/>
                  <a:pt x="1919057" y="118724"/>
                  <a:pt x="1914658" y="114110"/>
                </a:cubicBezTo>
                <a:cubicBezTo>
                  <a:pt x="1910259" y="109497"/>
                  <a:pt x="1908059" y="103166"/>
                  <a:pt x="1908059" y="95119"/>
                </a:cubicBezTo>
                <a:cubicBezTo>
                  <a:pt x="1908059" y="89378"/>
                  <a:pt x="1909146" y="84671"/>
                  <a:pt x="1911318" y="80996"/>
                </a:cubicBezTo>
                <a:cubicBezTo>
                  <a:pt x="1913491" y="77321"/>
                  <a:pt x="1916335" y="74437"/>
                  <a:pt x="1919849" y="72345"/>
                </a:cubicBezTo>
                <a:cubicBezTo>
                  <a:pt x="1923363" y="70253"/>
                  <a:pt x="1927373" y="68804"/>
                  <a:pt x="1931879" y="68000"/>
                </a:cubicBezTo>
                <a:cubicBezTo>
                  <a:pt x="1936386" y="67195"/>
                  <a:pt x="1940973" y="66739"/>
                  <a:pt x="1945640" y="66632"/>
                </a:cubicBezTo>
                <a:lnTo>
                  <a:pt x="1965195" y="66310"/>
                </a:lnTo>
                <a:lnTo>
                  <a:pt x="1965195" y="61577"/>
                </a:lnTo>
                <a:cubicBezTo>
                  <a:pt x="1965195" y="57994"/>
                  <a:pt x="1964819" y="54946"/>
                  <a:pt x="1964068" y="52433"/>
                </a:cubicBezTo>
                <a:cubicBezTo>
                  <a:pt x="1963317" y="49920"/>
                  <a:pt x="1962164" y="47888"/>
                  <a:pt x="1960608" y="46337"/>
                </a:cubicBezTo>
                <a:cubicBezTo>
                  <a:pt x="1959052" y="44786"/>
                  <a:pt x="1957107" y="43651"/>
                  <a:pt x="1954774" y="42930"/>
                </a:cubicBezTo>
                <a:cubicBezTo>
                  <a:pt x="1952440" y="42207"/>
                  <a:pt x="1949691" y="41846"/>
                  <a:pt x="1946525" y="41846"/>
                </a:cubicBezTo>
                <a:cubicBezTo>
                  <a:pt x="1943736" y="41846"/>
                  <a:pt x="1941214" y="42045"/>
                  <a:pt x="1938961" y="42442"/>
                </a:cubicBezTo>
                <a:cubicBezTo>
                  <a:pt x="1936708" y="42839"/>
                  <a:pt x="1934749" y="43555"/>
                  <a:pt x="1933086" y="44589"/>
                </a:cubicBezTo>
                <a:cubicBezTo>
                  <a:pt x="1931423" y="45624"/>
                  <a:pt x="1930082" y="47030"/>
                  <a:pt x="1929063" y="48807"/>
                </a:cubicBezTo>
                <a:cubicBezTo>
                  <a:pt x="1928043" y="50582"/>
                  <a:pt x="1927373" y="52822"/>
                  <a:pt x="1927051" y="55526"/>
                </a:cubicBezTo>
                <a:lnTo>
                  <a:pt x="1911922" y="54163"/>
                </a:lnTo>
                <a:cubicBezTo>
                  <a:pt x="1912458" y="50740"/>
                  <a:pt x="1913478" y="47598"/>
                  <a:pt x="1914980" y="44738"/>
                </a:cubicBezTo>
                <a:cubicBezTo>
                  <a:pt x="1916482" y="41876"/>
                  <a:pt x="1918615" y="39403"/>
                  <a:pt x="1921378" y="37319"/>
                </a:cubicBezTo>
                <a:cubicBezTo>
                  <a:pt x="1924140" y="35234"/>
                  <a:pt x="1927601" y="33616"/>
                  <a:pt x="1931759" y="32466"/>
                </a:cubicBezTo>
                <a:cubicBezTo>
                  <a:pt x="1935916" y="31316"/>
                  <a:pt x="1940946" y="30741"/>
                  <a:pt x="1946847" y="30741"/>
                </a:cubicBezTo>
                <a:cubicBezTo>
                  <a:pt x="1957791" y="30741"/>
                  <a:pt x="1966027" y="33246"/>
                  <a:pt x="1971552" y="38257"/>
                </a:cubicBezTo>
                <a:cubicBezTo>
                  <a:pt x="1977078" y="43268"/>
                  <a:pt x="1979841" y="50517"/>
                  <a:pt x="1979841" y="60003"/>
                </a:cubicBezTo>
                <a:lnTo>
                  <a:pt x="1979841" y="97465"/>
                </a:lnTo>
                <a:cubicBezTo>
                  <a:pt x="1979841" y="101754"/>
                  <a:pt x="1980404" y="104984"/>
                  <a:pt x="1981531" y="107155"/>
                </a:cubicBezTo>
                <a:cubicBezTo>
                  <a:pt x="1982658" y="109324"/>
                  <a:pt x="1984804" y="110409"/>
                  <a:pt x="1987969" y="110409"/>
                </a:cubicBezTo>
                <a:cubicBezTo>
                  <a:pt x="1988774" y="110409"/>
                  <a:pt x="1989578" y="110355"/>
                  <a:pt x="1990383" y="110248"/>
                </a:cubicBezTo>
                <a:cubicBezTo>
                  <a:pt x="1991188" y="110140"/>
                  <a:pt x="1991966" y="110006"/>
                  <a:pt x="1992717" y="109845"/>
                </a:cubicBezTo>
                <a:lnTo>
                  <a:pt x="1992717" y="118929"/>
                </a:lnTo>
                <a:cubicBezTo>
                  <a:pt x="1990893" y="119361"/>
                  <a:pt x="1989082" y="119686"/>
                  <a:pt x="1987285" y="119902"/>
                </a:cubicBezTo>
                <a:cubicBezTo>
                  <a:pt x="1985488" y="120118"/>
                  <a:pt x="1983570" y="120226"/>
                  <a:pt x="1981531" y="120226"/>
                </a:cubicBezTo>
                <a:cubicBezTo>
                  <a:pt x="1978795" y="120226"/>
                  <a:pt x="1976448" y="119863"/>
                  <a:pt x="1974490" y="119135"/>
                </a:cubicBezTo>
                <a:cubicBezTo>
                  <a:pt x="1972531" y="118407"/>
                  <a:pt x="1970935" y="117303"/>
                  <a:pt x="1969701" y="115821"/>
                </a:cubicBezTo>
                <a:cubicBezTo>
                  <a:pt x="1968468" y="114338"/>
                  <a:pt x="1967529" y="112506"/>
                  <a:pt x="1966885" y="110323"/>
                </a:cubicBezTo>
                <a:cubicBezTo>
                  <a:pt x="1966241" y="108140"/>
                  <a:pt x="1965839" y="105594"/>
                  <a:pt x="1965678" y="102683"/>
                </a:cubicBezTo>
                <a:lnTo>
                  <a:pt x="1965195" y="102683"/>
                </a:lnTo>
                <a:cubicBezTo>
                  <a:pt x="1963639" y="105485"/>
                  <a:pt x="1961936" y="108017"/>
                  <a:pt x="1960085" y="110280"/>
                </a:cubicBezTo>
                <a:cubicBezTo>
                  <a:pt x="1958234" y="112544"/>
                  <a:pt x="1956075" y="114470"/>
                  <a:pt x="1953607" y="116059"/>
                </a:cubicBezTo>
                <a:cubicBezTo>
                  <a:pt x="1951139" y="117649"/>
                  <a:pt x="1948336" y="118874"/>
                  <a:pt x="1945197" y="119736"/>
                </a:cubicBezTo>
                <a:cubicBezTo>
                  <a:pt x="1942059" y="120599"/>
                  <a:pt x="1938451" y="121031"/>
                  <a:pt x="1934374" y="121031"/>
                </a:cubicBezTo>
                <a:moveTo>
                  <a:pt x="1937673" y="110087"/>
                </a:moveTo>
                <a:cubicBezTo>
                  <a:pt x="1942287" y="110087"/>
                  <a:pt x="1946324" y="109244"/>
                  <a:pt x="1949784" y="107559"/>
                </a:cubicBezTo>
                <a:cubicBezTo>
                  <a:pt x="1953245" y="105873"/>
                  <a:pt x="1956115" y="103719"/>
                  <a:pt x="1958395" y="101097"/>
                </a:cubicBezTo>
                <a:cubicBezTo>
                  <a:pt x="1960675" y="98473"/>
                  <a:pt x="1962378" y="95609"/>
                  <a:pt x="1963505" y="92506"/>
                </a:cubicBezTo>
                <a:cubicBezTo>
                  <a:pt x="1964632" y="89401"/>
                  <a:pt x="1965195" y="86430"/>
                  <a:pt x="1965195" y="83594"/>
                </a:cubicBezTo>
                <a:lnTo>
                  <a:pt x="1965195" y="76449"/>
                </a:lnTo>
                <a:lnTo>
                  <a:pt x="1949342" y="76771"/>
                </a:lnTo>
                <a:cubicBezTo>
                  <a:pt x="1945801" y="76825"/>
                  <a:pt x="1942435" y="77079"/>
                  <a:pt x="1939243" y="77533"/>
                </a:cubicBezTo>
                <a:cubicBezTo>
                  <a:pt x="1936050" y="77987"/>
                  <a:pt x="1933247" y="78884"/>
                  <a:pt x="1930833" y="80224"/>
                </a:cubicBezTo>
                <a:cubicBezTo>
                  <a:pt x="1928419" y="81562"/>
                  <a:pt x="1926501" y="83435"/>
                  <a:pt x="1925079" y="85844"/>
                </a:cubicBezTo>
                <a:cubicBezTo>
                  <a:pt x="1923658" y="88252"/>
                  <a:pt x="1922947" y="91409"/>
                  <a:pt x="1922947" y="95315"/>
                </a:cubicBezTo>
                <a:cubicBezTo>
                  <a:pt x="1922947" y="100024"/>
                  <a:pt x="1924221" y="103664"/>
                  <a:pt x="1926769" y="106234"/>
                </a:cubicBezTo>
                <a:cubicBezTo>
                  <a:pt x="1929318" y="108803"/>
                  <a:pt x="1932952" y="110087"/>
                  <a:pt x="1937673" y="110087"/>
                </a:cubicBezTo>
                <a:close/>
                <a:moveTo>
                  <a:pt x="2014822" y="75524"/>
                </a:moveTo>
                <a:cubicBezTo>
                  <a:pt x="2014822" y="80508"/>
                  <a:pt x="2015184" y="85090"/>
                  <a:pt x="2015909" y="89270"/>
                </a:cubicBezTo>
                <a:cubicBezTo>
                  <a:pt x="2016633" y="93449"/>
                  <a:pt x="2017853" y="97053"/>
                  <a:pt x="2019570" y="100081"/>
                </a:cubicBezTo>
                <a:cubicBezTo>
                  <a:pt x="2021287" y="103107"/>
                  <a:pt x="2023553" y="105450"/>
                  <a:pt x="2026370" y="107112"/>
                </a:cubicBezTo>
                <a:cubicBezTo>
                  <a:pt x="2029187" y="108773"/>
                  <a:pt x="2032660" y="109604"/>
                  <a:pt x="2036791" y="109604"/>
                </a:cubicBezTo>
                <a:cubicBezTo>
                  <a:pt x="2041942" y="109604"/>
                  <a:pt x="2046247" y="108209"/>
                  <a:pt x="2049707" y="105419"/>
                </a:cubicBezTo>
                <a:cubicBezTo>
                  <a:pt x="2053168" y="102630"/>
                  <a:pt x="2055300" y="98338"/>
                  <a:pt x="2056105" y="92544"/>
                </a:cubicBezTo>
                <a:lnTo>
                  <a:pt x="2070751" y="93509"/>
                </a:lnTo>
                <a:cubicBezTo>
                  <a:pt x="2070268" y="97104"/>
                  <a:pt x="2069222" y="100564"/>
                  <a:pt x="2067612" y="103890"/>
                </a:cubicBezTo>
                <a:cubicBezTo>
                  <a:pt x="2066003" y="107217"/>
                  <a:pt x="2063817" y="110140"/>
                  <a:pt x="2061054" y="112662"/>
                </a:cubicBezTo>
                <a:cubicBezTo>
                  <a:pt x="2058291" y="115183"/>
                  <a:pt x="2054924" y="117209"/>
                  <a:pt x="2050954" y="118738"/>
                </a:cubicBezTo>
                <a:cubicBezTo>
                  <a:pt x="2046985" y="120267"/>
                  <a:pt x="2042398" y="121031"/>
                  <a:pt x="2037194" y="121031"/>
                </a:cubicBezTo>
                <a:cubicBezTo>
                  <a:pt x="2030380" y="121031"/>
                  <a:pt x="2024586" y="119878"/>
                  <a:pt x="2019812" y="117571"/>
                </a:cubicBezTo>
                <a:cubicBezTo>
                  <a:pt x="2015037" y="115264"/>
                  <a:pt x="2011161" y="112085"/>
                  <a:pt x="2008183" y="108035"/>
                </a:cubicBezTo>
                <a:cubicBezTo>
                  <a:pt x="2005206" y="103984"/>
                  <a:pt x="2003046" y="99210"/>
                  <a:pt x="2001705" y="93711"/>
                </a:cubicBezTo>
                <a:cubicBezTo>
                  <a:pt x="2000364" y="88212"/>
                  <a:pt x="1999693" y="82243"/>
                  <a:pt x="1999693" y="75805"/>
                </a:cubicBezTo>
                <a:cubicBezTo>
                  <a:pt x="1999693" y="69958"/>
                  <a:pt x="2000176" y="64794"/>
                  <a:pt x="2001142" y="60314"/>
                </a:cubicBezTo>
                <a:cubicBezTo>
                  <a:pt x="2002107" y="55835"/>
                  <a:pt x="2003462" y="51918"/>
                  <a:pt x="2005206" y="48565"/>
                </a:cubicBezTo>
                <a:cubicBezTo>
                  <a:pt x="2006949" y="45212"/>
                  <a:pt x="2009001" y="42396"/>
                  <a:pt x="2011362" y="40116"/>
                </a:cubicBezTo>
                <a:cubicBezTo>
                  <a:pt x="2013722" y="37836"/>
                  <a:pt x="2016284" y="36012"/>
                  <a:pt x="2019047" y="34644"/>
                </a:cubicBezTo>
                <a:cubicBezTo>
                  <a:pt x="2021810" y="33276"/>
                  <a:pt x="2024720" y="32283"/>
                  <a:pt x="2027778" y="31666"/>
                </a:cubicBezTo>
                <a:cubicBezTo>
                  <a:pt x="2030836" y="31049"/>
                  <a:pt x="2033921" y="30741"/>
                  <a:pt x="2037033" y="30741"/>
                </a:cubicBezTo>
                <a:cubicBezTo>
                  <a:pt x="2041915" y="30741"/>
                  <a:pt x="2046260" y="31410"/>
                  <a:pt x="2050069" y="32747"/>
                </a:cubicBezTo>
                <a:cubicBezTo>
                  <a:pt x="2053878" y="34084"/>
                  <a:pt x="2057164" y="35915"/>
                  <a:pt x="2059927" y="38242"/>
                </a:cubicBezTo>
                <a:cubicBezTo>
                  <a:pt x="2062690" y="40569"/>
                  <a:pt x="2064930" y="43311"/>
                  <a:pt x="2066647" y="46468"/>
                </a:cubicBezTo>
                <a:cubicBezTo>
                  <a:pt x="2068363" y="49623"/>
                  <a:pt x="2069571" y="53019"/>
                  <a:pt x="2070268" y="56655"/>
                </a:cubicBezTo>
                <a:lnTo>
                  <a:pt x="2055381" y="57779"/>
                </a:lnTo>
                <a:cubicBezTo>
                  <a:pt x="2054629" y="53000"/>
                  <a:pt x="2052725" y="49203"/>
                  <a:pt x="2049667" y="46390"/>
                </a:cubicBezTo>
                <a:cubicBezTo>
                  <a:pt x="2046609" y="43575"/>
                  <a:pt x="2042263" y="42168"/>
                  <a:pt x="2036630" y="42168"/>
                </a:cubicBezTo>
                <a:cubicBezTo>
                  <a:pt x="2032499" y="42168"/>
                  <a:pt x="2029052" y="42851"/>
                  <a:pt x="2026290" y="44217"/>
                </a:cubicBezTo>
                <a:cubicBezTo>
                  <a:pt x="2023527" y="45584"/>
                  <a:pt x="2021287" y="47647"/>
                  <a:pt x="2019570" y="50406"/>
                </a:cubicBezTo>
                <a:cubicBezTo>
                  <a:pt x="2017853" y="53166"/>
                  <a:pt x="2016633" y="56635"/>
                  <a:pt x="2015909" y="60815"/>
                </a:cubicBezTo>
                <a:cubicBezTo>
                  <a:pt x="2015184" y="64994"/>
                  <a:pt x="2014822" y="69897"/>
                  <a:pt x="2014822" y="75524"/>
                </a:cubicBezTo>
                <a:close/>
                <a:moveTo>
                  <a:pt x="2100605" y="47318"/>
                </a:moveTo>
                <a:cubicBezTo>
                  <a:pt x="2102215" y="44352"/>
                  <a:pt x="2103959" y="41832"/>
                  <a:pt x="2105836" y="39756"/>
                </a:cubicBezTo>
                <a:cubicBezTo>
                  <a:pt x="2107714" y="37681"/>
                  <a:pt x="2109779" y="35970"/>
                  <a:pt x="2112033" y="34623"/>
                </a:cubicBezTo>
                <a:cubicBezTo>
                  <a:pt x="2114286" y="33276"/>
                  <a:pt x="2116754" y="32291"/>
                  <a:pt x="2119436" y="31671"/>
                </a:cubicBezTo>
                <a:cubicBezTo>
                  <a:pt x="2122119" y="31051"/>
                  <a:pt x="2125123" y="30741"/>
                  <a:pt x="2128449" y="30741"/>
                </a:cubicBezTo>
                <a:cubicBezTo>
                  <a:pt x="2134029" y="30741"/>
                  <a:pt x="2138602" y="31492"/>
                  <a:pt x="2142170" y="32994"/>
                </a:cubicBezTo>
                <a:cubicBezTo>
                  <a:pt x="2145737" y="34496"/>
                  <a:pt x="2148554" y="36602"/>
                  <a:pt x="2150619" y="39311"/>
                </a:cubicBezTo>
                <a:cubicBezTo>
                  <a:pt x="2152685" y="42020"/>
                  <a:pt x="2154107" y="45253"/>
                  <a:pt x="2154884" y="49008"/>
                </a:cubicBezTo>
                <a:cubicBezTo>
                  <a:pt x="2155662" y="52763"/>
                  <a:pt x="2156051" y="56894"/>
                  <a:pt x="2156051" y="61401"/>
                </a:cubicBezTo>
                <a:lnTo>
                  <a:pt x="2156051" y="119422"/>
                </a:lnTo>
                <a:lnTo>
                  <a:pt x="2141486" y="119422"/>
                </a:lnTo>
                <a:lnTo>
                  <a:pt x="2141486" y="64275"/>
                </a:lnTo>
                <a:cubicBezTo>
                  <a:pt x="2141486" y="60577"/>
                  <a:pt x="2141258" y="57334"/>
                  <a:pt x="2140802" y="54548"/>
                </a:cubicBezTo>
                <a:cubicBezTo>
                  <a:pt x="2140346" y="51762"/>
                  <a:pt x="2139474" y="49444"/>
                  <a:pt x="2138186" y="47595"/>
                </a:cubicBezTo>
                <a:cubicBezTo>
                  <a:pt x="2136899" y="45745"/>
                  <a:pt x="2135075" y="44352"/>
                  <a:pt x="2132714" y="43415"/>
                </a:cubicBezTo>
                <a:cubicBezTo>
                  <a:pt x="2130354" y="42476"/>
                  <a:pt x="2127296" y="42007"/>
                  <a:pt x="2123540" y="42007"/>
                </a:cubicBezTo>
                <a:cubicBezTo>
                  <a:pt x="2120107" y="42007"/>
                  <a:pt x="2117009" y="42623"/>
                  <a:pt x="2114246" y="43855"/>
                </a:cubicBezTo>
                <a:cubicBezTo>
                  <a:pt x="2111483" y="45087"/>
                  <a:pt x="2109122" y="46829"/>
                  <a:pt x="2107164" y="49081"/>
                </a:cubicBezTo>
                <a:cubicBezTo>
                  <a:pt x="2105206" y="51332"/>
                  <a:pt x="2103690" y="54066"/>
                  <a:pt x="2102617" y="57282"/>
                </a:cubicBezTo>
                <a:cubicBezTo>
                  <a:pt x="2101544" y="60497"/>
                  <a:pt x="2101008" y="64114"/>
                  <a:pt x="2101008" y="68133"/>
                </a:cubicBezTo>
                <a:lnTo>
                  <a:pt x="2101008" y="119422"/>
                </a:lnTo>
                <a:lnTo>
                  <a:pt x="2086523" y="119422"/>
                </a:lnTo>
                <a:lnTo>
                  <a:pt x="2086523" y="0"/>
                </a:lnTo>
                <a:lnTo>
                  <a:pt x="2101008" y="0"/>
                </a:lnTo>
                <a:lnTo>
                  <a:pt x="2101008" y="31115"/>
                </a:lnTo>
                <a:cubicBezTo>
                  <a:pt x="2101008" y="32889"/>
                  <a:pt x="2100981" y="34663"/>
                  <a:pt x="2100927" y="36437"/>
                </a:cubicBezTo>
                <a:cubicBezTo>
                  <a:pt x="2100874" y="38209"/>
                  <a:pt x="2100807" y="39847"/>
                  <a:pt x="2100726" y="41353"/>
                </a:cubicBezTo>
                <a:cubicBezTo>
                  <a:pt x="2100646" y="42857"/>
                  <a:pt x="2100579" y="44133"/>
                  <a:pt x="2100525" y="45183"/>
                </a:cubicBezTo>
                <a:cubicBezTo>
                  <a:pt x="2100471" y="46231"/>
                  <a:pt x="2100418" y="46942"/>
                  <a:pt x="2100364" y="47318"/>
                </a:cubicBezTo>
                <a:lnTo>
                  <a:pt x="2100605" y="47318"/>
                </a:lnTo>
                <a:close/>
                <a:moveTo>
                  <a:pt x="2297284" y="75805"/>
                </a:moveTo>
                <a:cubicBezTo>
                  <a:pt x="2297284" y="91042"/>
                  <a:pt x="2293931" y="102388"/>
                  <a:pt x="2287224" y="109845"/>
                </a:cubicBezTo>
                <a:cubicBezTo>
                  <a:pt x="2280518" y="117303"/>
                  <a:pt x="2270781" y="121031"/>
                  <a:pt x="2258013" y="121031"/>
                </a:cubicBezTo>
                <a:cubicBezTo>
                  <a:pt x="2251951" y="121031"/>
                  <a:pt x="2246532" y="120119"/>
                  <a:pt x="2241757" y="118295"/>
                </a:cubicBezTo>
                <a:cubicBezTo>
                  <a:pt x="2236983" y="116471"/>
                  <a:pt x="2232946" y="113681"/>
                  <a:pt x="2229646" y="109926"/>
                </a:cubicBezTo>
                <a:cubicBezTo>
                  <a:pt x="2226347" y="106170"/>
                  <a:pt x="2223825" y="101463"/>
                  <a:pt x="2222082" y="95803"/>
                </a:cubicBezTo>
                <a:cubicBezTo>
                  <a:pt x="2220338" y="90143"/>
                  <a:pt x="2219466" y="83477"/>
                  <a:pt x="2219466" y="75805"/>
                </a:cubicBezTo>
                <a:cubicBezTo>
                  <a:pt x="2219466" y="45762"/>
                  <a:pt x="2232476" y="30741"/>
                  <a:pt x="2258496" y="30741"/>
                </a:cubicBezTo>
                <a:cubicBezTo>
                  <a:pt x="2265255" y="30741"/>
                  <a:pt x="2271090" y="31679"/>
                  <a:pt x="2275998" y="33557"/>
                </a:cubicBezTo>
                <a:cubicBezTo>
                  <a:pt x="2280907" y="35435"/>
                  <a:pt x="2284931" y="38251"/>
                  <a:pt x="2288069" y="42007"/>
                </a:cubicBezTo>
                <a:cubicBezTo>
                  <a:pt x="2291208" y="45762"/>
                  <a:pt x="2293528" y="50456"/>
                  <a:pt x="2295030" y="56090"/>
                </a:cubicBezTo>
                <a:cubicBezTo>
                  <a:pt x="2296532" y="61723"/>
                  <a:pt x="2297284" y="68295"/>
                  <a:pt x="2297284" y="75805"/>
                </a:cubicBezTo>
                <a:moveTo>
                  <a:pt x="2282074" y="75805"/>
                </a:moveTo>
                <a:cubicBezTo>
                  <a:pt x="2282074" y="69061"/>
                  <a:pt x="2281551" y="63495"/>
                  <a:pt x="2280505" y="59107"/>
                </a:cubicBezTo>
                <a:cubicBezTo>
                  <a:pt x="2279459" y="54718"/>
                  <a:pt x="2277930" y="51213"/>
                  <a:pt x="2275918" y="48591"/>
                </a:cubicBezTo>
                <a:cubicBezTo>
                  <a:pt x="2273906" y="45967"/>
                  <a:pt x="2271452" y="44133"/>
                  <a:pt x="2268555" y="43091"/>
                </a:cubicBezTo>
                <a:cubicBezTo>
                  <a:pt x="2265658" y="42046"/>
                  <a:pt x="2262385" y="41524"/>
                  <a:pt x="2258737" y="41524"/>
                </a:cubicBezTo>
                <a:cubicBezTo>
                  <a:pt x="2255035" y="41524"/>
                  <a:pt x="2251696" y="42073"/>
                  <a:pt x="2248718" y="43171"/>
                </a:cubicBezTo>
                <a:cubicBezTo>
                  <a:pt x="2245741" y="44268"/>
                  <a:pt x="2243206" y="46141"/>
                  <a:pt x="2241114" y="48792"/>
                </a:cubicBezTo>
                <a:cubicBezTo>
                  <a:pt x="2239021" y="51441"/>
                  <a:pt x="2237425" y="54960"/>
                  <a:pt x="2236325" y="59349"/>
                </a:cubicBezTo>
                <a:cubicBezTo>
                  <a:pt x="2235226" y="63736"/>
                  <a:pt x="2234676" y="69222"/>
                  <a:pt x="2234676" y="75805"/>
                </a:cubicBezTo>
                <a:cubicBezTo>
                  <a:pt x="2234676" y="82550"/>
                  <a:pt x="2235266" y="88130"/>
                  <a:pt x="2236446" y="92546"/>
                </a:cubicBezTo>
                <a:cubicBezTo>
                  <a:pt x="2237626" y="96961"/>
                  <a:pt x="2239249" y="100480"/>
                  <a:pt x="2241315" y="103103"/>
                </a:cubicBezTo>
                <a:cubicBezTo>
                  <a:pt x="2243380" y="105725"/>
                  <a:pt x="2245821" y="107572"/>
                  <a:pt x="2248638" y="108643"/>
                </a:cubicBezTo>
                <a:cubicBezTo>
                  <a:pt x="2251454" y="109713"/>
                  <a:pt x="2254526" y="110248"/>
                  <a:pt x="2257852" y="110248"/>
                </a:cubicBezTo>
                <a:cubicBezTo>
                  <a:pt x="2261554" y="110248"/>
                  <a:pt x="2264907" y="109726"/>
                  <a:pt x="2267911" y="108684"/>
                </a:cubicBezTo>
                <a:cubicBezTo>
                  <a:pt x="2270915" y="107639"/>
                  <a:pt x="2273464" y="105806"/>
                  <a:pt x="2275556" y="103184"/>
                </a:cubicBezTo>
                <a:cubicBezTo>
                  <a:pt x="2277648" y="100560"/>
                  <a:pt x="2279258" y="97028"/>
                  <a:pt x="2280384" y="92587"/>
                </a:cubicBezTo>
                <a:cubicBezTo>
                  <a:pt x="2281511" y="88144"/>
                  <a:pt x="2282074" y="82550"/>
                  <a:pt x="2282074" y="75805"/>
                </a:cubicBezTo>
                <a:close/>
                <a:moveTo>
                  <a:pt x="2329448" y="32350"/>
                </a:moveTo>
                <a:lnTo>
                  <a:pt x="2329448" y="87497"/>
                </a:lnTo>
                <a:cubicBezTo>
                  <a:pt x="2329448" y="91731"/>
                  <a:pt x="2329757" y="95269"/>
                  <a:pt x="2330374" y="98109"/>
                </a:cubicBezTo>
                <a:cubicBezTo>
                  <a:pt x="2330991" y="100949"/>
                  <a:pt x="2331996" y="103240"/>
                  <a:pt x="2333391" y="104982"/>
                </a:cubicBezTo>
                <a:cubicBezTo>
                  <a:pt x="2334786" y="106724"/>
                  <a:pt x="2336624" y="107957"/>
                  <a:pt x="2338904" y="108681"/>
                </a:cubicBezTo>
                <a:cubicBezTo>
                  <a:pt x="2341184" y="109404"/>
                  <a:pt x="2344014" y="109765"/>
                  <a:pt x="2347394" y="109765"/>
                </a:cubicBezTo>
                <a:cubicBezTo>
                  <a:pt x="2350827" y="109765"/>
                  <a:pt x="2353925" y="109162"/>
                  <a:pt x="2356688" y="107957"/>
                </a:cubicBezTo>
                <a:cubicBezTo>
                  <a:pt x="2359451" y="106750"/>
                  <a:pt x="2361812" y="105008"/>
                  <a:pt x="2363770" y="102731"/>
                </a:cubicBezTo>
                <a:cubicBezTo>
                  <a:pt x="2365728" y="100453"/>
                  <a:pt x="2367244" y="97639"/>
                  <a:pt x="2368317" y="94289"/>
                </a:cubicBezTo>
                <a:cubicBezTo>
                  <a:pt x="2369389" y="90939"/>
                  <a:pt x="2369926" y="87094"/>
                  <a:pt x="2369926" y="82754"/>
                </a:cubicBezTo>
                <a:lnTo>
                  <a:pt x="2369926" y="32350"/>
                </a:lnTo>
                <a:lnTo>
                  <a:pt x="2384411" y="32350"/>
                </a:lnTo>
                <a:lnTo>
                  <a:pt x="2384411" y="100832"/>
                </a:lnTo>
                <a:cubicBezTo>
                  <a:pt x="2384411" y="102657"/>
                  <a:pt x="2384424" y="104574"/>
                  <a:pt x="2384451" y="106586"/>
                </a:cubicBezTo>
                <a:cubicBezTo>
                  <a:pt x="2384478" y="108598"/>
                  <a:pt x="2384518" y="110503"/>
                  <a:pt x="2384572" y="112300"/>
                </a:cubicBezTo>
                <a:cubicBezTo>
                  <a:pt x="2384626" y="114097"/>
                  <a:pt x="2384679" y="115639"/>
                  <a:pt x="2384733" y="116927"/>
                </a:cubicBezTo>
                <a:cubicBezTo>
                  <a:pt x="2384787" y="118215"/>
                  <a:pt x="2384840" y="119046"/>
                  <a:pt x="2384894" y="119422"/>
                </a:cubicBezTo>
                <a:lnTo>
                  <a:pt x="2371214" y="119422"/>
                </a:lnTo>
                <a:cubicBezTo>
                  <a:pt x="2371160" y="119152"/>
                  <a:pt x="2371106" y="118424"/>
                  <a:pt x="2371053" y="117239"/>
                </a:cubicBezTo>
                <a:cubicBezTo>
                  <a:pt x="2370999" y="116052"/>
                  <a:pt x="2370932" y="114690"/>
                  <a:pt x="2370851" y="113152"/>
                </a:cubicBezTo>
                <a:cubicBezTo>
                  <a:pt x="2370771" y="111615"/>
                  <a:pt x="2370704" y="110051"/>
                  <a:pt x="2370650" y="108460"/>
                </a:cubicBezTo>
                <a:cubicBezTo>
                  <a:pt x="2370597" y="106867"/>
                  <a:pt x="2370570" y="105532"/>
                  <a:pt x="2370570" y="104454"/>
                </a:cubicBezTo>
                <a:lnTo>
                  <a:pt x="2370328" y="104454"/>
                </a:lnTo>
                <a:cubicBezTo>
                  <a:pt x="2368933" y="106987"/>
                  <a:pt x="2367404" y="109278"/>
                  <a:pt x="2365741" y="111327"/>
                </a:cubicBezTo>
                <a:cubicBezTo>
                  <a:pt x="2364078" y="113375"/>
                  <a:pt x="2362147" y="115114"/>
                  <a:pt x="2359947" y="116542"/>
                </a:cubicBezTo>
                <a:cubicBezTo>
                  <a:pt x="2357748" y="117971"/>
                  <a:pt x="2355226" y="119075"/>
                  <a:pt x="2352383" y="119857"/>
                </a:cubicBezTo>
                <a:cubicBezTo>
                  <a:pt x="2349540" y="120640"/>
                  <a:pt x="2346240" y="121031"/>
                  <a:pt x="2342485" y="121031"/>
                </a:cubicBezTo>
                <a:cubicBezTo>
                  <a:pt x="2337656" y="121031"/>
                  <a:pt x="2333499" y="120441"/>
                  <a:pt x="2330011" y="119261"/>
                </a:cubicBezTo>
                <a:cubicBezTo>
                  <a:pt x="2326524" y="118080"/>
                  <a:pt x="2323654" y="116256"/>
                  <a:pt x="2321401" y="113789"/>
                </a:cubicBezTo>
                <a:cubicBezTo>
                  <a:pt x="2319148" y="111321"/>
                  <a:pt x="2317498" y="108155"/>
                  <a:pt x="2316452" y="104293"/>
                </a:cubicBezTo>
                <a:cubicBezTo>
                  <a:pt x="2315406" y="100430"/>
                  <a:pt x="2314883" y="95789"/>
                  <a:pt x="2314883" y="90371"/>
                </a:cubicBezTo>
                <a:lnTo>
                  <a:pt x="2314883" y="32350"/>
                </a:lnTo>
                <a:lnTo>
                  <a:pt x="2329448" y="32350"/>
                </a:lnTo>
                <a:close/>
                <a:moveTo>
                  <a:pt x="2440394" y="118765"/>
                </a:moveTo>
                <a:cubicBezTo>
                  <a:pt x="2438195" y="119359"/>
                  <a:pt x="2435955" y="119831"/>
                  <a:pt x="2433675" y="120181"/>
                </a:cubicBezTo>
                <a:cubicBezTo>
                  <a:pt x="2431395" y="120533"/>
                  <a:pt x="2428753" y="120709"/>
                  <a:pt x="2425748" y="120709"/>
                </a:cubicBezTo>
                <a:cubicBezTo>
                  <a:pt x="2414160" y="120709"/>
                  <a:pt x="2408366" y="114144"/>
                  <a:pt x="2408366" y="101014"/>
                </a:cubicBezTo>
                <a:lnTo>
                  <a:pt x="2408366" y="42972"/>
                </a:lnTo>
                <a:lnTo>
                  <a:pt x="2398307" y="42972"/>
                </a:lnTo>
                <a:lnTo>
                  <a:pt x="2398307" y="32350"/>
                </a:lnTo>
                <a:lnTo>
                  <a:pt x="2408930" y="32350"/>
                </a:lnTo>
                <a:lnTo>
                  <a:pt x="2413195" y="12876"/>
                </a:lnTo>
                <a:lnTo>
                  <a:pt x="2422851" y="12876"/>
                </a:lnTo>
                <a:lnTo>
                  <a:pt x="2422851" y="32350"/>
                </a:lnTo>
                <a:lnTo>
                  <a:pt x="2438946" y="32350"/>
                </a:lnTo>
                <a:lnTo>
                  <a:pt x="2438946" y="42972"/>
                </a:lnTo>
                <a:lnTo>
                  <a:pt x="2422851" y="42972"/>
                </a:lnTo>
                <a:lnTo>
                  <a:pt x="2422851" y="97802"/>
                </a:lnTo>
                <a:cubicBezTo>
                  <a:pt x="2422851" y="101977"/>
                  <a:pt x="2423535" y="104907"/>
                  <a:pt x="2424903" y="106594"/>
                </a:cubicBezTo>
                <a:cubicBezTo>
                  <a:pt x="2426272" y="108279"/>
                  <a:pt x="2428645" y="109121"/>
                  <a:pt x="2432025" y="109121"/>
                </a:cubicBezTo>
                <a:cubicBezTo>
                  <a:pt x="2433420" y="109121"/>
                  <a:pt x="2434775" y="109014"/>
                  <a:pt x="2436089" y="108799"/>
                </a:cubicBezTo>
                <a:cubicBezTo>
                  <a:pt x="2437404" y="108585"/>
                  <a:pt x="2438839" y="108316"/>
                  <a:pt x="2440394" y="107995"/>
                </a:cubicBezTo>
                <a:lnTo>
                  <a:pt x="2440394" y="1187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throughemailsandphones......like">
            <a:extLst xmlns:a="http://schemas.openxmlformats.org/drawingml/2006/main">
              <a:ext uri="{FF2B5EF4-FFF2-40B4-BE49-F238E27FC236}">
                <a16:creationId xmlns:a16="http://schemas.microsoft.com/office/drawing/2014/main" id="{8262FB0E-F9B1-44F8-87CE-40B867D3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840" y="1806899"/>
            <a:ext cx="2546055" cy="153703"/>
          </a:xfrm>
          <a:custGeom xmlns:a="http://schemas.openxmlformats.org/drawingml/2006/main">
            <a:pathLst>
              <a:path w="2546055" h="153703">
                <a:moveTo>
                  <a:pt x="42087" y="118765"/>
                </a:moveTo>
                <a:cubicBezTo>
                  <a:pt x="39888" y="119359"/>
                  <a:pt x="37648" y="119831"/>
                  <a:pt x="35368" y="120181"/>
                </a:cubicBezTo>
                <a:cubicBezTo>
                  <a:pt x="33088" y="120533"/>
                  <a:pt x="30446" y="120709"/>
                  <a:pt x="27441" y="120709"/>
                </a:cubicBezTo>
                <a:cubicBezTo>
                  <a:pt x="15853" y="120709"/>
                  <a:pt x="10059" y="114144"/>
                  <a:pt x="10059" y="101014"/>
                </a:cubicBezTo>
                <a:lnTo>
                  <a:pt x="10059" y="42972"/>
                </a:lnTo>
                <a:lnTo>
                  <a:pt x="0" y="42972"/>
                </a:lnTo>
                <a:lnTo>
                  <a:pt x="0" y="32350"/>
                </a:lnTo>
                <a:lnTo>
                  <a:pt x="10622" y="32350"/>
                </a:lnTo>
                <a:lnTo>
                  <a:pt x="14887" y="12876"/>
                </a:lnTo>
                <a:lnTo>
                  <a:pt x="24544" y="12876"/>
                </a:lnTo>
                <a:lnTo>
                  <a:pt x="24544" y="32350"/>
                </a:lnTo>
                <a:lnTo>
                  <a:pt x="40639" y="32350"/>
                </a:lnTo>
                <a:lnTo>
                  <a:pt x="40639" y="42972"/>
                </a:lnTo>
                <a:lnTo>
                  <a:pt x="24544" y="42972"/>
                </a:lnTo>
                <a:lnTo>
                  <a:pt x="24544" y="97802"/>
                </a:lnTo>
                <a:cubicBezTo>
                  <a:pt x="24544" y="101977"/>
                  <a:pt x="25228" y="104907"/>
                  <a:pt x="26596" y="106594"/>
                </a:cubicBezTo>
                <a:cubicBezTo>
                  <a:pt x="27964" y="108279"/>
                  <a:pt x="30338" y="109121"/>
                  <a:pt x="33718" y="109121"/>
                </a:cubicBezTo>
                <a:cubicBezTo>
                  <a:pt x="35113" y="109121"/>
                  <a:pt x="36468" y="109014"/>
                  <a:pt x="37782" y="108799"/>
                </a:cubicBezTo>
                <a:cubicBezTo>
                  <a:pt x="39096" y="108585"/>
                  <a:pt x="40531" y="108316"/>
                  <a:pt x="42087" y="107995"/>
                </a:cubicBezTo>
                <a:lnTo>
                  <a:pt x="42087" y="118765"/>
                </a:lnTo>
                <a:close/>
                <a:moveTo>
                  <a:pt x="68832" y="47318"/>
                </a:moveTo>
                <a:cubicBezTo>
                  <a:pt x="70442" y="44352"/>
                  <a:pt x="72185" y="41832"/>
                  <a:pt x="74063" y="39756"/>
                </a:cubicBezTo>
                <a:cubicBezTo>
                  <a:pt x="75941" y="37681"/>
                  <a:pt x="78006" y="35970"/>
                  <a:pt x="80259" y="34623"/>
                </a:cubicBezTo>
                <a:cubicBezTo>
                  <a:pt x="82513" y="33276"/>
                  <a:pt x="84980" y="32291"/>
                  <a:pt x="87663" y="31671"/>
                </a:cubicBezTo>
                <a:cubicBezTo>
                  <a:pt x="90345" y="31051"/>
                  <a:pt x="93350" y="30741"/>
                  <a:pt x="96676" y="30741"/>
                </a:cubicBezTo>
                <a:cubicBezTo>
                  <a:pt x="102255" y="30741"/>
                  <a:pt x="106829" y="31492"/>
                  <a:pt x="110396" y="32994"/>
                </a:cubicBezTo>
                <a:cubicBezTo>
                  <a:pt x="113964" y="34496"/>
                  <a:pt x="116781" y="36602"/>
                  <a:pt x="118846" y="39311"/>
                </a:cubicBezTo>
                <a:cubicBezTo>
                  <a:pt x="120911" y="42020"/>
                  <a:pt x="122333" y="45253"/>
                  <a:pt x="123111" y="49008"/>
                </a:cubicBezTo>
                <a:cubicBezTo>
                  <a:pt x="123889" y="52763"/>
                  <a:pt x="124278" y="56894"/>
                  <a:pt x="124278" y="61401"/>
                </a:cubicBezTo>
                <a:lnTo>
                  <a:pt x="124278" y="119422"/>
                </a:lnTo>
                <a:lnTo>
                  <a:pt x="109712" y="119422"/>
                </a:lnTo>
                <a:lnTo>
                  <a:pt x="109712" y="64275"/>
                </a:lnTo>
                <a:cubicBezTo>
                  <a:pt x="109712" y="60577"/>
                  <a:pt x="109484" y="57334"/>
                  <a:pt x="109028" y="54548"/>
                </a:cubicBezTo>
                <a:cubicBezTo>
                  <a:pt x="108572" y="51762"/>
                  <a:pt x="107701" y="49444"/>
                  <a:pt x="106413" y="47595"/>
                </a:cubicBezTo>
                <a:cubicBezTo>
                  <a:pt x="105125" y="45745"/>
                  <a:pt x="103301" y="44352"/>
                  <a:pt x="100941" y="43415"/>
                </a:cubicBezTo>
                <a:cubicBezTo>
                  <a:pt x="98580" y="42476"/>
                  <a:pt x="95522" y="42007"/>
                  <a:pt x="91767" y="42007"/>
                </a:cubicBezTo>
                <a:cubicBezTo>
                  <a:pt x="88333" y="42007"/>
                  <a:pt x="85235" y="42623"/>
                  <a:pt x="82472" y="43855"/>
                </a:cubicBezTo>
                <a:cubicBezTo>
                  <a:pt x="79709" y="45087"/>
                  <a:pt x="77349" y="46829"/>
                  <a:pt x="75391" y="49081"/>
                </a:cubicBezTo>
                <a:cubicBezTo>
                  <a:pt x="73432" y="51332"/>
                  <a:pt x="71917" y="54066"/>
                  <a:pt x="70844" y="57282"/>
                </a:cubicBezTo>
                <a:cubicBezTo>
                  <a:pt x="69771" y="60497"/>
                  <a:pt x="69234" y="64114"/>
                  <a:pt x="69234" y="68133"/>
                </a:cubicBezTo>
                <a:lnTo>
                  <a:pt x="69234" y="119422"/>
                </a:lnTo>
                <a:lnTo>
                  <a:pt x="54749" y="119422"/>
                </a:lnTo>
                <a:lnTo>
                  <a:pt x="54749" y="0"/>
                </a:lnTo>
                <a:lnTo>
                  <a:pt x="69234" y="0"/>
                </a:lnTo>
                <a:lnTo>
                  <a:pt x="69234" y="31115"/>
                </a:lnTo>
                <a:cubicBezTo>
                  <a:pt x="69234" y="32889"/>
                  <a:pt x="69208" y="34663"/>
                  <a:pt x="69154" y="36437"/>
                </a:cubicBezTo>
                <a:cubicBezTo>
                  <a:pt x="69100" y="38209"/>
                  <a:pt x="69033" y="39847"/>
                  <a:pt x="68953" y="41353"/>
                </a:cubicBezTo>
                <a:cubicBezTo>
                  <a:pt x="68872" y="42857"/>
                  <a:pt x="68805" y="44133"/>
                  <a:pt x="68752" y="45183"/>
                </a:cubicBezTo>
                <a:cubicBezTo>
                  <a:pt x="68698" y="46231"/>
                  <a:pt x="68644" y="46942"/>
                  <a:pt x="68591" y="47318"/>
                </a:cubicBezTo>
                <a:lnTo>
                  <a:pt x="68832" y="47318"/>
                </a:lnTo>
                <a:close/>
                <a:moveTo>
                  <a:pt x="146383" y="119422"/>
                </a:moveTo>
                <a:lnTo>
                  <a:pt x="146383" y="52629"/>
                </a:lnTo>
                <a:cubicBezTo>
                  <a:pt x="146383" y="50805"/>
                  <a:pt x="146369" y="48941"/>
                  <a:pt x="146342" y="47036"/>
                </a:cubicBezTo>
                <a:cubicBezTo>
                  <a:pt x="146315" y="45132"/>
                  <a:pt x="146275" y="43294"/>
                  <a:pt x="146222" y="41524"/>
                </a:cubicBezTo>
                <a:cubicBezTo>
                  <a:pt x="146168" y="39754"/>
                  <a:pt x="146114" y="38090"/>
                  <a:pt x="146061" y="36535"/>
                </a:cubicBezTo>
                <a:cubicBezTo>
                  <a:pt x="146007" y="34979"/>
                  <a:pt x="145953" y="33584"/>
                  <a:pt x="145900" y="32350"/>
                </a:cubicBezTo>
                <a:lnTo>
                  <a:pt x="159580" y="32350"/>
                </a:lnTo>
                <a:cubicBezTo>
                  <a:pt x="159634" y="33584"/>
                  <a:pt x="159701" y="34992"/>
                  <a:pt x="159781" y="36575"/>
                </a:cubicBezTo>
                <a:cubicBezTo>
                  <a:pt x="159862" y="38158"/>
                  <a:pt x="159942" y="39780"/>
                  <a:pt x="160023" y="41444"/>
                </a:cubicBezTo>
                <a:cubicBezTo>
                  <a:pt x="160103" y="43107"/>
                  <a:pt x="160157" y="44703"/>
                  <a:pt x="160184" y="46232"/>
                </a:cubicBezTo>
                <a:cubicBezTo>
                  <a:pt x="160210" y="47761"/>
                  <a:pt x="160224" y="49062"/>
                  <a:pt x="160224" y="50135"/>
                </a:cubicBezTo>
                <a:lnTo>
                  <a:pt x="160546" y="50135"/>
                </a:lnTo>
                <a:cubicBezTo>
                  <a:pt x="161565" y="46808"/>
                  <a:pt x="162651" y="43925"/>
                  <a:pt x="163805" y="41484"/>
                </a:cubicBezTo>
                <a:cubicBezTo>
                  <a:pt x="164958" y="39043"/>
                  <a:pt x="166313" y="37031"/>
                  <a:pt x="167869" y="35448"/>
                </a:cubicBezTo>
                <a:cubicBezTo>
                  <a:pt x="169425" y="33866"/>
                  <a:pt x="171275" y="32685"/>
                  <a:pt x="173421" y="31907"/>
                </a:cubicBezTo>
                <a:cubicBezTo>
                  <a:pt x="175567" y="31130"/>
                  <a:pt x="178169" y="30741"/>
                  <a:pt x="181227" y="30741"/>
                </a:cubicBezTo>
                <a:cubicBezTo>
                  <a:pt x="182408" y="30741"/>
                  <a:pt x="183534" y="30835"/>
                  <a:pt x="184607" y="31025"/>
                </a:cubicBezTo>
                <a:cubicBezTo>
                  <a:pt x="185680" y="31213"/>
                  <a:pt x="186512" y="31388"/>
                  <a:pt x="187102" y="31550"/>
                </a:cubicBezTo>
                <a:lnTo>
                  <a:pt x="187102" y="44904"/>
                </a:lnTo>
                <a:cubicBezTo>
                  <a:pt x="186136" y="44636"/>
                  <a:pt x="185009" y="44434"/>
                  <a:pt x="183722" y="44300"/>
                </a:cubicBezTo>
                <a:cubicBezTo>
                  <a:pt x="182434" y="44166"/>
                  <a:pt x="180986" y="44099"/>
                  <a:pt x="179376" y="44099"/>
                </a:cubicBezTo>
                <a:cubicBezTo>
                  <a:pt x="176050" y="44099"/>
                  <a:pt x="173220" y="44849"/>
                  <a:pt x="170886" y="46350"/>
                </a:cubicBezTo>
                <a:cubicBezTo>
                  <a:pt x="168553" y="47850"/>
                  <a:pt x="166648" y="49928"/>
                  <a:pt x="165173" y="52581"/>
                </a:cubicBezTo>
                <a:cubicBezTo>
                  <a:pt x="163698" y="55234"/>
                  <a:pt x="162611" y="58396"/>
                  <a:pt x="161914" y="62067"/>
                </a:cubicBezTo>
                <a:cubicBezTo>
                  <a:pt x="161216" y="65737"/>
                  <a:pt x="160868" y="69742"/>
                  <a:pt x="160868" y="74083"/>
                </a:cubicBezTo>
                <a:lnTo>
                  <a:pt x="160868" y="119422"/>
                </a:lnTo>
                <a:lnTo>
                  <a:pt x="146383" y="119422"/>
                </a:lnTo>
                <a:close/>
                <a:moveTo>
                  <a:pt x="274575" y="75805"/>
                </a:moveTo>
                <a:cubicBezTo>
                  <a:pt x="274575" y="91042"/>
                  <a:pt x="271222" y="102388"/>
                  <a:pt x="264516" y="109845"/>
                </a:cubicBezTo>
                <a:cubicBezTo>
                  <a:pt x="257809" y="117303"/>
                  <a:pt x="248072" y="121031"/>
                  <a:pt x="235304" y="121031"/>
                </a:cubicBezTo>
                <a:cubicBezTo>
                  <a:pt x="229242" y="121031"/>
                  <a:pt x="223823" y="120119"/>
                  <a:pt x="219048" y="118295"/>
                </a:cubicBezTo>
                <a:cubicBezTo>
                  <a:pt x="214274" y="116471"/>
                  <a:pt x="210237" y="113681"/>
                  <a:pt x="206937" y="109926"/>
                </a:cubicBezTo>
                <a:cubicBezTo>
                  <a:pt x="203638" y="106170"/>
                  <a:pt x="201116" y="101463"/>
                  <a:pt x="199373" y="95803"/>
                </a:cubicBezTo>
                <a:cubicBezTo>
                  <a:pt x="197629" y="90143"/>
                  <a:pt x="196757" y="83477"/>
                  <a:pt x="196757" y="75805"/>
                </a:cubicBezTo>
                <a:cubicBezTo>
                  <a:pt x="196757" y="45762"/>
                  <a:pt x="209767" y="30741"/>
                  <a:pt x="235787" y="30741"/>
                </a:cubicBezTo>
                <a:cubicBezTo>
                  <a:pt x="242546" y="30741"/>
                  <a:pt x="248381" y="31679"/>
                  <a:pt x="253290" y="33557"/>
                </a:cubicBezTo>
                <a:cubicBezTo>
                  <a:pt x="258198" y="35435"/>
                  <a:pt x="262222" y="38251"/>
                  <a:pt x="265361" y="42007"/>
                </a:cubicBezTo>
                <a:cubicBezTo>
                  <a:pt x="268499" y="45762"/>
                  <a:pt x="270819" y="50456"/>
                  <a:pt x="272321" y="56090"/>
                </a:cubicBezTo>
                <a:cubicBezTo>
                  <a:pt x="273824" y="61723"/>
                  <a:pt x="274575" y="68295"/>
                  <a:pt x="274575" y="75805"/>
                </a:cubicBezTo>
                <a:moveTo>
                  <a:pt x="259365" y="75805"/>
                </a:moveTo>
                <a:cubicBezTo>
                  <a:pt x="259365" y="69061"/>
                  <a:pt x="258842" y="63495"/>
                  <a:pt x="257796" y="59107"/>
                </a:cubicBezTo>
                <a:cubicBezTo>
                  <a:pt x="256750" y="54718"/>
                  <a:pt x="255221" y="51213"/>
                  <a:pt x="253209" y="48591"/>
                </a:cubicBezTo>
                <a:cubicBezTo>
                  <a:pt x="251197" y="45967"/>
                  <a:pt x="248743" y="44133"/>
                  <a:pt x="245846" y="43091"/>
                </a:cubicBezTo>
                <a:cubicBezTo>
                  <a:pt x="242949" y="42046"/>
                  <a:pt x="239676" y="41524"/>
                  <a:pt x="236028" y="41524"/>
                </a:cubicBezTo>
                <a:cubicBezTo>
                  <a:pt x="232326" y="41524"/>
                  <a:pt x="228987" y="42073"/>
                  <a:pt x="226009" y="43171"/>
                </a:cubicBezTo>
                <a:cubicBezTo>
                  <a:pt x="223032" y="44268"/>
                  <a:pt x="220497" y="46141"/>
                  <a:pt x="218405" y="48792"/>
                </a:cubicBezTo>
                <a:cubicBezTo>
                  <a:pt x="216312" y="51441"/>
                  <a:pt x="214716" y="54960"/>
                  <a:pt x="213617" y="59349"/>
                </a:cubicBezTo>
                <a:cubicBezTo>
                  <a:pt x="212517" y="63736"/>
                  <a:pt x="211967" y="69222"/>
                  <a:pt x="211967" y="75805"/>
                </a:cubicBezTo>
                <a:cubicBezTo>
                  <a:pt x="211967" y="82550"/>
                  <a:pt x="212557" y="88130"/>
                  <a:pt x="213737" y="92546"/>
                </a:cubicBezTo>
                <a:cubicBezTo>
                  <a:pt x="214917" y="96961"/>
                  <a:pt x="216540" y="100480"/>
                  <a:pt x="218606" y="103103"/>
                </a:cubicBezTo>
                <a:cubicBezTo>
                  <a:pt x="220671" y="105725"/>
                  <a:pt x="223112" y="107572"/>
                  <a:pt x="225929" y="108643"/>
                </a:cubicBezTo>
                <a:cubicBezTo>
                  <a:pt x="228745" y="109713"/>
                  <a:pt x="231817" y="110248"/>
                  <a:pt x="235143" y="110248"/>
                </a:cubicBezTo>
                <a:cubicBezTo>
                  <a:pt x="238845" y="110248"/>
                  <a:pt x="242198" y="109726"/>
                  <a:pt x="245202" y="108684"/>
                </a:cubicBezTo>
                <a:cubicBezTo>
                  <a:pt x="248206" y="107639"/>
                  <a:pt x="250755" y="105806"/>
                  <a:pt x="252847" y="103184"/>
                </a:cubicBezTo>
                <a:cubicBezTo>
                  <a:pt x="254939" y="100560"/>
                  <a:pt x="256549" y="97028"/>
                  <a:pt x="257675" y="92587"/>
                </a:cubicBezTo>
                <a:cubicBezTo>
                  <a:pt x="258802" y="88144"/>
                  <a:pt x="259365" y="82550"/>
                  <a:pt x="259365" y="75805"/>
                </a:cubicBezTo>
                <a:close/>
                <a:moveTo>
                  <a:pt x="306739" y="32350"/>
                </a:moveTo>
                <a:lnTo>
                  <a:pt x="306739" y="87497"/>
                </a:lnTo>
                <a:cubicBezTo>
                  <a:pt x="306739" y="91731"/>
                  <a:pt x="307047" y="95269"/>
                  <a:pt x="307664" y="98109"/>
                </a:cubicBezTo>
                <a:cubicBezTo>
                  <a:pt x="308281" y="100949"/>
                  <a:pt x="309287" y="103240"/>
                  <a:pt x="310682" y="104982"/>
                </a:cubicBezTo>
                <a:cubicBezTo>
                  <a:pt x="312077" y="106724"/>
                  <a:pt x="313914" y="107957"/>
                  <a:pt x="316194" y="108681"/>
                </a:cubicBezTo>
                <a:cubicBezTo>
                  <a:pt x="318474" y="109404"/>
                  <a:pt x="321304" y="109765"/>
                  <a:pt x="324684" y="109765"/>
                </a:cubicBezTo>
                <a:cubicBezTo>
                  <a:pt x="328118" y="109765"/>
                  <a:pt x="331216" y="109162"/>
                  <a:pt x="333979" y="107957"/>
                </a:cubicBezTo>
                <a:cubicBezTo>
                  <a:pt x="336742" y="106750"/>
                  <a:pt x="339102" y="105008"/>
                  <a:pt x="341060" y="102731"/>
                </a:cubicBezTo>
                <a:cubicBezTo>
                  <a:pt x="343019" y="100453"/>
                  <a:pt x="344534" y="97639"/>
                  <a:pt x="345607" y="94289"/>
                </a:cubicBezTo>
                <a:cubicBezTo>
                  <a:pt x="346680" y="90939"/>
                  <a:pt x="347217" y="87094"/>
                  <a:pt x="347217" y="82754"/>
                </a:cubicBezTo>
                <a:lnTo>
                  <a:pt x="347217" y="32350"/>
                </a:lnTo>
                <a:lnTo>
                  <a:pt x="361702" y="32350"/>
                </a:lnTo>
                <a:lnTo>
                  <a:pt x="361702" y="100832"/>
                </a:lnTo>
                <a:cubicBezTo>
                  <a:pt x="361702" y="102657"/>
                  <a:pt x="361715" y="104574"/>
                  <a:pt x="361742" y="106586"/>
                </a:cubicBezTo>
                <a:cubicBezTo>
                  <a:pt x="361769" y="108598"/>
                  <a:pt x="361809" y="110503"/>
                  <a:pt x="361863" y="112300"/>
                </a:cubicBezTo>
                <a:cubicBezTo>
                  <a:pt x="361916" y="114097"/>
                  <a:pt x="361970" y="115639"/>
                  <a:pt x="362024" y="116927"/>
                </a:cubicBezTo>
                <a:cubicBezTo>
                  <a:pt x="362077" y="118215"/>
                  <a:pt x="362131" y="119046"/>
                  <a:pt x="362185" y="119422"/>
                </a:cubicBezTo>
                <a:lnTo>
                  <a:pt x="348504" y="119422"/>
                </a:lnTo>
                <a:cubicBezTo>
                  <a:pt x="348451" y="119152"/>
                  <a:pt x="348397" y="118424"/>
                  <a:pt x="348343" y="117239"/>
                </a:cubicBezTo>
                <a:cubicBezTo>
                  <a:pt x="348290" y="116052"/>
                  <a:pt x="348223" y="114690"/>
                  <a:pt x="348142" y="113152"/>
                </a:cubicBezTo>
                <a:cubicBezTo>
                  <a:pt x="348062" y="111615"/>
                  <a:pt x="347995" y="110051"/>
                  <a:pt x="347941" y="108460"/>
                </a:cubicBezTo>
                <a:cubicBezTo>
                  <a:pt x="347887" y="106867"/>
                  <a:pt x="347860" y="105532"/>
                  <a:pt x="347860" y="104454"/>
                </a:cubicBezTo>
                <a:lnTo>
                  <a:pt x="347619" y="104454"/>
                </a:lnTo>
                <a:cubicBezTo>
                  <a:pt x="346224" y="106987"/>
                  <a:pt x="344695" y="109278"/>
                  <a:pt x="343032" y="111327"/>
                </a:cubicBezTo>
                <a:cubicBezTo>
                  <a:pt x="341369" y="113375"/>
                  <a:pt x="339438" y="115114"/>
                  <a:pt x="337238" y="116542"/>
                </a:cubicBezTo>
                <a:cubicBezTo>
                  <a:pt x="335038" y="117971"/>
                  <a:pt x="332517" y="119075"/>
                  <a:pt x="329674" y="119857"/>
                </a:cubicBezTo>
                <a:cubicBezTo>
                  <a:pt x="326830" y="120640"/>
                  <a:pt x="323531" y="121031"/>
                  <a:pt x="319775" y="121031"/>
                </a:cubicBezTo>
                <a:cubicBezTo>
                  <a:pt x="314947" y="121031"/>
                  <a:pt x="310789" y="120441"/>
                  <a:pt x="307302" y="119261"/>
                </a:cubicBezTo>
                <a:cubicBezTo>
                  <a:pt x="303815" y="118080"/>
                  <a:pt x="300945" y="116256"/>
                  <a:pt x="298691" y="113789"/>
                </a:cubicBezTo>
                <a:cubicBezTo>
                  <a:pt x="296438" y="111321"/>
                  <a:pt x="294789" y="108155"/>
                  <a:pt x="293742" y="104293"/>
                </a:cubicBezTo>
                <a:cubicBezTo>
                  <a:pt x="292696" y="100430"/>
                  <a:pt x="292173" y="95789"/>
                  <a:pt x="292173" y="90371"/>
                </a:cubicBezTo>
                <a:lnTo>
                  <a:pt x="292173" y="32350"/>
                </a:lnTo>
                <a:lnTo>
                  <a:pt x="306739" y="32350"/>
                </a:lnTo>
                <a:close/>
                <a:moveTo>
                  <a:pt x="417203" y="153703"/>
                </a:moveTo>
                <a:cubicBezTo>
                  <a:pt x="412214" y="153703"/>
                  <a:pt x="407788" y="153193"/>
                  <a:pt x="403925" y="152174"/>
                </a:cubicBezTo>
                <a:cubicBezTo>
                  <a:pt x="400062" y="151155"/>
                  <a:pt x="396763" y="149693"/>
                  <a:pt x="394027" y="147788"/>
                </a:cubicBezTo>
                <a:cubicBezTo>
                  <a:pt x="391291" y="145884"/>
                  <a:pt x="389064" y="143617"/>
                  <a:pt x="387347" y="140988"/>
                </a:cubicBezTo>
                <a:cubicBezTo>
                  <a:pt x="385631" y="138360"/>
                  <a:pt x="384397" y="135436"/>
                  <a:pt x="383646" y="132217"/>
                </a:cubicBezTo>
                <a:lnTo>
                  <a:pt x="398211" y="130125"/>
                </a:lnTo>
                <a:cubicBezTo>
                  <a:pt x="399177" y="134123"/>
                  <a:pt x="401309" y="137201"/>
                  <a:pt x="404609" y="139359"/>
                </a:cubicBezTo>
                <a:cubicBezTo>
                  <a:pt x="407908" y="141518"/>
                  <a:pt x="412240" y="142598"/>
                  <a:pt x="417605" y="142598"/>
                </a:cubicBezTo>
                <a:cubicBezTo>
                  <a:pt x="420878" y="142598"/>
                  <a:pt x="423855" y="142141"/>
                  <a:pt x="426538" y="141227"/>
                </a:cubicBezTo>
                <a:cubicBezTo>
                  <a:pt x="429220" y="140314"/>
                  <a:pt x="431500" y="138848"/>
                  <a:pt x="433378" y="136831"/>
                </a:cubicBezTo>
                <a:cubicBezTo>
                  <a:pt x="435256" y="134816"/>
                  <a:pt x="436704" y="132196"/>
                  <a:pt x="437723" y="128970"/>
                </a:cubicBezTo>
                <a:cubicBezTo>
                  <a:pt x="438743" y="125745"/>
                  <a:pt x="439252" y="121820"/>
                  <a:pt x="439252" y="117196"/>
                </a:cubicBezTo>
                <a:lnTo>
                  <a:pt x="439252" y="103166"/>
                </a:lnTo>
                <a:lnTo>
                  <a:pt x="439091" y="103166"/>
                </a:lnTo>
                <a:cubicBezTo>
                  <a:pt x="438018" y="105376"/>
                  <a:pt x="436691" y="107492"/>
                  <a:pt x="435108" y="109513"/>
                </a:cubicBezTo>
                <a:cubicBezTo>
                  <a:pt x="433525" y="111535"/>
                  <a:pt x="431594" y="113328"/>
                  <a:pt x="429314" y="114893"/>
                </a:cubicBezTo>
                <a:cubicBezTo>
                  <a:pt x="427034" y="116455"/>
                  <a:pt x="424392" y="117708"/>
                  <a:pt x="421387" y="118652"/>
                </a:cubicBezTo>
                <a:cubicBezTo>
                  <a:pt x="418383" y="119594"/>
                  <a:pt x="414950" y="120065"/>
                  <a:pt x="411087" y="120065"/>
                </a:cubicBezTo>
                <a:cubicBezTo>
                  <a:pt x="405561" y="120065"/>
                  <a:pt x="400827" y="119139"/>
                  <a:pt x="396883" y="117287"/>
                </a:cubicBezTo>
                <a:cubicBezTo>
                  <a:pt x="392940" y="115434"/>
                  <a:pt x="389721" y="112655"/>
                  <a:pt x="387227" y="108950"/>
                </a:cubicBezTo>
                <a:cubicBezTo>
                  <a:pt x="384732" y="105245"/>
                  <a:pt x="382908" y="100640"/>
                  <a:pt x="381755" y="95136"/>
                </a:cubicBezTo>
                <a:cubicBezTo>
                  <a:pt x="380601" y="89632"/>
                  <a:pt x="380024" y="83256"/>
                  <a:pt x="380024" y="76007"/>
                </a:cubicBezTo>
                <a:cubicBezTo>
                  <a:pt x="380024" y="69026"/>
                  <a:pt x="380601" y="62743"/>
                  <a:pt x="381755" y="57158"/>
                </a:cubicBezTo>
                <a:cubicBezTo>
                  <a:pt x="382908" y="51574"/>
                  <a:pt x="384786" y="46835"/>
                  <a:pt x="387388" y="42942"/>
                </a:cubicBezTo>
                <a:cubicBezTo>
                  <a:pt x="389990" y="39049"/>
                  <a:pt x="393369" y="36069"/>
                  <a:pt x="397527" y="34002"/>
                </a:cubicBezTo>
                <a:cubicBezTo>
                  <a:pt x="401685" y="31935"/>
                  <a:pt x="406741" y="30902"/>
                  <a:pt x="412696" y="30902"/>
                </a:cubicBezTo>
                <a:cubicBezTo>
                  <a:pt x="418866" y="30902"/>
                  <a:pt x="424217" y="32310"/>
                  <a:pt x="428751" y="35126"/>
                </a:cubicBezTo>
                <a:cubicBezTo>
                  <a:pt x="433284" y="37943"/>
                  <a:pt x="436785" y="41953"/>
                  <a:pt x="439252" y="47157"/>
                </a:cubicBezTo>
                <a:lnTo>
                  <a:pt x="439413" y="47157"/>
                </a:lnTo>
                <a:cubicBezTo>
                  <a:pt x="439413" y="45823"/>
                  <a:pt x="439454" y="44329"/>
                  <a:pt x="439534" y="42676"/>
                </a:cubicBezTo>
                <a:cubicBezTo>
                  <a:pt x="439615" y="41021"/>
                  <a:pt x="439695" y="39460"/>
                  <a:pt x="439775" y="37993"/>
                </a:cubicBezTo>
                <a:cubicBezTo>
                  <a:pt x="439856" y="36526"/>
                  <a:pt x="439950" y="35259"/>
                  <a:pt x="440057" y="34191"/>
                </a:cubicBezTo>
                <a:cubicBezTo>
                  <a:pt x="440164" y="33123"/>
                  <a:pt x="440272" y="32509"/>
                  <a:pt x="440379" y="32350"/>
                </a:cubicBezTo>
                <a:lnTo>
                  <a:pt x="454140" y="32350"/>
                </a:lnTo>
                <a:cubicBezTo>
                  <a:pt x="454086" y="32833"/>
                  <a:pt x="454033" y="33652"/>
                  <a:pt x="453979" y="34807"/>
                </a:cubicBezTo>
                <a:cubicBezTo>
                  <a:pt x="453925" y="35960"/>
                  <a:pt x="453872" y="37343"/>
                  <a:pt x="453818" y="38954"/>
                </a:cubicBezTo>
                <a:cubicBezTo>
                  <a:pt x="453764" y="40563"/>
                  <a:pt x="453724" y="42348"/>
                  <a:pt x="453697" y="44308"/>
                </a:cubicBezTo>
                <a:cubicBezTo>
                  <a:pt x="453670" y="46268"/>
                  <a:pt x="453657" y="48295"/>
                  <a:pt x="453657" y="50389"/>
                </a:cubicBezTo>
                <a:lnTo>
                  <a:pt x="453657" y="116982"/>
                </a:lnTo>
                <a:cubicBezTo>
                  <a:pt x="453657" y="129169"/>
                  <a:pt x="450666" y="138335"/>
                  <a:pt x="444684" y="144481"/>
                </a:cubicBezTo>
                <a:cubicBezTo>
                  <a:pt x="438703" y="150629"/>
                  <a:pt x="429542" y="153703"/>
                  <a:pt x="417203" y="153703"/>
                </a:cubicBezTo>
                <a:moveTo>
                  <a:pt x="439252" y="75805"/>
                </a:moveTo>
                <a:cubicBezTo>
                  <a:pt x="439252" y="69743"/>
                  <a:pt x="438595" y="64553"/>
                  <a:pt x="437281" y="60234"/>
                </a:cubicBezTo>
                <a:cubicBezTo>
                  <a:pt x="435966" y="55915"/>
                  <a:pt x="434236" y="52388"/>
                  <a:pt x="432090" y="49652"/>
                </a:cubicBezTo>
                <a:cubicBezTo>
                  <a:pt x="429944" y="46916"/>
                  <a:pt x="427490" y="44904"/>
                  <a:pt x="424727" y="43616"/>
                </a:cubicBezTo>
                <a:cubicBezTo>
                  <a:pt x="421964" y="42329"/>
                  <a:pt x="419134" y="41685"/>
                  <a:pt x="416237" y="41685"/>
                </a:cubicBezTo>
                <a:cubicBezTo>
                  <a:pt x="412535" y="41685"/>
                  <a:pt x="409357" y="42329"/>
                  <a:pt x="406701" y="43616"/>
                </a:cubicBezTo>
                <a:cubicBezTo>
                  <a:pt x="404046" y="44904"/>
                  <a:pt x="401846" y="46929"/>
                  <a:pt x="400102" y="49692"/>
                </a:cubicBezTo>
                <a:cubicBezTo>
                  <a:pt x="398359" y="52455"/>
                  <a:pt x="397071" y="55996"/>
                  <a:pt x="396240" y="60314"/>
                </a:cubicBezTo>
                <a:cubicBezTo>
                  <a:pt x="395408" y="64633"/>
                  <a:pt x="394992" y="69797"/>
                  <a:pt x="394992" y="75805"/>
                </a:cubicBezTo>
                <a:cubicBezTo>
                  <a:pt x="394992" y="82082"/>
                  <a:pt x="395408" y="87353"/>
                  <a:pt x="396240" y="91618"/>
                </a:cubicBezTo>
                <a:cubicBezTo>
                  <a:pt x="397071" y="95883"/>
                  <a:pt x="398345" y="99330"/>
                  <a:pt x="400062" y="101959"/>
                </a:cubicBezTo>
                <a:cubicBezTo>
                  <a:pt x="401779" y="104588"/>
                  <a:pt x="403952" y="106466"/>
                  <a:pt x="406580" y="107592"/>
                </a:cubicBezTo>
                <a:cubicBezTo>
                  <a:pt x="409209" y="108719"/>
                  <a:pt x="412348" y="109282"/>
                  <a:pt x="415996" y="109282"/>
                </a:cubicBezTo>
                <a:cubicBezTo>
                  <a:pt x="418893" y="109282"/>
                  <a:pt x="421723" y="108665"/>
                  <a:pt x="424486" y="107431"/>
                </a:cubicBezTo>
                <a:cubicBezTo>
                  <a:pt x="427249" y="106197"/>
                  <a:pt x="429730" y="104239"/>
                  <a:pt x="431929" y="101557"/>
                </a:cubicBezTo>
                <a:cubicBezTo>
                  <a:pt x="434129" y="98874"/>
                  <a:pt x="435899" y="95414"/>
                  <a:pt x="437241" y="91176"/>
                </a:cubicBezTo>
                <a:cubicBezTo>
                  <a:pt x="438582" y="86937"/>
                  <a:pt x="439252" y="81814"/>
                  <a:pt x="439252" y="75805"/>
                </a:cubicBezTo>
                <a:close/>
                <a:moveTo>
                  <a:pt x="490247" y="47318"/>
                </a:moveTo>
                <a:cubicBezTo>
                  <a:pt x="491856" y="44352"/>
                  <a:pt x="493600" y="41832"/>
                  <a:pt x="495477" y="39756"/>
                </a:cubicBezTo>
                <a:cubicBezTo>
                  <a:pt x="497355" y="37681"/>
                  <a:pt x="499421" y="35970"/>
                  <a:pt x="501674" y="34623"/>
                </a:cubicBezTo>
                <a:cubicBezTo>
                  <a:pt x="503927" y="33276"/>
                  <a:pt x="506395" y="32291"/>
                  <a:pt x="509077" y="31671"/>
                </a:cubicBezTo>
                <a:cubicBezTo>
                  <a:pt x="511760" y="31051"/>
                  <a:pt x="514764" y="30741"/>
                  <a:pt x="518090" y="30741"/>
                </a:cubicBezTo>
                <a:cubicBezTo>
                  <a:pt x="523670" y="30741"/>
                  <a:pt x="528243" y="31492"/>
                  <a:pt x="531811" y="32994"/>
                </a:cubicBezTo>
                <a:cubicBezTo>
                  <a:pt x="535379" y="34496"/>
                  <a:pt x="538195" y="36602"/>
                  <a:pt x="540261" y="39311"/>
                </a:cubicBezTo>
                <a:cubicBezTo>
                  <a:pt x="542326" y="42020"/>
                  <a:pt x="543748" y="45253"/>
                  <a:pt x="544526" y="49008"/>
                </a:cubicBezTo>
                <a:cubicBezTo>
                  <a:pt x="545304" y="52763"/>
                  <a:pt x="545693" y="56894"/>
                  <a:pt x="545693" y="61401"/>
                </a:cubicBezTo>
                <a:lnTo>
                  <a:pt x="545693" y="119422"/>
                </a:lnTo>
                <a:lnTo>
                  <a:pt x="531127" y="119422"/>
                </a:lnTo>
                <a:lnTo>
                  <a:pt x="531127" y="64275"/>
                </a:lnTo>
                <a:cubicBezTo>
                  <a:pt x="531127" y="60577"/>
                  <a:pt x="530899" y="57334"/>
                  <a:pt x="530443" y="54548"/>
                </a:cubicBezTo>
                <a:cubicBezTo>
                  <a:pt x="529987" y="51762"/>
                  <a:pt x="529115" y="49444"/>
                  <a:pt x="527828" y="47595"/>
                </a:cubicBezTo>
                <a:cubicBezTo>
                  <a:pt x="526540" y="45745"/>
                  <a:pt x="524716" y="44352"/>
                  <a:pt x="522355" y="43415"/>
                </a:cubicBezTo>
                <a:cubicBezTo>
                  <a:pt x="519995" y="42476"/>
                  <a:pt x="516937" y="42007"/>
                  <a:pt x="513181" y="42007"/>
                </a:cubicBezTo>
                <a:cubicBezTo>
                  <a:pt x="509748" y="42007"/>
                  <a:pt x="506650" y="42623"/>
                  <a:pt x="503887" y="43855"/>
                </a:cubicBezTo>
                <a:cubicBezTo>
                  <a:pt x="501124" y="45087"/>
                  <a:pt x="498763" y="46829"/>
                  <a:pt x="496805" y="49081"/>
                </a:cubicBezTo>
                <a:cubicBezTo>
                  <a:pt x="494847" y="51332"/>
                  <a:pt x="493332" y="54066"/>
                  <a:pt x="492259" y="57282"/>
                </a:cubicBezTo>
                <a:cubicBezTo>
                  <a:pt x="491186" y="60497"/>
                  <a:pt x="490649" y="64114"/>
                  <a:pt x="490649" y="68133"/>
                </a:cubicBezTo>
                <a:lnTo>
                  <a:pt x="490649" y="119422"/>
                </a:lnTo>
                <a:lnTo>
                  <a:pt x="476164" y="119422"/>
                </a:lnTo>
                <a:lnTo>
                  <a:pt x="476164" y="0"/>
                </a:lnTo>
                <a:lnTo>
                  <a:pt x="490649" y="0"/>
                </a:lnTo>
                <a:lnTo>
                  <a:pt x="490649" y="31115"/>
                </a:lnTo>
                <a:cubicBezTo>
                  <a:pt x="490649" y="32889"/>
                  <a:pt x="490622" y="34663"/>
                  <a:pt x="490569" y="36437"/>
                </a:cubicBezTo>
                <a:cubicBezTo>
                  <a:pt x="490515" y="38209"/>
                  <a:pt x="490448" y="39847"/>
                  <a:pt x="490367" y="41353"/>
                </a:cubicBezTo>
                <a:cubicBezTo>
                  <a:pt x="490287" y="42857"/>
                  <a:pt x="490220" y="44133"/>
                  <a:pt x="490166" y="45183"/>
                </a:cubicBezTo>
                <a:cubicBezTo>
                  <a:pt x="490113" y="46231"/>
                  <a:pt x="490059" y="46942"/>
                  <a:pt x="490005" y="47318"/>
                </a:cubicBezTo>
                <a:lnTo>
                  <a:pt x="490247" y="47318"/>
                </a:lnTo>
                <a:close/>
                <a:moveTo>
                  <a:pt x="624397" y="78863"/>
                </a:moveTo>
                <a:cubicBezTo>
                  <a:pt x="624397" y="83424"/>
                  <a:pt x="624867" y="87622"/>
                  <a:pt x="625806" y="91457"/>
                </a:cubicBezTo>
                <a:cubicBezTo>
                  <a:pt x="626745" y="95293"/>
                  <a:pt x="628193" y="98593"/>
                  <a:pt x="630151" y="101356"/>
                </a:cubicBezTo>
                <a:cubicBezTo>
                  <a:pt x="632109" y="104118"/>
                  <a:pt x="634617" y="106264"/>
                  <a:pt x="637675" y="107793"/>
                </a:cubicBezTo>
                <a:cubicBezTo>
                  <a:pt x="640733" y="109322"/>
                  <a:pt x="644408" y="110087"/>
                  <a:pt x="648700" y="110087"/>
                </a:cubicBezTo>
                <a:cubicBezTo>
                  <a:pt x="654977" y="110087"/>
                  <a:pt x="660007" y="108826"/>
                  <a:pt x="663789" y="106305"/>
                </a:cubicBezTo>
                <a:cubicBezTo>
                  <a:pt x="667571" y="103783"/>
                  <a:pt x="670133" y="100591"/>
                  <a:pt x="671474" y="96728"/>
                </a:cubicBezTo>
                <a:lnTo>
                  <a:pt x="684189" y="100362"/>
                </a:lnTo>
                <a:cubicBezTo>
                  <a:pt x="683277" y="102785"/>
                  <a:pt x="682003" y="105221"/>
                  <a:pt x="680366" y="107670"/>
                </a:cubicBezTo>
                <a:cubicBezTo>
                  <a:pt x="678730" y="110118"/>
                  <a:pt x="676544" y="112324"/>
                  <a:pt x="673808" y="114289"/>
                </a:cubicBezTo>
                <a:cubicBezTo>
                  <a:pt x="671072" y="116254"/>
                  <a:pt x="667652" y="117869"/>
                  <a:pt x="663547" y="119135"/>
                </a:cubicBezTo>
                <a:cubicBezTo>
                  <a:pt x="659443" y="120399"/>
                  <a:pt x="654494" y="121031"/>
                  <a:pt x="648700" y="121031"/>
                </a:cubicBezTo>
                <a:cubicBezTo>
                  <a:pt x="635825" y="121031"/>
                  <a:pt x="626020" y="117195"/>
                  <a:pt x="619287" y="109524"/>
                </a:cubicBezTo>
                <a:cubicBezTo>
                  <a:pt x="612554" y="101852"/>
                  <a:pt x="609188" y="90451"/>
                  <a:pt x="609188" y="75323"/>
                </a:cubicBezTo>
                <a:cubicBezTo>
                  <a:pt x="609188" y="67168"/>
                  <a:pt x="610207" y="60261"/>
                  <a:pt x="612246" y="54601"/>
                </a:cubicBezTo>
                <a:cubicBezTo>
                  <a:pt x="614285" y="48941"/>
                  <a:pt x="617074" y="44341"/>
                  <a:pt x="620615" y="40800"/>
                </a:cubicBezTo>
                <a:cubicBezTo>
                  <a:pt x="624156" y="37259"/>
                  <a:pt x="628287" y="34697"/>
                  <a:pt x="633008" y="33115"/>
                </a:cubicBezTo>
                <a:cubicBezTo>
                  <a:pt x="637729" y="31532"/>
                  <a:pt x="642772" y="30741"/>
                  <a:pt x="648137" y="30741"/>
                </a:cubicBezTo>
                <a:cubicBezTo>
                  <a:pt x="655433" y="30741"/>
                  <a:pt x="661536" y="31919"/>
                  <a:pt x="666444" y="34276"/>
                </a:cubicBezTo>
                <a:cubicBezTo>
                  <a:pt x="671353" y="36632"/>
                  <a:pt x="675296" y="39885"/>
                  <a:pt x="678274" y="44036"/>
                </a:cubicBezTo>
                <a:cubicBezTo>
                  <a:pt x="681251" y="48187"/>
                  <a:pt x="683371" y="53075"/>
                  <a:pt x="684631" y="58700"/>
                </a:cubicBezTo>
                <a:cubicBezTo>
                  <a:pt x="685892" y="64323"/>
                  <a:pt x="686522" y="70401"/>
                  <a:pt x="686522" y="76935"/>
                </a:cubicBezTo>
                <a:lnTo>
                  <a:pt x="686522" y="78863"/>
                </a:lnTo>
                <a:lnTo>
                  <a:pt x="624397" y="78863"/>
                </a:lnTo>
                <a:moveTo>
                  <a:pt x="671554" y="67758"/>
                </a:moveTo>
                <a:cubicBezTo>
                  <a:pt x="670750" y="58640"/>
                  <a:pt x="668416" y="51988"/>
                  <a:pt x="664553" y="47803"/>
                </a:cubicBezTo>
                <a:cubicBezTo>
                  <a:pt x="660691" y="43617"/>
                  <a:pt x="655138" y="41524"/>
                  <a:pt x="647895" y="41524"/>
                </a:cubicBezTo>
                <a:cubicBezTo>
                  <a:pt x="645481" y="41524"/>
                  <a:pt x="642946" y="41910"/>
                  <a:pt x="640291" y="42683"/>
                </a:cubicBezTo>
                <a:cubicBezTo>
                  <a:pt x="637635" y="43456"/>
                  <a:pt x="635181" y="44829"/>
                  <a:pt x="632928" y="46802"/>
                </a:cubicBezTo>
                <a:cubicBezTo>
                  <a:pt x="630674" y="48776"/>
                  <a:pt x="628770" y="51456"/>
                  <a:pt x="627214" y="54842"/>
                </a:cubicBezTo>
                <a:cubicBezTo>
                  <a:pt x="625658" y="58227"/>
                  <a:pt x="624773" y="62532"/>
                  <a:pt x="624558" y="67758"/>
                </a:cubicBezTo>
                <a:lnTo>
                  <a:pt x="671554" y="67758"/>
                </a:lnTo>
                <a:close/>
                <a:moveTo>
                  <a:pt x="755624" y="119422"/>
                </a:moveTo>
                <a:lnTo>
                  <a:pt x="755624" y="64275"/>
                </a:lnTo>
                <a:cubicBezTo>
                  <a:pt x="755624" y="60040"/>
                  <a:pt x="755355" y="56503"/>
                  <a:pt x="754819" y="53663"/>
                </a:cubicBezTo>
                <a:cubicBezTo>
                  <a:pt x="754282" y="50823"/>
                  <a:pt x="753384" y="48532"/>
                  <a:pt x="752123" y="46790"/>
                </a:cubicBezTo>
                <a:cubicBezTo>
                  <a:pt x="750862" y="45048"/>
                  <a:pt x="749213" y="43816"/>
                  <a:pt x="747174" y="43093"/>
                </a:cubicBezTo>
                <a:cubicBezTo>
                  <a:pt x="745135" y="42369"/>
                  <a:pt x="742641" y="42007"/>
                  <a:pt x="739690" y="42007"/>
                </a:cubicBezTo>
                <a:cubicBezTo>
                  <a:pt x="736632" y="42007"/>
                  <a:pt x="733869" y="42610"/>
                  <a:pt x="731401" y="43817"/>
                </a:cubicBezTo>
                <a:cubicBezTo>
                  <a:pt x="728933" y="45023"/>
                  <a:pt x="726828" y="46765"/>
                  <a:pt x="725084" y="49043"/>
                </a:cubicBezTo>
                <a:cubicBezTo>
                  <a:pt x="723341" y="51320"/>
                  <a:pt x="721999" y="54133"/>
                  <a:pt x="721060" y="57483"/>
                </a:cubicBezTo>
                <a:cubicBezTo>
                  <a:pt x="720122" y="60832"/>
                  <a:pt x="719652" y="64678"/>
                  <a:pt x="719652" y="69018"/>
                </a:cubicBezTo>
                <a:lnTo>
                  <a:pt x="719652" y="119422"/>
                </a:lnTo>
                <a:lnTo>
                  <a:pt x="705248" y="119422"/>
                </a:lnTo>
                <a:lnTo>
                  <a:pt x="705248" y="50939"/>
                </a:lnTo>
                <a:cubicBezTo>
                  <a:pt x="705248" y="49115"/>
                  <a:pt x="705234" y="47197"/>
                  <a:pt x="705207" y="45185"/>
                </a:cubicBezTo>
                <a:cubicBezTo>
                  <a:pt x="705180" y="43174"/>
                  <a:pt x="705140" y="41269"/>
                  <a:pt x="705087" y="39472"/>
                </a:cubicBezTo>
                <a:cubicBezTo>
                  <a:pt x="705033" y="37675"/>
                  <a:pt x="704979" y="36132"/>
                  <a:pt x="704926" y="34845"/>
                </a:cubicBezTo>
                <a:cubicBezTo>
                  <a:pt x="704872" y="33557"/>
                  <a:pt x="704818" y="32726"/>
                  <a:pt x="704765" y="32350"/>
                </a:cubicBezTo>
                <a:lnTo>
                  <a:pt x="718445" y="32350"/>
                </a:lnTo>
                <a:cubicBezTo>
                  <a:pt x="718499" y="32620"/>
                  <a:pt x="718552" y="33348"/>
                  <a:pt x="718606" y="34535"/>
                </a:cubicBezTo>
                <a:cubicBezTo>
                  <a:pt x="718660" y="35721"/>
                  <a:pt x="718727" y="37082"/>
                  <a:pt x="718807" y="38619"/>
                </a:cubicBezTo>
                <a:cubicBezTo>
                  <a:pt x="718888" y="40157"/>
                  <a:pt x="718955" y="41722"/>
                  <a:pt x="719008" y="43315"/>
                </a:cubicBezTo>
                <a:cubicBezTo>
                  <a:pt x="719062" y="44906"/>
                  <a:pt x="719089" y="46240"/>
                  <a:pt x="719089" y="47318"/>
                </a:cubicBezTo>
                <a:lnTo>
                  <a:pt x="719330" y="47318"/>
                </a:lnTo>
                <a:cubicBezTo>
                  <a:pt x="720618" y="44785"/>
                  <a:pt x="722013" y="42494"/>
                  <a:pt x="723515" y="40445"/>
                </a:cubicBezTo>
                <a:cubicBezTo>
                  <a:pt x="725017" y="38396"/>
                  <a:pt x="726774" y="36658"/>
                  <a:pt x="728786" y="35230"/>
                </a:cubicBezTo>
                <a:cubicBezTo>
                  <a:pt x="730798" y="33801"/>
                  <a:pt x="733105" y="32696"/>
                  <a:pt x="735707" y="31915"/>
                </a:cubicBezTo>
                <a:cubicBezTo>
                  <a:pt x="738308" y="31132"/>
                  <a:pt x="741326" y="30741"/>
                  <a:pt x="744760" y="30741"/>
                </a:cubicBezTo>
                <a:cubicBezTo>
                  <a:pt x="751358" y="30741"/>
                  <a:pt x="756576" y="32062"/>
                  <a:pt x="760412" y="34704"/>
                </a:cubicBezTo>
                <a:cubicBezTo>
                  <a:pt x="764248" y="37344"/>
                  <a:pt x="766917" y="41549"/>
                  <a:pt x="768419" y="47318"/>
                </a:cubicBezTo>
                <a:lnTo>
                  <a:pt x="768660" y="47318"/>
                </a:lnTo>
                <a:cubicBezTo>
                  <a:pt x="769948" y="44785"/>
                  <a:pt x="771396" y="42494"/>
                  <a:pt x="773006" y="40445"/>
                </a:cubicBezTo>
                <a:cubicBezTo>
                  <a:pt x="774615" y="38396"/>
                  <a:pt x="776493" y="36658"/>
                  <a:pt x="778639" y="35230"/>
                </a:cubicBezTo>
                <a:cubicBezTo>
                  <a:pt x="780785" y="33801"/>
                  <a:pt x="783199" y="32696"/>
                  <a:pt x="785881" y="31915"/>
                </a:cubicBezTo>
                <a:cubicBezTo>
                  <a:pt x="788564" y="31132"/>
                  <a:pt x="791622" y="30741"/>
                  <a:pt x="795055" y="30741"/>
                </a:cubicBezTo>
                <a:cubicBezTo>
                  <a:pt x="799454" y="30741"/>
                  <a:pt x="803250" y="31331"/>
                  <a:pt x="806442" y="32511"/>
                </a:cubicBezTo>
                <a:cubicBezTo>
                  <a:pt x="809634" y="33691"/>
                  <a:pt x="812250" y="35515"/>
                  <a:pt x="814288" y="37983"/>
                </a:cubicBezTo>
                <a:cubicBezTo>
                  <a:pt x="816327" y="40451"/>
                  <a:pt x="817829" y="43630"/>
                  <a:pt x="818795" y="47519"/>
                </a:cubicBezTo>
                <a:cubicBezTo>
                  <a:pt x="819760" y="51409"/>
                  <a:pt x="820243" y="56036"/>
                  <a:pt x="820243" y="61401"/>
                </a:cubicBezTo>
                <a:lnTo>
                  <a:pt x="820243" y="119422"/>
                </a:lnTo>
                <a:lnTo>
                  <a:pt x="805919" y="119422"/>
                </a:lnTo>
                <a:lnTo>
                  <a:pt x="805919" y="64275"/>
                </a:lnTo>
                <a:cubicBezTo>
                  <a:pt x="805919" y="60040"/>
                  <a:pt x="805651" y="56503"/>
                  <a:pt x="805114" y="53663"/>
                </a:cubicBezTo>
                <a:cubicBezTo>
                  <a:pt x="804578" y="50823"/>
                  <a:pt x="803679" y="48532"/>
                  <a:pt x="802418" y="46790"/>
                </a:cubicBezTo>
                <a:cubicBezTo>
                  <a:pt x="801158" y="45048"/>
                  <a:pt x="799508" y="43816"/>
                  <a:pt x="797469" y="43093"/>
                </a:cubicBezTo>
                <a:cubicBezTo>
                  <a:pt x="795431" y="42369"/>
                  <a:pt x="792936" y="42007"/>
                  <a:pt x="789985" y="42007"/>
                </a:cubicBezTo>
                <a:cubicBezTo>
                  <a:pt x="786927" y="42007"/>
                  <a:pt x="784165" y="42584"/>
                  <a:pt x="781697" y="43737"/>
                </a:cubicBezTo>
                <a:cubicBezTo>
                  <a:pt x="779229" y="44889"/>
                  <a:pt x="777123" y="46590"/>
                  <a:pt x="775380" y="48842"/>
                </a:cubicBezTo>
                <a:cubicBezTo>
                  <a:pt x="773636" y="51092"/>
                  <a:pt x="772295" y="53905"/>
                  <a:pt x="771356" y="57282"/>
                </a:cubicBezTo>
                <a:cubicBezTo>
                  <a:pt x="770417" y="60658"/>
                  <a:pt x="769948" y="64570"/>
                  <a:pt x="769948" y="69018"/>
                </a:cubicBezTo>
                <a:lnTo>
                  <a:pt x="769948" y="119422"/>
                </a:lnTo>
                <a:lnTo>
                  <a:pt x="755624" y="119422"/>
                </a:lnTo>
                <a:close/>
                <a:moveTo>
                  <a:pt x="864422" y="121031"/>
                </a:moveTo>
                <a:cubicBezTo>
                  <a:pt x="855677" y="121031"/>
                  <a:pt x="849105" y="118724"/>
                  <a:pt x="844706" y="114110"/>
                </a:cubicBezTo>
                <a:cubicBezTo>
                  <a:pt x="840307" y="109497"/>
                  <a:pt x="838107" y="103166"/>
                  <a:pt x="838107" y="95119"/>
                </a:cubicBezTo>
                <a:cubicBezTo>
                  <a:pt x="838107" y="89378"/>
                  <a:pt x="839194" y="84671"/>
                  <a:pt x="841366" y="80996"/>
                </a:cubicBezTo>
                <a:cubicBezTo>
                  <a:pt x="843539" y="77321"/>
                  <a:pt x="846382" y="74437"/>
                  <a:pt x="849896" y="72345"/>
                </a:cubicBezTo>
                <a:cubicBezTo>
                  <a:pt x="853410" y="70253"/>
                  <a:pt x="857421" y="68804"/>
                  <a:pt x="861927" y="68000"/>
                </a:cubicBezTo>
                <a:cubicBezTo>
                  <a:pt x="866434" y="67195"/>
                  <a:pt x="871021" y="66739"/>
                  <a:pt x="875688" y="66632"/>
                </a:cubicBezTo>
                <a:lnTo>
                  <a:pt x="895243" y="66310"/>
                </a:lnTo>
                <a:lnTo>
                  <a:pt x="895243" y="61577"/>
                </a:lnTo>
                <a:cubicBezTo>
                  <a:pt x="895243" y="57994"/>
                  <a:pt x="894867" y="54946"/>
                  <a:pt x="894116" y="52433"/>
                </a:cubicBezTo>
                <a:cubicBezTo>
                  <a:pt x="893365" y="49920"/>
                  <a:pt x="892212" y="47888"/>
                  <a:pt x="890656" y="46337"/>
                </a:cubicBezTo>
                <a:cubicBezTo>
                  <a:pt x="889100" y="44786"/>
                  <a:pt x="887155" y="43651"/>
                  <a:pt x="884822" y="42930"/>
                </a:cubicBezTo>
                <a:cubicBezTo>
                  <a:pt x="882488" y="42207"/>
                  <a:pt x="879738" y="41846"/>
                  <a:pt x="876573" y="41846"/>
                </a:cubicBezTo>
                <a:cubicBezTo>
                  <a:pt x="873783" y="41846"/>
                  <a:pt x="871262" y="42045"/>
                  <a:pt x="869009" y="42442"/>
                </a:cubicBezTo>
                <a:cubicBezTo>
                  <a:pt x="866756" y="42839"/>
                  <a:pt x="864797" y="43555"/>
                  <a:pt x="863134" y="44589"/>
                </a:cubicBezTo>
                <a:cubicBezTo>
                  <a:pt x="861471" y="45624"/>
                  <a:pt x="860130" y="47030"/>
                  <a:pt x="859111" y="48807"/>
                </a:cubicBezTo>
                <a:cubicBezTo>
                  <a:pt x="858091" y="50582"/>
                  <a:pt x="857421" y="52822"/>
                  <a:pt x="857099" y="55526"/>
                </a:cubicBezTo>
                <a:lnTo>
                  <a:pt x="841970" y="54163"/>
                </a:lnTo>
                <a:cubicBezTo>
                  <a:pt x="842506" y="50740"/>
                  <a:pt x="843526" y="47598"/>
                  <a:pt x="845028" y="44738"/>
                </a:cubicBezTo>
                <a:cubicBezTo>
                  <a:pt x="846530" y="41876"/>
                  <a:pt x="848663" y="39403"/>
                  <a:pt x="851425" y="37319"/>
                </a:cubicBezTo>
                <a:cubicBezTo>
                  <a:pt x="854188" y="35234"/>
                  <a:pt x="857649" y="33616"/>
                  <a:pt x="861806" y="32466"/>
                </a:cubicBezTo>
                <a:cubicBezTo>
                  <a:pt x="865964" y="31316"/>
                  <a:pt x="870994" y="30741"/>
                  <a:pt x="876895" y="30741"/>
                </a:cubicBezTo>
                <a:cubicBezTo>
                  <a:pt x="887839" y="30741"/>
                  <a:pt x="896074" y="33246"/>
                  <a:pt x="901600" y="38257"/>
                </a:cubicBezTo>
                <a:cubicBezTo>
                  <a:pt x="907126" y="43268"/>
                  <a:pt x="909889" y="50517"/>
                  <a:pt x="909889" y="60003"/>
                </a:cubicBezTo>
                <a:lnTo>
                  <a:pt x="909889" y="97465"/>
                </a:lnTo>
                <a:cubicBezTo>
                  <a:pt x="909889" y="101754"/>
                  <a:pt x="910452" y="104984"/>
                  <a:pt x="911579" y="107155"/>
                </a:cubicBezTo>
                <a:cubicBezTo>
                  <a:pt x="912706" y="109324"/>
                  <a:pt x="914851" y="110409"/>
                  <a:pt x="918017" y="110409"/>
                </a:cubicBezTo>
                <a:cubicBezTo>
                  <a:pt x="918821" y="110409"/>
                  <a:pt x="919626" y="110355"/>
                  <a:pt x="920431" y="110248"/>
                </a:cubicBezTo>
                <a:cubicBezTo>
                  <a:pt x="921236" y="110140"/>
                  <a:pt x="922014" y="110006"/>
                  <a:pt x="922765" y="109845"/>
                </a:cubicBezTo>
                <a:lnTo>
                  <a:pt x="922765" y="118929"/>
                </a:lnTo>
                <a:cubicBezTo>
                  <a:pt x="920941" y="119361"/>
                  <a:pt x="919130" y="119686"/>
                  <a:pt x="917333" y="119902"/>
                </a:cubicBezTo>
                <a:cubicBezTo>
                  <a:pt x="915535" y="120118"/>
                  <a:pt x="913618" y="120226"/>
                  <a:pt x="911579" y="120226"/>
                </a:cubicBezTo>
                <a:cubicBezTo>
                  <a:pt x="908843" y="120226"/>
                  <a:pt x="906496" y="119863"/>
                  <a:pt x="904538" y="119135"/>
                </a:cubicBezTo>
                <a:cubicBezTo>
                  <a:pt x="902579" y="118407"/>
                  <a:pt x="900983" y="117303"/>
                  <a:pt x="899749" y="115821"/>
                </a:cubicBezTo>
                <a:cubicBezTo>
                  <a:pt x="898515" y="114338"/>
                  <a:pt x="897577" y="112506"/>
                  <a:pt x="896933" y="110323"/>
                </a:cubicBezTo>
                <a:cubicBezTo>
                  <a:pt x="896289" y="108140"/>
                  <a:pt x="895887" y="105594"/>
                  <a:pt x="895726" y="102683"/>
                </a:cubicBezTo>
                <a:lnTo>
                  <a:pt x="895243" y="102683"/>
                </a:lnTo>
                <a:cubicBezTo>
                  <a:pt x="893687" y="105485"/>
                  <a:pt x="891984" y="108017"/>
                  <a:pt x="890133" y="110280"/>
                </a:cubicBezTo>
                <a:cubicBezTo>
                  <a:pt x="888282" y="112544"/>
                  <a:pt x="886123" y="114470"/>
                  <a:pt x="883655" y="116059"/>
                </a:cubicBezTo>
                <a:cubicBezTo>
                  <a:pt x="881187" y="117649"/>
                  <a:pt x="878384" y="118874"/>
                  <a:pt x="875245" y="119736"/>
                </a:cubicBezTo>
                <a:cubicBezTo>
                  <a:pt x="872107" y="120599"/>
                  <a:pt x="868499" y="121031"/>
                  <a:pt x="864422" y="121031"/>
                </a:cubicBezTo>
                <a:moveTo>
                  <a:pt x="867721" y="110087"/>
                </a:moveTo>
                <a:cubicBezTo>
                  <a:pt x="872335" y="110087"/>
                  <a:pt x="876372" y="109244"/>
                  <a:pt x="879832" y="107559"/>
                </a:cubicBezTo>
                <a:cubicBezTo>
                  <a:pt x="883293" y="105873"/>
                  <a:pt x="886163" y="103719"/>
                  <a:pt x="888443" y="101097"/>
                </a:cubicBezTo>
                <a:cubicBezTo>
                  <a:pt x="890723" y="98473"/>
                  <a:pt x="892426" y="95609"/>
                  <a:pt x="893553" y="92506"/>
                </a:cubicBezTo>
                <a:cubicBezTo>
                  <a:pt x="894680" y="89401"/>
                  <a:pt x="895243" y="86430"/>
                  <a:pt x="895243" y="83594"/>
                </a:cubicBezTo>
                <a:lnTo>
                  <a:pt x="895243" y="76449"/>
                </a:lnTo>
                <a:lnTo>
                  <a:pt x="879390" y="76771"/>
                </a:lnTo>
                <a:cubicBezTo>
                  <a:pt x="875849" y="76825"/>
                  <a:pt x="872483" y="77079"/>
                  <a:pt x="869290" y="77533"/>
                </a:cubicBezTo>
                <a:cubicBezTo>
                  <a:pt x="866098" y="77987"/>
                  <a:pt x="863295" y="78884"/>
                  <a:pt x="860881" y="80224"/>
                </a:cubicBezTo>
                <a:cubicBezTo>
                  <a:pt x="858467" y="81562"/>
                  <a:pt x="856549" y="83435"/>
                  <a:pt x="855127" y="85844"/>
                </a:cubicBezTo>
                <a:cubicBezTo>
                  <a:pt x="853706" y="88252"/>
                  <a:pt x="852995" y="91409"/>
                  <a:pt x="852995" y="95315"/>
                </a:cubicBezTo>
                <a:cubicBezTo>
                  <a:pt x="852995" y="100024"/>
                  <a:pt x="854269" y="103664"/>
                  <a:pt x="856817" y="106234"/>
                </a:cubicBezTo>
                <a:cubicBezTo>
                  <a:pt x="859365" y="108803"/>
                  <a:pt x="863000" y="110087"/>
                  <a:pt x="867721" y="110087"/>
                </a:cubicBezTo>
                <a:close/>
                <a:moveTo>
                  <a:pt x="933764" y="13841"/>
                </a:moveTo>
                <a:lnTo>
                  <a:pt x="933764" y="0"/>
                </a:lnTo>
                <a:lnTo>
                  <a:pt x="948249" y="0"/>
                </a:lnTo>
                <a:lnTo>
                  <a:pt x="948249" y="13841"/>
                </a:lnTo>
                <a:lnTo>
                  <a:pt x="933764" y="13841"/>
                </a:lnTo>
                <a:moveTo>
                  <a:pt x="933764" y="119422"/>
                </a:moveTo>
                <a:lnTo>
                  <a:pt x="933764" y="32350"/>
                </a:lnTo>
                <a:lnTo>
                  <a:pt x="948249" y="32350"/>
                </a:lnTo>
                <a:lnTo>
                  <a:pt x="948249" y="119422"/>
                </a:lnTo>
                <a:lnTo>
                  <a:pt x="933764" y="119422"/>
                </a:lnTo>
                <a:close/>
                <a:moveTo>
                  <a:pt x="970432" y="119422"/>
                </a:moveTo>
                <a:lnTo>
                  <a:pt x="970432" y="0"/>
                </a:lnTo>
                <a:lnTo>
                  <a:pt x="984917" y="0"/>
                </a:lnTo>
                <a:lnTo>
                  <a:pt x="984917" y="119422"/>
                </a:lnTo>
                <a:lnTo>
                  <a:pt x="970432" y="119422"/>
                </a:lnTo>
                <a:close/>
                <a:moveTo>
                  <a:pt x="1072363" y="95338"/>
                </a:moveTo>
                <a:cubicBezTo>
                  <a:pt x="1072363" y="99418"/>
                  <a:pt x="1071572" y="103056"/>
                  <a:pt x="1069989" y="106252"/>
                </a:cubicBezTo>
                <a:cubicBezTo>
                  <a:pt x="1068406" y="109446"/>
                  <a:pt x="1066113" y="112131"/>
                  <a:pt x="1063109" y="114307"/>
                </a:cubicBezTo>
                <a:cubicBezTo>
                  <a:pt x="1060104" y="116481"/>
                  <a:pt x="1056416" y="118146"/>
                  <a:pt x="1052044" y="119301"/>
                </a:cubicBezTo>
                <a:cubicBezTo>
                  <a:pt x="1047671" y="120454"/>
                  <a:pt x="1042669" y="121031"/>
                  <a:pt x="1037035" y="121031"/>
                </a:cubicBezTo>
                <a:cubicBezTo>
                  <a:pt x="1031993" y="121031"/>
                  <a:pt x="1027446" y="120641"/>
                  <a:pt x="1023395" y="119859"/>
                </a:cubicBezTo>
                <a:cubicBezTo>
                  <a:pt x="1019345" y="119080"/>
                  <a:pt x="1015791" y="117829"/>
                  <a:pt x="1012733" y="116107"/>
                </a:cubicBezTo>
                <a:cubicBezTo>
                  <a:pt x="1009675" y="114384"/>
                  <a:pt x="1007113" y="112110"/>
                  <a:pt x="1005048" y="109285"/>
                </a:cubicBezTo>
                <a:cubicBezTo>
                  <a:pt x="1002982" y="106458"/>
                  <a:pt x="1001466" y="102999"/>
                  <a:pt x="1000501" y="98909"/>
                </a:cubicBezTo>
                <a:lnTo>
                  <a:pt x="1013296" y="96406"/>
                </a:lnTo>
                <a:cubicBezTo>
                  <a:pt x="1014530" y="101074"/>
                  <a:pt x="1017078" y="104494"/>
                  <a:pt x="1020941" y="106667"/>
                </a:cubicBezTo>
                <a:cubicBezTo>
                  <a:pt x="1024804" y="108840"/>
                  <a:pt x="1030168" y="109926"/>
                  <a:pt x="1037035" y="109926"/>
                </a:cubicBezTo>
                <a:cubicBezTo>
                  <a:pt x="1040147" y="109926"/>
                  <a:pt x="1043004" y="109712"/>
                  <a:pt x="1045606" y="109285"/>
                </a:cubicBezTo>
                <a:cubicBezTo>
                  <a:pt x="1048208" y="108857"/>
                  <a:pt x="1050448" y="108123"/>
                  <a:pt x="1052325" y="107082"/>
                </a:cubicBezTo>
                <a:cubicBezTo>
                  <a:pt x="1054203" y="106041"/>
                  <a:pt x="1055665" y="104652"/>
                  <a:pt x="1056711" y="102915"/>
                </a:cubicBezTo>
                <a:cubicBezTo>
                  <a:pt x="1057757" y="101178"/>
                  <a:pt x="1058280" y="99028"/>
                  <a:pt x="1058280" y="96464"/>
                </a:cubicBezTo>
                <a:cubicBezTo>
                  <a:pt x="1058280" y="93834"/>
                  <a:pt x="1057663" y="91673"/>
                  <a:pt x="1056429" y="89981"/>
                </a:cubicBezTo>
                <a:cubicBezTo>
                  <a:pt x="1055196" y="88290"/>
                  <a:pt x="1053479" y="86880"/>
                  <a:pt x="1051279" y="85754"/>
                </a:cubicBezTo>
                <a:cubicBezTo>
                  <a:pt x="1049080" y="84626"/>
                  <a:pt x="1046411" y="83646"/>
                  <a:pt x="1043272" y="82814"/>
                </a:cubicBezTo>
                <a:cubicBezTo>
                  <a:pt x="1040134" y="81981"/>
                  <a:pt x="1036687" y="81054"/>
                  <a:pt x="1032931" y="80033"/>
                </a:cubicBezTo>
                <a:cubicBezTo>
                  <a:pt x="1029444" y="79121"/>
                  <a:pt x="1025984" y="78101"/>
                  <a:pt x="1022550" y="76975"/>
                </a:cubicBezTo>
                <a:cubicBezTo>
                  <a:pt x="1019117" y="75846"/>
                  <a:pt x="1016019" y="74356"/>
                  <a:pt x="1013256" y="72504"/>
                </a:cubicBezTo>
                <a:cubicBezTo>
                  <a:pt x="1010493" y="70651"/>
                  <a:pt x="1008253" y="68356"/>
                  <a:pt x="1006536" y="65618"/>
                </a:cubicBezTo>
                <a:cubicBezTo>
                  <a:pt x="1004820" y="62879"/>
                  <a:pt x="1003961" y="59442"/>
                  <a:pt x="1003961" y="55307"/>
                </a:cubicBezTo>
                <a:cubicBezTo>
                  <a:pt x="1003961" y="47359"/>
                  <a:pt x="1006791" y="41304"/>
                  <a:pt x="1012451" y="37143"/>
                </a:cubicBezTo>
                <a:cubicBezTo>
                  <a:pt x="1018111" y="32982"/>
                  <a:pt x="1026359" y="30902"/>
                  <a:pt x="1037196" y="30902"/>
                </a:cubicBezTo>
                <a:cubicBezTo>
                  <a:pt x="1046800" y="30902"/>
                  <a:pt x="1054431" y="32586"/>
                  <a:pt x="1060091" y="35954"/>
                </a:cubicBezTo>
                <a:cubicBezTo>
                  <a:pt x="1065751" y="39322"/>
                  <a:pt x="1069332" y="44721"/>
                  <a:pt x="1070834" y="52151"/>
                </a:cubicBezTo>
                <a:lnTo>
                  <a:pt x="1057797" y="53756"/>
                </a:lnTo>
                <a:cubicBezTo>
                  <a:pt x="1057315" y="51518"/>
                  <a:pt x="1056429" y="49639"/>
                  <a:pt x="1055142" y="48120"/>
                </a:cubicBezTo>
                <a:cubicBezTo>
                  <a:pt x="1053854" y="46601"/>
                  <a:pt x="1052299" y="45376"/>
                  <a:pt x="1050474" y="44444"/>
                </a:cubicBezTo>
                <a:cubicBezTo>
                  <a:pt x="1048650" y="43511"/>
                  <a:pt x="1046598" y="42846"/>
                  <a:pt x="1044318" y="42447"/>
                </a:cubicBezTo>
                <a:cubicBezTo>
                  <a:pt x="1042038" y="42046"/>
                  <a:pt x="1039664" y="41846"/>
                  <a:pt x="1037196" y="41846"/>
                </a:cubicBezTo>
                <a:cubicBezTo>
                  <a:pt x="1030651" y="41846"/>
                  <a:pt x="1025823" y="42840"/>
                  <a:pt x="1022711" y="44828"/>
                </a:cubicBezTo>
                <a:cubicBezTo>
                  <a:pt x="1019600" y="46817"/>
                  <a:pt x="1018044" y="49826"/>
                  <a:pt x="1018044" y="53856"/>
                </a:cubicBezTo>
                <a:cubicBezTo>
                  <a:pt x="1018044" y="56219"/>
                  <a:pt x="1018621" y="58165"/>
                  <a:pt x="1019774" y="59696"/>
                </a:cubicBezTo>
                <a:cubicBezTo>
                  <a:pt x="1020928" y="61226"/>
                  <a:pt x="1022537" y="62516"/>
                  <a:pt x="1024602" y="63563"/>
                </a:cubicBezTo>
                <a:cubicBezTo>
                  <a:pt x="1026668" y="64610"/>
                  <a:pt x="1029149" y="65522"/>
                  <a:pt x="1032046" y="66302"/>
                </a:cubicBezTo>
                <a:cubicBezTo>
                  <a:pt x="1034943" y="67080"/>
                  <a:pt x="1038135" y="67898"/>
                  <a:pt x="1041622" y="68756"/>
                </a:cubicBezTo>
                <a:cubicBezTo>
                  <a:pt x="1043929" y="69348"/>
                  <a:pt x="1046290" y="69980"/>
                  <a:pt x="1048704" y="70650"/>
                </a:cubicBezTo>
                <a:cubicBezTo>
                  <a:pt x="1051118" y="71321"/>
                  <a:pt x="1053465" y="72126"/>
                  <a:pt x="1055745" y="73067"/>
                </a:cubicBezTo>
                <a:cubicBezTo>
                  <a:pt x="1058025" y="74006"/>
                  <a:pt x="1060171" y="75106"/>
                  <a:pt x="1062183" y="76369"/>
                </a:cubicBezTo>
                <a:cubicBezTo>
                  <a:pt x="1064195" y="77631"/>
                  <a:pt x="1065952" y="79148"/>
                  <a:pt x="1067454" y="80920"/>
                </a:cubicBezTo>
                <a:cubicBezTo>
                  <a:pt x="1068956" y="82693"/>
                  <a:pt x="1070150" y="84760"/>
                  <a:pt x="1071035" y="87122"/>
                </a:cubicBezTo>
                <a:cubicBezTo>
                  <a:pt x="1071920" y="89484"/>
                  <a:pt x="1072363" y="92223"/>
                  <a:pt x="1072363" y="95338"/>
                </a:cubicBezTo>
                <a:close/>
                <a:moveTo>
                  <a:pt x="1157451" y="121031"/>
                </a:moveTo>
                <a:cubicBezTo>
                  <a:pt x="1148706" y="121031"/>
                  <a:pt x="1142134" y="118724"/>
                  <a:pt x="1137735" y="114110"/>
                </a:cubicBezTo>
                <a:cubicBezTo>
                  <a:pt x="1133336" y="109497"/>
                  <a:pt x="1131136" y="103166"/>
                  <a:pt x="1131136" y="95119"/>
                </a:cubicBezTo>
                <a:cubicBezTo>
                  <a:pt x="1131136" y="89378"/>
                  <a:pt x="1132223" y="84671"/>
                  <a:pt x="1134395" y="80996"/>
                </a:cubicBezTo>
                <a:cubicBezTo>
                  <a:pt x="1136568" y="77321"/>
                  <a:pt x="1139411" y="74437"/>
                  <a:pt x="1142925" y="72345"/>
                </a:cubicBezTo>
                <a:cubicBezTo>
                  <a:pt x="1146439" y="70253"/>
                  <a:pt x="1150450" y="68804"/>
                  <a:pt x="1154956" y="68000"/>
                </a:cubicBezTo>
                <a:cubicBezTo>
                  <a:pt x="1159463" y="67195"/>
                  <a:pt x="1164050" y="66739"/>
                  <a:pt x="1168717" y="66632"/>
                </a:cubicBezTo>
                <a:lnTo>
                  <a:pt x="1188272" y="66310"/>
                </a:lnTo>
                <a:lnTo>
                  <a:pt x="1188272" y="61577"/>
                </a:lnTo>
                <a:cubicBezTo>
                  <a:pt x="1188272" y="57994"/>
                  <a:pt x="1187896" y="54946"/>
                  <a:pt x="1187145" y="52433"/>
                </a:cubicBezTo>
                <a:cubicBezTo>
                  <a:pt x="1186394" y="49920"/>
                  <a:pt x="1185241" y="47888"/>
                  <a:pt x="1183685" y="46337"/>
                </a:cubicBezTo>
                <a:cubicBezTo>
                  <a:pt x="1182129" y="44786"/>
                  <a:pt x="1180184" y="43651"/>
                  <a:pt x="1177851" y="42930"/>
                </a:cubicBezTo>
                <a:cubicBezTo>
                  <a:pt x="1175517" y="42207"/>
                  <a:pt x="1172767" y="41846"/>
                  <a:pt x="1169602" y="41846"/>
                </a:cubicBezTo>
                <a:cubicBezTo>
                  <a:pt x="1166812" y="41846"/>
                  <a:pt x="1164291" y="42045"/>
                  <a:pt x="1162038" y="42442"/>
                </a:cubicBezTo>
                <a:cubicBezTo>
                  <a:pt x="1159785" y="42839"/>
                  <a:pt x="1157826" y="43555"/>
                  <a:pt x="1156163" y="44589"/>
                </a:cubicBezTo>
                <a:cubicBezTo>
                  <a:pt x="1154500" y="45624"/>
                  <a:pt x="1153159" y="47030"/>
                  <a:pt x="1152140" y="48807"/>
                </a:cubicBezTo>
                <a:cubicBezTo>
                  <a:pt x="1151120" y="50582"/>
                  <a:pt x="1150450" y="52822"/>
                  <a:pt x="1150128" y="55526"/>
                </a:cubicBezTo>
                <a:lnTo>
                  <a:pt x="1134999" y="54163"/>
                </a:lnTo>
                <a:cubicBezTo>
                  <a:pt x="1135535" y="50740"/>
                  <a:pt x="1136555" y="47598"/>
                  <a:pt x="1138057" y="44738"/>
                </a:cubicBezTo>
                <a:cubicBezTo>
                  <a:pt x="1139559" y="41876"/>
                  <a:pt x="1141692" y="39403"/>
                  <a:pt x="1144454" y="37319"/>
                </a:cubicBezTo>
                <a:cubicBezTo>
                  <a:pt x="1147217" y="35234"/>
                  <a:pt x="1150678" y="33616"/>
                  <a:pt x="1154835" y="32466"/>
                </a:cubicBezTo>
                <a:cubicBezTo>
                  <a:pt x="1158993" y="31316"/>
                  <a:pt x="1164023" y="30741"/>
                  <a:pt x="1169924" y="30741"/>
                </a:cubicBezTo>
                <a:cubicBezTo>
                  <a:pt x="1180868" y="30741"/>
                  <a:pt x="1189103" y="33246"/>
                  <a:pt x="1194629" y="38257"/>
                </a:cubicBezTo>
                <a:cubicBezTo>
                  <a:pt x="1200155" y="43268"/>
                  <a:pt x="1202918" y="50517"/>
                  <a:pt x="1202918" y="60003"/>
                </a:cubicBezTo>
                <a:lnTo>
                  <a:pt x="1202918" y="97465"/>
                </a:lnTo>
                <a:cubicBezTo>
                  <a:pt x="1202918" y="101754"/>
                  <a:pt x="1203481" y="104984"/>
                  <a:pt x="1204608" y="107155"/>
                </a:cubicBezTo>
                <a:cubicBezTo>
                  <a:pt x="1205734" y="109324"/>
                  <a:pt x="1207880" y="110409"/>
                  <a:pt x="1211046" y="110409"/>
                </a:cubicBezTo>
                <a:cubicBezTo>
                  <a:pt x="1211850" y="110409"/>
                  <a:pt x="1212655" y="110355"/>
                  <a:pt x="1213460" y="110248"/>
                </a:cubicBezTo>
                <a:cubicBezTo>
                  <a:pt x="1214265" y="110140"/>
                  <a:pt x="1215043" y="110006"/>
                  <a:pt x="1215794" y="109845"/>
                </a:cubicBezTo>
                <a:lnTo>
                  <a:pt x="1215794" y="118929"/>
                </a:lnTo>
                <a:cubicBezTo>
                  <a:pt x="1213970" y="119361"/>
                  <a:pt x="1212159" y="119686"/>
                  <a:pt x="1210362" y="119902"/>
                </a:cubicBezTo>
                <a:cubicBezTo>
                  <a:pt x="1208564" y="120118"/>
                  <a:pt x="1206647" y="120226"/>
                  <a:pt x="1204608" y="120226"/>
                </a:cubicBezTo>
                <a:cubicBezTo>
                  <a:pt x="1201872" y="120226"/>
                  <a:pt x="1199525" y="119863"/>
                  <a:pt x="1197566" y="119135"/>
                </a:cubicBezTo>
                <a:cubicBezTo>
                  <a:pt x="1195608" y="118407"/>
                  <a:pt x="1194012" y="117303"/>
                  <a:pt x="1192778" y="115821"/>
                </a:cubicBezTo>
                <a:cubicBezTo>
                  <a:pt x="1191544" y="114338"/>
                  <a:pt x="1190606" y="112506"/>
                  <a:pt x="1189962" y="110323"/>
                </a:cubicBezTo>
                <a:cubicBezTo>
                  <a:pt x="1189318" y="108140"/>
                  <a:pt x="1188916" y="105594"/>
                  <a:pt x="1188755" y="102683"/>
                </a:cubicBezTo>
                <a:lnTo>
                  <a:pt x="1188272" y="102683"/>
                </a:lnTo>
                <a:cubicBezTo>
                  <a:pt x="1186716" y="105485"/>
                  <a:pt x="1185013" y="108017"/>
                  <a:pt x="1183162" y="110280"/>
                </a:cubicBezTo>
                <a:cubicBezTo>
                  <a:pt x="1181311" y="112544"/>
                  <a:pt x="1179152" y="114470"/>
                  <a:pt x="1176684" y="116059"/>
                </a:cubicBezTo>
                <a:cubicBezTo>
                  <a:pt x="1174216" y="117649"/>
                  <a:pt x="1171413" y="118874"/>
                  <a:pt x="1168274" y="119736"/>
                </a:cubicBezTo>
                <a:cubicBezTo>
                  <a:pt x="1165136" y="120599"/>
                  <a:pt x="1161528" y="121031"/>
                  <a:pt x="1157451" y="121031"/>
                </a:cubicBezTo>
                <a:moveTo>
                  <a:pt x="1160750" y="110087"/>
                </a:moveTo>
                <a:cubicBezTo>
                  <a:pt x="1165364" y="110087"/>
                  <a:pt x="1169401" y="109244"/>
                  <a:pt x="1172861" y="107559"/>
                </a:cubicBezTo>
                <a:cubicBezTo>
                  <a:pt x="1176322" y="105873"/>
                  <a:pt x="1179192" y="103719"/>
                  <a:pt x="1181472" y="101097"/>
                </a:cubicBezTo>
                <a:cubicBezTo>
                  <a:pt x="1183752" y="98473"/>
                  <a:pt x="1185455" y="95609"/>
                  <a:pt x="1186582" y="92506"/>
                </a:cubicBezTo>
                <a:cubicBezTo>
                  <a:pt x="1187709" y="89401"/>
                  <a:pt x="1188272" y="86430"/>
                  <a:pt x="1188272" y="83594"/>
                </a:cubicBezTo>
                <a:lnTo>
                  <a:pt x="1188272" y="76449"/>
                </a:lnTo>
                <a:lnTo>
                  <a:pt x="1172419" y="76771"/>
                </a:lnTo>
                <a:cubicBezTo>
                  <a:pt x="1168878" y="76825"/>
                  <a:pt x="1165511" y="77079"/>
                  <a:pt x="1162319" y="77533"/>
                </a:cubicBezTo>
                <a:cubicBezTo>
                  <a:pt x="1159127" y="77987"/>
                  <a:pt x="1156324" y="78884"/>
                  <a:pt x="1153910" y="80224"/>
                </a:cubicBezTo>
                <a:cubicBezTo>
                  <a:pt x="1151496" y="81562"/>
                  <a:pt x="1149578" y="83435"/>
                  <a:pt x="1148156" y="85844"/>
                </a:cubicBezTo>
                <a:cubicBezTo>
                  <a:pt x="1146734" y="88252"/>
                  <a:pt x="1146024" y="91409"/>
                  <a:pt x="1146024" y="95315"/>
                </a:cubicBezTo>
                <a:cubicBezTo>
                  <a:pt x="1146024" y="100024"/>
                  <a:pt x="1147298" y="103664"/>
                  <a:pt x="1149846" y="106234"/>
                </a:cubicBezTo>
                <a:cubicBezTo>
                  <a:pt x="1152394" y="108803"/>
                  <a:pt x="1156029" y="110087"/>
                  <a:pt x="1160750" y="110087"/>
                </a:cubicBezTo>
                <a:close/>
                <a:moveTo>
                  <a:pt x="1282158" y="119422"/>
                </a:moveTo>
                <a:lnTo>
                  <a:pt x="1282158" y="64275"/>
                </a:lnTo>
                <a:cubicBezTo>
                  <a:pt x="1282158" y="60040"/>
                  <a:pt x="1281850" y="56503"/>
                  <a:pt x="1281233" y="53663"/>
                </a:cubicBezTo>
                <a:cubicBezTo>
                  <a:pt x="1280616" y="50823"/>
                  <a:pt x="1279610" y="48532"/>
                  <a:pt x="1278215" y="46790"/>
                </a:cubicBezTo>
                <a:cubicBezTo>
                  <a:pt x="1276820" y="45048"/>
                  <a:pt x="1274983" y="43816"/>
                  <a:pt x="1272703" y="43093"/>
                </a:cubicBezTo>
                <a:cubicBezTo>
                  <a:pt x="1270423" y="42369"/>
                  <a:pt x="1267593" y="42007"/>
                  <a:pt x="1264213" y="42007"/>
                </a:cubicBezTo>
                <a:cubicBezTo>
                  <a:pt x="1260779" y="42007"/>
                  <a:pt x="1257681" y="42610"/>
                  <a:pt x="1254918" y="43817"/>
                </a:cubicBezTo>
                <a:cubicBezTo>
                  <a:pt x="1252155" y="45023"/>
                  <a:pt x="1249795" y="46765"/>
                  <a:pt x="1247837" y="49043"/>
                </a:cubicBezTo>
                <a:cubicBezTo>
                  <a:pt x="1245878" y="51320"/>
                  <a:pt x="1244363" y="54133"/>
                  <a:pt x="1243290" y="57483"/>
                </a:cubicBezTo>
                <a:cubicBezTo>
                  <a:pt x="1242217" y="60832"/>
                  <a:pt x="1241680" y="64678"/>
                  <a:pt x="1241680" y="69018"/>
                </a:cubicBezTo>
                <a:lnTo>
                  <a:pt x="1241680" y="119422"/>
                </a:lnTo>
                <a:lnTo>
                  <a:pt x="1227195" y="119422"/>
                </a:lnTo>
                <a:lnTo>
                  <a:pt x="1227195" y="50939"/>
                </a:lnTo>
                <a:cubicBezTo>
                  <a:pt x="1227195" y="49115"/>
                  <a:pt x="1227182" y="47197"/>
                  <a:pt x="1227155" y="45185"/>
                </a:cubicBezTo>
                <a:cubicBezTo>
                  <a:pt x="1227128" y="43174"/>
                  <a:pt x="1227088" y="41269"/>
                  <a:pt x="1227034" y="39472"/>
                </a:cubicBezTo>
                <a:cubicBezTo>
                  <a:pt x="1226981" y="37675"/>
                  <a:pt x="1226927" y="36132"/>
                  <a:pt x="1226873" y="34845"/>
                </a:cubicBezTo>
                <a:cubicBezTo>
                  <a:pt x="1226820" y="33557"/>
                  <a:pt x="1226766" y="32726"/>
                  <a:pt x="1226713" y="32350"/>
                </a:cubicBezTo>
                <a:lnTo>
                  <a:pt x="1240393" y="32350"/>
                </a:lnTo>
                <a:cubicBezTo>
                  <a:pt x="1240447" y="32620"/>
                  <a:pt x="1240500" y="33348"/>
                  <a:pt x="1240554" y="34535"/>
                </a:cubicBezTo>
                <a:cubicBezTo>
                  <a:pt x="1240607" y="35721"/>
                  <a:pt x="1240675" y="37082"/>
                  <a:pt x="1240755" y="38619"/>
                </a:cubicBezTo>
                <a:cubicBezTo>
                  <a:pt x="1240835" y="40157"/>
                  <a:pt x="1240903" y="41722"/>
                  <a:pt x="1240956" y="43315"/>
                </a:cubicBezTo>
                <a:cubicBezTo>
                  <a:pt x="1241010" y="44906"/>
                  <a:pt x="1241037" y="46240"/>
                  <a:pt x="1241037" y="47318"/>
                </a:cubicBezTo>
                <a:lnTo>
                  <a:pt x="1241278" y="47318"/>
                </a:lnTo>
                <a:cubicBezTo>
                  <a:pt x="1242673" y="44785"/>
                  <a:pt x="1244202" y="42494"/>
                  <a:pt x="1245865" y="40445"/>
                </a:cubicBezTo>
                <a:cubicBezTo>
                  <a:pt x="1247528" y="38396"/>
                  <a:pt x="1249459" y="36658"/>
                  <a:pt x="1251659" y="35230"/>
                </a:cubicBezTo>
                <a:cubicBezTo>
                  <a:pt x="1253859" y="33801"/>
                  <a:pt x="1256380" y="32696"/>
                  <a:pt x="1259224" y="31915"/>
                </a:cubicBezTo>
                <a:cubicBezTo>
                  <a:pt x="1262067" y="31132"/>
                  <a:pt x="1265366" y="30741"/>
                  <a:pt x="1269122" y="30741"/>
                </a:cubicBezTo>
                <a:cubicBezTo>
                  <a:pt x="1273950" y="30741"/>
                  <a:pt x="1278108" y="31331"/>
                  <a:pt x="1281595" y="32511"/>
                </a:cubicBezTo>
                <a:cubicBezTo>
                  <a:pt x="1285082" y="33691"/>
                  <a:pt x="1287952" y="35515"/>
                  <a:pt x="1290206" y="37983"/>
                </a:cubicBezTo>
                <a:cubicBezTo>
                  <a:pt x="1292459" y="40451"/>
                  <a:pt x="1294109" y="43630"/>
                  <a:pt x="1295155" y="47519"/>
                </a:cubicBezTo>
                <a:cubicBezTo>
                  <a:pt x="1296201" y="51409"/>
                  <a:pt x="1296724" y="56036"/>
                  <a:pt x="1296724" y="61401"/>
                </a:cubicBezTo>
                <a:lnTo>
                  <a:pt x="1296724" y="119422"/>
                </a:lnTo>
                <a:lnTo>
                  <a:pt x="1282158" y="119422"/>
                </a:lnTo>
                <a:close/>
                <a:moveTo>
                  <a:pt x="1373470" y="105339"/>
                </a:moveTo>
                <a:cubicBezTo>
                  <a:pt x="1370788" y="110947"/>
                  <a:pt x="1367233" y="114965"/>
                  <a:pt x="1362807" y="117392"/>
                </a:cubicBezTo>
                <a:cubicBezTo>
                  <a:pt x="1358381" y="119818"/>
                  <a:pt x="1352896" y="121031"/>
                  <a:pt x="1346351" y="121031"/>
                </a:cubicBezTo>
                <a:cubicBezTo>
                  <a:pt x="1335353" y="121031"/>
                  <a:pt x="1327265" y="117329"/>
                  <a:pt x="1322088" y="109926"/>
                </a:cubicBezTo>
                <a:cubicBezTo>
                  <a:pt x="1316911" y="102522"/>
                  <a:pt x="1314323" y="91310"/>
                  <a:pt x="1314323" y="76288"/>
                </a:cubicBezTo>
                <a:cubicBezTo>
                  <a:pt x="1314323" y="45923"/>
                  <a:pt x="1324999" y="30741"/>
                  <a:pt x="1346351" y="30741"/>
                </a:cubicBezTo>
                <a:cubicBezTo>
                  <a:pt x="1352950" y="30741"/>
                  <a:pt x="1358449" y="31954"/>
                  <a:pt x="1362848" y="34382"/>
                </a:cubicBezTo>
                <a:cubicBezTo>
                  <a:pt x="1367247" y="36808"/>
                  <a:pt x="1370788" y="40664"/>
                  <a:pt x="1373470" y="45950"/>
                </a:cubicBezTo>
                <a:lnTo>
                  <a:pt x="1373631" y="45950"/>
                </a:lnTo>
                <a:cubicBezTo>
                  <a:pt x="1373631" y="45412"/>
                  <a:pt x="1373618" y="44565"/>
                  <a:pt x="1373591" y="43410"/>
                </a:cubicBezTo>
                <a:cubicBezTo>
                  <a:pt x="1373564" y="42255"/>
                  <a:pt x="1373537" y="41046"/>
                  <a:pt x="1373510" y="39784"/>
                </a:cubicBezTo>
                <a:cubicBezTo>
                  <a:pt x="1373484" y="38520"/>
                  <a:pt x="1373470" y="37323"/>
                  <a:pt x="1373470" y="36195"/>
                </a:cubicBezTo>
                <a:cubicBezTo>
                  <a:pt x="1373470" y="35067"/>
                  <a:pt x="1373470" y="34261"/>
                  <a:pt x="1373470" y="33778"/>
                </a:cubicBezTo>
                <a:lnTo>
                  <a:pt x="1373470" y="0"/>
                </a:lnTo>
                <a:lnTo>
                  <a:pt x="1387955" y="0"/>
                </a:lnTo>
                <a:lnTo>
                  <a:pt x="1387955" y="101476"/>
                </a:lnTo>
                <a:cubicBezTo>
                  <a:pt x="1387955" y="103569"/>
                  <a:pt x="1387969" y="105580"/>
                  <a:pt x="1387995" y="107512"/>
                </a:cubicBezTo>
                <a:cubicBezTo>
                  <a:pt x="1388022" y="109443"/>
                  <a:pt x="1388063" y="111213"/>
                  <a:pt x="1388116" y="112823"/>
                </a:cubicBezTo>
                <a:cubicBezTo>
                  <a:pt x="1388170" y="114432"/>
                  <a:pt x="1388223" y="115814"/>
                  <a:pt x="1388277" y="116967"/>
                </a:cubicBezTo>
                <a:cubicBezTo>
                  <a:pt x="1388331" y="118121"/>
                  <a:pt x="1388384" y="118939"/>
                  <a:pt x="1388438" y="119422"/>
                </a:cubicBezTo>
                <a:lnTo>
                  <a:pt x="1374597" y="119422"/>
                </a:lnTo>
                <a:cubicBezTo>
                  <a:pt x="1374489" y="118882"/>
                  <a:pt x="1374396" y="118113"/>
                  <a:pt x="1374315" y="117116"/>
                </a:cubicBezTo>
                <a:cubicBezTo>
                  <a:pt x="1374235" y="116116"/>
                  <a:pt x="1374154" y="114970"/>
                  <a:pt x="1374074" y="113675"/>
                </a:cubicBezTo>
                <a:cubicBezTo>
                  <a:pt x="1373993" y="112381"/>
                  <a:pt x="1373926" y="111019"/>
                  <a:pt x="1373873" y="109589"/>
                </a:cubicBezTo>
                <a:cubicBezTo>
                  <a:pt x="1373819" y="108159"/>
                  <a:pt x="1373792" y="106742"/>
                  <a:pt x="1373792" y="105339"/>
                </a:cubicBezTo>
                <a:lnTo>
                  <a:pt x="1373470" y="105339"/>
                </a:lnTo>
                <a:moveTo>
                  <a:pt x="1329532" y="75805"/>
                </a:moveTo>
                <a:cubicBezTo>
                  <a:pt x="1329532" y="81799"/>
                  <a:pt x="1329908" y="86937"/>
                  <a:pt x="1330659" y="91218"/>
                </a:cubicBezTo>
                <a:cubicBezTo>
                  <a:pt x="1331410" y="95500"/>
                  <a:pt x="1332617" y="99020"/>
                  <a:pt x="1334280" y="101778"/>
                </a:cubicBezTo>
                <a:cubicBezTo>
                  <a:pt x="1335943" y="104534"/>
                  <a:pt x="1338062" y="106554"/>
                  <a:pt x="1340637" y="107839"/>
                </a:cubicBezTo>
                <a:cubicBezTo>
                  <a:pt x="1343212" y="109123"/>
                  <a:pt x="1346351" y="109765"/>
                  <a:pt x="1350053" y="109765"/>
                </a:cubicBezTo>
                <a:cubicBezTo>
                  <a:pt x="1353862" y="109765"/>
                  <a:pt x="1357228" y="109150"/>
                  <a:pt x="1360152" y="107919"/>
                </a:cubicBezTo>
                <a:cubicBezTo>
                  <a:pt x="1363076" y="106687"/>
                  <a:pt x="1365517" y="104693"/>
                  <a:pt x="1367475" y="101936"/>
                </a:cubicBezTo>
                <a:cubicBezTo>
                  <a:pt x="1369433" y="99180"/>
                  <a:pt x="1370922" y="95582"/>
                  <a:pt x="1371941" y="91141"/>
                </a:cubicBezTo>
                <a:cubicBezTo>
                  <a:pt x="1372960" y="86698"/>
                  <a:pt x="1373470" y="81265"/>
                  <a:pt x="1373470" y="74842"/>
                </a:cubicBezTo>
                <a:cubicBezTo>
                  <a:pt x="1373470" y="68686"/>
                  <a:pt x="1372960" y="63480"/>
                  <a:pt x="1371941" y="59225"/>
                </a:cubicBezTo>
                <a:cubicBezTo>
                  <a:pt x="1370922" y="54970"/>
                  <a:pt x="1369420" y="51532"/>
                  <a:pt x="1367435" y="48910"/>
                </a:cubicBezTo>
                <a:cubicBezTo>
                  <a:pt x="1365450" y="46288"/>
                  <a:pt x="1363022" y="44402"/>
                  <a:pt x="1360152" y="43252"/>
                </a:cubicBezTo>
                <a:cubicBezTo>
                  <a:pt x="1357282" y="42100"/>
                  <a:pt x="1353969" y="41524"/>
                  <a:pt x="1350213" y="41524"/>
                </a:cubicBezTo>
                <a:cubicBezTo>
                  <a:pt x="1346673" y="41524"/>
                  <a:pt x="1343615" y="42140"/>
                  <a:pt x="1341040" y="43372"/>
                </a:cubicBezTo>
                <a:cubicBezTo>
                  <a:pt x="1338464" y="44603"/>
                  <a:pt x="1336319" y="46583"/>
                  <a:pt x="1334602" y="49312"/>
                </a:cubicBezTo>
                <a:cubicBezTo>
                  <a:pt x="1332885" y="52042"/>
                  <a:pt x="1331611" y="55587"/>
                  <a:pt x="1330779" y="59950"/>
                </a:cubicBezTo>
                <a:cubicBezTo>
                  <a:pt x="1329948" y="64312"/>
                  <a:pt x="1329532" y="69597"/>
                  <a:pt x="1329532" y="75805"/>
                </a:cubicBezTo>
                <a:close/>
                <a:moveTo>
                  <a:pt x="1529590" y="75443"/>
                </a:moveTo>
                <a:cubicBezTo>
                  <a:pt x="1529590" y="82047"/>
                  <a:pt x="1529054" y="88141"/>
                  <a:pt x="1527981" y="93726"/>
                </a:cubicBezTo>
                <a:cubicBezTo>
                  <a:pt x="1526908" y="99310"/>
                  <a:pt x="1525124" y="104117"/>
                  <a:pt x="1522629" y="108145"/>
                </a:cubicBezTo>
                <a:cubicBezTo>
                  <a:pt x="1520135" y="112172"/>
                  <a:pt x="1516835" y="115327"/>
                  <a:pt x="1512731" y="117609"/>
                </a:cubicBezTo>
                <a:cubicBezTo>
                  <a:pt x="1508627" y="119890"/>
                  <a:pt x="1503571" y="121031"/>
                  <a:pt x="1497562" y="121031"/>
                </a:cubicBezTo>
                <a:cubicBezTo>
                  <a:pt x="1491339" y="121031"/>
                  <a:pt x="1485893" y="119845"/>
                  <a:pt x="1481226" y="117473"/>
                </a:cubicBezTo>
                <a:cubicBezTo>
                  <a:pt x="1476559" y="115099"/>
                  <a:pt x="1472991" y="111215"/>
                  <a:pt x="1470523" y="105822"/>
                </a:cubicBezTo>
                <a:lnTo>
                  <a:pt x="1470121" y="105822"/>
                </a:lnTo>
                <a:cubicBezTo>
                  <a:pt x="1470174" y="105929"/>
                  <a:pt x="1470215" y="106414"/>
                  <a:pt x="1470241" y="107275"/>
                </a:cubicBezTo>
                <a:cubicBezTo>
                  <a:pt x="1470268" y="108137"/>
                  <a:pt x="1470295" y="109214"/>
                  <a:pt x="1470322" y="110507"/>
                </a:cubicBezTo>
                <a:cubicBezTo>
                  <a:pt x="1470349" y="111798"/>
                  <a:pt x="1470376" y="113237"/>
                  <a:pt x="1470402" y="114825"/>
                </a:cubicBezTo>
                <a:cubicBezTo>
                  <a:pt x="1470429" y="116412"/>
                  <a:pt x="1470443" y="117987"/>
                  <a:pt x="1470443" y="119547"/>
                </a:cubicBezTo>
                <a:lnTo>
                  <a:pt x="1470443" y="153703"/>
                </a:lnTo>
                <a:lnTo>
                  <a:pt x="1455958" y="153703"/>
                </a:lnTo>
                <a:lnTo>
                  <a:pt x="1455958" y="50147"/>
                </a:lnTo>
                <a:cubicBezTo>
                  <a:pt x="1455958" y="48053"/>
                  <a:pt x="1455944" y="46040"/>
                  <a:pt x="1455917" y="44107"/>
                </a:cubicBezTo>
                <a:cubicBezTo>
                  <a:pt x="1455890" y="42174"/>
                  <a:pt x="1455850" y="40416"/>
                  <a:pt x="1455797" y="38833"/>
                </a:cubicBezTo>
                <a:cubicBezTo>
                  <a:pt x="1455743" y="37249"/>
                  <a:pt x="1455689" y="35893"/>
                  <a:pt x="1455636" y="34767"/>
                </a:cubicBezTo>
                <a:cubicBezTo>
                  <a:pt x="1455582" y="33638"/>
                  <a:pt x="1455528" y="32833"/>
                  <a:pt x="1455475" y="32350"/>
                </a:cubicBezTo>
                <a:lnTo>
                  <a:pt x="1469477" y="32350"/>
                </a:lnTo>
                <a:cubicBezTo>
                  <a:pt x="1469531" y="32511"/>
                  <a:pt x="1469598" y="33074"/>
                  <a:pt x="1469678" y="34040"/>
                </a:cubicBezTo>
                <a:cubicBezTo>
                  <a:pt x="1469759" y="35006"/>
                  <a:pt x="1469839" y="36173"/>
                  <a:pt x="1469920" y="37541"/>
                </a:cubicBezTo>
                <a:cubicBezTo>
                  <a:pt x="1470000" y="38909"/>
                  <a:pt x="1470080" y="40371"/>
                  <a:pt x="1470161" y="41926"/>
                </a:cubicBezTo>
                <a:cubicBezTo>
                  <a:pt x="1470241" y="43482"/>
                  <a:pt x="1470282" y="44957"/>
                  <a:pt x="1470282" y="46352"/>
                </a:cubicBezTo>
                <a:lnTo>
                  <a:pt x="1470604" y="46352"/>
                </a:lnTo>
                <a:cubicBezTo>
                  <a:pt x="1471945" y="43548"/>
                  <a:pt x="1473474" y="41161"/>
                  <a:pt x="1475191" y="39193"/>
                </a:cubicBezTo>
                <a:cubicBezTo>
                  <a:pt x="1476907" y="37225"/>
                  <a:pt x="1478865" y="35607"/>
                  <a:pt x="1481065" y="34339"/>
                </a:cubicBezTo>
                <a:cubicBezTo>
                  <a:pt x="1483265" y="33072"/>
                  <a:pt x="1485719" y="32156"/>
                  <a:pt x="1488428" y="31591"/>
                </a:cubicBezTo>
                <a:cubicBezTo>
                  <a:pt x="1491138" y="31024"/>
                  <a:pt x="1494182" y="30741"/>
                  <a:pt x="1497562" y="30741"/>
                </a:cubicBezTo>
                <a:cubicBezTo>
                  <a:pt x="1503571" y="30741"/>
                  <a:pt x="1508627" y="31814"/>
                  <a:pt x="1512731" y="33962"/>
                </a:cubicBezTo>
                <a:cubicBezTo>
                  <a:pt x="1516835" y="36110"/>
                  <a:pt x="1520135" y="39130"/>
                  <a:pt x="1522629" y="43023"/>
                </a:cubicBezTo>
                <a:cubicBezTo>
                  <a:pt x="1525124" y="46916"/>
                  <a:pt x="1526908" y="51614"/>
                  <a:pt x="1527981" y="57118"/>
                </a:cubicBezTo>
                <a:cubicBezTo>
                  <a:pt x="1529054" y="62622"/>
                  <a:pt x="1529590" y="68731"/>
                  <a:pt x="1529590" y="75443"/>
                </a:cubicBezTo>
                <a:moveTo>
                  <a:pt x="1514381" y="75765"/>
                </a:moveTo>
                <a:cubicBezTo>
                  <a:pt x="1514381" y="70407"/>
                  <a:pt x="1514059" y="65638"/>
                  <a:pt x="1513415" y="61459"/>
                </a:cubicBezTo>
                <a:cubicBezTo>
                  <a:pt x="1512771" y="57279"/>
                  <a:pt x="1511658" y="53742"/>
                  <a:pt x="1510075" y="50849"/>
                </a:cubicBezTo>
                <a:cubicBezTo>
                  <a:pt x="1508493" y="47955"/>
                  <a:pt x="1506387" y="45758"/>
                  <a:pt x="1503758" y="44258"/>
                </a:cubicBezTo>
                <a:cubicBezTo>
                  <a:pt x="1501130" y="42757"/>
                  <a:pt x="1497830" y="42007"/>
                  <a:pt x="1493860" y="42007"/>
                </a:cubicBezTo>
                <a:cubicBezTo>
                  <a:pt x="1490641" y="42007"/>
                  <a:pt x="1487610" y="42463"/>
                  <a:pt x="1484767" y="43375"/>
                </a:cubicBezTo>
                <a:cubicBezTo>
                  <a:pt x="1481923" y="44285"/>
                  <a:pt x="1479442" y="46026"/>
                  <a:pt x="1477323" y="48598"/>
                </a:cubicBezTo>
                <a:cubicBezTo>
                  <a:pt x="1475204" y="51170"/>
                  <a:pt x="1473527" y="54720"/>
                  <a:pt x="1472294" y="59248"/>
                </a:cubicBezTo>
                <a:cubicBezTo>
                  <a:pt x="1471060" y="63776"/>
                  <a:pt x="1470443" y="69658"/>
                  <a:pt x="1470443" y="76892"/>
                </a:cubicBezTo>
                <a:cubicBezTo>
                  <a:pt x="1470443" y="83053"/>
                  <a:pt x="1470952" y="88264"/>
                  <a:pt x="1471972" y="92524"/>
                </a:cubicBezTo>
                <a:cubicBezTo>
                  <a:pt x="1472991" y="96784"/>
                  <a:pt x="1474480" y="100227"/>
                  <a:pt x="1476438" y="102854"/>
                </a:cubicBezTo>
                <a:cubicBezTo>
                  <a:pt x="1478396" y="105480"/>
                  <a:pt x="1480824" y="107368"/>
                  <a:pt x="1483721" y="108520"/>
                </a:cubicBezTo>
                <a:cubicBezTo>
                  <a:pt x="1486618" y="109672"/>
                  <a:pt x="1489944" y="110248"/>
                  <a:pt x="1493699" y="110248"/>
                </a:cubicBezTo>
                <a:cubicBezTo>
                  <a:pt x="1497723" y="110248"/>
                  <a:pt x="1501063" y="109471"/>
                  <a:pt x="1503718" y="107917"/>
                </a:cubicBezTo>
                <a:cubicBezTo>
                  <a:pt x="1506374" y="106362"/>
                  <a:pt x="1508493" y="104112"/>
                  <a:pt x="1510075" y="101164"/>
                </a:cubicBezTo>
                <a:cubicBezTo>
                  <a:pt x="1511658" y="98217"/>
                  <a:pt x="1512771" y="94613"/>
                  <a:pt x="1513415" y="90353"/>
                </a:cubicBezTo>
                <a:cubicBezTo>
                  <a:pt x="1514059" y="86093"/>
                  <a:pt x="1514381" y="81231"/>
                  <a:pt x="1514381" y="75765"/>
                </a:cubicBezTo>
                <a:close/>
                <a:moveTo>
                  <a:pt x="1561995" y="47318"/>
                </a:moveTo>
                <a:cubicBezTo>
                  <a:pt x="1563605" y="44352"/>
                  <a:pt x="1565348" y="41832"/>
                  <a:pt x="1567226" y="39756"/>
                </a:cubicBezTo>
                <a:cubicBezTo>
                  <a:pt x="1569104" y="37681"/>
                  <a:pt x="1571169" y="35970"/>
                  <a:pt x="1573422" y="34623"/>
                </a:cubicBezTo>
                <a:cubicBezTo>
                  <a:pt x="1575676" y="33276"/>
                  <a:pt x="1578144" y="32291"/>
                  <a:pt x="1580826" y="31671"/>
                </a:cubicBezTo>
                <a:cubicBezTo>
                  <a:pt x="1583508" y="31051"/>
                  <a:pt x="1586513" y="30741"/>
                  <a:pt x="1589839" y="30741"/>
                </a:cubicBezTo>
                <a:cubicBezTo>
                  <a:pt x="1595418" y="30741"/>
                  <a:pt x="1599992" y="31492"/>
                  <a:pt x="1603560" y="32994"/>
                </a:cubicBezTo>
                <a:cubicBezTo>
                  <a:pt x="1607127" y="34496"/>
                  <a:pt x="1609944" y="36602"/>
                  <a:pt x="1612009" y="39311"/>
                </a:cubicBezTo>
                <a:cubicBezTo>
                  <a:pt x="1614075" y="42020"/>
                  <a:pt x="1615496" y="45253"/>
                  <a:pt x="1616274" y="49008"/>
                </a:cubicBezTo>
                <a:cubicBezTo>
                  <a:pt x="1617052" y="52763"/>
                  <a:pt x="1617441" y="56894"/>
                  <a:pt x="1617441" y="61401"/>
                </a:cubicBezTo>
                <a:lnTo>
                  <a:pt x="1617441" y="119422"/>
                </a:lnTo>
                <a:lnTo>
                  <a:pt x="1602876" y="119422"/>
                </a:lnTo>
                <a:lnTo>
                  <a:pt x="1602876" y="64275"/>
                </a:lnTo>
                <a:cubicBezTo>
                  <a:pt x="1602876" y="60577"/>
                  <a:pt x="1602648" y="57334"/>
                  <a:pt x="1602192" y="54548"/>
                </a:cubicBezTo>
                <a:cubicBezTo>
                  <a:pt x="1601735" y="51762"/>
                  <a:pt x="1600864" y="49444"/>
                  <a:pt x="1599576" y="47595"/>
                </a:cubicBezTo>
                <a:cubicBezTo>
                  <a:pt x="1598289" y="45745"/>
                  <a:pt x="1596465" y="44352"/>
                  <a:pt x="1594104" y="43415"/>
                </a:cubicBezTo>
                <a:cubicBezTo>
                  <a:pt x="1591743" y="42476"/>
                  <a:pt x="1588685" y="42007"/>
                  <a:pt x="1584930" y="42007"/>
                </a:cubicBezTo>
                <a:cubicBezTo>
                  <a:pt x="1581497" y="42007"/>
                  <a:pt x="1578398" y="42623"/>
                  <a:pt x="1575635" y="43855"/>
                </a:cubicBezTo>
                <a:cubicBezTo>
                  <a:pt x="1572873" y="45087"/>
                  <a:pt x="1570512" y="46829"/>
                  <a:pt x="1568554" y="49081"/>
                </a:cubicBezTo>
                <a:cubicBezTo>
                  <a:pt x="1566596" y="51332"/>
                  <a:pt x="1565080" y="54066"/>
                  <a:pt x="1564007" y="57282"/>
                </a:cubicBezTo>
                <a:cubicBezTo>
                  <a:pt x="1562934" y="60497"/>
                  <a:pt x="1562398" y="64114"/>
                  <a:pt x="1562398" y="68133"/>
                </a:cubicBezTo>
                <a:lnTo>
                  <a:pt x="1562398" y="119422"/>
                </a:lnTo>
                <a:lnTo>
                  <a:pt x="1547913" y="119422"/>
                </a:lnTo>
                <a:lnTo>
                  <a:pt x="1547913" y="0"/>
                </a:lnTo>
                <a:lnTo>
                  <a:pt x="1562398" y="0"/>
                </a:lnTo>
                <a:lnTo>
                  <a:pt x="1562398" y="31115"/>
                </a:lnTo>
                <a:cubicBezTo>
                  <a:pt x="1562398" y="32889"/>
                  <a:pt x="1562371" y="34663"/>
                  <a:pt x="1562317" y="36437"/>
                </a:cubicBezTo>
                <a:cubicBezTo>
                  <a:pt x="1562264" y="38209"/>
                  <a:pt x="1562197" y="39847"/>
                  <a:pt x="1562116" y="41353"/>
                </a:cubicBezTo>
                <a:cubicBezTo>
                  <a:pt x="1562036" y="42857"/>
                  <a:pt x="1561968" y="44133"/>
                  <a:pt x="1561915" y="45183"/>
                </a:cubicBezTo>
                <a:cubicBezTo>
                  <a:pt x="1561861" y="46231"/>
                  <a:pt x="1561808" y="46942"/>
                  <a:pt x="1561754" y="47318"/>
                </a:cubicBezTo>
                <a:lnTo>
                  <a:pt x="1561995" y="47318"/>
                </a:lnTo>
                <a:close/>
                <a:moveTo>
                  <a:pt x="1712857" y="75805"/>
                </a:moveTo>
                <a:cubicBezTo>
                  <a:pt x="1712857" y="91042"/>
                  <a:pt x="1709504" y="102388"/>
                  <a:pt x="1702798" y="109845"/>
                </a:cubicBezTo>
                <a:cubicBezTo>
                  <a:pt x="1696092" y="117303"/>
                  <a:pt x="1686355" y="121031"/>
                  <a:pt x="1673586" y="121031"/>
                </a:cubicBezTo>
                <a:cubicBezTo>
                  <a:pt x="1667524" y="121031"/>
                  <a:pt x="1662106" y="120119"/>
                  <a:pt x="1657331" y="118295"/>
                </a:cubicBezTo>
                <a:cubicBezTo>
                  <a:pt x="1652556" y="116471"/>
                  <a:pt x="1648519" y="113681"/>
                  <a:pt x="1645220" y="109926"/>
                </a:cubicBezTo>
                <a:cubicBezTo>
                  <a:pt x="1641920" y="106170"/>
                  <a:pt x="1639399" y="101463"/>
                  <a:pt x="1637655" y="95803"/>
                </a:cubicBezTo>
                <a:cubicBezTo>
                  <a:pt x="1635912" y="90143"/>
                  <a:pt x="1635040" y="83477"/>
                  <a:pt x="1635040" y="75805"/>
                </a:cubicBezTo>
                <a:cubicBezTo>
                  <a:pt x="1635040" y="45762"/>
                  <a:pt x="1648050" y="30741"/>
                  <a:pt x="1674069" y="30741"/>
                </a:cubicBezTo>
                <a:cubicBezTo>
                  <a:pt x="1680829" y="30741"/>
                  <a:pt x="1686663" y="31679"/>
                  <a:pt x="1691572" y="33557"/>
                </a:cubicBezTo>
                <a:cubicBezTo>
                  <a:pt x="1696481" y="35435"/>
                  <a:pt x="1700504" y="38251"/>
                  <a:pt x="1703643" y="42007"/>
                </a:cubicBezTo>
                <a:cubicBezTo>
                  <a:pt x="1706781" y="45762"/>
                  <a:pt x="1709102" y="50456"/>
                  <a:pt x="1710604" y="56090"/>
                </a:cubicBezTo>
                <a:cubicBezTo>
                  <a:pt x="1712106" y="61723"/>
                  <a:pt x="1712857" y="68295"/>
                  <a:pt x="1712857" y="75805"/>
                </a:cubicBezTo>
                <a:moveTo>
                  <a:pt x="1697648" y="75805"/>
                </a:moveTo>
                <a:cubicBezTo>
                  <a:pt x="1697648" y="69061"/>
                  <a:pt x="1697125" y="63495"/>
                  <a:pt x="1696078" y="59107"/>
                </a:cubicBezTo>
                <a:cubicBezTo>
                  <a:pt x="1695032" y="54718"/>
                  <a:pt x="1693503" y="51213"/>
                  <a:pt x="1691492" y="48591"/>
                </a:cubicBezTo>
                <a:cubicBezTo>
                  <a:pt x="1689480" y="45967"/>
                  <a:pt x="1687025" y="44133"/>
                  <a:pt x="1684128" y="43091"/>
                </a:cubicBezTo>
                <a:cubicBezTo>
                  <a:pt x="1681231" y="42046"/>
                  <a:pt x="1677959" y="41524"/>
                  <a:pt x="1674311" y="41524"/>
                </a:cubicBezTo>
                <a:cubicBezTo>
                  <a:pt x="1670609" y="41524"/>
                  <a:pt x="1667269" y="42073"/>
                  <a:pt x="1664292" y="43171"/>
                </a:cubicBezTo>
                <a:cubicBezTo>
                  <a:pt x="1661314" y="44268"/>
                  <a:pt x="1658779" y="46141"/>
                  <a:pt x="1656687" y="48792"/>
                </a:cubicBezTo>
                <a:cubicBezTo>
                  <a:pt x="1654595" y="51441"/>
                  <a:pt x="1652999" y="54960"/>
                  <a:pt x="1651899" y="59349"/>
                </a:cubicBezTo>
                <a:cubicBezTo>
                  <a:pt x="1650799" y="63736"/>
                  <a:pt x="1650249" y="69222"/>
                  <a:pt x="1650249" y="75805"/>
                </a:cubicBezTo>
                <a:cubicBezTo>
                  <a:pt x="1650249" y="82550"/>
                  <a:pt x="1650839" y="88130"/>
                  <a:pt x="1652020" y="92546"/>
                </a:cubicBezTo>
                <a:cubicBezTo>
                  <a:pt x="1653200" y="96961"/>
                  <a:pt x="1654823" y="100480"/>
                  <a:pt x="1656888" y="103103"/>
                </a:cubicBezTo>
                <a:cubicBezTo>
                  <a:pt x="1658954" y="105725"/>
                  <a:pt x="1661395" y="107572"/>
                  <a:pt x="1664211" y="108643"/>
                </a:cubicBezTo>
                <a:cubicBezTo>
                  <a:pt x="1667028" y="109713"/>
                  <a:pt x="1670099" y="110248"/>
                  <a:pt x="1673425" y="110248"/>
                </a:cubicBezTo>
                <a:cubicBezTo>
                  <a:pt x="1677127" y="110248"/>
                  <a:pt x="1680480" y="109726"/>
                  <a:pt x="1683484" y="108684"/>
                </a:cubicBezTo>
                <a:cubicBezTo>
                  <a:pt x="1686489" y="107639"/>
                  <a:pt x="1689037" y="105806"/>
                  <a:pt x="1691129" y="103184"/>
                </a:cubicBezTo>
                <a:cubicBezTo>
                  <a:pt x="1693222" y="100560"/>
                  <a:pt x="1694831" y="97028"/>
                  <a:pt x="1695958" y="92587"/>
                </a:cubicBezTo>
                <a:cubicBezTo>
                  <a:pt x="1697084" y="88144"/>
                  <a:pt x="1697648" y="82550"/>
                  <a:pt x="1697648" y="75805"/>
                </a:cubicBezTo>
                <a:close/>
                <a:moveTo>
                  <a:pt x="1786142" y="119422"/>
                </a:moveTo>
                <a:lnTo>
                  <a:pt x="1786142" y="64275"/>
                </a:lnTo>
                <a:cubicBezTo>
                  <a:pt x="1786142" y="60040"/>
                  <a:pt x="1785834" y="56503"/>
                  <a:pt x="1785217" y="53663"/>
                </a:cubicBezTo>
                <a:cubicBezTo>
                  <a:pt x="1784600" y="50823"/>
                  <a:pt x="1783594" y="48532"/>
                  <a:pt x="1782199" y="46790"/>
                </a:cubicBezTo>
                <a:cubicBezTo>
                  <a:pt x="1780804" y="45048"/>
                  <a:pt x="1778967" y="43816"/>
                  <a:pt x="1776687" y="43093"/>
                </a:cubicBezTo>
                <a:cubicBezTo>
                  <a:pt x="1774407" y="42369"/>
                  <a:pt x="1771577" y="42007"/>
                  <a:pt x="1768197" y="42007"/>
                </a:cubicBezTo>
                <a:cubicBezTo>
                  <a:pt x="1764763" y="42007"/>
                  <a:pt x="1761665" y="42610"/>
                  <a:pt x="1758902" y="43817"/>
                </a:cubicBezTo>
                <a:cubicBezTo>
                  <a:pt x="1756139" y="45023"/>
                  <a:pt x="1753779" y="46765"/>
                  <a:pt x="1751821" y="49043"/>
                </a:cubicBezTo>
                <a:cubicBezTo>
                  <a:pt x="1749863" y="51320"/>
                  <a:pt x="1748347" y="54133"/>
                  <a:pt x="1747274" y="57483"/>
                </a:cubicBezTo>
                <a:cubicBezTo>
                  <a:pt x="1746201" y="60832"/>
                  <a:pt x="1745665" y="64678"/>
                  <a:pt x="1745665" y="69018"/>
                </a:cubicBezTo>
                <a:lnTo>
                  <a:pt x="1745665" y="119422"/>
                </a:lnTo>
                <a:lnTo>
                  <a:pt x="1731179" y="119422"/>
                </a:lnTo>
                <a:lnTo>
                  <a:pt x="1731179" y="50939"/>
                </a:lnTo>
                <a:cubicBezTo>
                  <a:pt x="1731179" y="49115"/>
                  <a:pt x="1731166" y="47197"/>
                  <a:pt x="1731139" y="45185"/>
                </a:cubicBezTo>
                <a:cubicBezTo>
                  <a:pt x="1731112" y="43174"/>
                  <a:pt x="1731072" y="41269"/>
                  <a:pt x="1731019" y="39472"/>
                </a:cubicBezTo>
                <a:cubicBezTo>
                  <a:pt x="1730965" y="37675"/>
                  <a:pt x="1730911" y="36132"/>
                  <a:pt x="1730858" y="34845"/>
                </a:cubicBezTo>
                <a:cubicBezTo>
                  <a:pt x="1730804" y="33557"/>
                  <a:pt x="1730750" y="32726"/>
                  <a:pt x="1730697" y="32350"/>
                </a:cubicBezTo>
                <a:lnTo>
                  <a:pt x="1744377" y="32350"/>
                </a:lnTo>
                <a:cubicBezTo>
                  <a:pt x="1744431" y="32620"/>
                  <a:pt x="1744484" y="33348"/>
                  <a:pt x="1744538" y="34535"/>
                </a:cubicBezTo>
                <a:cubicBezTo>
                  <a:pt x="1744592" y="35721"/>
                  <a:pt x="1744659" y="37082"/>
                  <a:pt x="1744739" y="38619"/>
                </a:cubicBezTo>
                <a:cubicBezTo>
                  <a:pt x="1744820" y="40157"/>
                  <a:pt x="1744887" y="41722"/>
                  <a:pt x="1744940" y="43315"/>
                </a:cubicBezTo>
                <a:cubicBezTo>
                  <a:pt x="1744994" y="44906"/>
                  <a:pt x="1745021" y="46240"/>
                  <a:pt x="1745021" y="47318"/>
                </a:cubicBezTo>
                <a:lnTo>
                  <a:pt x="1745262" y="47318"/>
                </a:lnTo>
                <a:cubicBezTo>
                  <a:pt x="1746657" y="44785"/>
                  <a:pt x="1748186" y="42494"/>
                  <a:pt x="1749849" y="40445"/>
                </a:cubicBezTo>
                <a:cubicBezTo>
                  <a:pt x="1751512" y="38396"/>
                  <a:pt x="1753444" y="36658"/>
                  <a:pt x="1755643" y="35230"/>
                </a:cubicBezTo>
                <a:cubicBezTo>
                  <a:pt x="1757843" y="33801"/>
                  <a:pt x="1760364" y="32696"/>
                  <a:pt x="1763208" y="31915"/>
                </a:cubicBezTo>
                <a:cubicBezTo>
                  <a:pt x="1766051" y="31132"/>
                  <a:pt x="1769350" y="30741"/>
                  <a:pt x="1773106" y="30741"/>
                </a:cubicBezTo>
                <a:cubicBezTo>
                  <a:pt x="1777934" y="30741"/>
                  <a:pt x="1782092" y="31331"/>
                  <a:pt x="1785579" y="32511"/>
                </a:cubicBezTo>
                <a:cubicBezTo>
                  <a:pt x="1789066" y="33691"/>
                  <a:pt x="1791936" y="35515"/>
                  <a:pt x="1794190" y="37983"/>
                </a:cubicBezTo>
                <a:cubicBezTo>
                  <a:pt x="1796443" y="40451"/>
                  <a:pt x="1798093" y="43630"/>
                  <a:pt x="1799139" y="47519"/>
                </a:cubicBezTo>
                <a:cubicBezTo>
                  <a:pt x="1800185" y="51409"/>
                  <a:pt x="1800708" y="56036"/>
                  <a:pt x="1800708" y="61401"/>
                </a:cubicBezTo>
                <a:lnTo>
                  <a:pt x="1800708" y="119422"/>
                </a:lnTo>
                <a:lnTo>
                  <a:pt x="1786142" y="119422"/>
                </a:lnTo>
                <a:close/>
                <a:moveTo>
                  <a:pt x="1833596" y="78863"/>
                </a:moveTo>
                <a:cubicBezTo>
                  <a:pt x="1833596" y="83424"/>
                  <a:pt x="1834065" y="87622"/>
                  <a:pt x="1835004" y="91457"/>
                </a:cubicBezTo>
                <a:cubicBezTo>
                  <a:pt x="1835943" y="95293"/>
                  <a:pt x="1837392" y="98593"/>
                  <a:pt x="1839350" y="101356"/>
                </a:cubicBezTo>
                <a:cubicBezTo>
                  <a:pt x="1841308" y="104118"/>
                  <a:pt x="1843816" y="106264"/>
                  <a:pt x="1846874" y="107793"/>
                </a:cubicBezTo>
                <a:cubicBezTo>
                  <a:pt x="1849932" y="109322"/>
                  <a:pt x="1853607" y="110087"/>
                  <a:pt x="1857899" y="110087"/>
                </a:cubicBezTo>
                <a:cubicBezTo>
                  <a:pt x="1864176" y="110087"/>
                  <a:pt x="1869205" y="108826"/>
                  <a:pt x="1872987" y="106305"/>
                </a:cubicBezTo>
                <a:cubicBezTo>
                  <a:pt x="1876770" y="103783"/>
                  <a:pt x="1879331" y="100591"/>
                  <a:pt x="1880673" y="96728"/>
                </a:cubicBezTo>
                <a:lnTo>
                  <a:pt x="1893387" y="100362"/>
                </a:lnTo>
                <a:cubicBezTo>
                  <a:pt x="1892475" y="102785"/>
                  <a:pt x="1891201" y="105221"/>
                  <a:pt x="1889565" y="107670"/>
                </a:cubicBezTo>
                <a:cubicBezTo>
                  <a:pt x="1887929" y="110118"/>
                  <a:pt x="1885742" y="112324"/>
                  <a:pt x="1883006" y="114289"/>
                </a:cubicBezTo>
                <a:cubicBezTo>
                  <a:pt x="1880270" y="116254"/>
                  <a:pt x="1876850" y="117869"/>
                  <a:pt x="1872746" y="119135"/>
                </a:cubicBezTo>
                <a:cubicBezTo>
                  <a:pt x="1868642" y="120399"/>
                  <a:pt x="1863693" y="121031"/>
                  <a:pt x="1857899" y="121031"/>
                </a:cubicBezTo>
                <a:cubicBezTo>
                  <a:pt x="1845023" y="121031"/>
                  <a:pt x="1835219" y="117195"/>
                  <a:pt x="1828486" y="109524"/>
                </a:cubicBezTo>
                <a:cubicBezTo>
                  <a:pt x="1821753" y="101852"/>
                  <a:pt x="1818387" y="90451"/>
                  <a:pt x="1818387" y="75323"/>
                </a:cubicBezTo>
                <a:cubicBezTo>
                  <a:pt x="1818387" y="67168"/>
                  <a:pt x="1819406" y="60261"/>
                  <a:pt x="1821445" y="54601"/>
                </a:cubicBezTo>
                <a:cubicBezTo>
                  <a:pt x="1823483" y="48941"/>
                  <a:pt x="1826273" y="44341"/>
                  <a:pt x="1829814" y="40800"/>
                </a:cubicBezTo>
                <a:cubicBezTo>
                  <a:pt x="1833355" y="37259"/>
                  <a:pt x="1837486" y="34697"/>
                  <a:pt x="1842207" y="33115"/>
                </a:cubicBezTo>
                <a:cubicBezTo>
                  <a:pt x="1846928" y="31532"/>
                  <a:pt x="1851971" y="30741"/>
                  <a:pt x="1857335" y="30741"/>
                </a:cubicBezTo>
                <a:cubicBezTo>
                  <a:pt x="1864632" y="30741"/>
                  <a:pt x="1870734" y="31919"/>
                  <a:pt x="1875643" y="34276"/>
                </a:cubicBezTo>
                <a:cubicBezTo>
                  <a:pt x="1880552" y="36632"/>
                  <a:pt x="1884495" y="39885"/>
                  <a:pt x="1887473" y="44036"/>
                </a:cubicBezTo>
                <a:cubicBezTo>
                  <a:pt x="1890450" y="48187"/>
                  <a:pt x="1892569" y="53075"/>
                  <a:pt x="1893830" y="58700"/>
                </a:cubicBezTo>
                <a:cubicBezTo>
                  <a:pt x="1895091" y="64323"/>
                  <a:pt x="1895721" y="70401"/>
                  <a:pt x="1895721" y="76935"/>
                </a:cubicBezTo>
                <a:lnTo>
                  <a:pt x="1895721" y="78863"/>
                </a:lnTo>
                <a:lnTo>
                  <a:pt x="1833596" y="78863"/>
                </a:lnTo>
                <a:moveTo>
                  <a:pt x="1880753" y="67758"/>
                </a:moveTo>
                <a:cubicBezTo>
                  <a:pt x="1879948" y="58640"/>
                  <a:pt x="1877615" y="51988"/>
                  <a:pt x="1873752" y="47803"/>
                </a:cubicBezTo>
                <a:cubicBezTo>
                  <a:pt x="1869889" y="43617"/>
                  <a:pt x="1864337" y="41524"/>
                  <a:pt x="1857094" y="41524"/>
                </a:cubicBezTo>
                <a:cubicBezTo>
                  <a:pt x="1854680" y="41524"/>
                  <a:pt x="1852145" y="41910"/>
                  <a:pt x="1849489" y="42683"/>
                </a:cubicBezTo>
                <a:cubicBezTo>
                  <a:pt x="1846834" y="43456"/>
                  <a:pt x="1844379" y="44829"/>
                  <a:pt x="1842126" y="46802"/>
                </a:cubicBezTo>
                <a:cubicBezTo>
                  <a:pt x="1839873" y="48776"/>
                  <a:pt x="1837968" y="51456"/>
                  <a:pt x="1836413" y="54842"/>
                </a:cubicBezTo>
                <a:cubicBezTo>
                  <a:pt x="1834857" y="58227"/>
                  <a:pt x="1833972" y="62532"/>
                  <a:pt x="1833757" y="67758"/>
                </a:cubicBezTo>
                <a:lnTo>
                  <a:pt x="1880753" y="67758"/>
                </a:lnTo>
                <a:close/>
                <a:moveTo>
                  <a:pt x="1979468" y="95338"/>
                </a:moveTo>
                <a:cubicBezTo>
                  <a:pt x="1979468" y="99418"/>
                  <a:pt x="1978676" y="103056"/>
                  <a:pt x="1977094" y="106252"/>
                </a:cubicBezTo>
                <a:cubicBezTo>
                  <a:pt x="1975511" y="109446"/>
                  <a:pt x="1973218" y="112131"/>
                  <a:pt x="1970213" y="114307"/>
                </a:cubicBezTo>
                <a:cubicBezTo>
                  <a:pt x="1967209" y="116481"/>
                  <a:pt x="1963521" y="118146"/>
                  <a:pt x="1959148" y="119301"/>
                </a:cubicBezTo>
                <a:cubicBezTo>
                  <a:pt x="1954776" y="120454"/>
                  <a:pt x="1949773" y="121031"/>
                  <a:pt x="1944140" y="121031"/>
                </a:cubicBezTo>
                <a:cubicBezTo>
                  <a:pt x="1939097" y="121031"/>
                  <a:pt x="1934550" y="120641"/>
                  <a:pt x="1930500" y="119859"/>
                </a:cubicBezTo>
                <a:cubicBezTo>
                  <a:pt x="1926449" y="119080"/>
                  <a:pt x="1922895" y="117829"/>
                  <a:pt x="1919837" y="116107"/>
                </a:cubicBezTo>
                <a:cubicBezTo>
                  <a:pt x="1916779" y="114384"/>
                  <a:pt x="1914218" y="112110"/>
                  <a:pt x="1912152" y="109285"/>
                </a:cubicBezTo>
                <a:cubicBezTo>
                  <a:pt x="1910087" y="106458"/>
                  <a:pt x="1908571" y="102999"/>
                  <a:pt x="1907605" y="98909"/>
                </a:cubicBezTo>
                <a:lnTo>
                  <a:pt x="1920401" y="96406"/>
                </a:lnTo>
                <a:cubicBezTo>
                  <a:pt x="1921634" y="101074"/>
                  <a:pt x="1924183" y="104494"/>
                  <a:pt x="1928045" y="106667"/>
                </a:cubicBezTo>
                <a:cubicBezTo>
                  <a:pt x="1931908" y="108840"/>
                  <a:pt x="1937273" y="109926"/>
                  <a:pt x="1944140" y="109926"/>
                </a:cubicBezTo>
                <a:cubicBezTo>
                  <a:pt x="1947252" y="109926"/>
                  <a:pt x="1950108" y="109712"/>
                  <a:pt x="1952710" y="109285"/>
                </a:cubicBezTo>
                <a:cubicBezTo>
                  <a:pt x="1955312" y="108857"/>
                  <a:pt x="1957552" y="108123"/>
                  <a:pt x="1959430" y="107082"/>
                </a:cubicBezTo>
                <a:cubicBezTo>
                  <a:pt x="1961308" y="106041"/>
                  <a:pt x="1962769" y="104652"/>
                  <a:pt x="1963816" y="102915"/>
                </a:cubicBezTo>
                <a:cubicBezTo>
                  <a:pt x="1964862" y="101178"/>
                  <a:pt x="1965385" y="99028"/>
                  <a:pt x="1965385" y="96464"/>
                </a:cubicBezTo>
                <a:cubicBezTo>
                  <a:pt x="1965385" y="93834"/>
                  <a:pt x="1964768" y="91673"/>
                  <a:pt x="1963534" y="89981"/>
                </a:cubicBezTo>
                <a:cubicBezTo>
                  <a:pt x="1962300" y="88290"/>
                  <a:pt x="1960583" y="86880"/>
                  <a:pt x="1958384" y="85754"/>
                </a:cubicBezTo>
                <a:cubicBezTo>
                  <a:pt x="1956184" y="84626"/>
                  <a:pt x="1953515" y="83646"/>
                  <a:pt x="1950377" y="82814"/>
                </a:cubicBezTo>
                <a:cubicBezTo>
                  <a:pt x="1947238" y="81981"/>
                  <a:pt x="1943791" y="81054"/>
                  <a:pt x="1940036" y="80033"/>
                </a:cubicBezTo>
                <a:cubicBezTo>
                  <a:pt x="1936549" y="79121"/>
                  <a:pt x="1933088" y="78101"/>
                  <a:pt x="1929655" y="76975"/>
                </a:cubicBezTo>
                <a:cubicBezTo>
                  <a:pt x="1926221" y="75846"/>
                  <a:pt x="1923123" y="74356"/>
                  <a:pt x="1920360" y="72504"/>
                </a:cubicBezTo>
                <a:cubicBezTo>
                  <a:pt x="1917597" y="70651"/>
                  <a:pt x="1915358" y="68356"/>
                  <a:pt x="1913641" y="65618"/>
                </a:cubicBezTo>
                <a:cubicBezTo>
                  <a:pt x="1911924" y="62879"/>
                  <a:pt x="1911066" y="59442"/>
                  <a:pt x="1911066" y="55307"/>
                </a:cubicBezTo>
                <a:cubicBezTo>
                  <a:pt x="1911066" y="47359"/>
                  <a:pt x="1913896" y="41304"/>
                  <a:pt x="1919556" y="37143"/>
                </a:cubicBezTo>
                <a:cubicBezTo>
                  <a:pt x="1925215" y="32982"/>
                  <a:pt x="1933464" y="30902"/>
                  <a:pt x="1944301" y="30902"/>
                </a:cubicBezTo>
                <a:cubicBezTo>
                  <a:pt x="1953904" y="30902"/>
                  <a:pt x="1961536" y="32586"/>
                  <a:pt x="1967195" y="35954"/>
                </a:cubicBezTo>
                <a:cubicBezTo>
                  <a:pt x="1972855" y="39322"/>
                  <a:pt x="1976436" y="44721"/>
                  <a:pt x="1977939" y="52151"/>
                </a:cubicBezTo>
                <a:lnTo>
                  <a:pt x="1964902" y="53756"/>
                </a:lnTo>
                <a:cubicBezTo>
                  <a:pt x="1964419" y="51518"/>
                  <a:pt x="1963534" y="49639"/>
                  <a:pt x="1962246" y="48120"/>
                </a:cubicBezTo>
                <a:cubicBezTo>
                  <a:pt x="1960959" y="46601"/>
                  <a:pt x="1959403" y="45376"/>
                  <a:pt x="1957579" y="44444"/>
                </a:cubicBezTo>
                <a:cubicBezTo>
                  <a:pt x="1955755" y="43511"/>
                  <a:pt x="1953703" y="42846"/>
                  <a:pt x="1951423" y="42447"/>
                </a:cubicBezTo>
                <a:cubicBezTo>
                  <a:pt x="1949143" y="42046"/>
                  <a:pt x="1946769" y="41846"/>
                  <a:pt x="1944301" y="41846"/>
                </a:cubicBezTo>
                <a:cubicBezTo>
                  <a:pt x="1937756" y="41846"/>
                  <a:pt x="1932927" y="42840"/>
                  <a:pt x="1929816" y="44828"/>
                </a:cubicBezTo>
                <a:cubicBezTo>
                  <a:pt x="1926704" y="46817"/>
                  <a:pt x="1925148" y="49826"/>
                  <a:pt x="1925148" y="53856"/>
                </a:cubicBezTo>
                <a:cubicBezTo>
                  <a:pt x="1925148" y="56219"/>
                  <a:pt x="1925725" y="58165"/>
                  <a:pt x="1926879" y="59696"/>
                </a:cubicBezTo>
                <a:cubicBezTo>
                  <a:pt x="1928032" y="61226"/>
                  <a:pt x="1929641" y="62516"/>
                  <a:pt x="1931707" y="63563"/>
                </a:cubicBezTo>
                <a:cubicBezTo>
                  <a:pt x="1933772" y="64610"/>
                  <a:pt x="1936254" y="65522"/>
                  <a:pt x="1939151" y="66302"/>
                </a:cubicBezTo>
                <a:cubicBezTo>
                  <a:pt x="1942048" y="67080"/>
                  <a:pt x="1945240" y="67898"/>
                  <a:pt x="1948727" y="68756"/>
                </a:cubicBezTo>
                <a:cubicBezTo>
                  <a:pt x="1951034" y="69348"/>
                  <a:pt x="1953394" y="69980"/>
                  <a:pt x="1955809" y="70650"/>
                </a:cubicBezTo>
                <a:cubicBezTo>
                  <a:pt x="1958223" y="71321"/>
                  <a:pt x="1960570" y="72126"/>
                  <a:pt x="1962850" y="73067"/>
                </a:cubicBezTo>
                <a:cubicBezTo>
                  <a:pt x="1965130" y="74006"/>
                  <a:pt x="1967276" y="75106"/>
                  <a:pt x="1969288" y="76369"/>
                </a:cubicBezTo>
                <a:cubicBezTo>
                  <a:pt x="1971300" y="77631"/>
                  <a:pt x="1973057" y="79148"/>
                  <a:pt x="1974559" y="80920"/>
                </a:cubicBezTo>
                <a:cubicBezTo>
                  <a:pt x="1976061" y="82693"/>
                  <a:pt x="1977255" y="84760"/>
                  <a:pt x="1978140" y="87122"/>
                </a:cubicBezTo>
                <a:cubicBezTo>
                  <a:pt x="1979025" y="89484"/>
                  <a:pt x="1979468" y="92223"/>
                  <a:pt x="1979468" y="95338"/>
                </a:cubicBezTo>
                <a:close/>
                <a:moveTo>
                  <a:pt x="2000471" y="119422"/>
                </a:moveTo>
                <a:lnTo>
                  <a:pt x="2000471" y="101718"/>
                </a:lnTo>
                <a:lnTo>
                  <a:pt x="2016163" y="101718"/>
                </a:lnTo>
                <a:lnTo>
                  <a:pt x="2016163" y="119422"/>
                </a:lnTo>
                <a:lnTo>
                  <a:pt x="2000471" y="119422"/>
                </a:lnTo>
                <a:close/>
                <a:moveTo>
                  <a:pt x="2046288" y="119422"/>
                </a:moveTo>
                <a:lnTo>
                  <a:pt x="2046288" y="101718"/>
                </a:lnTo>
                <a:lnTo>
                  <a:pt x="2061980" y="101718"/>
                </a:lnTo>
                <a:lnTo>
                  <a:pt x="2061980" y="119422"/>
                </a:lnTo>
                <a:lnTo>
                  <a:pt x="2046288" y="119422"/>
                </a:lnTo>
                <a:close/>
                <a:moveTo>
                  <a:pt x="2092105" y="119422"/>
                </a:moveTo>
                <a:lnTo>
                  <a:pt x="2092105" y="101718"/>
                </a:lnTo>
                <a:lnTo>
                  <a:pt x="2107797" y="101718"/>
                </a:lnTo>
                <a:lnTo>
                  <a:pt x="2107797" y="119422"/>
                </a:lnTo>
                <a:lnTo>
                  <a:pt x="2092105" y="119422"/>
                </a:lnTo>
                <a:close/>
                <a:moveTo>
                  <a:pt x="2137921" y="119422"/>
                </a:moveTo>
                <a:lnTo>
                  <a:pt x="2137921" y="101718"/>
                </a:lnTo>
                <a:lnTo>
                  <a:pt x="2153613" y="101718"/>
                </a:lnTo>
                <a:lnTo>
                  <a:pt x="2153613" y="119422"/>
                </a:lnTo>
                <a:lnTo>
                  <a:pt x="2137921" y="119422"/>
                </a:lnTo>
                <a:close/>
                <a:moveTo>
                  <a:pt x="2183738" y="119422"/>
                </a:moveTo>
                <a:lnTo>
                  <a:pt x="2183738" y="101718"/>
                </a:lnTo>
                <a:lnTo>
                  <a:pt x="2199430" y="101718"/>
                </a:lnTo>
                <a:lnTo>
                  <a:pt x="2199430" y="119422"/>
                </a:lnTo>
                <a:lnTo>
                  <a:pt x="2183738" y="119422"/>
                </a:lnTo>
                <a:close/>
                <a:moveTo>
                  <a:pt x="2229555" y="119422"/>
                </a:moveTo>
                <a:lnTo>
                  <a:pt x="2229555" y="101718"/>
                </a:lnTo>
                <a:lnTo>
                  <a:pt x="2245247" y="101718"/>
                </a:lnTo>
                <a:lnTo>
                  <a:pt x="2245247" y="119422"/>
                </a:lnTo>
                <a:lnTo>
                  <a:pt x="2229555" y="119422"/>
                </a:lnTo>
                <a:close/>
                <a:moveTo>
                  <a:pt x="2317245" y="119422"/>
                </a:moveTo>
                <a:lnTo>
                  <a:pt x="2317245" y="0"/>
                </a:lnTo>
                <a:lnTo>
                  <a:pt x="2331730" y="0"/>
                </a:lnTo>
                <a:lnTo>
                  <a:pt x="2331730" y="119422"/>
                </a:lnTo>
                <a:lnTo>
                  <a:pt x="2317245" y="119422"/>
                </a:lnTo>
                <a:close/>
                <a:moveTo>
                  <a:pt x="2353752" y="13841"/>
                </a:moveTo>
                <a:lnTo>
                  <a:pt x="2353752" y="0"/>
                </a:lnTo>
                <a:lnTo>
                  <a:pt x="2368237" y="0"/>
                </a:lnTo>
                <a:lnTo>
                  <a:pt x="2368237" y="13841"/>
                </a:lnTo>
                <a:lnTo>
                  <a:pt x="2353752" y="13841"/>
                </a:lnTo>
                <a:moveTo>
                  <a:pt x="2353752" y="119422"/>
                </a:moveTo>
                <a:lnTo>
                  <a:pt x="2353752" y="32350"/>
                </a:lnTo>
                <a:lnTo>
                  <a:pt x="2368237" y="32350"/>
                </a:lnTo>
                <a:lnTo>
                  <a:pt x="2368237" y="119422"/>
                </a:lnTo>
                <a:lnTo>
                  <a:pt x="2353752" y="119422"/>
                </a:lnTo>
                <a:close/>
                <a:moveTo>
                  <a:pt x="2444981" y="119422"/>
                </a:moveTo>
                <a:lnTo>
                  <a:pt x="2415528" y="79668"/>
                </a:lnTo>
                <a:lnTo>
                  <a:pt x="2404906" y="88440"/>
                </a:lnTo>
                <a:lnTo>
                  <a:pt x="2404906" y="119422"/>
                </a:lnTo>
                <a:lnTo>
                  <a:pt x="2390421" y="119422"/>
                </a:lnTo>
                <a:lnTo>
                  <a:pt x="2390421" y="0"/>
                </a:lnTo>
                <a:lnTo>
                  <a:pt x="2404906" y="0"/>
                </a:lnTo>
                <a:lnTo>
                  <a:pt x="2404906" y="74598"/>
                </a:lnTo>
                <a:lnTo>
                  <a:pt x="2443130" y="32350"/>
                </a:lnTo>
                <a:lnTo>
                  <a:pt x="2460110" y="32350"/>
                </a:lnTo>
                <a:lnTo>
                  <a:pt x="2424782" y="69770"/>
                </a:lnTo>
                <a:lnTo>
                  <a:pt x="2461961" y="119422"/>
                </a:lnTo>
                <a:lnTo>
                  <a:pt x="2444981" y="119422"/>
                </a:lnTo>
                <a:close/>
                <a:moveTo>
                  <a:pt x="2483930" y="78863"/>
                </a:moveTo>
                <a:cubicBezTo>
                  <a:pt x="2483930" y="83424"/>
                  <a:pt x="2484400" y="87622"/>
                  <a:pt x="2485338" y="91457"/>
                </a:cubicBezTo>
                <a:cubicBezTo>
                  <a:pt x="2486277" y="95293"/>
                  <a:pt x="2487726" y="98593"/>
                  <a:pt x="2489684" y="101356"/>
                </a:cubicBezTo>
                <a:cubicBezTo>
                  <a:pt x="2491642" y="104118"/>
                  <a:pt x="2494150" y="106264"/>
                  <a:pt x="2497208" y="107793"/>
                </a:cubicBezTo>
                <a:cubicBezTo>
                  <a:pt x="2500266" y="109322"/>
                  <a:pt x="2503941" y="110087"/>
                  <a:pt x="2508233" y="110087"/>
                </a:cubicBezTo>
                <a:cubicBezTo>
                  <a:pt x="2514510" y="110087"/>
                  <a:pt x="2519539" y="108826"/>
                  <a:pt x="2523322" y="106305"/>
                </a:cubicBezTo>
                <a:cubicBezTo>
                  <a:pt x="2527104" y="103783"/>
                  <a:pt x="2529666" y="100591"/>
                  <a:pt x="2531007" y="96728"/>
                </a:cubicBezTo>
                <a:lnTo>
                  <a:pt x="2543721" y="100362"/>
                </a:lnTo>
                <a:cubicBezTo>
                  <a:pt x="2542809" y="102785"/>
                  <a:pt x="2541535" y="105221"/>
                  <a:pt x="2539899" y="107670"/>
                </a:cubicBezTo>
                <a:cubicBezTo>
                  <a:pt x="2538263" y="110118"/>
                  <a:pt x="2536077" y="112324"/>
                  <a:pt x="2533340" y="114289"/>
                </a:cubicBezTo>
                <a:cubicBezTo>
                  <a:pt x="2530604" y="116254"/>
                  <a:pt x="2527184" y="117869"/>
                  <a:pt x="2523080" y="119135"/>
                </a:cubicBezTo>
                <a:cubicBezTo>
                  <a:pt x="2518976" y="120399"/>
                  <a:pt x="2514027" y="121031"/>
                  <a:pt x="2508233" y="121031"/>
                </a:cubicBezTo>
                <a:cubicBezTo>
                  <a:pt x="2495357" y="121031"/>
                  <a:pt x="2485553" y="117195"/>
                  <a:pt x="2478820" y="109524"/>
                </a:cubicBezTo>
                <a:cubicBezTo>
                  <a:pt x="2472087" y="101852"/>
                  <a:pt x="2468721" y="90451"/>
                  <a:pt x="2468721" y="75323"/>
                </a:cubicBezTo>
                <a:cubicBezTo>
                  <a:pt x="2468721" y="67168"/>
                  <a:pt x="2469740" y="60261"/>
                  <a:pt x="2471779" y="54601"/>
                </a:cubicBezTo>
                <a:cubicBezTo>
                  <a:pt x="2473817" y="48941"/>
                  <a:pt x="2476607" y="44341"/>
                  <a:pt x="2480148" y="40800"/>
                </a:cubicBezTo>
                <a:cubicBezTo>
                  <a:pt x="2483689" y="37259"/>
                  <a:pt x="2487820" y="34697"/>
                  <a:pt x="2492541" y="33115"/>
                </a:cubicBezTo>
                <a:cubicBezTo>
                  <a:pt x="2497262" y="31532"/>
                  <a:pt x="2502305" y="30741"/>
                  <a:pt x="2507670" y="30741"/>
                </a:cubicBezTo>
                <a:cubicBezTo>
                  <a:pt x="2514966" y="30741"/>
                  <a:pt x="2521068" y="31919"/>
                  <a:pt x="2525977" y="34276"/>
                </a:cubicBezTo>
                <a:cubicBezTo>
                  <a:pt x="2530886" y="36632"/>
                  <a:pt x="2534829" y="39885"/>
                  <a:pt x="2537807" y="44036"/>
                </a:cubicBezTo>
                <a:cubicBezTo>
                  <a:pt x="2540784" y="48187"/>
                  <a:pt x="2542903" y="53075"/>
                  <a:pt x="2544164" y="58700"/>
                </a:cubicBezTo>
                <a:cubicBezTo>
                  <a:pt x="2545425" y="64323"/>
                  <a:pt x="2546055" y="70401"/>
                  <a:pt x="2546055" y="76935"/>
                </a:cubicBezTo>
                <a:lnTo>
                  <a:pt x="2546055" y="78863"/>
                </a:lnTo>
                <a:lnTo>
                  <a:pt x="2483930" y="78863"/>
                </a:lnTo>
                <a:moveTo>
                  <a:pt x="2531087" y="67758"/>
                </a:moveTo>
                <a:cubicBezTo>
                  <a:pt x="2530282" y="58640"/>
                  <a:pt x="2527949" y="51988"/>
                  <a:pt x="2524086" y="47803"/>
                </a:cubicBezTo>
                <a:cubicBezTo>
                  <a:pt x="2520223" y="43617"/>
                  <a:pt x="2514671" y="41524"/>
                  <a:pt x="2507428" y="41524"/>
                </a:cubicBezTo>
                <a:cubicBezTo>
                  <a:pt x="2505014" y="41524"/>
                  <a:pt x="2502479" y="41910"/>
                  <a:pt x="2499824" y="42683"/>
                </a:cubicBezTo>
                <a:cubicBezTo>
                  <a:pt x="2497168" y="43456"/>
                  <a:pt x="2494714" y="44829"/>
                  <a:pt x="2492460" y="46802"/>
                </a:cubicBezTo>
                <a:cubicBezTo>
                  <a:pt x="2490207" y="48776"/>
                  <a:pt x="2488303" y="51456"/>
                  <a:pt x="2486747" y="54842"/>
                </a:cubicBezTo>
                <a:cubicBezTo>
                  <a:pt x="2485191" y="58227"/>
                  <a:pt x="2484306" y="62532"/>
                  <a:pt x="2484091" y="67758"/>
                </a:cubicBezTo>
                <a:lnTo>
                  <a:pt x="2531087" y="677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thisnewrampthatneedssmooth">
            <a:extLst xmlns:a="http://schemas.openxmlformats.org/drawingml/2006/main">
              <a:ext uri="{FF2B5EF4-FFF2-40B4-BE49-F238E27FC236}">
                <a16:creationId xmlns:a16="http://schemas.microsoft.com/office/drawing/2014/main" id="{81B9EDD6-1EE0-44DB-8152-3EED8BD9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004" y="2012909"/>
            <a:ext cx="2414288" cy="153703"/>
          </a:xfrm>
          <a:custGeom xmlns:a="http://schemas.openxmlformats.org/drawingml/2006/main">
            <a:pathLst>
              <a:path w="2414288" h="153703">
                <a:moveTo>
                  <a:pt x="42087" y="118765"/>
                </a:moveTo>
                <a:cubicBezTo>
                  <a:pt x="39888" y="119359"/>
                  <a:pt x="37648" y="119831"/>
                  <a:pt x="35368" y="120181"/>
                </a:cubicBezTo>
                <a:cubicBezTo>
                  <a:pt x="33088" y="120533"/>
                  <a:pt x="30446" y="120709"/>
                  <a:pt x="27441" y="120709"/>
                </a:cubicBezTo>
                <a:cubicBezTo>
                  <a:pt x="15853" y="120709"/>
                  <a:pt x="10059" y="114144"/>
                  <a:pt x="10059" y="101014"/>
                </a:cubicBezTo>
                <a:lnTo>
                  <a:pt x="10059" y="42972"/>
                </a:lnTo>
                <a:lnTo>
                  <a:pt x="0" y="42972"/>
                </a:lnTo>
                <a:lnTo>
                  <a:pt x="0" y="32350"/>
                </a:lnTo>
                <a:lnTo>
                  <a:pt x="10622" y="32350"/>
                </a:lnTo>
                <a:lnTo>
                  <a:pt x="14887" y="12876"/>
                </a:lnTo>
                <a:lnTo>
                  <a:pt x="24544" y="12876"/>
                </a:lnTo>
                <a:lnTo>
                  <a:pt x="24544" y="32350"/>
                </a:lnTo>
                <a:lnTo>
                  <a:pt x="40639" y="32350"/>
                </a:lnTo>
                <a:lnTo>
                  <a:pt x="40639" y="42972"/>
                </a:lnTo>
                <a:lnTo>
                  <a:pt x="24544" y="42972"/>
                </a:lnTo>
                <a:lnTo>
                  <a:pt x="24544" y="97802"/>
                </a:lnTo>
                <a:cubicBezTo>
                  <a:pt x="24544" y="101977"/>
                  <a:pt x="25228" y="104907"/>
                  <a:pt x="26596" y="106594"/>
                </a:cubicBezTo>
                <a:cubicBezTo>
                  <a:pt x="27964" y="108279"/>
                  <a:pt x="30338" y="109121"/>
                  <a:pt x="33718" y="109121"/>
                </a:cubicBezTo>
                <a:cubicBezTo>
                  <a:pt x="35113" y="109121"/>
                  <a:pt x="36468" y="109014"/>
                  <a:pt x="37782" y="108799"/>
                </a:cubicBezTo>
                <a:cubicBezTo>
                  <a:pt x="39096" y="108585"/>
                  <a:pt x="40531" y="108316"/>
                  <a:pt x="42087" y="107995"/>
                </a:cubicBezTo>
                <a:lnTo>
                  <a:pt x="42087" y="118765"/>
                </a:lnTo>
                <a:close/>
                <a:moveTo>
                  <a:pt x="68832" y="47318"/>
                </a:moveTo>
                <a:cubicBezTo>
                  <a:pt x="70441" y="44352"/>
                  <a:pt x="72185" y="41832"/>
                  <a:pt x="74063" y="39756"/>
                </a:cubicBezTo>
                <a:cubicBezTo>
                  <a:pt x="75940" y="37681"/>
                  <a:pt x="78006" y="35970"/>
                  <a:pt x="80259" y="34623"/>
                </a:cubicBezTo>
                <a:cubicBezTo>
                  <a:pt x="82512" y="33276"/>
                  <a:pt x="84980" y="32291"/>
                  <a:pt x="87662" y="31671"/>
                </a:cubicBezTo>
                <a:cubicBezTo>
                  <a:pt x="90345" y="31051"/>
                  <a:pt x="93349" y="30741"/>
                  <a:pt x="96675" y="30741"/>
                </a:cubicBezTo>
                <a:cubicBezTo>
                  <a:pt x="102255" y="30741"/>
                  <a:pt x="106828" y="31492"/>
                  <a:pt x="110396" y="32994"/>
                </a:cubicBezTo>
                <a:cubicBezTo>
                  <a:pt x="113964" y="34496"/>
                  <a:pt x="116780" y="36602"/>
                  <a:pt x="118846" y="39311"/>
                </a:cubicBezTo>
                <a:cubicBezTo>
                  <a:pt x="120911" y="42020"/>
                  <a:pt x="122333" y="45253"/>
                  <a:pt x="123111" y="49008"/>
                </a:cubicBezTo>
                <a:cubicBezTo>
                  <a:pt x="123889" y="52763"/>
                  <a:pt x="124278" y="56894"/>
                  <a:pt x="124278" y="61401"/>
                </a:cubicBezTo>
                <a:lnTo>
                  <a:pt x="124278" y="119422"/>
                </a:lnTo>
                <a:lnTo>
                  <a:pt x="109712" y="119422"/>
                </a:lnTo>
                <a:lnTo>
                  <a:pt x="109712" y="64275"/>
                </a:lnTo>
                <a:cubicBezTo>
                  <a:pt x="109712" y="60577"/>
                  <a:pt x="109484" y="57334"/>
                  <a:pt x="109028" y="54548"/>
                </a:cubicBezTo>
                <a:cubicBezTo>
                  <a:pt x="108572" y="51762"/>
                  <a:pt x="107700" y="49444"/>
                  <a:pt x="106413" y="47595"/>
                </a:cubicBezTo>
                <a:cubicBezTo>
                  <a:pt x="105125" y="45745"/>
                  <a:pt x="103301" y="44352"/>
                  <a:pt x="100940" y="43415"/>
                </a:cubicBezTo>
                <a:cubicBezTo>
                  <a:pt x="98580" y="42476"/>
                  <a:pt x="95522" y="42007"/>
                  <a:pt x="91767" y="42007"/>
                </a:cubicBezTo>
                <a:cubicBezTo>
                  <a:pt x="88333" y="42007"/>
                  <a:pt x="85235" y="42623"/>
                  <a:pt x="82472" y="43855"/>
                </a:cubicBezTo>
                <a:cubicBezTo>
                  <a:pt x="79709" y="45087"/>
                  <a:pt x="77349" y="46829"/>
                  <a:pt x="75390" y="49081"/>
                </a:cubicBezTo>
                <a:cubicBezTo>
                  <a:pt x="73432" y="51332"/>
                  <a:pt x="71917" y="54066"/>
                  <a:pt x="70844" y="57282"/>
                </a:cubicBezTo>
                <a:cubicBezTo>
                  <a:pt x="69771" y="60497"/>
                  <a:pt x="69234" y="64114"/>
                  <a:pt x="69234" y="68133"/>
                </a:cubicBezTo>
                <a:lnTo>
                  <a:pt x="69234" y="119422"/>
                </a:lnTo>
                <a:lnTo>
                  <a:pt x="54749" y="119422"/>
                </a:lnTo>
                <a:lnTo>
                  <a:pt x="54749" y="0"/>
                </a:lnTo>
                <a:lnTo>
                  <a:pt x="69234" y="0"/>
                </a:lnTo>
                <a:lnTo>
                  <a:pt x="69234" y="31115"/>
                </a:lnTo>
                <a:cubicBezTo>
                  <a:pt x="69234" y="32889"/>
                  <a:pt x="69207" y="34663"/>
                  <a:pt x="69154" y="36437"/>
                </a:cubicBezTo>
                <a:cubicBezTo>
                  <a:pt x="69100" y="38209"/>
                  <a:pt x="69033" y="39847"/>
                  <a:pt x="68953" y="41353"/>
                </a:cubicBezTo>
                <a:cubicBezTo>
                  <a:pt x="68872" y="42857"/>
                  <a:pt x="68805" y="44133"/>
                  <a:pt x="68751" y="45183"/>
                </a:cubicBezTo>
                <a:cubicBezTo>
                  <a:pt x="68698" y="46231"/>
                  <a:pt x="68644" y="46942"/>
                  <a:pt x="68590" y="47318"/>
                </a:cubicBezTo>
                <a:lnTo>
                  <a:pt x="68832" y="47318"/>
                </a:lnTo>
                <a:close/>
                <a:moveTo>
                  <a:pt x="145980" y="13841"/>
                </a:moveTo>
                <a:lnTo>
                  <a:pt x="145980" y="0"/>
                </a:lnTo>
                <a:lnTo>
                  <a:pt x="160465" y="0"/>
                </a:lnTo>
                <a:lnTo>
                  <a:pt x="160465" y="13841"/>
                </a:lnTo>
                <a:lnTo>
                  <a:pt x="145980" y="13841"/>
                </a:lnTo>
                <a:moveTo>
                  <a:pt x="145980" y="119422"/>
                </a:moveTo>
                <a:lnTo>
                  <a:pt x="145980" y="32350"/>
                </a:lnTo>
                <a:lnTo>
                  <a:pt x="160465" y="32350"/>
                </a:lnTo>
                <a:lnTo>
                  <a:pt x="160465" y="119422"/>
                </a:lnTo>
                <a:lnTo>
                  <a:pt x="145980" y="119422"/>
                </a:lnTo>
                <a:close/>
                <a:moveTo>
                  <a:pt x="247992" y="95338"/>
                </a:moveTo>
                <a:cubicBezTo>
                  <a:pt x="247992" y="99418"/>
                  <a:pt x="247201" y="103056"/>
                  <a:pt x="245618" y="106252"/>
                </a:cubicBezTo>
                <a:cubicBezTo>
                  <a:pt x="244035" y="109446"/>
                  <a:pt x="241742" y="112131"/>
                  <a:pt x="238738" y="114307"/>
                </a:cubicBezTo>
                <a:cubicBezTo>
                  <a:pt x="235733" y="116481"/>
                  <a:pt x="232045" y="118146"/>
                  <a:pt x="227673" y="119301"/>
                </a:cubicBezTo>
                <a:cubicBezTo>
                  <a:pt x="223300" y="120454"/>
                  <a:pt x="218297" y="121031"/>
                  <a:pt x="212664" y="121031"/>
                </a:cubicBezTo>
                <a:cubicBezTo>
                  <a:pt x="207621" y="121031"/>
                  <a:pt x="203075" y="120641"/>
                  <a:pt x="199024" y="119859"/>
                </a:cubicBezTo>
                <a:cubicBezTo>
                  <a:pt x="194974" y="119080"/>
                  <a:pt x="191420" y="117829"/>
                  <a:pt x="188362" y="116107"/>
                </a:cubicBezTo>
                <a:cubicBezTo>
                  <a:pt x="185304" y="114384"/>
                  <a:pt x="182742" y="112110"/>
                  <a:pt x="180676" y="109285"/>
                </a:cubicBezTo>
                <a:cubicBezTo>
                  <a:pt x="178611" y="106458"/>
                  <a:pt x="177095" y="102999"/>
                  <a:pt x="176130" y="98909"/>
                </a:cubicBezTo>
                <a:lnTo>
                  <a:pt x="188925" y="96406"/>
                </a:lnTo>
                <a:cubicBezTo>
                  <a:pt x="190159" y="101074"/>
                  <a:pt x="192707" y="104494"/>
                  <a:pt x="196570" y="106667"/>
                </a:cubicBezTo>
                <a:cubicBezTo>
                  <a:pt x="200432" y="108840"/>
                  <a:pt x="205797" y="109926"/>
                  <a:pt x="212664" y="109926"/>
                </a:cubicBezTo>
                <a:cubicBezTo>
                  <a:pt x="215776" y="109926"/>
                  <a:pt x="218633" y="109712"/>
                  <a:pt x="221235" y="109285"/>
                </a:cubicBezTo>
                <a:cubicBezTo>
                  <a:pt x="223837" y="108857"/>
                  <a:pt x="226077" y="108123"/>
                  <a:pt x="227954" y="107082"/>
                </a:cubicBezTo>
                <a:cubicBezTo>
                  <a:pt x="229832" y="106041"/>
                  <a:pt x="231294" y="104652"/>
                  <a:pt x="232340" y="102915"/>
                </a:cubicBezTo>
                <a:cubicBezTo>
                  <a:pt x="233386" y="101178"/>
                  <a:pt x="233909" y="99028"/>
                  <a:pt x="233909" y="96464"/>
                </a:cubicBezTo>
                <a:cubicBezTo>
                  <a:pt x="233909" y="93834"/>
                  <a:pt x="233292" y="91673"/>
                  <a:pt x="232058" y="89981"/>
                </a:cubicBezTo>
                <a:cubicBezTo>
                  <a:pt x="230824" y="88290"/>
                  <a:pt x="229108" y="86880"/>
                  <a:pt x="226908" y="85754"/>
                </a:cubicBezTo>
                <a:cubicBezTo>
                  <a:pt x="224708" y="84626"/>
                  <a:pt x="222039" y="83646"/>
                  <a:pt x="218901" y="82814"/>
                </a:cubicBezTo>
                <a:cubicBezTo>
                  <a:pt x="215763" y="81981"/>
                  <a:pt x="212316" y="81054"/>
                  <a:pt x="208560" y="80033"/>
                </a:cubicBezTo>
                <a:cubicBezTo>
                  <a:pt x="205073" y="79121"/>
                  <a:pt x="201613" y="78101"/>
                  <a:pt x="198179" y="76975"/>
                </a:cubicBezTo>
                <a:cubicBezTo>
                  <a:pt x="194746" y="75846"/>
                  <a:pt x="191648" y="74356"/>
                  <a:pt x="188885" y="72504"/>
                </a:cubicBezTo>
                <a:cubicBezTo>
                  <a:pt x="186122" y="70651"/>
                  <a:pt x="183882" y="68356"/>
                  <a:pt x="182165" y="65618"/>
                </a:cubicBezTo>
                <a:cubicBezTo>
                  <a:pt x="180448" y="62879"/>
                  <a:pt x="179590" y="59442"/>
                  <a:pt x="179590" y="55307"/>
                </a:cubicBezTo>
                <a:cubicBezTo>
                  <a:pt x="179590" y="47359"/>
                  <a:pt x="182420" y="41304"/>
                  <a:pt x="188080" y="37143"/>
                </a:cubicBezTo>
                <a:cubicBezTo>
                  <a:pt x="193740" y="32982"/>
                  <a:pt x="201988" y="30902"/>
                  <a:pt x="212825" y="30902"/>
                </a:cubicBezTo>
                <a:cubicBezTo>
                  <a:pt x="222428" y="30902"/>
                  <a:pt x="230060" y="32586"/>
                  <a:pt x="235720" y="35954"/>
                </a:cubicBezTo>
                <a:cubicBezTo>
                  <a:pt x="241380" y="39322"/>
                  <a:pt x="244961" y="44721"/>
                  <a:pt x="246463" y="52151"/>
                </a:cubicBezTo>
                <a:lnTo>
                  <a:pt x="233426" y="53756"/>
                </a:lnTo>
                <a:cubicBezTo>
                  <a:pt x="232944" y="51518"/>
                  <a:pt x="232058" y="49639"/>
                  <a:pt x="230771" y="48120"/>
                </a:cubicBezTo>
                <a:cubicBezTo>
                  <a:pt x="229483" y="46601"/>
                  <a:pt x="227927" y="45376"/>
                  <a:pt x="226103" y="44444"/>
                </a:cubicBezTo>
                <a:cubicBezTo>
                  <a:pt x="224279" y="43511"/>
                  <a:pt x="222227" y="42846"/>
                  <a:pt x="219947" y="42447"/>
                </a:cubicBezTo>
                <a:cubicBezTo>
                  <a:pt x="217667" y="42046"/>
                  <a:pt x="215293" y="41846"/>
                  <a:pt x="212825" y="41846"/>
                </a:cubicBezTo>
                <a:cubicBezTo>
                  <a:pt x="206280" y="41846"/>
                  <a:pt x="201452" y="42840"/>
                  <a:pt x="198340" y="44828"/>
                </a:cubicBezTo>
                <a:cubicBezTo>
                  <a:pt x="195229" y="46817"/>
                  <a:pt x="193673" y="49826"/>
                  <a:pt x="193673" y="53856"/>
                </a:cubicBezTo>
                <a:cubicBezTo>
                  <a:pt x="193673" y="56219"/>
                  <a:pt x="194250" y="58165"/>
                  <a:pt x="195403" y="59696"/>
                </a:cubicBezTo>
                <a:cubicBezTo>
                  <a:pt x="196556" y="61226"/>
                  <a:pt x="198166" y="62516"/>
                  <a:pt x="200231" y="63563"/>
                </a:cubicBezTo>
                <a:cubicBezTo>
                  <a:pt x="202297" y="64610"/>
                  <a:pt x="204778" y="65522"/>
                  <a:pt x="207675" y="66302"/>
                </a:cubicBezTo>
                <a:cubicBezTo>
                  <a:pt x="210572" y="67080"/>
                  <a:pt x="213764" y="67898"/>
                  <a:pt x="217251" y="68756"/>
                </a:cubicBezTo>
                <a:cubicBezTo>
                  <a:pt x="219558" y="69348"/>
                  <a:pt x="221919" y="69980"/>
                  <a:pt x="224333" y="70650"/>
                </a:cubicBezTo>
                <a:cubicBezTo>
                  <a:pt x="226747" y="71321"/>
                  <a:pt x="229094" y="72126"/>
                  <a:pt x="231374" y="73067"/>
                </a:cubicBezTo>
                <a:cubicBezTo>
                  <a:pt x="233654" y="74006"/>
                  <a:pt x="235800" y="75106"/>
                  <a:pt x="237812" y="76369"/>
                </a:cubicBezTo>
                <a:cubicBezTo>
                  <a:pt x="239824" y="77631"/>
                  <a:pt x="241581" y="79148"/>
                  <a:pt x="243083" y="80920"/>
                </a:cubicBezTo>
                <a:cubicBezTo>
                  <a:pt x="244585" y="82693"/>
                  <a:pt x="245779" y="84760"/>
                  <a:pt x="246664" y="87122"/>
                </a:cubicBezTo>
                <a:cubicBezTo>
                  <a:pt x="247549" y="89484"/>
                  <a:pt x="247992" y="92223"/>
                  <a:pt x="247992" y="95338"/>
                </a:cubicBezTo>
                <a:close/>
                <a:moveTo>
                  <a:pt x="366154" y="119422"/>
                </a:moveTo>
                <a:lnTo>
                  <a:pt x="366154" y="64275"/>
                </a:lnTo>
                <a:cubicBezTo>
                  <a:pt x="366154" y="60040"/>
                  <a:pt x="365846" y="56503"/>
                  <a:pt x="365229" y="53663"/>
                </a:cubicBezTo>
                <a:cubicBezTo>
                  <a:pt x="364612" y="50823"/>
                  <a:pt x="363606" y="48532"/>
                  <a:pt x="362211" y="46790"/>
                </a:cubicBezTo>
                <a:cubicBezTo>
                  <a:pt x="360816" y="45048"/>
                  <a:pt x="358979" y="43816"/>
                  <a:pt x="356699" y="43093"/>
                </a:cubicBezTo>
                <a:cubicBezTo>
                  <a:pt x="354418" y="42369"/>
                  <a:pt x="351588" y="42007"/>
                  <a:pt x="348209" y="42007"/>
                </a:cubicBezTo>
                <a:cubicBezTo>
                  <a:pt x="344775" y="42007"/>
                  <a:pt x="341677" y="42610"/>
                  <a:pt x="338914" y="43817"/>
                </a:cubicBezTo>
                <a:cubicBezTo>
                  <a:pt x="336151" y="45023"/>
                  <a:pt x="333791" y="46765"/>
                  <a:pt x="331832" y="49043"/>
                </a:cubicBezTo>
                <a:cubicBezTo>
                  <a:pt x="329874" y="51320"/>
                  <a:pt x="328359" y="54133"/>
                  <a:pt x="327286" y="57483"/>
                </a:cubicBezTo>
                <a:cubicBezTo>
                  <a:pt x="326213" y="60832"/>
                  <a:pt x="325676" y="64678"/>
                  <a:pt x="325676" y="69018"/>
                </a:cubicBezTo>
                <a:lnTo>
                  <a:pt x="325676" y="119422"/>
                </a:lnTo>
                <a:lnTo>
                  <a:pt x="311191" y="119422"/>
                </a:lnTo>
                <a:lnTo>
                  <a:pt x="311191" y="50939"/>
                </a:lnTo>
                <a:cubicBezTo>
                  <a:pt x="311191" y="49115"/>
                  <a:pt x="311178" y="47197"/>
                  <a:pt x="311151" y="45185"/>
                </a:cubicBezTo>
                <a:cubicBezTo>
                  <a:pt x="311124" y="43174"/>
                  <a:pt x="311084" y="41269"/>
                  <a:pt x="311030" y="39472"/>
                </a:cubicBezTo>
                <a:cubicBezTo>
                  <a:pt x="310977" y="37675"/>
                  <a:pt x="310923" y="36132"/>
                  <a:pt x="310869" y="34845"/>
                </a:cubicBezTo>
                <a:cubicBezTo>
                  <a:pt x="310816" y="33557"/>
                  <a:pt x="310762" y="32726"/>
                  <a:pt x="310708" y="32350"/>
                </a:cubicBezTo>
                <a:lnTo>
                  <a:pt x="324389" y="32350"/>
                </a:lnTo>
                <a:cubicBezTo>
                  <a:pt x="324442" y="32620"/>
                  <a:pt x="324496" y="33348"/>
                  <a:pt x="324550" y="34535"/>
                </a:cubicBezTo>
                <a:cubicBezTo>
                  <a:pt x="324603" y="35721"/>
                  <a:pt x="324670" y="37082"/>
                  <a:pt x="324751" y="38619"/>
                </a:cubicBezTo>
                <a:cubicBezTo>
                  <a:pt x="324831" y="40157"/>
                  <a:pt x="324898" y="41722"/>
                  <a:pt x="324952" y="43315"/>
                </a:cubicBezTo>
                <a:cubicBezTo>
                  <a:pt x="325006" y="44906"/>
                  <a:pt x="325032" y="46240"/>
                  <a:pt x="325032" y="47318"/>
                </a:cubicBezTo>
                <a:lnTo>
                  <a:pt x="325274" y="47318"/>
                </a:lnTo>
                <a:cubicBezTo>
                  <a:pt x="326669" y="44785"/>
                  <a:pt x="328198" y="42494"/>
                  <a:pt x="329861" y="40445"/>
                </a:cubicBezTo>
                <a:cubicBezTo>
                  <a:pt x="331524" y="38396"/>
                  <a:pt x="333455" y="36658"/>
                  <a:pt x="335655" y="35230"/>
                </a:cubicBezTo>
                <a:cubicBezTo>
                  <a:pt x="337854" y="33801"/>
                  <a:pt x="340376" y="32696"/>
                  <a:pt x="343219" y="31915"/>
                </a:cubicBezTo>
                <a:cubicBezTo>
                  <a:pt x="346063" y="31132"/>
                  <a:pt x="349362" y="30741"/>
                  <a:pt x="353117" y="30741"/>
                </a:cubicBezTo>
                <a:cubicBezTo>
                  <a:pt x="357946" y="30741"/>
                  <a:pt x="362104" y="31331"/>
                  <a:pt x="365591" y="32511"/>
                </a:cubicBezTo>
                <a:cubicBezTo>
                  <a:pt x="369078" y="33691"/>
                  <a:pt x="371948" y="35515"/>
                  <a:pt x="374201" y="37983"/>
                </a:cubicBezTo>
                <a:cubicBezTo>
                  <a:pt x="376455" y="40451"/>
                  <a:pt x="378104" y="43630"/>
                  <a:pt x="379150" y="47519"/>
                </a:cubicBezTo>
                <a:cubicBezTo>
                  <a:pt x="380197" y="51409"/>
                  <a:pt x="380720" y="56036"/>
                  <a:pt x="380720" y="61401"/>
                </a:cubicBezTo>
                <a:lnTo>
                  <a:pt x="380720" y="119422"/>
                </a:lnTo>
                <a:lnTo>
                  <a:pt x="366154" y="119422"/>
                </a:lnTo>
                <a:close/>
                <a:moveTo>
                  <a:pt x="413607" y="78863"/>
                </a:moveTo>
                <a:cubicBezTo>
                  <a:pt x="413607" y="83424"/>
                  <a:pt x="414077" y="87622"/>
                  <a:pt x="415016" y="91457"/>
                </a:cubicBezTo>
                <a:cubicBezTo>
                  <a:pt x="415954" y="95293"/>
                  <a:pt x="417403" y="98593"/>
                  <a:pt x="419361" y="101356"/>
                </a:cubicBezTo>
                <a:cubicBezTo>
                  <a:pt x="421319" y="104118"/>
                  <a:pt x="423827" y="106264"/>
                  <a:pt x="426885" y="107793"/>
                </a:cubicBezTo>
                <a:cubicBezTo>
                  <a:pt x="429943" y="109322"/>
                  <a:pt x="433618" y="110087"/>
                  <a:pt x="437910" y="110087"/>
                </a:cubicBezTo>
                <a:cubicBezTo>
                  <a:pt x="444187" y="110087"/>
                  <a:pt x="449217" y="108826"/>
                  <a:pt x="452999" y="106305"/>
                </a:cubicBezTo>
                <a:cubicBezTo>
                  <a:pt x="456781" y="103783"/>
                  <a:pt x="459343" y="100591"/>
                  <a:pt x="460684" y="96728"/>
                </a:cubicBezTo>
                <a:lnTo>
                  <a:pt x="473399" y="100362"/>
                </a:lnTo>
                <a:cubicBezTo>
                  <a:pt x="472487" y="102785"/>
                  <a:pt x="471212" y="105221"/>
                  <a:pt x="469576" y="107670"/>
                </a:cubicBezTo>
                <a:cubicBezTo>
                  <a:pt x="467940" y="110118"/>
                  <a:pt x="465754" y="112324"/>
                  <a:pt x="463018" y="114289"/>
                </a:cubicBezTo>
                <a:cubicBezTo>
                  <a:pt x="460282" y="116254"/>
                  <a:pt x="456862" y="117869"/>
                  <a:pt x="452757" y="119135"/>
                </a:cubicBezTo>
                <a:cubicBezTo>
                  <a:pt x="448653" y="120399"/>
                  <a:pt x="443704" y="121031"/>
                  <a:pt x="437910" y="121031"/>
                </a:cubicBezTo>
                <a:cubicBezTo>
                  <a:pt x="425035" y="121031"/>
                  <a:pt x="415230" y="117195"/>
                  <a:pt x="408497" y="109524"/>
                </a:cubicBezTo>
                <a:cubicBezTo>
                  <a:pt x="401764" y="101852"/>
                  <a:pt x="398398" y="90451"/>
                  <a:pt x="398398" y="75323"/>
                </a:cubicBezTo>
                <a:cubicBezTo>
                  <a:pt x="398398" y="67168"/>
                  <a:pt x="399417" y="60261"/>
                  <a:pt x="401456" y="54601"/>
                </a:cubicBezTo>
                <a:cubicBezTo>
                  <a:pt x="403495" y="48941"/>
                  <a:pt x="406284" y="44341"/>
                  <a:pt x="409825" y="40800"/>
                </a:cubicBezTo>
                <a:cubicBezTo>
                  <a:pt x="413366" y="37259"/>
                  <a:pt x="417497" y="34697"/>
                  <a:pt x="422218" y="33115"/>
                </a:cubicBezTo>
                <a:cubicBezTo>
                  <a:pt x="426939" y="31532"/>
                  <a:pt x="431982" y="30741"/>
                  <a:pt x="437347" y="30741"/>
                </a:cubicBezTo>
                <a:cubicBezTo>
                  <a:pt x="444643" y="30741"/>
                  <a:pt x="450746" y="31919"/>
                  <a:pt x="455654" y="34276"/>
                </a:cubicBezTo>
                <a:cubicBezTo>
                  <a:pt x="460563" y="36632"/>
                  <a:pt x="464506" y="39885"/>
                  <a:pt x="467484" y="44036"/>
                </a:cubicBezTo>
                <a:cubicBezTo>
                  <a:pt x="470461" y="48187"/>
                  <a:pt x="472581" y="53075"/>
                  <a:pt x="473841" y="58700"/>
                </a:cubicBezTo>
                <a:cubicBezTo>
                  <a:pt x="475102" y="64323"/>
                  <a:pt x="475732" y="70401"/>
                  <a:pt x="475732" y="76935"/>
                </a:cubicBezTo>
                <a:lnTo>
                  <a:pt x="475732" y="78863"/>
                </a:lnTo>
                <a:lnTo>
                  <a:pt x="413607" y="78863"/>
                </a:lnTo>
                <a:moveTo>
                  <a:pt x="460764" y="67758"/>
                </a:moveTo>
                <a:cubicBezTo>
                  <a:pt x="459960" y="58640"/>
                  <a:pt x="457626" y="51988"/>
                  <a:pt x="453763" y="47803"/>
                </a:cubicBezTo>
                <a:cubicBezTo>
                  <a:pt x="449901" y="43617"/>
                  <a:pt x="444348" y="41524"/>
                  <a:pt x="437105" y="41524"/>
                </a:cubicBezTo>
                <a:cubicBezTo>
                  <a:pt x="434691" y="41524"/>
                  <a:pt x="432156" y="41910"/>
                  <a:pt x="429501" y="42683"/>
                </a:cubicBezTo>
                <a:cubicBezTo>
                  <a:pt x="426845" y="43456"/>
                  <a:pt x="424391" y="44829"/>
                  <a:pt x="422137" y="46802"/>
                </a:cubicBezTo>
                <a:cubicBezTo>
                  <a:pt x="419884" y="48776"/>
                  <a:pt x="417980" y="51456"/>
                  <a:pt x="416424" y="54842"/>
                </a:cubicBezTo>
                <a:cubicBezTo>
                  <a:pt x="414868" y="58227"/>
                  <a:pt x="413983" y="62532"/>
                  <a:pt x="413768" y="67758"/>
                </a:cubicBezTo>
                <a:lnTo>
                  <a:pt x="460764" y="67758"/>
                </a:lnTo>
                <a:close/>
                <a:moveTo>
                  <a:pt x="577506" y="119422"/>
                </a:moveTo>
                <a:lnTo>
                  <a:pt x="560687" y="119422"/>
                </a:lnTo>
                <a:lnTo>
                  <a:pt x="546765" y="63252"/>
                </a:lnTo>
                <a:cubicBezTo>
                  <a:pt x="546336" y="61803"/>
                  <a:pt x="545893" y="60006"/>
                  <a:pt x="545437" y="57860"/>
                </a:cubicBezTo>
                <a:cubicBezTo>
                  <a:pt x="544981" y="55714"/>
                  <a:pt x="544539" y="53622"/>
                  <a:pt x="544109" y="51583"/>
                </a:cubicBezTo>
                <a:cubicBezTo>
                  <a:pt x="543573" y="49223"/>
                  <a:pt x="543063" y="46782"/>
                  <a:pt x="542580" y="44260"/>
                </a:cubicBezTo>
                <a:cubicBezTo>
                  <a:pt x="542098" y="46674"/>
                  <a:pt x="541588" y="49062"/>
                  <a:pt x="541051" y="51422"/>
                </a:cubicBezTo>
                <a:cubicBezTo>
                  <a:pt x="540622" y="53461"/>
                  <a:pt x="540153" y="55580"/>
                  <a:pt x="539643" y="57779"/>
                </a:cubicBezTo>
                <a:cubicBezTo>
                  <a:pt x="539134" y="59979"/>
                  <a:pt x="538664" y="61910"/>
                  <a:pt x="538235" y="63574"/>
                </a:cubicBezTo>
                <a:lnTo>
                  <a:pt x="523911" y="119422"/>
                </a:lnTo>
                <a:lnTo>
                  <a:pt x="507172" y="119422"/>
                </a:lnTo>
                <a:lnTo>
                  <a:pt x="482789" y="32350"/>
                </a:lnTo>
                <a:lnTo>
                  <a:pt x="497113" y="32350"/>
                </a:lnTo>
                <a:lnTo>
                  <a:pt x="511840" y="91498"/>
                </a:lnTo>
                <a:cubicBezTo>
                  <a:pt x="512215" y="92732"/>
                  <a:pt x="512591" y="94247"/>
                  <a:pt x="512966" y="96044"/>
                </a:cubicBezTo>
                <a:cubicBezTo>
                  <a:pt x="513342" y="97842"/>
                  <a:pt x="513718" y="99599"/>
                  <a:pt x="514093" y="101315"/>
                </a:cubicBezTo>
                <a:cubicBezTo>
                  <a:pt x="514469" y="103300"/>
                  <a:pt x="514871" y="105339"/>
                  <a:pt x="515300" y="107431"/>
                </a:cubicBezTo>
                <a:cubicBezTo>
                  <a:pt x="515729" y="105393"/>
                  <a:pt x="516185" y="103408"/>
                  <a:pt x="516668" y="101476"/>
                </a:cubicBezTo>
                <a:cubicBezTo>
                  <a:pt x="517097" y="99813"/>
                  <a:pt x="517527" y="98123"/>
                  <a:pt x="517956" y="96406"/>
                </a:cubicBezTo>
                <a:cubicBezTo>
                  <a:pt x="518385" y="94690"/>
                  <a:pt x="518761" y="93268"/>
                  <a:pt x="519082" y="92141"/>
                </a:cubicBezTo>
                <a:lnTo>
                  <a:pt x="534855" y="32350"/>
                </a:lnTo>
                <a:lnTo>
                  <a:pt x="550386" y="32350"/>
                </a:lnTo>
                <a:lnTo>
                  <a:pt x="565596" y="92141"/>
                </a:lnTo>
                <a:cubicBezTo>
                  <a:pt x="565971" y="93536"/>
                  <a:pt x="566374" y="95119"/>
                  <a:pt x="566803" y="96889"/>
                </a:cubicBezTo>
                <a:cubicBezTo>
                  <a:pt x="567232" y="98660"/>
                  <a:pt x="567634" y="100323"/>
                  <a:pt x="568010" y="101879"/>
                </a:cubicBezTo>
                <a:cubicBezTo>
                  <a:pt x="568439" y="103703"/>
                  <a:pt x="568868" y="105554"/>
                  <a:pt x="569297" y="107431"/>
                </a:cubicBezTo>
                <a:cubicBezTo>
                  <a:pt x="569727" y="105393"/>
                  <a:pt x="570156" y="103408"/>
                  <a:pt x="570585" y="101476"/>
                </a:cubicBezTo>
                <a:cubicBezTo>
                  <a:pt x="570961" y="99813"/>
                  <a:pt x="571350" y="98083"/>
                  <a:pt x="571752" y="96286"/>
                </a:cubicBezTo>
                <a:cubicBezTo>
                  <a:pt x="572154" y="94489"/>
                  <a:pt x="572543" y="92892"/>
                  <a:pt x="572919" y="91498"/>
                </a:cubicBezTo>
                <a:lnTo>
                  <a:pt x="588289" y="32350"/>
                </a:lnTo>
                <a:lnTo>
                  <a:pt x="602452" y="32350"/>
                </a:lnTo>
                <a:lnTo>
                  <a:pt x="577506" y="119422"/>
                </a:lnTo>
                <a:close/>
                <a:moveTo>
                  <a:pt x="659266" y="119422"/>
                </a:moveTo>
                <a:lnTo>
                  <a:pt x="659266" y="52629"/>
                </a:lnTo>
                <a:cubicBezTo>
                  <a:pt x="659266" y="50805"/>
                  <a:pt x="659253" y="48941"/>
                  <a:pt x="659226" y="47036"/>
                </a:cubicBezTo>
                <a:cubicBezTo>
                  <a:pt x="659199" y="45132"/>
                  <a:pt x="659159" y="43294"/>
                  <a:pt x="659105" y="41524"/>
                </a:cubicBezTo>
                <a:cubicBezTo>
                  <a:pt x="659051" y="39754"/>
                  <a:pt x="658998" y="38090"/>
                  <a:pt x="658944" y="36535"/>
                </a:cubicBezTo>
                <a:cubicBezTo>
                  <a:pt x="658891" y="34979"/>
                  <a:pt x="658837" y="33584"/>
                  <a:pt x="658783" y="32350"/>
                </a:cubicBezTo>
                <a:lnTo>
                  <a:pt x="672464" y="32350"/>
                </a:lnTo>
                <a:cubicBezTo>
                  <a:pt x="672517" y="33584"/>
                  <a:pt x="672584" y="34992"/>
                  <a:pt x="672665" y="36575"/>
                </a:cubicBezTo>
                <a:cubicBezTo>
                  <a:pt x="672745" y="38158"/>
                  <a:pt x="672826" y="39780"/>
                  <a:pt x="672906" y="41444"/>
                </a:cubicBezTo>
                <a:cubicBezTo>
                  <a:pt x="672987" y="43107"/>
                  <a:pt x="673040" y="44703"/>
                  <a:pt x="673067" y="46232"/>
                </a:cubicBezTo>
                <a:cubicBezTo>
                  <a:pt x="673094" y="47761"/>
                  <a:pt x="673107" y="49062"/>
                  <a:pt x="673107" y="50135"/>
                </a:cubicBezTo>
                <a:lnTo>
                  <a:pt x="673429" y="50135"/>
                </a:lnTo>
                <a:cubicBezTo>
                  <a:pt x="674449" y="46808"/>
                  <a:pt x="675535" y="43925"/>
                  <a:pt x="676688" y="41484"/>
                </a:cubicBezTo>
                <a:cubicBezTo>
                  <a:pt x="677842" y="39043"/>
                  <a:pt x="679196" y="37031"/>
                  <a:pt x="680752" y="35448"/>
                </a:cubicBezTo>
                <a:cubicBezTo>
                  <a:pt x="682308" y="33866"/>
                  <a:pt x="684159" y="32685"/>
                  <a:pt x="686305" y="31907"/>
                </a:cubicBezTo>
                <a:cubicBezTo>
                  <a:pt x="688451" y="31130"/>
                  <a:pt x="691053" y="30741"/>
                  <a:pt x="694111" y="30741"/>
                </a:cubicBezTo>
                <a:cubicBezTo>
                  <a:pt x="695291" y="30741"/>
                  <a:pt x="696418" y="30835"/>
                  <a:pt x="697491" y="31025"/>
                </a:cubicBezTo>
                <a:cubicBezTo>
                  <a:pt x="698564" y="31213"/>
                  <a:pt x="699395" y="31388"/>
                  <a:pt x="699985" y="31550"/>
                </a:cubicBezTo>
                <a:lnTo>
                  <a:pt x="699985" y="44904"/>
                </a:lnTo>
                <a:cubicBezTo>
                  <a:pt x="699020" y="44636"/>
                  <a:pt x="697893" y="44434"/>
                  <a:pt x="696605" y="44300"/>
                </a:cubicBezTo>
                <a:cubicBezTo>
                  <a:pt x="695318" y="44166"/>
                  <a:pt x="693869" y="44099"/>
                  <a:pt x="692260" y="44099"/>
                </a:cubicBezTo>
                <a:cubicBezTo>
                  <a:pt x="688934" y="44099"/>
                  <a:pt x="686104" y="44849"/>
                  <a:pt x="683770" y="46350"/>
                </a:cubicBezTo>
                <a:cubicBezTo>
                  <a:pt x="681436" y="47850"/>
                  <a:pt x="679532" y="49928"/>
                  <a:pt x="678056" y="52581"/>
                </a:cubicBezTo>
                <a:cubicBezTo>
                  <a:pt x="676581" y="55234"/>
                  <a:pt x="675495" y="58396"/>
                  <a:pt x="674797" y="62067"/>
                </a:cubicBezTo>
                <a:cubicBezTo>
                  <a:pt x="674100" y="65737"/>
                  <a:pt x="673751" y="69742"/>
                  <a:pt x="673751" y="74083"/>
                </a:cubicBezTo>
                <a:lnTo>
                  <a:pt x="673751" y="119422"/>
                </a:lnTo>
                <a:lnTo>
                  <a:pt x="659266" y="119422"/>
                </a:lnTo>
                <a:close/>
                <a:moveTo>
                  <a:pt x="736036" y="121031"/>
                </a:moveTo>
                <a:cubicBezTo>
                  <a:pt x="727291" y="121031"/>
                  <a:pt x="720719" y="118724"/>
                  <a:pt x="716320" y="114110"/>
                </a:cubicBezTo>
                <a:cubicBezTo>
                  <a:pt x="711921" y="109497"/>
                  <a:pt x="709721" y="103166"/>
                  <a:pt x="709721" y="95119"/>
                </a:cubicBezTo>
                <a:cubicBezTo>
                  <a:pt x="709721" y="89378"/>
                  <a:pt x="710808" y="84671"/>
                  <a:pt x="712980" y="80996"/>
                </a:cubicBezTo>
                <a:cubicBezTo>
                  <a:pt x="715153" y="77321"/>
                  <a:pt x="717996" y="74437"/>
                  <a:pt x="721510" y="72345"/>
                </a:cubicBezTo>
                <a:cubicBezTo>
                  <a:pt x="725024" y="70253"/>
                  <a:pt x="729035" y="68804"/>
                  <a:pt x="733541" y="68000"/>
                </a:cubicBezTo>
                <a:cubicBezTo>
                  <a:pt x="738048" y="67195"/>
                  <a:pt x="742635" y="66739"/>
                  <a:pt x="747302" y="66632"/>
                </a:cubicBezTo>
                <a:lnTo>
                  <a:pt x="766857" y="66310"/>
                </a:lnTo>
                <a:lnTo>
                  <a:pt x="766857" y="61577"/>
                </a:lnTo>
                <a:cubicBezTo>
                  <a:pt x="766857" y="57994"/>
                  <a:pt x="766481" y="54946"/>
                  <a:pt x="765730" y="52433"/>
                </a:cubicBezTo>
                <a:cubicBezTo>
                  <a:pt x="764979" y="49920"/>
                  <a:pt x="763826" y="47888"/>
                  <a:pt x="762270" y="46337"/>
                </a:cubicBezTo>
                <a:cubicBezTo>
                  <a:pt x="760714" y="44786"/>
                  <a:pt x="758769" y="43651"/>
                  <a:pt x="756436" y="42930"/>
                </a:cubicBezTo>
                <a:cubicBezTo>
                  <a:pt x="754102" y="42207"/>
                  <a:pt x="751352" y="41846"/>
                  <a:pt x="748187" y="41846"/>
                </a:cubicBezTo>
                <a:cubicBezTo>
                  <a:pt x="745397" y="41846"/>
                  <a:pt x="742876" y="42045"/>
                  <a:pt x="740623" y="42442"/>
                </a:cubicBezTo>
                <a:cubicBezTo>
                  <a:pt x="738370" y="42839"/>
                  <a:pt x="736411" y="43555"/>
                  <a:pt x="734748" y="44589"/>
                </a:cubicBezTo>
                <a:cubicBezTo>
                  <a:pt x="733085" y="45624"/>
                  <a:pt x="731744" y="47030"/>
                  <a:pt x="730725" y="48807"/>
                </a:cubicBezTo>
                <a:cubicBezTo>
                  <a:pt x="729705" y="50582"/>
                  <a:pt x="729035" y="52822"/>
                  <a:pt x="728713" y="55526"/>
                </a:cubicBezTo>
                <a:lnTo>
                  <a:pt x="713584" y="54163"/>
                </a:lnTo>
                <a:cubicBezTo>
                  <a:pt x="714120" y="50740"/>
                  <a:pt x="715140" y="47598"/>
                  <a:pt x="716642" y="44738"/>
                </a:cubicBezTo>
                <a:cubicBezTo>
                  <a:pt x="718144" y="41876"/>
                  <a:pt x="720277" y="39403"/>
                  <a:pt x="723039" y="37319"/>
                </a:cubicBezTo>
                <a:cubicBezTo>
                  <a:pt x="725802" y="35234"/>
                  <a:pt x="729263" y="33616"/>
                  <a:pt x="733420" y="32466"/>
                </a:cubicBezTo>
                <a:cubicBezTo>
                  <a:pt x="737578" y="31316"/>
                  <a:pt x="742608" y="30741"/>
                  <a:pt x="748509" y="30741"/>
                </a:cubicBezTo>
                <a:cubicBezTo>
                  <a:pt x="759453" y="30741"/>
                  <a:pt x="767688" y="33246"/>
                  <a:pt x="773214" y="38257"/>
                </a:cubicBezTo>
                <a:cubicBezTo>
                  <a:pt x="778740" y="43268"/>
                  <a:pt x="781503" y="50517"/>
                  <a:pt x="781503" y="60003"/>
                </a:cubicBezTo>
                <a:lnTo>
                  <a:pt x="781503" y="97465"/>
                </a:lnTo>
                <a:cubicBezTo>
                  <a:pt x="781503" y="101754"/>
                  <a:pt x="782066" y="104984"/>
                  <a:pt x="783193" y="107155"/>
                </a:cubicBezTo>
                <a:cubicBezTo>
                  <a:pt x="784320" y="109324"/>
                  <a:pt x="786465" y="110409"/>
                  <a:pt x="789631" y="110409"/>
                </a:cubicBezTo>
                <a:cubicBezTo>
                  <a:pt x="790435" y="110409"/>
                  <a:pt x="791240" y="110355"/>
                  <a:pt x="792045" y="110248"/>
                </a:cubicBezTo>
                <a:cubicBezTo>
                  <a:pt x="792850" y="110140"/>
                  <a:pt x="793628" y="110006"/>
                  <a:pt x="794379" y="109845"/>
                </a:cubicBezTo>
                <a:lnTo>
                  <a:pt x="794379" y="118929"/>
                </a:lnTo>
                <a:cubicBezTo>
                  <a:pt x="792555" y="119361"/>
                  <a:pt x="790744" y="119686"/>
                  <a:pt x="788947" y="119902"/>
                </a:cubicBezTo>
                <a:cubicBezTo>
                  <a:pt x="787149" y="120118"/>
                  <a:pt x="785232" y="120226"/>
                  <a:pt x="783193" y="120226"/>
                </a:cubicBezTo>
                <a:cubicBezTo>
                  <a:pt x="780457" y="120226"/>
                  <a:pt x="778110" y="119863"/>
                  <a:pt x="776152" y="119135"/>
                </a:cubicBezTo>
                <a:cubicBezTo>
                  <a:pt x="774193" y="118407"/>
                  <a:pt x="772597" y="117303"/>
                  <a:pt x="771363" y="115821"/>
                </a:cubicBezTo>
                <a:cubicBezTo>
                  <a:pt x="770129" y="114338"/>
                  <a:pt x="769191" y="112506"/>
                  <a:pt x="768547" y="110323"/>
                </a:cubicBezTo>
                <a:cubicBezTo>
                  <a:pt x="767903" y="108140"/>
                  <a:pt x="767501" y="105594"/>
                  <a:pt x="767340" y="102683"/>
                </a:cubicBezTo>
                <a:lnTo>
                  <a:pt x="766857" y="102683"/>
                </a:lnTo>
                <a:cubicBezTo>
                  <a:pt x="765301" y="105485"/>
                  <a:pt x="763598" y="108017"/>
                  <a:pt x="761747" y="110280"/>
                </a:cubicBezTo>
                <a:cubicBezTo>
                  <a:pt x="759896" y="112544"/>
                  <a:pt x="757737" y="114470"/>
                  <a:pt x="755269" y="116059"/>
                </a:cubicBezTo>
                <a:cubicBezTo>
                  <a:pt x="752801" y="117649"/>
                  <a:pt x="749998" y="118874"/>
                  <a:pt x="746859" y="119736"/>
                </a:cubicBezTo>
                <a:cubicBezTo>
                  <a:pt x="743721" y="120599"/>
                  <a:pt x="740113" y="121031"/>
                  <a:pt x="736036" y="121031"/>
                </a:cubicBezTo>
                <a:moveTo>
                  <a:pt x="739335" y="110087"/>
                </a:moveTo>
                <a:cubicBezTo>
                  <a:pt x="743949" y="110087"/>
                  <a:pt x="747986" y="109244"/>
                  <a:pt x="751446" y="107559"/>
                </a:cubicBezTo>
                <a:cubicBezTo>
                  <a:pt x="754907" y="105873"/>
                  <a:pt x="757777" y="103719"/>
                  <a:pt x="760057" y="101097"/>
                </a:cubicBezTo>
                <a:cubicBezTo>
                  <a:pt x="762337" y="98473"/>
                  <a:pt x="764040" y="95609"/>
                  <a:pt x="765167" y="92506"/>
                </a:cubicBezTo>
                <a:cubicBezTo>
                  <a:pt x="766294" y="89401"/>
                  <a:pt x="766857" y="86430"/>
                  <a:pt x="766857" y="83594"/>
                </a:cubicBezTo>
                <a:lnTo>
                  <a:pt x="766857" y="76449"/>
                </a:lnTo>
                <a:lnTo>
                  <a:pt x="751004" y="76771"/>
                </a:lnTo>
                <a:cubicBezTo>
                  <a:pt x="747463" y="76825"/>
                  <a:pt x="744097" y="77079"/>
                  <a:pt x="740904" y="77533"/>
                </a:cubicBezTo>
                <a:cubicBezTo>
                  <a:pt x="737712" y="77987"/>
                  <a:pt x="734909" y="78884"/>
                  <a:pt x="732495" y="80224"/>
                </a:cubicBezTo>
                <a:cubicBezTo>
                  <a:pt x="730081" y="81562"/>
                  <a:pt x="728163" y="83435"/>
                  <a:pt x="726741" y="85844"/>
                </a:cubicBezTo>
                <a:cubicBezTo>
                  <a:pt x="725320" y="88252"/>
                  <a:pt x="724609" y="91409"/>
                  <a:pt x="724609" y="95315"/>
                </a:cubicBezTo>
                <a:cubicBezTo>
                  <a:pt x="724609" y="100024"/>
                  <a:pt x="725883" y="103664"/>
                  <a:pt x="728431" y="106234"/>
                </a:cubicBezTo>
                <a:cubicBezTo>
                  <a:pt x="730979" y="108803"/>
                  <a:pt x="734614" y="110087"/>
                  <a:pt x="739335" y="110087"/>
                </a:cubicBezTo>
                <a:close/>
                <a:moveTo>
                  <a:pt x="856157" y="119422"/>
                </a:moveTo>
                <a:lnTo>
                  <a:pt x="856157" y="64275"/>
                </a:lnTo>
                <a:cubicBezTo>
                  <a:pt x="856157" y="60040"/>
                  <a:pt x="855888" y="56503"/>
                  <a:pt x="855352" y="53663"/>
                </a:cubicBezTo>
                <a:cubicBezTo>
                  <a:pt x="854815" y="50823"/>
                  <a:pt x="853917" y="48532"/>
                  <a:pt x="852656" y="46790"/>
                </a:cubicBezTo>
                <a:cubicBezTo>
                  <a:pt x="851395" y="45048"/>
                  <a:pt x="849746" y="43816"/>
                  <a:pt x="847707" y="43093"/>
                </a:cubicBezTo>
                <a:cubicBezTo>
                  <a:pt x="845668" y="42369"/>
                  <a:pt x="843174" y="42007"/>
                  <a:pt x="840223" y="42007"/>
                </a:cubicBezTo>
                <a:cubicBezTo>
                  <a:pt x="837165" y="42007"/>
                  <a:pt x="834402" y="42610"/>
                  <a:pt x="831934" y="43817"/>
                </a:cubicBezTo>
                <a:cubicBezTo>
                  <a:pt x="829466" y="45023"/>
                  <a:pt x="827361" y="46765"/>
                  <a:pt x="825617" y="49043"/>
                </a:cubicBezTo>
                <a:cubicBezTo>
                  <a:pt x="823874" y="51320"/>
                  <a:pt x="822532" y="54133"/>
                  <a:pt x="821594" y="57483"/>
                </a:cubicBezTo>
                <a:cubicBezTo>
                  <a:pt x="820655" y="60832"/>
                  <a:pt x="820185" y="64678"/>
                  <a:pt x="820185" y="69018"/>
                </a:cubicBezTo>
                <a:lnTo>
                  <a:pt x="820185" y="119422"/>
                </a:lnTo>
                <a:lnTo>
                  <a:pt x="805781" y="119422"/>
                </a:lnTo>
                <a:lnTo>
                  <a:pt x="805781" y="50939"/>
                </a:lnTo>
                <a:cubicBezTo>
                  <a:pt x="805781" y="49115"/>
                  <a:pt x="805767" y="47197"/>
                  <a:pt x="805740" y="45185"/>
                </a:cubicBezTo>
                <a:cubicBezTo>
                  <a:pt x="805714" y="43174"/>
                  <a:pt x="805673" y="41269"/>
                  <a:pt x="805620" y="39472"/>
                </a:cubicBezTo>
                <a:cubicBezTo>
                  <a:pt x="805566" y="37675"/>
                  <a:pt x="805512" y="36132"/>
                  <a:pt x="805459" y="34845"/>
                </a:cubicBezTo>
                <a:cubicBezTo>
                  <a:pt x="805405" y="33557"/>
                  <a:pt x="805351" y="32726"/>
                  <a:pt x="805298" y="32350"/>
                </a:cubicBezTo>
                <a:lnTo>
                  <a:pt x="818978" y="32350"/>
                </a:lnTo>
                <a:cubicBezTo>
                  <a:pt x="819032" y="32620"/>
                  <a:pt x="819085" y="33348"/>
                  <a:pt x="819139" y="34535"/>
                </a:cubicBezTo>
                <a:cubicBezTo>
                  <a:pt x="819193" y="35721"/>
                  <a:pt x="819260" y="37082"/>
                  <a:pt x="819340" y="38619"/>
                </a:cubicBezTo>
                <a:cubicBezTo>
                  <a:pt x="819421" y="40157"/>
                  <a:pt x="819488" y="41722"/>
                  <a:pt x="819542" y="43315"/>
                </a:cubicBezTo>
                <a:cubicBezTo>
                  <a:pt x="819595" y="44906"/>
                  <a:pt x="819622" y="46240"/>
                  <a:pt x="819622" y="47318"/>
                </a:cubicBezTo>
                <a:lnTo>
                  <a:pt x="819863" y="47318"/>
                </a:lnTo>
                <a:cubicBezTo>
                  <a:pt x="821151" y="44785"/>
                  <a:pt x="822546" y="42494"/>
                  <a:pt x="824048" y="40445"/>
                </a:cubicBezTo>
                <a:cubicBezTo>
                  <a:pt x="825550" y="38396"/>
                  <a:pt x="827307" y="36658"/>
                  <a:pt x="829319" y="35230"/>
                </a:cubicBezTo>
                <a:cubicBezTo>
                  <a:pt x="831331" y="33801"/>
                  <a:pt x="833638" y="32696"/>
                  <a:pt x="836240" y="31915"/>
                </a:cubicBezTo>
                <a:cubicBezTo>
                  <a:pt x="838842" y="31132"/>
                  <a:pt x="841859" y="30741"/>
                  <a:pt x="845293" y="30741"/>
                </a:cubicBezTo>
                <a:cubicBezTo>
                  <a:pt x="851892" y="30741"/>
                  <a:pt x="857109" y="32062"/>
                  <a:pt x="860945" y="34704"/>
                </a:cubicBezTo>
                <a:cubicBezTo>
                  <a:pt x="864781" y="37344"/>
                  <a:pt x="867450" y="41549"/>
                  <a:pt x="868952" y="47318"/>
                </a:cubicBezTo>
                <a:lnTo>
                  <a:pt x="869193" y="47318"/>
                </a:lnTo>
                <a:cubicBezTo>
                  <a:pt x="870481" y="44785"/>
                  <a:pt x="871929" y="42494"/>
                  <a:pt x="873539" y="40445"/>
                </a:cubicBezTo>
                <a:cubicBezTo>
                  <a:pt x="875148" y="38396"/>
                  <a:pt x="877026" y="36658"/>
                  <a:pt x="879172" y="35230"/>
                </a:cubicBezTo>
                <a:cubicBezTo>
                  <a:pt x="881318" y="33801"/>
                  <a:pt x="883732" y="32696"/>
                  <a:pt x="886414" y="31915"/>
                </a:cubicBezTo>
                <a:cubicBezTo>
                  <a:pt x="889097" y="31132"/>
                  <a:pt x="892155" y="30741"/>
                  <a:pt x="895588" y="30741"/>
                </a:cubicBezTo>
                <a:cubicBezTo>
                  <a:pt x="899988" y="30741"/>
                  <a:pt x="903783" y="31331"/>
                  <a:pt x="906975" y="32511"/>
                </a:cubicBezTo>
                <a:cubicBezTo>
                  <a:pt x="910167" y="33691"/>
                  <a:pt x="912783" y="35515"/>
                  <a:pt x="914821" y="37983"/>
                </a:cubicBezTo>
                <a:cubicBezTo>
                  <a:pt x="916860" y="40451"/>
                  <a:pt x="918362" y="43630"/>
                  <a:pt x="919328" y="47519"/>
                </a:cubicBezTo>
                <a:cubicBezTo>
                  <a:pt x="920293" y="51409"/>
                  <a:pt x="920776" y="56036"/>
                  <a:pt x="920776" y="61401"/>
                </a:cubicBezTo>
                <a:lnTo>
                  <a:pt x="920776" y="119422"/>
                </a:lnTo>
                <a:lnTo>
                  <a:pt x="906452" y="119422"/>
                </a:lnTo>
                <a:lnTo>
                  <a:pt x="906452" y="64275"/>
                </a:lnTo>
                <a:cubicBezTo>
                  <a:pt x="906452" y="60040"/>
                  <a:pt x="906184" y="56503"/>
                  <a:pt x="905647" y="53663"/>
                </a:cubicBezTo>
                <a:cubicBezTo>
                  <a:pt x="905111" y="50823"/>
                  <a:pt x="904212" y="48532"/>
                  <a:pt x="902952" y="46790"/>
                </a:cubicBezTo>
                <a:cubicBezTo>
                  <a:pt x="901691" y="45048"/>
                  <a:pt x="900041" y="43816"/>
                  <a:pt x="898003" y="43093"/>
                </a:cubicBezTo>
                <a:cubicBezTo>
                  <a:pt x="895964" y="42369"/>
                  <a:pt x="893469" y="42007"/>
                  <a:pt x="890519" y="42007"/>
                </a:cubicBezTo>
                <a:cubicBezTo>
                  <a:pt x="887461" y="42007"/>
                  <a:pt x="884698" y="42584"/>
                  <a:pt x="882230" y="43737"/>
                </a:cubicBezTo>
                <a:cubicBezTo>
                  <a:pt x="879762" y="44889"/>
                  <a:pt x="877656" y="46590"/>
                  <a:pt x="875913" y="48842"/>
                </a:cubicBezTo>
                <a:cubicBezTo>
                  <a:pt x="874169" y="51092"/>
                  <a:pt x="872828" y="53905"/>
                  <a:pt x="871889" y="57282"/>
                </a:cubicBezTo>
                <a:cubicBezTo>
                  <a:pt x="870950" y="60658"/>
                  <a:pt x="870481" y="64570"/>
                  <a:pt x="870481" y="69018"/>
                </a:cubicBezTo>
                <a:lnTo>
                  <a:pt x="870481" y="119422"/>
                </a:lnTo>
                <a:lnTo>
                  <a:pt x="856157" y="119422"/>
                </a:lnTo>
                <a:close/>
                <a:moveTo>
                  <a:pt x="1016377" y="75443"/>
                </a:moveTo>
                <a:cubicBezTo>
                  <a:pt x="1016377" y="82047"/>
                  <a:pt x="1015841" y="88141"/>
                  <a:pt x="1014768" y="93726"/>
                </a:cubicBezTo>
                <a:cubicBezTo>
                  <a:pt x="1013695" y="99310"/>
                  <a:pt x="1011911" y="104117"/>
                  <a:pt x="1009416" y="108145"/>
                </a:cubicBezTo>
                <a:cubicBezTo>
                  <a:pt x="1006922" y="112172"/>
                  <a:pt x="1003622" y="115327"/>
                  <a:pt x="999518" y="117609"/>
                </a:cubicBezTo>
                <a:cubicBezTo>
                  <a:pt x="995414" y="119890"/>
                  <a:pt x="990358" y="121031"/>
                  <a:pt x="984349" y="121031"/>
                </a:cubicBezTo>
                <a:cubicBezTo>
                  <a:pt x="978126" y="121031"/>
                  <a:pt x="972680" y="119845"/>
                  <a:pt x="968013" y="117473"/>
                </a:cubicBezTo>
                <a:cubicBezTo>
                  <a:pt x="963346" y="115099"/>
                  <a:pt x="959778" y="111215"/>
                  <a:pt x="957310" y="105822"/>
                </a:cubicBezTo>
                <a:lnTo>
                  <a:pt x="956908" y="105822"/>
                </a:lnTo>
                <a:cubicBezTo>
                  <a:pt x="956961" y="105929"/>
                  <a:pt x="957002" y="106414"/>
                  <a:pt x="957028" y="107275"/>
                </a:cubicBezTo>
                <a:cubicBezTo>
                  <a:pt x="957055" y="108137"/>
                  <a:pt x="957082" y="109214"/>
                  <a:pt x="957109" y="110507"/>
                </a:cubicBezTo>
                <a:cubicBezTo>
                  <a:pt x="957136" y="111798"/>
                  <a:pt x="957163" y="113237"/>
                  <a:pt x="957189" y="114825"/>
                </a:cubicBezTo>
                <a:cubicBezTo>
                  <a:pt x="957216" y="116412"/>
                  <a:pt x="957230" y="117987"/>
                  <a:pt x="957230" y="119547"/>
                </a:cubicBezTo>
                <a:lnTo>
                  <a:pt x="957230" y="153703"/>
                </a:lnTo>
                <a:lnTo>
                  <a:pt x="942744" y="153703"/>
                </a:lnTo>
                <a:lnTo>
                  <a:pt x="942744" y="50147"/>
                </a:lnTo>
                <a:cubicBezTo>
                  <a:pt x="942744" y="48053"/>
                  <a:pt x="942731" y="46040"/>
                  <a:pt x="942704" y="44107"/>
                </a:cubicBezTo>
                <a:cubicBezTo>
                  <a:pt x="942677" y="42174"/>
                  <a:pt x="942637" y="40416"/>
                  <a:pt x="942584" y="38833"/>
                </a:cubicBezTo>
                <a:cubicBezTo>
                  <a:pt x="942530" y="37249"/>
                  <a:pt x="942476" y="35893"/>
                  <a:pt x="942423" y="34767"/>
                </a:cubicBezTo>
                <a:cubicBezTo>
                  <a:pt x="942369" y="33638"/>
                  <a:pt x="942315" y="32833"/>
                  <a:pt x="942262" y="32350"/>
                </a:cubicBezTo>
                <a:lnTo>
                  <a:pt x="956264" y="32350"/>
                </a:lnTo>
                <a:cubicBezTo>
                  <a:pt x="956318" y="32511"/>
                  <a:pt x="956385" y="33074"/>
                  <a:pt x="956465" y="34040"/>
                </a:cubicBezTo>
                <a:cubicBezTo>
                  <a:pt x="956546" y="35006"/>
                  <a:pt x="956626" y="36173"/>
                  <a:pt x="956707" y="37541"/>
                </a:cubicBezTo>
                <a:cubicBezTo>
                  <a:pt x="956787" y="38909"/>
                  <a:pt x="956867" y="40371"/>
                  <a:pt x="956948" y="41926"/>
                </a:cubicBezTo>
                <a:cubicBezTo>
                  <a:pt x="957028" y="43482"/>
                  <a:pt x="957069" y="44957"/>
                  <a:pt x="957069" y="46352"/>
                </a:cubicBezTo>
                <a:lnTo>
                  <a:pt x="957391" y="46352"/>
                </a:lnTo>
                <a:cubicBezTo>
                  <a:pt x="958732" y="43548"/>
                  <a:pt x="960261" y="41161"/>
                  <a:pt x="961977" y="39193"/>
                </a:cubicBezTo>
                <a:cubicBezTo>
                  <a:pt x="963694" y="37225"/>
                  <a:pt x="965652" y="35607"/>
                  <a:pt x="967852" y="34339"/>
                </a:cubicBezTo>
                <a:cubicBezTo>
                  <a:pt x="970052" y="33072"/>
                  <a:pt x="972506" y="32156"/>
                  <a:pt x="975215" y="31591"/>
                </a:cubicBezTo>
                <a:cubicBezTo>
                  <a:pt x="977925" y="31024"/>
                  <a:pt x="980969" y="30741"/>
                  <a:pt x="984349" y="30741"/>
                </a:cubicBezTo>
                <a:cubicBezTo>
                  <a:pt x="990358" y="30741"/>
                  <a:pt x="995414" y="31814"/>
                  <a:pt x="999518" y="33962"/>
                </a:cubicBezTo>
                <a:cubicBezTo>
                  <a:pt x="1003622" y="36110"/>
                  <a:pt x="1006922" y="39130"/>
                  <a:pt x="1009416" y="43023"/>
                </a:cubicBezTo>
                <a:cubicBezTo>
                  <a:pt x="1011911" y="46916"/>
                  <a:pt x="1013695" y="51614"/>
                  <a:pt x="1014768" y="57118"/>
                </a:cubicBezTo>
                <a:cubicBezTo>
                  <a:pt x="1015841" y="62622"/>
                  <a:pt x="1016377" y="68731"/>
                  <a:pt x="1016377" y="75443"/>
                </a:cubicBezTo>
                <a:moveTo>
                  <a:pt x="1001168" y="75765"/>
                </a:moveTo>
                <a:cubicBezTo>
                  <a:pt x="1001168" y="70407"/>
                  <a:pt x="1000846" y="65638"/>
                  <a:pt x="1000202" y="61459"/>
                </a:cubicBezTo>
                <a:cubicBezTo>
                  <a:pt x="999558" y="57279"/>
                  <a:pt x="998445" y="53742"/>
                  <a:pt x="996862" y="50849"/>
                </a:cubicBezTo>
                <a:cubicBezTo>
                  <a:pt x="995280" y="47955"/>
                  <a:pt x="993174" y="45758"/>
                  <a:pt x="990545" y="44258"/>
                </a:cubicBezTo>
                <a:cubicBezTo>
                  <a:pt x="987917" y="42757"/>
                  <a:pt x="984617" y="42007"/>
                  <a:pt x="980647" y="42007"/>
                </a:cubicBezTo>
                <a:cubicBezTo>
                  <a:pt x="977428" y="42007"/>
                  <a:pt x="974397" y="42463"/>
                  <a:pt x="971554" y="43375"/>
                </a:cubicBezTo>
                <a:cubicBezTo>
                  <a:pt x="968710" y="44285"/>
                  <a:pt x="966229" y="46026"/>
                  <a:pt x="964110" y="48598"/>
                </a:cubicBezTo>
                <a:cubicBezTo>
                  <a:pt x="961991" y="51170"/>
                  <a:pt x="960314" y="54720"/>
                  <a:pt x="959080" y="59248"/>
                </a:cubicBezTo>
                <a:cubicBezTo>
                  <a:pt x="957847" y="63776"/>
                  <a:pt x="957230" y="69658"/>
                  <a:pt x="957230" y="76892"/>
                </a:cubicBezTo>
                <a:cubicBezTo>
                  <a:pt x="957230" y="83053"/>
                  <a:pt x="957739" y="88264"/>
                  <a:pt x="958759" y="92524"/>
                </a:cubicBezTo>
                <a:cubicBezTo>
                  <a:pt x="959778" y="96784"/>
                  <a:pt x="961267" y="100227"/>
                  <a:pt x="963225" y="102854"/>
                </a:cubicBezTo>
                <a:cubicBezTo>
                  <a:pt x="965183" y="105480"/>
                  <a:pt x="967611" y="107368"/>
                  <a:pt x="970508" y="108520"/>
                </a:cubicBezTo>
                <a:cubicBezTo>
                  <a:pt x="973405" y="109672"/>
                  <a:pt x="976731" y="110248"/>
                  <a:pt x="980486" y="110248"/>
                </a:cubicBezTo>
                <a:cubicBezTo>
                  <a:pt x="984510" y="110248"/>
                  <a:pt x="987850" y="109471"/>
                  <a:pt x="990505" y="107917"/>
                </a:cubicBezTo>
                <a:cubicBezTo>
                  <a:pt x="993161" y="106362"/>
                  <a:pt x="995280" y="104112"/>
                  <a:pt x="996862" y="101164"/>
                </a:cubicBezTo>
                <a:cubicBezTo>
                  <a:pt x="998445" y="98217"/>
                  <a:pt x="999558" y="94613"/>
                  <a:pt x="1000202" y="90353"/>
                </a:cubicBezTo>
                <a:cubicBezTo>
                  <a:pt x="1000846" y="86093"/>
                  <a:pt x="1001168" y="81231"/>
                  <a:pt x="1001168" y="75765"/>
                </a:cubicBezTo>
                <a:close/>
                <a:moveTo>
                  <a:pt x="1113672" y="118765"/>
                </a:moveTo>
                <a:cubicBezTo>
                  <a:pt x="1111472" y="119359"/>
                  <a:pt x="1109232" y="119831"/>
                  <a:pt x="1106952" y="120181"/>
                </a:cubicBezTo>
                <a:cubicBezTo>
                  <a:pt x="1104672" y="120533"/>
                  <a:pt x="1102030" y="120709"/>
                  <a:pt x="1099025" y="120709"/>
                </a:cubicBezTo>
                <a:cubicBezTo>
                  <a:pt x="1087437" y="120709"/>
                  <a:pt x="1081643" y="114144"/>
                  <a:pt x="1081643" y="101014"/>
                </a:cubicBezTo>
                <a:lnTo>
                  <a:pt x="1081643" y="42972"/>
                </a:lnTo>
                <a:lnTo>
                  <a:pt x="1071584" y="42972"/>
                </a:lnTo>
                <a:lnTo>
                  <a:pt x="1071584" y="32350"/>
                </a:lnTo>
                <a:lnTo>
                  <a:pt x="1082207" y="32350"/>
                </a:lnTo>
                <a:lnTo>
                  <a:pt x="1086472" y="12876"/>
                </a:lnTo>
                <a:lnTo>
                  <a:pt x="1096128" y="12876"/>
                </a:lnTo>
                <a:lnTo>
                  <a:pt x="1096128" y="32350"/>
                </a:lnTo>
                <a:lnTo>
                  <a:pt x="1112223" y="32350"/>
                </a:lnTo>
                <a:lnTo>
                  <a:pt x="1112223" y="42972"/>
                </a:lnTo>
                <a:lnTo>
                  <a:pt x="1096128" y="42972"/>
                </a:lnTo>
                <a:lnTo>
                  <a:pt x="1096128" y="97802"/>
                </a:lnTo>
                <a:cubicBezTo>
                  <a:pt x="1096128" y="101977"/>
                  <a:pt x="1096812" y="104907"/>
                  <a:pt x="1098180" y="106594"/>
                </a:cubicBezTo>
                <a:cubicBezTo>
                  <a:pt x="1099549" y="108279"/>
                  <a:pt x="1101922" y="109121"/>
                  <a:pt x="1105302" y="109121"/>
                </a:cubicBezTo>
                <a:cubicBezTo>
                  <a:pt x="1106697" y="109121"/>
                  <a:pt x="1108052" y="109014"/>
                  <a:pt x="1109366" y="108799"/>
                </a:cubicBezTo>
                <a:cubicBezTo>
                  <a:pt x="1110681" y="108585"/>
                  <a:pt x="1112116" y="108316"/>
                  <a:pt x="1113672" y="107995"/>
                </a:cubicBezTo>
                <a:lnTo>
                  <a:pt x="1113672" y="118765"/>
                </a:lnTo>
                <a:close/>
                <a:moveTo>
                  <a:pt x="1140415" y="47318"/>
                </a:moveTo>
                <a:cubicBezTo>
                  <a:pt x="1142025" y="44352"/>
                  <a:pt x="1143768" y="41832"/>
                  <a:pt x="1145646" y="39756"/>
                </a:cubicBezTo>
                <a:cubicBezTo>
                  <a:pt x="1147524" y="37681"/>
                  <a:pt x="1149589" y="35970"/>
                  <a:pt x="1151843" y="34623"/>
                </a:cubicBezTo>
                <a:cubicBezTo>
                  <a:pt x="1154096" y="33276"/>
                  <a:pt x="1156564" y="32291"/>
                  <a:pt x="1159246" y="31671"/>
                </a:cubicBezTo>
                <a:cubicBezTo>
                  <a:pt x="1161929" y="31051"/>
                  <a:pt x="1164933" y="30741"/>
                  <a:pt x="1168259" y="30741"/>
                </a:cubicBezTo>
                <a:cubicBezTo>
                  <a:pt x="1173839" y="30741"/>
                  <a:pt x="1178412" y="31492"/>
                  <a:pt x="1181980" y="32994"/>
                </a:cubicBezTo>
                <a:cubicBezTo>
                  <a:pt x="1185547" y="34496"/>
                  <a:pt x="1188364" y="36602"/>
                  <a:pt x="1190429" y="39311"/>
                </a:cubicBezTo>
                <a:cubicBezTo>
                  <a:pt x="1192495" y="42020"/>
                  <a:pt x="1193916" y="45253"/>
                  <a:pt x="1194694" y="49008"/>
                </a:cubicBezTo>
                <a:cubicBezTo>
                  <a:pt x="1195472" y="52763"/>
                  <a:pt x="1195861" y="56894"/>
                  <a:pt x="1195861" y="61401"/>
                </a:cubicBezTo>
                <a:lnTo>
                  <a:pt x="1195861" y="119422"/>
                </a:lnTo>
                <a:lnTo>
                  <a:pt x="1181296" y="119422"/>
                </a:lnTo>
                <a:lnTo>
                  <a:pt x="1181296" y="64275"/>
                </a:lnTo>
                <a:cubicBezTo>
                  <a:pt x="1181296" y="60577"/>
                  <a:pt x="1181068" y="57334"/>
                  <a:pt x="1180612" y="54548"/>
                </a:cubicBezTo>
                <a:cubicBezTo>
                  <a:pt x="1180156" y="51762"/>
                  <a:pt x="1179284" y="49444"/>
                  <a:pt x="1177996" y="47595"/>
                </a:cubicBezTo>
                <a:cubicBezTo>
                  <a:pt x="1176709" y="45745"/>
                  <a:pt x="1174885" y="44352"/>
                  <a:pt x="1172524" y="43415"/>
                </a:cubicBezTo>
                <a:cubicBezTo>
                  <a:pt x="1170164" y="42476"/>
                  <a:pt x="1167106" y="42007"/>
                  <a:pt x="1163350" y="42007"/>
                </a:cubicBezTo>
                <a:cubicBezTo>
                  <a:pt x="1159917" y="42007"/>
                  <a:pt x="1156819" y="42623"/>
                  <a:pt x="1154056" y="43855"/>
                </a:cubicBezTo>
                <a:cubicBezTo>
                  <a:pt x="1151293" y="45087"/>
                  <a:pt x="1148932" y="46829"/>
                  <a:pt x="1146974" y="49081"/>
                </a:cubicBezTo>
                <a:cubicBezTo>
                  <a:pt x="1145016" y="51332"/>
                  <a:pt x="1143500" y="54066"/>
                  <a:pt x="1142427" y="57282"/>
                </a:cubicBezTo>
                <a:cubicBezTo>
                  <a:pt x="1141354" y="60497"/>
                  <a:pt x="1140818" y="64114"/>
                  <a:pt x="1140818" y="68133"/>
                </a:cubicBezTo>
                <a:lnTo>
                  <a:pt x="1140818" y="119422"/>
                </a:lnTo>
                <a:lnTo>
                  <a:pt x="1126333" y="119422"/>
                </a:lnTo>
                <a:lnTo>
                  <a:pt x="1126333" y="0"/>
                </a:lnTo>
                <a:lnTo>
                  <a:pt x="1140818" y="0"/>
                </a:lnTo>
                <a:lnTo>
                  <a:pt x="1140818" y="31115"/>
                </a:lnTo>
                <a:cubicBezTo>
                  <a:pt x="1140818" y="32889"/>
                  <a:pt x="1140791" y="34663"/>
                  <a:pt x="1140737" y="36437"/>
                </a:cubicBezTo>
                <a:cubicBezTo>
                  <a:pt x="1140684" y="38209"/>
                  <a:pt x="1140617" y="39847"/>
                  <a:pt x="1140536" y="41353"/>
                </a:cubicBezTo>
                <a:cubicBezTo>
                  <a:pt x="1140456" y="42857"/>
                  <a:pt x="1140389" y="44133"/>
                  <a:pt x="1140335" y="45183"/>
                </a:cubicBezTo>
                <a:cubicBezTo>
                  <a:pt x="1140281" y="46231"/>
                  <a:pt x="1140228" y="46942"/>
                  <a:pt x="1140174" y="47318"/>
                </a:cubicBezTo>
                <a:lnTo>
                  <a:pt x="1140415" y="47318"/>
                </a:lnTo>
                <a:close/>
                <a:moveTo>
                  <a:pt x="1239855" y="121031"/>
                </a:moveTo>
                <a:cubicBezTo>
                  <a:pt x="1231110" y="121031"/>
                  <a:pt x="1224538" y="118724"/>
                  <a:pt x="1220139" y="114110"/>
                </a:cubicBezTo>
                <a:cubicBezTo>
                  <a:pt x="1215740" y="109497"/>
                  <a:pt x="1213540" y="103166"/>
                  <a:pt x="1213540" y="95119"/>
                </a:cubicBezTo>
                <a:cubicBezTo>
                  <a:pt x="1213540" y="89378"/>
                  <a:pt x="1214627" y="84671"/>
                  <a:pt x="1216800" y="80996"/>
                </a:cubicBezTo>
                <a:cubicBezTo>
                  <a:pt x="1218972" y="77321"/>
                  <a:pt x="1221816" y="74437"/>
                  <a:pt x="1225330" y="72345"/>
                </a:cubicBezTo>
                <a:cubicBezTo>
                  <a:pt x="1228844" y="70253"/>
                  <a:pt x="1232854" y="68804"/>
                  <a:pt x="1237360" y="68000"/>
                </a:cubicBezTo>
                <a:cubicBezTo>
                  <a:pt x="1241867" y="67195"/>
                  <a:pt x="1246454" y="66739"/>
                  <a:pt x="1251121" y="66632"/>
                </a:cubicBezTo>
                <a:lnTo>
                  <a:pt x="1270676" y="66310"/>
                </a:lnTo>
                <a:lnTo>
                  <a:pt x="1270676" y="61577"/>
                </a:lnTo>
                <a:cubicBezTo>
                  <a:pt x="1270676" y="57994"/>
                  <a:pt x="1270301" y="54946"/>
                  <a:pt x="1269550" y="52433"/>
                </a:cubicBezTo>
                <a:cubicBezTo>
                  <a:pt x="1268798" y="49920"/>
                  <a:pt x="1267645" y="47888"/>
                  <a:pt x="1266089" y="46337"/>
                </a:cubicBezTo>
                <a:cubicBezTo>
                  <a:pt x="1264533" y="44786"/>
                  <a:pt x="1262589" y="43651"/>
                  <a:pt x="1260255" y="42930"/>
                </a:cubicBezTo>
                <a:cubicBezTo>
                  <a:pt x="1257921" y="42207"/>
                  <a:pt x="1255172" y="41846"/>
                  <a:pt x="1252006" y="41846"/>
                </a:cubicBezTo>
                <a:cubicBezTo>
                  <a:pt x="1249217" y="41846"/>
                  <a:pt x="1246695" y="42045"/>
                  <a:pt x="1244442" y="42442"/>
                </a:cubicBezTo>
                <a:cubicBezTo>
                  <a:pt x="1242189" y="42839"/>
                  <a:pt x="1240231" y="43555"/>
                  <a:pt x="1238567" y="44589"/>
                </a:cubicBezTo>
                <a:cubicBezTo>
                  <a:pt x="1236904" y="45624"/>
                  <a:pt x="1235563" y="47030"/>
                  <a:pt x="1234544" y="48807"/>
                </a:cubicBezTo>
                <a:cubicBezTo>
                  <a:pt x="1233525" y="50582"/>
                  <a:pt x="1232854" y="52822"/>
                  <a:pt x="1232532" y="55526"/>
                </a:cubicBezTo>
                <a:lnTo>
                  <a:pt x="1217403" y="54163"/>
                </a:lnTo>
                <a:cubicBezTo>
                  <a:pt x="1217940" y="50740"/>
                  <a:pt x="1218959" y="47598"/>
                  <a:pt x="1220461" y="44738"/>
                </a:cubicBezTo>
                <a:cubicBezTo>
                  <a:pt x="1221963" y="41876"/>
                  <a:pt x="1224096" y="39403"/>
                  <a:pt x="1226859" y="37319"/>
                </a:cubicBezTo>
                <a:cubicBezTo>
                  <a:pt x="1229622" y="35234"/>
                  <a:pt x="1233082" y="33616"/>
                  <a:pt x="1237240" y="32466"/>
                </a:cubicBezTo>
                <a:cubicBezTo>
                  <a:pt x="1241397" y="31316"/>
                  <a:pt x="1246427" y="30741"/>
                  <a:pt x="1252328" y="30741"/>
                </a:cubicBezTo>
                <a:cubicBezTo>
                  <a:pt x="1263273" y="30741"/>
                  <a:pt x="1271508" y="33246"/>
                  <a:pt x="1277034" y="38257"/>
                </a:cubicBezTo>
                <a:cubicBezTo>
                  <a:pt x="1282559" y="43268"/>
                  <a:pt x="1285322" y="50517"/>
                  <a:pt x="1285322" y="60003"/>
                </a:cubicBezTo>
                <a:lnTo>
                  <a:pt x="1285322" y="97465"/>
                </a:lnTo>
                <a:cubicBezTo>
                  <a:pt x="1285322" y="101754"/>
                  <a:pt x="1285886" y="104984"/>
                  <a:pt x="1287012" y="107155"/>
                </a:cubicBezTo>
                <a:cubicBezTo>
                  <a:pt x="1288139" y="109324"/>
                  <a:pt x="1290285" y="110409"/>
                  <a:pt x="1293450" y="110409"/>
                </a:cubicBezTo>
                <a:cubicBezTo>
                  <a:pt x="1294255" y="110409"/>
                  <a:pt x="1295059" y="110355"/>
                  <a:pt x="1295864" y="110248"/>
                </a:cubicBezTo>
                <a:cubicBezTo>
                  <a:pt x="1296669" y="110140"/>
                  <a:pt x="1297447" y="110006"/>
                  <a:pt x="1298198" y="109845"/>
                </a:cubicBezTo>
                <a:lnTo>
                  <a:pt x="1298198" y="118929"/>
                </a:lnTo>
                <a:cubicBezTo>
                  <a:pt x="1296374" y="119361"/>
                  <a:pt x="1294563" y="119686"/>
                  <a:pt x="1292766" y="119902"/>
                </a:cubicBezTo>
                <a:cubicBezTo>
                  <a:pt x="1290969" y="120118"/>
                  <a:pt x="1289051" y="120226"/>
                  <a:pt x="1287012" y="120226"/>
                </a:cubicBezTo>
                <a:cubicBezTo>
                  <a:pt x="1284276" y="120226"/>
                  <a:pt x="1281929" y="119863"/>
                  <a:pt x="1279971" y="119135"/>
                </a:cubicBezTo>
                <a:cubicBezTo>
                  <a:pt x="1278013" y="118407"/>
                  <a:pt x="1276417" y="117303"/>
                  <a:pt x="1275183" y="115821"/>
                </a:cubicBezTo>
                <a:cubicBezTo>
                  <a:pt x="1273949" y="114338"/>
                  <a:pt x="1273010" y="112506"/>
                  <a:pt x="1272366" y="110323"/>
                </a:cubicBezTo>
                <a:cubicBezTo>
                  <a:pt x="1271722" y="108140"/>
                  <a:pt x="1271320" y="105594"/>
                  <a:pt x="1271159" y="102683"/>
                </a:cubicBezTo>
                <a:lnTo>
                  <a:pt x="1270676" y="102683"/>
                </a:lnTo>
                <a:cubicBezTo>
                  <a:pt x="1269120" y="105485"/>
                  <a:pt x="1267417" y="108017"/>
                  <a:pt x="1265566" y="110280"/>
                </a:cubicBezTo>
                <a:cubicBezTo>
                  <a:pt x="1263715" y="112544"/>
                  <a:pt x="1261556" y="114470"/>
                  <a:pt x="1259088" y="116059"/>
                </a:cubicBezTo>
                <a:cubicBezTo>
                  <a:pt x="1256620" y="117649"/>
                  <a:pt x="1253817" y="118874"/>
                  <a:pt x="1250679" y="119736"/>
                </a:cubicBezTo>
                <a:cubicBezTo>
                  <a:pt x="1247540" y="120599"/>
                  <a:pt x="1243932" y="121031"/>
                  <a:pt x="1239855" y="121031"/>
                </a:cubicBezTo>
                <a:moveTo>
                  <a:pt x="1243154" y="110087"/>
                </a:moveTo>
                <a:cubicBezTo>
                  <a:pt x="1247768" y="110087"/>
                  <a:pt x="1251805" y="109244"/>
                  <a:pt x="1255266" y="107559"/>
                </a:cubicBezTo>
                <a:cubicBezTo>
                  <a:pt x="1258726" y="105873"/>
                  <a:pt x="1261596" y="103719"/>
                  <a:pt x="1263876" y="101097"/>
                </a:cubicBezTo>
                <a:cubicBezTo>
                  <a:pt x="1266156" y="98473"/>
                  <a:pt x="1267860" y="95609"/>
                  <a:pt x="1268986" y="92506"/>
                </a:cubicBezTo>
                <a:cubicBezTo>
                  <a:pt x="1270113" y="89401"/>
                  <a:pt x="1270676" y="86430"/>
                  <a:pt x="1270676" y="83594"/>
                </a:cubicBezTo>
                <a:lnTo>
                  <a:pt x="1270676" y="76449"/>
                </a:lnTo>
                <a:lnTo>
                  <a:pt x="1254823" y="76771"/>
                </a:lnTo>
                <a:cubicBezTo>
                  <a:pt x="1251282" y="76825"/>
                  <a:pt x="1247916" y="77079"/>
                  <a:pt x="1244724" y="77533"/>
                </a:cubicBezTo>
                <a:cubicBezTo>
                  <a:pt x="1241532" y="77987"/>
                  <a:pt x="1238728" y="78884"/>
                  <a:pt x="1236314" y="80224"/>
                </a:cubicBezTo>
                <a:cubicBezTo>
                  <a:pt x="1233900" y="81562"/>
                  <a:pt x="1231982" y="83435"/>
                  <a:pt x="1230560" y="85844"/>
                </a:cubicBezTo>
                <a:cubicBezTo>
                  <a:pt x="1229139" y="88252"/>
                  <a:pt x="1228428" y="91409"/>
                  <a:pt x="1228428" y="95315"/>
                </a:cubicBezTo>
                <a:cubicBezTo>
                  <a:pt x="1228428" y="100024"/>
                  <a:pt x="1229702" y="103664"/>
                  <a:pt x="1232250" y="106234"/>
                </a:cubicBezTo>
                <a:cubicBezTo>
                  <a:pt x="1234799" y="108803"/>
                  <a:pt x="1238433" y="110087"/>
                  <a:pt x="1243154" y="110087"/>
                </a:cubicBezTo>
                <a:close/>
                <a:moveTo>
                  <a:pt x="1342754" y="118765"/>
                </a:moveTo>
                <a:cubicBezTo>
                  <a:pt x="1340555" y="119359"/>
                  <a:pt x="1338315" y="119831"/>
                  <a:pt x="1336035" y="120181"/>
                </a:cubicBezTo>
                <a:cubicBezTo>
                  <a:pt x="1333755" y="120533"/>
                  <a:pt x="1331113" y="120709"/>
                  <a:pt x="1328108" y="120709"/>
                </a:cubicBezTo>
                <a:cubicBezTo>
                  <a:pt x="1316520" y="120709"/>
                  <a:pt x="1310726" y="114144"/>
                  <a:pt x="1310726" y="101014"/>
                </a:cubicBezTo>
                <a:lnTo>
                  <a:pt x="1310726" y="42972"/>
                </a:lnTo>
                <a:lnTo>
                  <a:pt x="1300667" y="42972"/>
                </a:lnTo>
                <a:lnTo>
                  <a:pt x="1300667" y="32350"/>
                </a:lnTo>
                <a:lnTo>
                  <a:pt x="1311290" y="32350"/>
                </a:lnTo>
                <a:lnTo>
                  <a:pt x="1315555" y="12876"/>
                </a:lnTo>
                <a:lnTo>
                  <a:pt x="1325211" y="12876"/>
                </a:lnTo>
                <a:lnTo>
                  <a:pt x="1325211" y="32350"/>
                </a:lnTo>
                <a:lnTo>
                  <a:pt x="1341306" y="32350"/>
                </a:lnTo>
                <a:lnTo>
                  <a:pt x="1341306" y="42972"/>
                </a:lnTo>
                <a:lnTo>
                  <a:pt x="1325211" y="42972"/>
                </a:lnTo>
                <a:lnTo>
                  <a:pt x="1325211" y="97802"/>
                </a:lnTo>
                <a:cubicBezTo>
                  <a:pt x="1325211" y="101977"/>
                  <a:pt x="1325895" y="104907"/>
                  <a:pt x="1327263" y="106594"/>
                </a:cubicBezTo>
                <a:cubicBezTo>
                  <a:pt x="1328631" y="108279"/>
                  <a:pt x="1331005" y="109121"/>
                  <a:pt x="1334385" y="109121"/>
                </a:cubicBezTo>
                <a:cubicBezTo>
                  <a:pt x="1335780" y="109121"/>
                  <a:pt x="1337135" y="109014"/>
                  <a:pt x="1338449" y="108799"/>
                </a:cubicBezTo>
                <a:cubicBezTo>
                  <a:pt x="1339764" y="108585"/>
                  <a:pt x="1341199" y="108316"/>
                  <a:pt x="1342754" y="107995"/>
                </a:cubicBezTo>
                <a:lnTo>
                  <a:pt x="1342754" y="118765"/>
                </a:lnTo>
                <a:close/>
                <a:moveTo>
                  <a:pt x="1456196" y="119422"/>
                </a:moveTo>
                <a:lnTo>
                  <a:pt x="1456196" y="64275"/>
                </a:lnTo>
                <a:cubicBezTo>
                  <a:pt x="1456196" y="60040"/>
                  <a:pt x="1455887" y="56503"/>
                  <a:pt x="1455270" y="53663"/>
                </a:cubicBezTo>
                <a:cubicBezTo>
                  <a:pt x="1454653" y="50823"/>
                  <a:pt x="1453647" y="48532"/>
                  <a:pt x="1452253" y="46790"/>
                </a:cubicBezTo>
                <a:cubicBezTo>
                  <a:pt x="1450858" y="45048"/>
                  <a:pt x="1449020" y="43816"/>
                  <a:pt x="1446740" y="43093"/>
                </a:cubicBezTo>
                <a:cubicBezTo>
                  <a:pt x="1444460" y="42369"/>
                  <a:pt x="1441630" y="42007"/>
                  <a:pt x="1438250" y="42007"/>
                </a:cubicBezTo>
                <a:cubicBezTo>
                  <a:pt x="1434817" y="42007"/>
                  <a:pt x="1431719" y="42610"/>
                  <a:pt x="1428956" y="43817"/>
                </a:cubicBezTo>
                <a:cubicBezTo>
                  <a:pt x="1426193" y="45023"/>
                  <a:pt x="1423832" y="46765"/>
                  <a:pt x="1421874" y="49043"/>
                </a:cubicBezTo>
                <a:cubicBezTo>
                  <a:pt x="1419916" y="51320"/>
                  <a:pt x="1418400" y="54133"/>
                  <a:pt x="1417327" y="57483"/>
                </a:cubicBezTo>
                <a:cubicBezTo>
                  <a:pt x="1416254" y="60832"/>
                  <a:pt x="1415718" y="64678"/>
                  <a:pt x="1415718" y="69018"/>
                </a:cubicBezTo>
                <a:lnTo>
                  <a:pt x="1415718" y="119422"/>
                </a:lnTo>
                <a:lnTo>
                  <a:pt x="1401233" y="119422"/>
                </a:lnTo>
                <a:lnTo>
                  <a:pt x="1401233" y="50939"/>
                </a:lnTo>
                <a:cubicBezTo>
                  <a:pt x="1401233" y="49115"/>
                  <a:pt x="1401219" y="47197"/>
                  <a:pt x="1401193" y="45185"/>
                </a:cubicBezTo>
                <a:cubicBezTo>
                  <a:pt x="1401166" y="43174"/>
                  <a:pt x="1401125" y="41269"/>
                  <a:pt x="1401072" y="39472"/>
                </a:cubicBezTo>
                <a:cubicBezTo>
                  <a:pt x="1401018" y="37675"/>
                  <a:pt x="1400965" y="36132"/>
                  <a:pt x="1400911" y="34845"/>
                </a:cubicBezTo>
                <a:cubicBezTo>
                  <a:pt x="1400857" y="33557"/>
                  <a:pt x="1400804" y="32726"/>
                  <a:pt x="1400750" y="32350"/>
                </a:cubicBezTo>
                <a:lnTo>
                  <a:pt x="1414430" y="32350"/>
                </a:lnTo>
                <a:cubicBezTo>
                  <a:pt x="1414484" y="32620"/>
                  <a:pt x="1414538" y="33348"/>
                  <a:pt x="1414591" y="34535"/>
                </a:cubicBezTo>
                <a:cubicBezTo>
                  <a:pt x="1414645" y="35721"/>
                  <a:pt x="1414712" y="37082"/>
                  <a:pt x="1414792" y="38619"/>
                </a:cubicBezTo>
                <a:cubicBezTo>
                  <a:pt x="1414873" y="40157"/>
                  <a:pt x="1414940" y="41722"/>
                  <a:pt x="1414994" y="43315"/>
                </a:cubicBezTo>
                <a:cubicBezTo>
                  <a:pt x="1415047" y="44906"/>
                  <a:pt x="1415074" y="46240"/>
                  <a:pt x="1415074" y="47318"/>
                </a:cubicBezTo>
                <a:lnTo>
                  <a:pt x="1415316" y="47318"/>
                </a:lnTo>
                <a:cubicBezTo>
                  <a:pt x="1416710" y="44785"/>
                  <a:pt x="1418239" y="42494"/>
                  <a:pt x="1419902" y="40445"/>
                </a:cubicBezTo>
                <a:cubicBezTo>
                  <a:pt x="1421566" y="38396"/>
                  <a:pt x="1423497" y="36658"/>
                  <a:pt x="1425697" y="35230"/>
                </a:cubicBezTo>
                <a:cubicBezTo>
                  <a:pt x="1427896" y="33801"/>
                  <a:pt x="1430418" y="32696"/>
                  <a:pt x="1433261" y="31915"/>
                </a:cubicBezTo>
                <a:cubicBezTo>
                  <a:pt x="1436104" y="31132"/>
                  <a:pt x="1439404" y="30741"/>
                  <a:pt x="1443159" y="30741"/>
                </a:cubicBezTo>
                <a:cubicBezTo>
                  <a:pt x="1447988" y="30741"/>
                  <a:pt x="1452145" y="31331"/>
                  <a:pt x="1455632" y="32511"/>
                </a:cubicBezTo>
                <a:cubicBezTo>
                  <a:pt x="1459120" y="33691"/>
                  <a:pt x="1461990" y="35515"/>
                  <a:pt x="1464243" y="37983"/>
                </a:cubicBezTo>
                <a:cubicBezTo>
                  <a:pt x="1466496" y="40451"/>
                  <a:pt x="1468146" y="43630"/>
                  <a:pt x="1469192" y="47519"/>
                </a:cubicBezTo>
                <a:cubicBezTo>
                  <a:pt x="1470238" y="51409"/>
                  <a:pt x="1470761" y="56036"/>
                  <a:pt x="1470761" y="61401"/>
                </a:cubicBezTo>
                <a:lnTo>
                  <a:pt x="1470761" y="119422"/>
                </a:lnTo>
                <a:lnTo>
                  <a:pt x="1456196" y="119422"/>
                </a:lnTo>
                <a:close/>
                <a:moveTo>
                  <a:pt x="1503650" y="78863"/>
                </a:moveTo>
                <a:cubicBezTo>
                  <a:pt x="1503650" y="83424"/>
                  <a:pt x="1504119" y="87622"/>
                  <a:pt x="1505058" y="91457"/>
                </a:cubicBezTo>
                <a:cubicBezTo>
                  <a:pt x="1505997" y="95293"/>
                  <a:pt x="1507446" y="98593"/>
                  <a:pt x="1509404" y="101356"/>
                </a:cubicBezTo>
                <a:cubicBezTo>
                  <a:pt x="1511362" y="104118"/>
                  <a:pt x="1513870" y="106264"/>
                  <a:pt x="1516928" y="107793"/>
                </a:cubicBezTo>
                <a:cubicBezTo>
                  <a:pt x="1519986" y="109322"/>
                  <a:pt x="1523661" y="110087"/>
                  <a:pt x="1527953" y="110087"/>
                </a:cubicBezTo>
                <a:cubicBezTo>
                  <a:pt x="1534230" y="110087"/>
                  <a:pt x="1539259" y="108826"/>
                  <a:pt x="1543041" y="106305"/>
                </a:cubicBezTo>
                <a:cubicBezTo>
                  <a:pt x="1546824" y="103783"/>
                  <a:pt x="1549385" y="100591"/>
                  <a:pt x="1550726" y="96728"/>
                </a:cubicBezTo>
                <a:lnTo>
                  <a:pt x="1563441" y="100362"/>
                </a:lnTo>
                <a:cubicBezTo>
                  <a:pt x="1562529" y="102785"/>
                  <a:pt x="1561255" y="105221"/>
                  <a:pt x="1559619" y="107670"/>
                </a:cubicBezTo>
                <a:cubicBezTo>
                  <a:pt x="1557982" y="110118"/>
                  <a:pt x="1555796" y="112324"/>
                  <a:pt x="1553060" y="114289"/>
                </a:cubicBezTo>
                <a:cubicBezTo>
                  <a:pt x="1550324" y="116254"/>
                  <a:pt x="1546904" y="117869"/>
                  <a:pt x="1542800" y="119135"/>
                </a:cubicBezTo>
                <a:cubicBezTo>
                  <a:pt x="1538696" y="120399"/>
                  <a:pt x="1533747" y="121031"/>
                  <a:pt x="1527953" y="121031"/>
                </a:cubicBezTo>
                <a:cubicBezTo>
                  <a:pt x="1515077" y="121031"/>
                  <a:pt x="1505273" y="117195"/>
                  <a:pt x="1498540" y="109524"/>
                </a:cubicBezTo>
                <a:cubicBezTo>
                  <a:pt x="1491807" y="101852"/>
                  <a:pt x="1488441" y="90451"/>
                  <a:pt x="1488441" y="75323"/>
                </a:cubicBezTo>
                <a:cubicBezTo>
                  <a:pt x="1488441" y="67168"/>
                  <a:pt x="1489460" y="60261"/>
                  <a:pt x="1491498" y="54601"/>
                </a:cubicBezTo>
                <a:cubicBezTo>
                  <a:pt x="1493537" y="48941"/>
                  <a:pt x="1496327" y="44341"/>
                  <a:pt x="1499868" y="40800"/>
                </a:cubicBezTo>
                <a:cubicBezTo>
                  <a:pt x="1503408" y="37259"/>
                  <a:pt x="1507539" y="34697"/>
                  <a:pt x="1512260" y="33115"/>
                </a:cubicBezTo>
                <a:cubicBezTo>
                  <a:pt x="1516982" y="31532"/>
                  <a:pt x="1522025" y="30741"/>
                  <a:pt x="1527389" y="30741"/>
                </a:cubicBezTo>
                <a:cubicBezTo>
                  <a:pt x="1534686" y="30741"/>
                  <a:pt x="1540788" y="31919"/>
                  <a:pt x="1545697" y="34276"/>
                </a:cubicBezTo>
                <a:cubicBezTo>
                  <a:pt x="1550606" y="36632"/>
                  <a:pt x="1554549" y="39885"/>
                  <a:pt x="1557526" y="44036"/>
                </a:cubicBezTo>
                <a:cubicBezTo>
                  <a:pt x="1560504" y="48187"/>
                  <a:pt x="1562623" y="53075"/>
                  <a:pt x="1563884" y="58700"/>
                </a:cubicBezTo>
                <a:cubicBezTo>
                  <a:pt x="1565145" y="64323"/>
                  <a:pt x="1565775" y="70401"/>
                  <a:pt x="1565775" y="76935"/>
                </a:cubicBezTo>
                <a:lnTo>
                  <a:pt x="1565775" y="78863"/>
                </a:lnTo>
                <a:lnTo>
                  <a:pt x="1503650" y="78863"/>
                </a:lnTo>
                <a:moveTo>
                  <a:pt x="1550807" y="67758"/>
                </a:moveTo>
                <a:cubicBezTo>
                  <a:pt x="1550002" y="58640"/>
                  <a:pt x="1547669" y="51988"/>
                  <a:pt x="1543806" y="47803"/>
                </a:cubicBezTo>
                <a:cubicBezTo>
                  <a:pt x="1539943" y="43617"/>
                  <a:pt x="1534391" y="41524"/>
                  <a:pt x="1527148" y="41524"/>
                </a:cubicBezTo>
                <a:cubicBezTo>
                  <a:pt x="1524734" y="41524"/>
                  <a:pt x="1522199" y="41910"/>
                  <a:pt x="1519543" y="42683"/>
                </a:cubicBezTo>
                <a:cubicBezTo>
                  <a:pt x="1516888" y="43456"/>
                  <a:pt x="1514433" y="44829"/>
                  <a:pt x="1512180" y="46802"/>
                </a:cubicBezTo>
                <a:cubicBezTo>
                  <a:pt x="1509927" y="48776"/>
                  <a:pt x="1508022" y="51456"/>
                  <a:pt x="1506466" y="54842"/>
                </a:cubicBezTo>
                <a:cubicBezTo>
                  <a:pt x="1504911" y="58227"/>
                  <a:pt x="1504025" y="62532"/>
                  <a:pt x="1503811" y="67758"/>
                </a:cubicBezTo>
                <a:lnTo>
                  <a:pt x="1550807" y="67758"/>
                </a:lnTo>
                <a:close/>
                <a:moveTo>
                  <a:pt x="1595283" y="78863"/>
                </a:moveTo>
                <a:cubicBezTo>
                  <a:pt x="1595283" y="83424"/>
                  <a:pt x="1595752" y="87622"/>
                  <a:pt x="1596691" y="91457"/>
                </a:cubicBezTo>
                <a:cubicBezTo>
                  <a:pt x="1597630" y="95293"/>
                  <a:pt x="1599079" y="98593"/>
                  <a:pt x="1601037" y="101356"/>
                </a:cubicBezTo>
                <a:cubicBezTo>
                  <a:pt x="1602995" y="104118"/>
                  <a:pt x="1605503" y="106264"/>
                  <a:pt x="1608561" y="107793"/>
                </a:cubicBezTo>
                <a:cubicBezTo>
                  <a:pt x="1611619" y="109322"/>
                  <a:pt x="1615294" y="110087"/>
                  <a:pt x="1619586" y="110087"/>
                </a:cubicBezTo>
                <a:cubicBezTo>
                  <a:pt x="1625863" y="110087"/>
                  <a:pt x="1630892" y="108826"/>
                  <a:pt x="1634675" y="106305"/>
                </a:cubicBezTo>
                <a:cubicBezTo>
                  <a:pt x="1638457" y="103783"/>
                  <a:pt x="1641018" y="100591"/>
                  <a:pt x="1642360" y="96728"/>
                </a:cubicBezTo>
                <a:lnTo>
                  <a:pt x="1655074" y="100362"/>
                </a:lnTo>
                <a:cubicBezTo>
                  <a:pt x="1654162" y="102785"/>
                  <a:pt x="1652888" y="105221"/>
                  <a:pt x="1651252" y="107670"/>
                </a:cubicBezTo>
                <a:cubicBezTo>
                  <a:pt x="1649616" y="110118"/>
                  <a:pt x="1647429" y="112324"/>
                  <a:pt x="1644693" y="114289"/>
                </a:cubicBezTo>
                <a:cubicBezTo>
                  <a:pt x="1641957" y="116254"/>
                  <a:pt x="1638537" y="117869"/>
                  <a:pt x="1634433" y="119135"/>
                </a:cubicBezTo>
                <a:cubicBezTo>
                  <a:pt x="1630329" y="120399"/>
                  <a:pt x="1625380" y="121031"/>
                  <a:pt x="1619586" y="121031"/>
                </a:cubicBezTo>
                <a:cubicBezTo>
                  <a:pt x="1606710" y="121031"/>
                  <a:pt x="1596906" y="117195"/>
                  <a:pt x="1590173" y="109524"/>
                </a:cubicBezTo>
                <a:cubicBezTo>
                  <a:pt x="1583440" y="101852"/>
                  <a:pt x="1580074" y="90451"/>
                  <a:pt x="1580074" y="75323"/>
                </a:cubicBezTo>
                <a:cubicBezTo>
                  <a:pt x="1580074" y="67168"/>
                  <a:pt x="1581093" y="60261"/>
                  <a:pt x="1583132" y="54601"/>
                </a:cubicBezTo>
                <a:cubicBezTo>
                  <a:pt x="1585170" y="48941"/>
                  <a:pt x="1587960" y="44341"/>
                  <a:pt x="1591501" y="40800"/>
                </a:cubicBezTo>
                <a:cubicBezTo>
                  <a:pt x="1595042" y="37259"/>
                  <a:pt x="1599173" y="34697"/>
                  <a:pt x="1603894" y="33115"/>
                </a:cubicBezTo>
                <a:cubicBezTo>
                  <a:pt x="1608615" y="31532"/>
                  <a:pt x="1613658" y="30741"/>
                  <a:pt x="1619023" y="30741"/>
                </a:cubicBezTo>
                <a:cubicBezTo>
                  <a:pt x="1626319" y="30741"/>
                  <a:pt x="1632421" y="31919"/>
                  <a:pt x="1637330" y="34276"/>
                </a:cubicBezTo>
                <a:cubicBezTo>
                  <a:pt x="1642239" y="36632"/>
                  <a:pt x="1646182" y="39885"/>
                  <a:pt x="1649160" y="44036"/>
                </a:cubicBezTo>
                <a:cubicBezTo>
                  <a:pt x="1652137" y="48187"/>
                  <a:pt x="1654256" y="53075"/>
                  <a:pt x="1655517" y="58700"/>
                </a:cubicBezTo>
                <a:cubicBezTo>
                  <a:pt x="1656778" y="64323"/>
                  <a:pt x="1657408" y="70401"/>
                  <a:pt x="1657408" y="76935"/>
                </a:cubicBezTo>
                <a:lnTo>
                  <a:pt x="1657408" y="78863"/>
                </a:lnTo>
                <a:lnTo>
                  <a:pt x="1595283" y="78863"/>
                </a:lnTo>
                <a:moveTo>
                  <a:pt x="1642440" y="67758"/>
                </a:moveTo>
                <a:cubicBezTo>
                  <a:pt x="1641635" y="58640"/>
                  <a:pt x="1639302" y="51988"/>
                  <a:pt x="1635439" y="47803"/>
                </a:cubicBezTo>
                <a:cubicBezTo>
                  <a:pt x="1631576" y="43617"/>
                  <a:pt x="1626024" y="41524"/>
                  <a:pt x="1618781" y="41524"/>
                </a:cubicBezTo>
                <a:cubicBezTo>
                  <a:pt x="1616367" y="41524"/>
                  <a:pt x="1613832" y="41910"/>
                  <a:pt x="1611176" y="42683"/>
                </a:cubicBezTo>
                <a:cubicBezTo>
                  <a:pt x="1608521" y="43456"/>
                  <a:pt x="1606066" y="44829"/>
                  <a:pt x="1603813" y="46802"/>
                </a:cubicBezTo>
                <a:cubicBezTo>
                  <a:pt x="1601560" y="48776"/>
                  <a:pt x="1599655" y="51456"/>
                  <a:pt x="1598100" y="54842"/>
                </a:cubicBezTo>
                <a:cubicBezTo>
                  <a:pt x="1596544" y="58227"/>
                  <a:pt x="1595659" y="62532"/>
                  <a:pt x="1595444" y="67758"/>
                </a:cubicBezTo>
                <a:lnTo>
                  <a:pt x="1642440" y="67758"/>
                </a:lnTo>
                <a:close/>
                <a:moveTo>
                  <a:pt x="1730775" y="105339"/>
                </a:moveTo>
                <a:cubicBezTo>
                  <a:pt x="1728092" y="110947"/>
                  <a:pt x="1724538" y="114965"/>
                  <a:pt x="1720112" y="117392"/>
                </a:cubicBezTo>
                <a:cubicBezTo>
                  <a:pt x="1715686" y="119818"/>
                  <a:pt x="1710201" y="121031"/>
                  <a:pt x="1703655" y="121031"/>
                </a:cubicBezTo>
                <a:cubicBezTo>
                  <a:pt x="1692657" y="121031"/>
                  <a:pt x="1684570" y="117329"/>
                  <a:pt x="1679393" y="109926"/>
                </a:cubicBezTo>
                <a:cubicBezTo>
                  <a:pt x="1674216" y="102522"/>
                  <a:pt x="1671627" y="91310"/>
                  <a:pt x="1671627" y="76288"/>
                </a:cubicBezTo>
                <a:cubicBezTo>
                  <a:pt x="1671627" y="45923"/>
                  <a:pt x="1682303" y="30741"/>
                  <a:pt x="1703655" y="30741"/>
                </a:cubicBezTo>
                <a:cubicBezTo>
                  <a:pt x="1710254" y="30741"/>
                  <a:pt x="1715753" y="31954"/>
                  <a:pt x="1720152" y="34382"/>
                </a:cubicBezTo>
                <a:cubicBezTo>
                  <a:pt x="1724552" y="36808"/>
                  <a:pt x="1728092" y="40664"/>
                  <a:pt x="1730775" y="45950"/>
                </a:cubicBezTo>
                <a:lnTo>
                  <a:pt x="1730936" y="45950"/>
                </a:lnTo>
                <a:cubicBezTo>
                  <a:pt x="1730936" y="45412"/>
                  <a:pt x="1730922" y="44565"/>
                  <a:pt x="1730895" y="43410"/>
                </a:cubicBezTo>
                <a:cubicBezTo>
                  <a:pt x="1730869" y="42255"/>
                  <a:pt x="1730842" y="41046"/>
                  <a:pt x="1730815" y="39784"/>
                </a:cubicBezTo>
                <a:cubicBezTo>
                  <a:pt x="1730788" y="38520"/>
                  <a:pt x="1730775" y="37323"/>
                  <a:pt x="1730775" y="36195"/>
                </a:cubicBezTo>
                <a:cubicBezTo>
                  <a:pt x="1730775" y="35067"/>
                  <a:pt x="1730775" y="34261"/>
                  <a:pt x="1730775" y="33778"/>
                </a:cubicBezTo>
                <a:lnTo>
                  <a:pt x="1730775" y="0"/>
                </a:lnTo>
                <a:lnTo>
                  <a:pt x="1745260" y="0"/>
                </a:lnTo>
                <a:lnTo>
                  <a:pt x="1745260" y="101476"/>
                </a:lnTo>
                <a:cubicBezTo>
                  <a:pt x="1745260" y="103569"/>
                  <a:pt x="1745273" y="105580"/>
                  <a:pt x="1745300" y="107512"/>
                </a:cubicBezTo>
                <a:cubicBezTo>
                  <a:pt x="1745327" y="109443"/>
                  <a:pt x="1745367" y="111213"/>
                  <a:pt x="1745421" y="112823"/>
                </a:cubicBezTo>
                <a:cubicBezTo>
                  <a:pt x="1745474" y="114432"/>
                  <a:pt x="1745528" y="115814"/>
                  <a:pt x="1745582" y="116967"/>
                </a:cubicBezTo>
                <a:cubicBezTo>
                  <a:pt x="1745635" y="118121"/>
                  <a:pt x="1745689" y="118939"/>
                  <a:pt x="1745743" y="119422"/>
                </a:cubicBezTo>
                <a:lnTo>
                  <a:pt x="1731901" y="119422"/>
                </a:lnTo>
                <a:cubicBezTo>
                  <a:pt x="1731794" y="118882"/>
                  <a:pt x="1731700" y="118113"/>
                  <a:pt x="1731620" y="117116"/>
                </a:cubicBezTo>
                <a:cubicBezTo>
                  <a:pt x="1731539" y="116116"/>
                  <a:pt x="1731459" y="114970"/>
                  <a:pt x="1731378" y="113675"/>
                </a:cubicBezTo>
                <a:cubicBezTo>
                  <a:pt x="1731298" y="112381"/>
                  <a:pt x="1731231" y="111019"/>
                  <a:pt x="1731177" y="109589"/>
                </a:cubicBezTo>
                <a:cubicBezTo>
                  <a:pt x="1731123" y="108159"/>
                  <a:pt x="1731097" y="106742"/>
                  <a:pt x="1731097" y="105339"/>
                </a:cubicBezTo>
                <a:lnTo>
                  <a:pt x="1730775" y="105339"/>
                </a:lnTo>
                <a:moveTo>
                  <a:pt x="1686837" y="75805"/>
                </a:moveTo>
                <a:cubicBezTo>
                  <a:pt x="1686837" y="81799"/>
                  <a:pt x="1687212" y="86937"/>
                  <a:pt x="1687963" y="91218"/>
                </a:cubicBezTo>
                <a:cubicBezTo>
                  <a:pt x="1688714" y="95500"/>
                  <a:pt x="1689921" y="99020"/>
                  <a:pt x="1691584" y="101778"/>
                </a:cubicBezTo>
                <a:cubicBezTo>
                  <a:pt x="1693248" y="104534"/>
                  <a:pt x="1695367" y="106554"/>
                  <a:pt x="1697942" y="107839"/>
                </a:cubicBezTo>
                <a:cubicBezTo>
                  <a:pt x="1700517" y="109123"/>
                  <a:pt x="1703655" y="109765"/>
                  <a:pt x="1707357" y="109765"/>
                </a:cubicBezTo>
                <a:cubicBezTo>
                  <a:pt x="1711166" y="109765"/>
                  <a:pt x="1714533" y="109150"/>
                  <a:pt x="1717457" y="107919"/>
                </a:cubicBezTo>
                <a:cubicBezTo>
                  <a:pt x="1720380" y="106687"/>
                  <a:pt x="1722821" y="104693"/>
                  <a:pt x="1724780" y="101936"/>
                </a:cubicBezTo>
                <a:cubicBezTo>
                  <a:pt x="1726738" y="99180"/>
                  <a:pt x="1728226" y="95582"/>
                  <a:pt x="1729246" y="91141"/>
                </a:cubicBezTo>
                <a:cubicBezTo>
                  <a:pt x="1730265" y="86698"/>
                  <a:pt x="1730775" y="81265"/>
                  <a:pt x="1730775" y="74842"/>
                </a:cubicBezTo>
                <a:cubicBezTo>
                  <a:pt x="1730775" y="68686"/>
                  <a:pt x="1730265" y="63480"/>
                  <a:pt x="1729246" y="59225"/>
                </a:cubicBezTo>
                <a:cubicBezTo>
                  <a:pt x="1728226" y="54970"/>
                  <a:pt x="1726724" y="51532"/>
                  <a:pt x="1724739" y="48910"/>
                </a:cubicBezTo>
                <a:cubicBezTo>
                  <a:pt x="1722754" y="46288"/>
                  <a:pt x="1720327" y="44402"/>
                  <a:pt x="1717457" y="43252"/>
                </a:cubicBezTo>
                <a:cubicBezTo>
                  <a:pt x="1714586" y="42100"/>
                  <a:pt x="1711274" y="41524"/>
                  <a:pt x="1707518" y="41524"/>
                </a:cubicBezTo>
                <a:cubicBezTo>
                  <a:pt x="1703977" y="41524"/>
                  <a:pt x="1700919" y="42140"/>
                  <a:pt x="1698344" y="43372"/>
                </a:cubicBezTo>
                <a:cubicBezTo>
                  <a:pt x="1695769" y="44603"/>
                  <a:pt x="1693623" y="46583"/>
                  <a:pt x="1691906" y="49312"/>
                </a:cubicBezTo>
                <a:cubicBezTo>
                  <a:pt x="1690190" y="52042"/>
                  <a:pt x="1688915" y="55587"/>
                  <a:pt x="1688084" y="59950"/>
                </a:cubicBezTo>
                <a:cubicBezTo>
                  <a:pt x="1687252" y="64312"/>
                  <a:pt x="1686837" y="69597"/>
                  <a:pt x="1686837" y="75805"/>
                </a:cubicBezTo>
                <a:close/>
                <a:moveTo>
                  <a:pt x="1832789" y="95338"/>
                </a:moveTo>
                <a:cubicBezTo>
                  <a:pt x="1832789" y="99418"/>
                  <a:pt x="1831997" y="103056"/>
                  <a:pt x="1830415" y="106252"/>
                </a:cubicBezTo>
                <a:cubicBezTo>
                  <a:pt x="1828832" y="109446"/>
                  <a:pt x="1826539" y="112131"/>
                  <a:pt x="1823534" y="114307"/>
                </a:cubicBezTo>
                <a:cubicBezTo>
                  <a:pt x="1820530" y="116481"/>
                  <a:pt x="1816842" y="118146"/>
                  <a:pt x="1812469" y="119301"/>
                </a:cubicBezTo>
                <a:cubicBezTo>
                  <a:pt x="1808097" y="120454"/>
                  <a:pt x="1803094" y="121031"/>
                  <a:pt x="1797461" y="121031"/>
                </a:cubicBezTo>
                <a:cubicBezTo>
                  <a:pt x="1792418" y="121031"/>
                  <a:pt x="1787871" y="120641"/>
                  <a:pt x="1783821" y="119859"/>
                </a:cubicBezTo>
                <a:cubicBezTo>
                  <a:pt x="1779770" y="119080"/>
                  <a:pt x="1776216" y="117829"/>
                  <a:pt x="1773158" y="116107"/>
                </a:cubicBezTo>
                <a:cubicBezTo>
                  <a:pt x="1770100" y="114384"/>
                  <a:pt x="1767539" y="112110"/>
                  <a:pt x="1765473" y="109285"/>
                </a:cubicBezTo>
                <a:cubicBezTo>
                  <a:pt x="1763408" y="106458"/>
                  <a:pt x="1761892" y="102999"/>
                  <a:pt x="1760926" y="98909"/>
                </a:cubicBezTo>
                <a:lnTo>
                  <a:pt x="1773722" y="96406"/>
                </a:lnTo>
                <a:cubicBezTo>
                  <a:pt x="1774956" y="101074"/>
                  <a:pt x="1777504" y="104494"/>
                  <a:pt x="1781367" y="106667"/>
                </a:cubicBezTo>
                <a:cubicBezTo>
                  <a:pt x="1785229" y="108840"/>
                  <a:pt x="1790594" y="109926"/>
                  <a:pt x="1797461" y="109926"/>
                </a:cubicBezTo>
                <a:cubicBezTo>
                  <a:pt x="1800573" y="109926"/>
                  <a:pt x="1803429" y="109712"/>
                  <a:pt x="1806031" y="109285"/>
                </a:cubicBezTo>
                <a:cubicBezTo>
                  <a:pt x="1808633" y="108857"/>
                  <a:pt x="1810873" y="108123"/>
                  <a:pt x="1812751" y="107082"/>
                </a:cubicBezTo>
                <a:cubicBezTo>
                  <a:pt x="1814629" y="106041"/>
                  <a:pt x="1816091" y="104652"/>
                  <a:pt x="1817137" y="102915"/>
                </a:cubicBezTo>
                <a:cubicBezTo>
                  <a:pt x="1818183" y="101178"/>
                  <a:pt x="1818706" y="99028"/>
                  <a:pt x="1818706" y="96464"/>
                </a:cubicBezTo>
                <a:cubicBezTo>
                  <a:pt x="1818706" y="93834"/>
                  <a:pt x="1818089" y="91673"/>
                  <a:pt x="1816855" y="89981"/>
                </a:cubicBezTo>
                <a:cubicBezTo>
                  <a:pt x="1815621" y="88290"/>
                  <a:pt x="1813904" y="86880"/>
                  <a:pt x="1811705" y="85754"/>
                </a:cubicBezTo>
                <a:cubicBezTo>
                  <a:pt x="1809505" y="84626"/>
                  <a:pt x="1806836" y="83646"/>
                  <a:pt x="1803698" y="82814"/>
                </a:cubicBezTo>
                <a:cubicBezTo>
                  <a:pt x="1800559" y="81981"/>
                  <a:pt x="1797112" y="81054"/>
                  <a:pt x="1793357" y="80033"/>
                </a:cubicBezTo>
                <a:cubicBezTo>
                  <a:pt x="1789870" y="79121"/>
                  <a:pt x="1786409" y="78101"/>
                  <a:pt x="1782976" y="76975"/>
                </a:cubicBezTo>
                <a:cubicBezTo>
                  <a:pt x="1779542" y="75846"/>
                  <a:pt x="1776444" y="74356"/>
                  <a:pt x="1773681" y="72504"/>
                </a:cubicBezTo>
                <a:cubicBezTo>
                  <a:pt x="1770918" y="70651"/>
                  <a:pt x="1768679" y="68356"/>
                  <a:pt x="1766962" y="65618"/>
                </a:cubicBezTo>
                <a:cubicBezTo>
                  <a:pt x="1765245" y="62879"/>
                  <a:pt x="1764387" y="59442"/>
                  <a:pt x="1764387" y="55307"/>
                </a:cubicBezTo>
                <a:cubicBezTo>
                  <a:pt x="1764387" y="47359"/>
                  <a:pt x="1767217" y="41304"/>
                  <a:pt x="1772877" y="37143"/>
                </a:cubicBezTo>
                <a:cubicBezTo>
                  <a:pt x="1778537" y="32982"/>
                  <a:pt x="1786785" y="30902"/>
                  <a:pt x="1797622" y="30902"/>
                </a:cubicBezTo>
                <a:cubicBezTo>
                  <a:pt x="1807225" y="30902"/>
                  <a:pt x="1814857" y="32586"/>
                  <a:pt x="1820517" y="35954"/>
                </a:cubicBezTo>
                <a:cubicBezTo>
                  <a:pt x="1826176" y="39322"/>
                  <a:pt x="1829758" y="44721"/>
                  <a:pt x="1831260" y="52151"/>
                </a:cubicBezTo>
                <a:lnTo>
                  <a:pt x="1818223" y="53756"/>
                </a:lnTo>
                <a:cubicBezTo>
                  <a:pt x="1817740" y="51518"/>
                  <a:pt x="1816855" y="49639"/>
                  <a:pt x="1815567" y="48120"/>
                </a:cubicBezTo>
                <a:cubicBezTo>
                  <a:pt x="1814280" y="46601"/>
                  <a:pt x="1812724" y="45376"/>
                  <a:pt x="1810900" y="44444"/>
                </a:cubicBezTo>
                <a:cubicBezTo>
                  <a:pt x="1809076" y="43511"/>
                  <a:pt x="1807024" y="42846"/>
                  <a:pt x="1804744" y="42447"/>
                </a:cubicBezTo>
                <a:cubicBezTo>
                  <a:pt x="1802464" y="42046"/>
                  <a:pt x="1800090" y="41846"/>
                  <a:pt x="1797622" y="41846"/>
                </a:cubicBezTo>
                <a:cubicBezTo>
                  <a:pt x="1791077" y="41846"/>
                  <a:pt x="1786249" y="42840"/>
                  <a:pt x="1783137" y="44828"/>
                </a:cubicBezTo>
                <a:cubicBezTo>
                  <a:pt x="1780025" y="46817"/>
                  <a:pt x="1778469" y="49826"/>
                  <a:pt x="1778469" y="53856"/>
                </a:cubicBezTo>
                <a:cubicBezTo>
                  <a:pt x="1778469" y="56219"/>
                  <a:pt x="1779046" y="58165"/>
                  <a:pt x="1780200" y="59696"/>
                </a:cubicBezTo>
                <a:cubicBezTo>
                  <a:pt x="1781353" y="61226"/>
                  <a:pt x="1782963" y="62516"/>
                  <a:pt x="1785028" y="63563"/>
                </a:cubicBezTo>
                <a:cubicBezTo>
                  <a:pt x="1787093" y="64610"/>
                  <a:pt x="1789575" y="65522"/>
                  <a:pt x="1792472" y="66302"/>
                </a:cubicBezTo>
                <a:cubicBezTo>
                  <a:pt x="1795369" y="67080"/>
                  <a:pt x="1798561" y="67898"/>
                  <a:pt x="1802048" y="68756"/>
                </a:cubicBezTo>
                <a:cubicBezTo>
                  <a:pt x="1804355" y="69348"/>
                  <a:pt x="1806715" y="69980"/>
                  <a:pt x="1809130" y="70650"/>
                </a:cubicBezTo>
                <a:cubicBezTo>
                  <a:pt x="1811544" y="71321"/>
                  <a:pt x="1813891" y="72126"/>
                  <a:pt x="1816171" y="73067"/>
                </a:cubicBezTo>
                <a:cubicBezTo>
                  <a:pt x="1818451" y="74006"/>
                  <a:pt x="1820597" y="75106"/>
                  <a:pt x="1822609" y="76369"/>
                </a:cubicBezTo>
                <a:cubicBezTo>
                  <a:pt x="1824621" y="77631"/>
                  <a:pt x="1826378" y="79148"/>
                  <a:pt x="1827880" y="80920"/>
                </a:cubicBezTo>
                <a:cubicBezTo>
                  <a:pt x="1829382" y="82693"/>
                  <a:pt x="1830576" y="84760"/>
                  <a:pt x="1831461" y="87122"/>
                </a:cubicBezTo>
                <a:cubicBezTo>
                  <a:pt x="1832346" y="89484"/>
                  <a:pt x="1832789" y="92223"/>
                  <a:pt x="1832789" y="95338"/>
                </a:cubicBezTo>
                <a:close/>
                <a:moveTo>
                  <a:pt x="1961009" y="95338"/>
                </a:moveTo>
                <a:cubicBezTo>
                  <a:pt x="1961009" y="99418"/>
                  <a:pt x="1960218" y="103056"/>
                  <a:pt x="1958635" y="106252"/>
                </a:cubicBezTo>
                <a:cubicBezTo>
                  <a:pt x="1957053" y="109446"/>
                  <a:pt x="1954759" y="112131"/>
                  <a:pt x="1951755" y="114307"/>
                </a:cubicBezTo>
                <a:cubicBezTo>
                  <a:pt x="1948751" y="116481"/>
                  <a:pt x="1945062" y="118146"/>
                  <a:pt x="1940690" y="119301"/>
                </a:cubicBezTo>
                <a:cubicBezTo>
                  <a:pt x="1936317" y="120454"/>
                  <a:pt x="1931315" y="121031"/>
                  <a:pt x="1925682" y="121031"/>
                </a:cubicBezTo>
                <a:cubicBezTo>
                  <a:pt x="1920639" y="121031"/>
                  <a:pt x="1916092" y="120641"/>
                  <a:pt x="1912042" y="119859"/>
                </a:cubicBezTo>
                <a:cubicBezTo>
                  <a:pt x="1907991" y="119080"/>
                  <a:pt x="1904437" y="117829"/>
                  <a:pt x="1901379" y="116107"/>
                </a:cubicBezTo>
                <a:cubicBezTo>
                  <a:pt x="1898321" y="114384"/>
                  <a:pt x="1895759" y="112110"/>
                  <a:pt x="1893694" y="109285"/>
                </a:cubicBezTo>
                <a:cubicBezTo>
                  <a:pt x="1891628" y="106458"/>
                  <a:pt x="1890113" y="102999"/>
                  <a:pt x="1889147" y="98909"/>
                </a:cubicBezTo>
                <a:lnTo>
                  <a:pt x="1901942" y="96406"/>
                </a:lnTo>
                <a:cubicBezTo>
                  <a:pt x="1903176" y="101074"/>
                  <a:pt x="1905724" y="104494"/>
                  <a:pt x="1909587" y="106667"/>
                </a:cubicBezTo>
                <a:cubicBezTo>
                  <a:pt x="1913450" y="108840"/>
                  <a:pt x="1918815" y="109926"/>
                  <a:pt x="1925682" y="109926"/>
                </a:cubicBezTo>
                <a:cubicBezTo>
                  <a:pt x="1928793" y="109926"/>
                  <a:pt x="1931650" y="109712"/>
                  <a:pt x="1934252" y="109285"/>
                </a:cubicBezTo>
                <a:cubicBezTo>
                  <a:pt x="1936854" y="108857"/>
                  <a:pt x="1939094" y="108123"/>
                  <a:pt x="1940972" y="107082"/>
                </a:cubicBezTo>
                <a:cubicBezTo>
                  <a:pt x="1942849" y="106041"/>
                  <a:pt x="1944311" y="104652"/>
                  <a:pt x="1945357" y="102915"/>
                </a:cubicBezTo>
                <a:cubicBezTo>
                  <a:pt x="1946403" y="101178"/>
                  <a:pt x="1946926" y="99028"/>
                  <a:pt x="1946926" y="96464"/>
                </a:cubicBezTo>
                <a:cubicBezTo>
                  <a:pt x="1946926" y="93834"/>
                  <a:pt x="1946310" y="91673"/>
                  <a:pt x="1945076" y="89981"/>
                </a:cubicBezTo>
                <a:cubicBezTo>
                  <a:pt x="1943842" y="88290"/>
                  <a:pt x="1942125" y="86880"/>
                  <a:pt x="1939925" y="85754"/>
                </a:cubicBezTo>
                <a:cubicBezTo>
                  <a:pt x="1937726" y="84626"/>
                  <a:pt x="1935057" y="83646"/>
                  <a:pt x="1931918" y="82814"/>
                </a:cubicBezTo>
                <a:cubicBezTo>
                  <a:pt x="1928780" y="81981"/>
                  <a:pt x="1925333" y="81054"/>
                  <a:pt x="1921578" y="80033"/>
                </a:cubicBezTo>
                <a:cubicBezTo>
                  <a:pt x="1918090" y="79121"/>
                  <a:pt x="1914630" y="78101"/>
                  <a:pt x="1911197" y="76975"/>
                </a:cubicBezTo>
                <a:cubicBezTo>
                  <a:pt x="1907763" y="75846"/>
                  <a:pt x="1904665" y="74356"/>
                  <a:pt x="1901902" y="72504"/>
                </a:cubicBezTo>
                <a:cubicBezTo>
                  <a:pt x="1899139" y="70651"/>
                  <a:pt x="1896899" y="68356"/>
                  <a:pt x="1895182" y="65618"/>
                </a:cubicBezTo>
                <a:cubicBezTo>
                  <a:pt x="1893466" y="62879"/>
                  <a:pt x="1892607" y="59442"/>
                  <a:pt x="1892607" y="55307"/>
                </a:cubicBezTo>
                <a:cubicBezTo>
                  <a:pt x="1892607" y="47359"/>
                  <a:pt x="1895437" y="41304"/>
                  <a:pt x="1901097" y="37143"/>
                </a:cubicBezTo>
                <a:cubicBezTo>
                  <a:pt x="1906757" y="32982"/>
                  <a:pt x="1915006" y="30902"/>
                  <a:pt x="1925843" y="30902"/>
                </a:cubicBezTo>
                <a:cubicBezTo>
                  <a:pt x="1935446" y="30902"/>
                  <a:pt x="1943077" y="32586"/>
                  <a:pt x="1948737" y="35954"/>
                </a:cubicBezTo>
                <a:cubicBezTo>
                  <a:pt x="1954397" y="39322"/>
                  <a:pt x="1957978" y="44721"/>
                  <a:pt x="1959480" y="52151"/>
                </a:cubicBezTo>
                <a:lnTo>
                  <a:pt x="1946444" y="53756"/>
                </a:lnTo>
                <a:cubicBezTo>
                  <a:pt x="1945961" y="51518"/>
                  <a:pt x="1945076" y="49639"/>
                  <a:pt x="1943788" y="48120"/>
                </a:cubicBezTo>
                <a:cubicBezTo>
                  <a:pt x="1942500" y="46601"/>
                  <a:pt x="1940945" y="45376"/>
                  <a:pt x="1939121" y="44444"/>
                </a:cubicBezTo>
                <a:cubicBezTo>
                  <a:pt x="1937297" y="43511"/>
                  <a:pt x="1935245" y="42846"/>
                  <a:pt x="1932964" y="42447"/>
                </a:cubicBezTo>
                <a:cubicBezTo>
                  <a:pt x="1930684" y="42046"/>
                  <a:pt x="1928310" y="41846"/>
                  <a:pt x="1925843" y="41846"/>
                </a:cubicBezTo>
                <a:cubicBezTo>
                  <a:pt x="1919297" y="41846"/>
                  <a:pt x="1914469" y="42840"/>
                  <a:pt x="1911358" y="44828"/>
                </a:cubicBezTo>
                <a:cubicBezTo>
                  <a:pt x="1908246" y="46817"/>
                  <a:pt x="1906690" y="49826"/>
                  <a:pt x="1906690" y="53856"/>
                </a:cubicBezTo>
                <a:cubicBezTo>
                  <a:pt x="1906690" y="56219"/>
                  <a:pt x="1907267" y="58165"/>
                  <a:pt x="1908420" y="59696"/>
                </a:cubicBezTo>
                <a:cubicBezTo>
                  <a:pt x="1909574" y="61226"/>
                  <a:pt x="1911183" y="62516"/>
                  <a:pt x="1913249" y="63563"/>
                </a:cubicBezTo>
                <a:cubicBezTo>
                  <a:pt x="1915314" y="64610"/>
                  <a:pt x="1917795" y="65522"/>
                  <a:pt x="1920692" y="66302"/>
                </a:cubicBezTo>
                <a:cubicBezTo>
                  <a:pt x="1923589" y="67080"/>
                  <a:pt x="1926781" y="67898"/>
                  <a:pt x="1930269" y="68756"/>
                </a:cubicBezTo>
                <a:cubicBezTo>
                  <a:pt x="1932576" y="69348"/>
                  <a:pt x="1934936" y="69980"/>
                  <a:pt x="1937350" y="70650"/>
                </a:cubicBezTo>
                <a:cubicBezTo>
                  <a:pt x="1939764" y="71321"/>
                  <a:pt x="1942112" y="72126"/>
                  <a:pt x="1944392" y="73067"/>
                </a:cubicBezTo>
                <a:cubicBezTo>
                  <a:pt x="1946672" y="74006"/>
                  <a:pt x="1948818" y="75106"/>
                  <a:pt x="1950829" y="76369"/>
                </a:cubicBezTo>
                <a:cubicBezTo>
                  <a:pt x="1952841" y="77631"/>
                  <a:pt x="1954598" y="79148"/>
                  <a:pt x="1956100" y="80920"/>
                </a:cubicBezTo>
                <a:cubicBezTo>
                  <a:pt x="1957603" y="82693"/>
                  <a:pt x="1958796" y="84760"/>
                  <a:pt x="1959681" y="87122"/>
                </a:cubicBezTo>
                <a:cubicBezTo>
                  <a:pt x="1960567" y="89484"/>
                  <a:pt x="1961009" y="92223"/>
                  <a:pt x="1961009" y="95338"/>
                </a:cubicBezTo>
                <a:close/>
                <a:moveTo>
                  <a:pt x="2028767" y="119422"/>
                </a:moveTo>
                <a:lnTo>
                  <a:pt x="2028767" y="64275"/>
                </a:lnTo>
                <a:cubicBezTo>
                  <a:pt x="2028767" y="60040"/>
                  <a:pt x="2028499" y="56503"/>
                  <a:pt x="2027963" y="53663"/>
                </a:cubicBezTo>
                <a:cubicBezTo>
                  <a:pt x="2027426" y="50823"/>
                  <a:pt x="2026528" y="48532"/>
                  <a:pt x="2025267" y="46790"/>
                </a:cubicBezTo>
                <a:cubicBezTo>
                  <a:pt x="2024006" y="45048"/>
                  <a:pt x="2022356" y="43816"/>
                  <a:pt x="2020318" y="43093"/>
                </a:cubicBezTo>
                <a:cubicBezTo>
                  <a:pt x="2018279" y="42369"/>
                  <a:pt x="2015785" y="42007"/>
                  <a:pt x="2012834" y="42007"/>
                </a:cubicBezTo>
                <a:cubicBezTo>
                  <a:pt x="2009776" y="42007"/>
                  <a:pt x="2007013" y="42610"/>
                  <a:pt x="2004545" y="43817"/>
                </a:cubicBezTo>
                <a:cubicBezTo>
                  <a:pt x="2002077" y="45023"/>
                  <a:pt x="1999972" y="46765"/>
                  <a:pt x="1998228" y="49043"/>
                </a:cubicBezTo>
                <a:cubicBezTo>
                  <a:pt x="1996484" y="51320"/>
                  <a:pt x="1995143" y="54133"/>
                  <a:pt x="1994204" y="57483"/>
                </a:cubicBezTo>
                <a:cubicBezTo>
                  <a:pt x="1993266" y="60832"/>
                  <a:pt x="1992796" y="64678"/>
                  <a:pt x="1992796" y="69018"/>
                </a:cubicBezTo>
                <a:lnTo>
                  <a:pt x="1992796" y="119422"/>
                </a:lnTo>
                <a:lnTo>
                  <a:pt x="1978391" y="119422"/>
                </a:lnTo>
                <a:lnTo>
                  <a:pt x="1978391" y="50939"/>
                </a:lnTo>
                <a:cubicBezTo>
                  <a:pt x="1978391" y="49115"/>
                  <a:pt x="1978378" y="47197"/>
                  <a:pt x="1978351" y="45185"/>
                </a:cubicBezTo>
                <a:cubicBezTo>
                  <a:pt x="1978324" y="43174"/>
                  <a:pt x="1978284" y="41269"/>
                  <a:pt x="1978231" y="39472"/>
                </a:cubicBezTo>
                <a:cubicBezTo>
                  <a:pt x="1978177" y="37675"/>
                  <a:pt x="1978123" y="36132"/>
                  <a:pt x="1978070" y="34845"/>
                </a:cubicBezTo>
                <a:cubicBezTo>
                  <a:pt x="1978016" y="33557"/>
                  <a:pt x="1977962" y="32726"/>
                  <a:pt x="1977909" y="32350"/>
                </a:cubicBezTo>
                <a:lnTo>
                  <a:pt x="1991589" y="32350"/>
                </a:lnTo>
                <a:cubicBezTo>
                  <a:pt x="1991643" y="32620"/>
                  <a:pt x="1991696" y="33348"/>
                  <a:pt x="1991750" y="34535"/>
                </a:cubicBezTo>
                <a:cubicBezTo>
                  <a:pt x="1991804" y="35721"/>
                  <a:pt x="1991871" y="37082"/>
                  <a:pt x="1991951" y="38619"/>
                </a:cubicBezTo>
                <a:cubicBezTo>
                  <a:pt x="1992032" y="40157"/>
                  <a:pt x="1992099" y="41722"/>
                  <a:pt x="1992152" y="43315"/>
                </a:cubicBezTo>
                <a:cubicBezTo>
                  <a:pt x="1992206" y="44906"/>
                  <a:pt x="1992233" y="46240"/>
                  <a:pt x="1992233" y="47318"/>
                </a:cubicBezTo>
                <a:lnTo>
                  <a:pt x="1992474" y="47318"/>
                </a:lnTo>
                <a:cubicBezTo>
                  <a:pt x="1993762" y="44785"/>
                  <a:pt x="1995157" y="42494"/>
                  <a:pt x="1996659" y="40445"/>
                </a:cubicBezTo>
                <a:cubicBezTo>
                  <a:pt x="1998161" y="38396"/>
                  <a:pt x="1999918" y="36658"/>
                  <a:pt x="2001930" y="35230"/>
                </a:cubicBezTo>
                <a:cubicBezTo>
                  <a:pt x="2003942" y="33801"/>
                  <a:pt x="2006249" y="32696"/>
                  <a:pt x="2008850" y="31915"/>
                </a:cubicBezTo>
                <a:cubicBezTo>
                  <a:pt x="2011452" y="31132"/>
                  <a:pt x="2014470" y="30741"/>
                  <a:pt x="2017904" y="30741"/>
                </a:cubicBezTo>
                <a:cubicBezTo>
                  <a:pt x="2024502" y="30741"/>
                  <a:pt x="2029720" y="32062"/>
                  <a:pt x="2033556" y="34704"/>
                </a:cubicBezTo>
                <a:cubicBezTo>
                  <a:pt x="2037391" y="37344"/>
                  <a:pt x="2040061" y="41549"/>
                  <a:pt x="2041563" y="47318"/>
                </a:cubicBezTo>
                <a:lnTo>
                  <a:pt x="2041804" y="47318"/>
                </a:lnTo>
                <a:cubicBezTo>
                  <a:pt x="2043092" y="44785"/>
                  <a:pt x="2044540" y="42494"/>
                  <a:pt x="2046150" y="40445"/>
                </a:cubicBezTo>
                <a:cubicBezTo>
                  <a:pt x="2047759" y="38396"/>
                  <a:pt x="2049637" y="36658"/>
                  <a:pt x="2051783" y="35230"/>
                </a:cubicBezTo>
                <a:cubicBezTo>
                  <a:pt x="2053929" y="33801"/>
                  <a:pt x="2056343" y="32696"/>
                  <a:pt x="2059025" y="31915"/>
                </a:cubicBezTo>
                <a:cubicBezTo>
                  <a:pt x="2061708" y="31132"/>
                  <a:pt x="2064766" y="30741"/>
                  <a:pt x="2068199" y="30741"/>
                </a:cubicBezTo>
                <a:cubicBezTo>
                  <a:pt x="2072598" y="30741"/>
                  <a:pt x="2076394" y="31331"/>
                  <a:pt x="2079586" y="32511"/>
                </a:cubicBezTo>
                <a:cubicBezTo>
                  <a:pt x="2082778" y="33691"/>
                  <a:pt x="2085394" y="35515"/>
                  <a:pt x="2087432" y="37983"/>
                </a:cubicBezTo>
                <a:cubicBezTo>
                  <a:pt x="2089471" y="40451"/>
                  <a:pt x="2090973" y="43630"/>
                  <a:pt x="2091939" y="47519"/>
                </a:cubicBezTo>
                <a:cubicBezTo>
                  <a:pt x="2092904" y="51409"/>
                  <a:pt x="2093387" y="56036"/>
                  <a:pt x="2093387" y="61401"/>
                </a:cubicBezTo>
                <a:lnTo>
                  <a:pt x="2093387" y="119422"/>
                </a:lnTo>
                <a:lnTo>
                  <a:pt x="2079063" y="119422"/>
                </a:lnTo>
                <a:lnTo>
                  <a:pt x="2079063" y="64275"/>
                </a:lnTo>
                <a:cubicBezTo>
                  <a:pt x="2079063" y="60040"/>
                  <a:pt x="2078795" y="56503"/>
                  <a:pt x="2078258" y="53663"/>
                </a:cubicBezTo>
                <a:cubicBezTo>
                  <a:pt x="2077722" y="50823"/>
                  <a:pt x="2076823" y="48532"/>
                  <a:pt x="2075562" y="46790"/>
                </a:cubicBezTo>
                <a:cubicBezTo>
                  <a:pt x="2074302" y="45048"/>
                  <a:pt x="2072652" y="43816"/>
                  <a:pt x="2070613" y="43093"/>
                </a:cubicBezTo>
                <a:cubicBezTo>
                  <a:pt x="2068575" y="42369"/>
                  <a:pt x="2066080" y="42007"/>
                  <a:pt x="2063129" y="42007"/>
                </a:cubicBezTo>
                <a:cubicBezTo>
                  <a:pt x="2060071" y="42007"/>
                  <a:pt x="2057309" y="42584"/>
                  <a:pt x="2054841" y="43737"/>
                </a:cubicBezTo>
                <a:cubicBezTo>
                  <a:pt x="2052373" y="44889"/>
                  <a:pt x="2050267" y="46590"/>
                  <a:pt x="2048524" y="48842"/>
                </a:cubicBezTo>
                <a:cubicBezTo>
                  <a:pt x="2046780" y="51092"/>
                  <a:pt x="2045439" y="53905"/>
                  <a:pt x="2044500" y="57282"/>
                </a:cubicBezTo>
                <a:cubicBezTo>
                  <a:pt x="2043561" y="60658"/>
                  <a:pt x="2043092" y="64570"/>
                  <a:pt x="2043092" y="69018"/>
                </a:cubicBezTo>
                <a:lnTo>
                  <a:pt x="2043092" y="119422"/>
                </a:lnTo>
                <a:lnTo>
                  <a:pt x="2028767" y="119422"/>
                </a:lnTo>
                <a:close/>
                <a:moveTo>
                  <a:pt x="2188987" y="75805"/>
                </a:moveTo>
                <a:cubicBezTo>
                  <a:pt x="2188987" y="91042"/>
                  <a:pt x="2185634" y="102388"/>
                  <a:pt x="2178928" y="109845"/>
                </a:cubicBezTo>
                <a:cubicBezTo>
                  <a:pt x="2172222" y="117303"/>
                  <a:pt x="2162485" y="121031"/>
                  <a:pt x="2149717" y="121031"/>
                </a:cubicBezTo>
                <a:cubicBezTo>
                  <a:pt x="2143654" y="121031"/>
                  <a:pt x="2138236" y="120119"/>
                  <a:pt x="2133461" y="118295"/>
                </a:cubicBezTo>
                <a:cubicBezTo>
                  <a:pt x="2128686" y="116471"/>
                  <a:pt x="2124649" y="113681"/>
                  <a:pt x="2121350" y="109926"/>
                </a:cubicBezTo>
                <a:cubicBezTo>
                  <a:pt x="2118051" y="106170"/>
                  <a:pt x="2115529" y="101463"/>
                  <a:pt x="2113786" y="95803"/>
                </a:cubicBezTo>
                <a:cubicBezTo>
                  <a:pt x="2112042" y="90143"/>
                  <a:pt x="2111170" y="83477"/>
                  <a:pt x="2111170" y="75805"/>
                </a:cubicBezTo>
                <a:cubicBezTo>
                  <a:pt x="2111170" y="45762"/>
                  <a:pt x="2124180" y="30741"/>
                  <a:pt x="2150199" y="30741"/>
                </a:cubicBezTo>
                <a:cubicBezTo>
                  <a:pt x="2156959" y="30741"/>
                  <a:pt x="2162793" y="31679"/>
                  <a:pt x="2167702" y="33557"/>
                </a:cubicBezTo>
                <a:cubicBezTo>
                  <a:pt x="2172611" y="35435"/>
                  <a:pt x="2176635" y="38251"/>
                  <a:pt x="2179773" y="42007"/>
                </a:cubicBezTo>
                <a:cubicBezTo>
                  <a:pt x="2182912" y="45762"/>
                  <a:pt x="2185232" y="50456"/>
                  <a:pt x="2186734" y="56090"/>
                </a:cubicBezTo>
                <a:cubicBezTo>
                  <a:pt x="2188236" y="61723"/>
                  <a:pt x="2188987" y="68295"/>
                  <a:pt x="2188987" y="75805"/>
                </a:cubicBezTo>
                <a:moveTo>
                  <a:pt x="2173778" y="75805"/>
                </a:moveTo>
                <a:cubicBezTo>
                  <a:pt x="2173778" y="69061"/>
                  <a:pt x="2173255" y="63495"/>
                  <a:pt x="2172209" y="59107"/>
                </a:cubicBezTo>
                <a:cubicBezTo>
                  <a:pt x="2171163" y="54718"/>
                  <a:pt x="2169634" y="51213"/>
                  <a:pt x="2167622" y="48591"/>
                </a:cubicBezTo>
                <a:cubicBezTo>
                  <a:pt x="2165610" y="45967"/>
                  <a:pt x="2163156" y="44133"/>
                  <a:pt x="2160259" y="43091"/>
                </a:cubicBezTo>
                <a:cubicBezTo>
                  <a:pt x="2157362" y="42046"/>
                  <a:pt x="2154089" y="41524"/>
                  <a:pt x="2150441" y="41524"/>
                </a:cubicBezTo>
                <a:cubicBezTo>
                  <a:pt x="2146739" y="41524"/>
                  <a:pt x="2143400" y="42073"/>
                  <a:pt x="2140422" y="43171"/>
                </a:cubicBezTo>
                <a:cubicBezTo>
                  <a:pt x="2137445" y="44268"/>
                  <a:pt x="2134910" y="46141"/>
                  <a:pt x="2132817" y="48792"/>
                </a:cubicBezTo>
                <a:cubicBezTo>
                  <a:pt x="2130725" y="51441"/>
                  <a:pt x="2129129" y="54960"/>
                  <a:pt x="2128029" y="59349"/>
                </a:cubicBezTo>
                <a:cubicBezTo>
                  <a:pt x="2126929" y="63736"/>
                  <a:pt x="2126380" y="69222"/>
                  <a:pt x="2126380" y="75805"/>
                </a:cubicBezTo>
                <a:cubicBezTo>
                  <a:pt x="2126380" y="82550"/>
                  <a:pt x="2126970" y="88130"/>
                  <a:pt x="2128150" y="92546"/>
                </a:cubicBezTo>
                <a:cubicBezTo>
                  <a:pt x="2129330" y="96961"/>
                  <a:pt x="2130953" y="100480"/>
                  <a:pt x="2133019" y="103103"/>
                </a:cubicBezTo>
                <a:cubicBezTo>
                  <a:pt x="2135084" y="105725"/>
                  <a:pt x="2137525" y="107572"/>
                  <a:pt x="2140342" y="108643"/>
                </a:cubicBezTo>
                <a:cubicBezTo>
                  <a:pt x="2143158" y="109713"/>
                  <a:pt x="2146230" y="110248"/>
                  <a:pt x="2149556" y="110248"/>
                </a:cubicBezTo>
                <a:cubicBezTo>
                  <a:pt x="2153257" y="110248"/>
                  <a:pt x="2156611" y="109726"/>
                  <a:pt x="2159615" y="108684"/>
                </a:cubicBezTo>
                <a:cubicBezTo>
                  <a:pt x="2162619" y="107639"/>
                  <a:pt x="2165167" y="105806"/>
                  <a:pt x="2167260" y="103184"/>
                </a:cubicBezTo>
                <a:cubicBezTo>
                  <a:pt x="2169352" y="100560"/>
                  <a:pt x="2170961" y="97028"/>
                  <a:pt x="2172088" y="92587"/>
                </a:cubicBezTo>
                <a:cubicBezTo>
                  <a:pt x="2173215" y="88144"/>
                  <a:pt x="2173778" y="82550"/>
                  <a:pt x="2173778" y="75805"/>
                </a:cubicBezTo>
                <a:close/>
                <a:moveTo>
                  <a:pt x="2280621" y="75805"/>
                </a:moveTo>
                <a:cubicBezTo>
                  <a:pt x="2280621" y="91042"/>
                  <a:pt x="2277268" y="102388"/>
                  <a:pt x="2270561" y="109845"/>
                </a:cubicBezTo>
                <a:cubicBezTo>
                  <a:pt x="2263855" y="117303"/>
                  <a:pt x="2254118" y="121031"/>
                  <a:pt x="2241350" y="121031"/>
                </a:cubicBezTo>
                <a:cubicBezTo>
                  <a:pt x="2235288" y="121031"/>
                  <a:pt x="2229869" y="120119"/>
                  <a:pt x="2225094" y="118295"/>
                </a:cubicBezTo>
                <a:cubicBezTo>
                  <a:pt x="2220320" y="116471"/>
                  <a:pt x="2216283" y="113681"/>
                  <a:pt x="2212983" y="109926"/>
                </a:cubicBezTo>
                <a:cubicBezTo>
                  <a:pt x="2209684" y="106170"/>
                  <a:pt x="2207162" y="101463"/>
                  <a:pt x="2205419" y="95803"/>
                </a:cubicBezTo>
                <a:cubicBezTo>
                  <a:pt x="2203675" y="90143"/>
                  <a:pt x="2202803" y="83477"/>
                  <a:pt x="2202803" y="75805"/>
                </a:cubicBezTo>
                <a:cubicBezTo>
                  <a:pt x="2202803" y="45762"/>
                  <a:pt x="2215813" y="30741"/>
                  <a:pt x="2241833" y="30741"/>
                </a:cubicBezTo>
                <a:cubicBezTo>
                  <a:pt x="2248592" y="30741"/>
                  <a:pt x="2254427" y="31679"/>
                  <a:pt x="2259336" y="33557"/>
                </a:cubicBezTo>
                <a:cubicBezTo>
                  <a:pt x="2264244" y="35435"/>
                  <a:pt x="2268268" y="38251"/>
                  <a:pt x="2271406" y="42007"/>
                </a:cubicBezTo>
                <a:cubicBezTo>
                  <a:pt x="2274545" y="45762"/>
                  <a:pt x="2276865" y="50456"/>
                  <a:pt x="2278367" y="56090"/>
                </a:cubicBezTo>
                <a:cubicBezTo>
                  <a:pt x="2279869" y="61723"/>
                  <a:pt x="2280621" y="68295"/>
                  <a:pt x="2280621" y="75805"/>
                </a:cubicBezTo>
                <a:moveTo>
                  <a:pt x="2265411" y="75805"/>
                </a:moveTo>
                <a:cubicBezTo>
                  <a:pt x="2265411" y="69061"/>
                  <a:pt x="2264888" y="63495"/>
                  <a:pt x="2263842" y="59107"/>
                </a:cubicBezTo>
                <a:cubicBezTo>
                  <a:pt x="2262796" y="54718"/>
                  <a:pt x="2261267" y="51213"/>
                  <a:pt x="2259255" y="48591"/>
                </a:cubicBezTo>
                <a:cubicBezTo>
                  <a:pt x="2257243" y="45967"/>
                  <a:pt x="2254789" y="44133"/>
                  <a:pt x="2251892" y="43091"/>
                </a:cubicBezTo>
                <a:cubicBezTo>
                  <a:pt x="2248995" y="42046"/>
                  <a:pt x="2245722" y="41524"/>
                  <a:pt x="2242074" y="41524"/>
                </a:cubicBezTo>
                <a:cubicBezTo>
                  <a:pt x="2238372" y="41524"/>
                  <a:pt x="2235033" y="42073"/>
                  <a:pt x="2232055" y="43171"/>
                </a:cubicBezTo>
                <a:cubicBezTo>
                  <a:pt x="2229078" y="44268"/>
                  <a:pt x="2226543" y="46141"/>
                  <a:pt x="2224451" y="48792"/>
                </a:cubicBezTo>
                <a:cubicBezTo>
                  <a:pt x="2222358" y="51441"/>
                  <a:pt x="2220762" y="54960"/>
                  <a:pt x="2219662" y="59349"/>
                </a:cubicBezTo>
                <a:cubicBezTo>
                  <a:pt x="2218563" y="63736"/>
                  <a:pt x="2218013" y="69222"/>
                  <a:pt x="2218013" y="75805"/>
                </a:cubicBezTo>
                <a:cubicBezTo>
                  <a:pt x="2218013" y="82550"/>
                  <a:pt x="2218603" y="88130"/>
                  <a:pt x="2219783" y="92546"/>
                </a:cubicBezTo>
                <a:cubicBezTo>
                  <a:pt x="2220963" y="96961"/>
                  <a:pt x="2222586" y="100480"/>
                  <a:pt x="2224652" y="103103"/>
                </a:cubicBezTo>
                <a:cubicBezTo>
                  <a:pt x="2226717" y="105725"/>
                  <a:pt x="2229158" y="107572"/>
                  <a:pt x="2231975" y="108643"/>
                </a:cubicBezTo>
                <a:cubicBezTo>
                  <a:pt x="2234791" y="109713"/>
                  <a:pt x="2237863" y="110248"/>
                  <a:pt x="2241189" y="110248"/>
                </a:cubicBezTo>
                <a:cubicBezTo>
                  <a:pt x="2244891" y="110248"/>
                  <a:pt x="2248244" y="109726"/>
                  <a:pt x="2251248" y="108684"/>
                </a:cubicBezTo>
                <a:cubicBezTo>
                  <a:pt x="2254252" y="107639"/>
                  <a:pt x="2256801" y="105806"/>
                  <a:pt x="2258893" y="103184"/>
                </a:cubicBezTo>
                <a:cubicBezTo>
                  <a:pt x="2260985" y="100560"/>
                  <a:pt x="2262595" y="97028"/>
                  <a:pt x="2263721" y="92587"/>
                </a:cubicBezTo>
                <a:cubicBezTo>
                  <a:pt x="2264848" y="88144"/>
                  <a:pt x="2265411" y="82550"/>
                  <a:pt x="2265411" y="75805"/>
                </a:cubicBezTo>
                <a:close/>
                <a:moveTo>
                  <a:pt x="2332098" y="118765"/>
                </a:moveTo>
                <a:cubicBezTo>
                  <a:pt x="2329899" y="119359"/>
                  <a:pt x="2327659" y="119831"/>
                  <a:pt x="2325379" y="120181"/>
                </a:cubicBezTo>
                <a:cubicBezTo>
                  <a:pt x="2323099" y="120533"/>
                  <a:pt x="2320457" y="120709"/>
                  <a:pt x="2317452" y="120709"/>
                </a:cubicBezTo>
                <a:cubicBezTo>
                  <a:pt x="2305864" y="120709"/>
                  <a:pt x="2300070" y="114144"/>
                  <a:pt x="2300070" y="101014"/>
                </a:cubicBezTo>
                <a:lnTo>
                  <a:pt x="2300070" y="42972"/>
                </a:lnTo>
                <a:lnTo>
                  <a:pt x="2290011" y="42972"/>
                </a:lnTo>
                <a:lnTo>
                  <a:pt x="2290011" y="32350"/>
                </a:lnTo>
                <a:lnTo>
                  <a:pt x="2300633" y="32350"/>
                </a:lnTo>
                <a:lnTo>
                  <a:pt x="2304899" y="12876"/>
                </a:lnTo>
                <a:lnTo>
                  <a:pt x="2314555" y="12876"/>
                </a:lnTo>
                <a:lnTo>
                  <a:pt x="2314555" y="32350"/>
                </a:lnTo>
                <a:lnTo>
                  <a:pt x="2330650" y="32350"/>
                </a:lnTo>
                <a:lnTo>
                  <a:pt x="2330650" y="42972"/>
                </a:lnTo>
                <a:lnTo>
                  <a:pt x="2314555" y="42972"/>
                </a:lnTo>
                <a:lnTo>
                  <a:pt x="2314555" y="97802"/>
                </a:lnTo>
                <a:cubicBezTo>
                  <a:pt x="2314555" y="101977"/>
                  <a:pt x="2315239" y="104907"/>
                  <a:pt x="2316607" y="106594"/>
                </a:cubicBezTo>
                <a:cubicBezTo>
                  <a:pt x="2317975" y="108279"/>
                  <a:pt x="2320349" y="109121"/>
                  <a:pt x="2323729" y="109121"/>
                </a:cubicBezTo>
                <a:cubicBezTo>
                  <a:pt x="2325124" y="109121"/>
                  <a:pt x="2326479" y="109014"/>
                  <a:pt x="2327793" y="108799"/>
                </a:cubicBezTo>
                <a:cubicBezTo>
                  <a:pt x="2329107" y="108585"/>
                  <a:pt x="2330543" y="108316"/>
                  <a:pt x="2332098" y="107995"/>
                </a:cubicBezTo>
                <a:lnTo>
                  <a:pt x="2332098" y="118765"/>
                </a:lnTo>
                <a:close/>
                <a:moveTo>
                  <a:pt x="2358843" y="47318"/>
                </a:moveTo>
                <a:cubicBezTo>
                  <a:pt x="2360452" y="44352"/>
                  <a:pt x="2362196" y="41832"/>
                  <a:pt x="2364073" y="39756"/>
                </a:cubicBezTo>
                <a:cubicBezTo>
                  <a:pt x="2365951" y="37681"/>
                  <a:pt x="2368017" y="35970"/>
                  <a:pt x="2370270" y="34623"/>
                </a:cubicBezTo>
                <a:cubicBezTo>
                  <a:pt x="2372523" y="33276"/>
                  <a:pt x="2374991" y="32291"/>
                  <a:pt x="2377673" y="31671"/>
                </a:cubicBezTo>
                <a:cubicBezTo>
                  <a:pt x="2380356" y="31051"/>
                  <a:pt x="2383360" y="30741"/>
                  <a:pt x="2386686" y="30741"/>
                </a:cubicBezTo>
                <a:cubicBezTo>
                  <a:pt x="2392266" y="30741"/>
                  <a:pt x="2396839" y="31492"/>
                  <a:pt x="2400407" y="32994"/>
                </a:cubicBezTo>
                <a:cubicBezTo>
                  <a:pt x="2403974" y="34496"/>
                  <a:pt x="2406791" y="36602"/>
                  <a:pt x="2408856" y="39311"/>
                </a:cubicBezTo>
                <a:cubicBezTo>
                  <a:pt x="2410922" y="42020"/>
                  <a:pt x="2412344" y="45253"/>
                  <a:pt x="2413122" y="49008"/>
                </a:cubicBezTo>
                <a:cubicBezTo>
                  <a:pt x="2413899" y="52763"/>
                  <a:pt x="2414288" y="56894"/>
                  <a:pt x="2414288" y="61401"/>
                </a:cubicBezTo>
                <a:lnTo>
                  <a:pt x="2414288" y="119422"/>
                </a:lnTo>
                <a:lnTo>
                  <a:pt x="2399723" y="119422"/>
                </a:lnTo>
                <a:lnTo>
                  <a:pt x="2399723" y="64275"/>
                </a:lnTo>
                <a:cubicBezTo>
                  <a:pt x="2399723" y="60577"/>
                  <a:pt x="2399495" y="57334"/>
                  <a:pt x="2399039" y="54548"/>
                </a:cubicBezTo>
                <a:cubicBezTo>
                  <a:pt x="2398583" y="51762"/>
                  <a:pt x="2397711" y="49444"/>
                  <a:pt x="2396423" y="47595"/>
                </a:cubicBezTo>
                <a:cubicBezTo>
                  <a:pt x="2395136" y="45745"/>
                  <a:pt x="2393312" y="44352"/>
                  <a:pt x="2390951" y="43415"/>
                </a:cubicBezTo>
                <a:cubicBezTo>
                  <a:pt x="2388591" y="42476"/>
                  <a:pt x="2385533" y="42007"/>
                  <a:pt x="2381777" y="42007"/>
                </a:cubicBezTo>
                <a:cubicBezTo>
                  <a:pt x="2378344" y="42007"/>
                  <a:pt x="2375246" y="42623"/>
                  <a:pt x="2372483" y="43855"/>
                </a:cubicBezTo>
                <a:cubicBezTo>
                  <a:pt x="2369720" y="45087"/>
                  <a:pt x="2367359" y="46829"/>
                  <a:pt x="2365401" y="49081"/>
                </a:cubicBezTo>
                <a:cubicBezTo>
                  <a:pt x="2363443" y="51332"/>
                  <a:pt x="2361927" y="54066"/>
                  <a:pt x="2360854" y="57282"/>
                </a:cubicBezTo>
                <a:cubicBezTo>
                  <a:pt x="2359781" y="60497"/>
                  <a:pt x="2359245" y="64114"/>
                  <a:pt x="2359245" y="68133"/>
                </a:cubicBezTo>
                <a:lnTo>
                  <a:pt x="2359245" y="119422"/>
                </a:lnTo>
                <a:lnTo>
                  <a:pt x="2344760" y="119422"/>
                </a:lnTo>
                <a:lnTo>
                  <a:pt x="2344760" y="0"/>
                </a:lnTo>
                <a:lnTo>
                  <a:pt x="2359245" y="0"/>
                </a:lnTo>
                <a:lnTo>
                  <a:pt x="2359245" y="31115"/>
                </a:lnTo>
                <a:cubicBezTo>
                  <a:pt x="2359245" y="32889"/>
                  <a:pt x="2359218" y="34663"/>
                  <a:pt x="2359164" y="36437"/>
                </a:cubicBezTo>
                <a:cubicBezTo>
                  <a:pt x="2359111" y="38209"/>
                  <a:pt x="2359044" y="39847"/>
                  <a:pt x="2358963" y="41353"/>
                </a:cubicBezTo>
                <a:cubicBezTo>
                  <a:pt x="2358883" y="42857"/>
                  <a:pt x="2358816" y="44133"/>
                  <a:pt x="2358762" y="45183"/>
                </a:cubicBezTo>
                <a:cubicBezTo>
                  <a:pt x="2358708" y="46231"/>
                  <a:pt x="2358655" y="46942"/>
                  <a:pt x="2358601" y="47318"/>
                </a:cubicBezTo>
                <a:lnTo>
                  <a:pt x="2358843" y="473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concreteforADAcompliance&quot;">
            <a:extLst xmlns:a="http://schemas.openxmlformats.org/drawingml/2006/main">
              <a:ext uri="{FF2B5EF4-FFF2-40B4-BE49-F238E27FC236}">
                <a16:creationId xmlns:a16="http://schemas.microsoft.com/office/drawing/2014/main" id="{8617666D-41BE-4246-ABFD-B78302DF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121" y="2205185"/>
            <a:ext cx="2160460" cy="153703"/>
          </a:xfrm>
          <a:custGeom xmlns:a="http://schemas.openxmlformats.org/drawingml/2006/main">
            <a:pathLst>
              <a:path w="2160460" h="153703">
                <a:moveTo>
                  <a:pt x="15129" y="75524"/>
                </a:moveTo>
                <a:cubicBezTo>
                  <a:pt x="15129" y="80508"/>
                  <a:pt x="15491" y="85090"/>
                  <a:pt x="16215" y="89270"/>
                </a:cubicBezTo>
                <a:cubicBezTo>
                  <a:pt x="16940" y="93449"/>
                  <a:pt x="18160" y="97053"/>
                  <a:pt x="19877" y="100081"/>
                </a:cubicBezTo>
                <a:cubicBezTo>
                  <a:pt x="21594" y="103107"/>
                  <a:pt x="23860" y="105450"/>
                  <a:pt x="26677" y="107112"/>
                </a:cubicBezTo>
                <a:cubicBezTo>
                  <a:pt x="29493" y="108773"/>
                  <a:pt x="32967" y="109604"/>
                  <a:pt x="37098" y="109604"/>
                </a:cubicBezTo>
                <a:cubicBezTo>
                  <a:pt x="42248" y="109604"/>
                  <a:pt x="46554" y="108209"/>
                  <a:pt x="50014" y="105419"/>
                </a:cubicBezTo>
                <a:cubicBezTo>
                  <a:pt x="53474" y="102630"/>
                  <a:pt x="55607" y="98338"/>
                  <a:pt x="56411" y="92544"/>
                </a:cubicBezTo>
                <a:lnTo>
                  <a:pt x="71058" y="93509"/>
                </a:lnTo>
                <a:cubicBezTo>
                  <a:pt x="70575" y="97104"/>
                  <a:pt x="69529" y="100564"/>
                  <a:pt x="67919" y="103890"/>
                </a:cubicBezTo>
                <a:cubicBezTo>
                  <a:pt x="66310" y="107217"/>
                  <a:pt x="64123" y="110140"/>
                  <a:pt x="61361" y="112662"/>
                </a:cubicBezTo>
                <a:cubicBezTo>
                  <a:pt x="58598" y="115183"/>
                  <a:pt x="55231" y="117209"/>
                  <a:pt x="51261" y="118738"/>
                </a:cubicBezTo>
                <a:cubicBezTo>
                  <a:pt x="47291" y="120267"/>
                  <a:pt x="42704" y="121031"/>
                  <a:pt x="37500" y="121031"/>
                </a:cubicBezTo>
                <a:cubicBezTo>
                  <a:pt x="30687" y="121031"/>
                  <a:pt x="24893" y="119878"/>
                  <a:pt x="20118" y="117571"/>
                </a:cubicBezTo>
                <a:cubicBezTo>
                  <a:pt x="15343" y="115264"/>
                  <a:pt x="11467" y="112085"/>
                  <a:pt x="8490" y="108035"/>
                </a:cubicBezTo>
                <a:cubicBezTo>
                  <a:pt x="5512" y="103984"/>
                  <a:pt x="3353" y="99210"/>
                  <a:pt x="2012" y="93711"/>
                </a:cubicBezTo>
                <a:cubicBezTo>
                  <a:pt x="671" y="88212"/>
                  <a:pt x="0" y="82243"/>
                  <a:pt x="0" y="75805"/>
                </a:cubicBezTo>
                <a:cubicBezTo>
                  <a:pt x="0" y="69958"/>
                  <a:pt x="483" y="64794"/>
                  <a:pt x="1449" y="60314"/>
                </a:cubicBezTo>
                <a:cubicBezTo>
                  <a:pt x="2414" y="55835"/>
                  <a:pt x="3769" y="51918"/>
                  <a:pt x="5512" y="48565"/>
                </a:cubicBezTo>
                <a:cubicBezTo>
                  <a:pt x="7256" y="45212"/>
                  <a:pt x="9308" y="42396"/>
                  <a:pt x="11669" y="40116"/>
                </a:cubicBezTo>
                <a:cubicBezTo>
                  <a:pt x="14029" y="37836"/>
                  <a:pt x="16591" y="36012"/>
                  <a:pt x="19354" y="34644"/>
                </a:cubicBezTo>
                <a:cubicBezTo>
                  <a:pt x="22117" y="33276"/>
                  <a:pt x="25027" y="32283"/>
                  <a:pt x="28085" y="31666"/>
                </a:cubicBezTo>
                <a:cubicBezTo>
                  <a:pt x="31143" y="31049"/>
                  <a:pt x="34228" y="30741"/>
                  <a:pt x="37339" y="30741"/>
                </a:cubicBezTo>
                <a:cubicBezTo>
                  <a:pt x="42221" y="30741"/>
                  <a:pt x="46567" y="31410"/>
                  <a:pt x="50376" y="32747"/>
                </a:cubicBezTo>
                <a:cubicBezTo>
                  <a:pt x="54185" y="34084"/>
                  <a:pt x="57471" y="35915"/>
                  <a:pt x="60234" y="38242"/>
                </a:cubicBezTo>
                <a:cubicBezTo>
                  <a:pt x="62997" y="40569"/>
                  <a:pt x="65237" y="43311"/>
                  <a:pt x="66953" y="46468"/>
                </a:cubicBezTo>
                <a:cubicBezTo>
                  <a:pt x="68670" y="49623"/>
                  <a:pt x="69877" y="53019"/>
                  <a:pt x="70575" y="56655"/>
                </a:cubicBezTo>
                <a:lnTo>
                  <a:pt x="55687" y="57779"/>
                </a:lnTo>
                <a:cubicBezTo>
                  <a:pt x="54936" y="53000"/>
                  <a:pt x="53032" y="49203"/>
                  <a:pt x="49974" y="46390"/>
                </a:cubicBezTo>
                <a:cubicBezTo>
                  <a:pt x="46916" y="43575"/>
                  <a:pt x="42570" y="42168"/>
                  <a:pt x="36937" y="42168"/>
                </a:cubicBezTo>
                <a:cubicBezTo>
                  <a:pt x="32806" y="42168"/>
                  <a:pt x="29359" y="42851"/>
                  <a:pt x="26596" y="44217"/>
                </a:cubicBezTo>
                <a:cubicBezTo>
                  <a:pt x="23833" y="45584"/>
                  <a:pt x="21594" y="47647"/>
                  <a:pt x="19877" y="50406"/>
                </a:cubicBezTo>
                <a:cubicBezTo>
                  <a:pt x="18160" y="53166"/>
                  <a:pt x="16940" y="56635"/>
                  <a:pt x="16215" y="60815"/>
                </a:cubicBezTo>
                <a:cubicBezTo>
                  <a:pt x="15491" y="64994"/>
                  <a:pt x="15129" y="69897"/>
                  <a:pt x="15129" y="75524"/>
                </a:cubicBezTo>
                <a:close/>
                <a:moveTo>
                  <a:pt x="160141" y="75805"/>
                </a:moveTo>
                <a:cubicBezTo>
                  <a:pt x="160141" y="91042"/>
                  <a:pt x="156788" y="102388"/>
                  <a:pt x="150082" y="109845"/>
                </a:cubicBezTo>
                <a:cubicBezTo>
                  <a:pt x="143376" y="117303"/>
                  <a:pt x="133639" y="121031"/>
                  <a:pt x="120870" y="121031"/>
                </a:cubicBezTo>
                <a:cubicBezTo>
                  <a:pt x="114808" y="121031"/>
                  <a:pt x="109389" y="120119"/>
                  <a:pt x="104615" y="118295"/>
                </a:cubicBezTo>
                <a:cubicBezTo>
                  <a:pt x="99840" y="116471"/>
                  <a:pt x="95803" y="113681"/>
                  <a:pt x="92504" y="109926"/>
                </a:cubicBezTo>
                <a:cubicBezTo>
                  <a:pt x="89204" y="106170"/>
                  <a:pt x="86683" y="101463"/>
                  <a:pt x="84939" y="95803"/>
                </a:cubicBezTo>
                <a:cubicBezTo>
                  <a:pt x="83196" y="90143"/>
                  <a:pt x="82324" y="83477"/>
                  <a:pt x="82324" y="75805"/>
                </a:cubicBezTo>
                <a:cubicBezTo>
                  <a:pt x="82324" y="45762"/>
                  <a:pt x="95334" y="30741"/>
                  <a:pt x="121353" y="30741"/>
                </a:cubicBezTo>
                <a:cubicBezTo>
                  <a:pt x="128113" y="30741"/>
                  <a:pt x="133947" y="31679"/>
                  <a:pt x="138856" y="33557"/>
                </a:cubicBezTo>
                <a:cubicBezTo>
                  <a:pt x="143765" y="35435"/>
                  <a:pt x="147788" y="38251"/>
                  <a:pt x="150927" y="42007"/>
                </a:cubicBezTo>
                <a:cubicBezTo>
                  <a:pt x="154065" y="45762"/>
                  <a:pt x="156386" y="50456"/>
                  <a:pt x="157888" y="56090"/>
                </a:cubicBezTo>
                <a:cubicBezTo>
                  <a:pt x="159390" y="61723"/>
                  <a:pt x="160141" y="68295"/>
                  <a:pt x="160141" y="75805"/>
                </a:cubicBezTo>
                <a:moveTo>
                  <a:pt x="144932" y="75805"/>
                </a:moveTo>
                <a:cubicBezTo>
                  <a:pt x="144932" y="69061"/>
                  <a:pt x="144409" y="63495"/>
                  <a:pt x="143362" y="59107"/>
                </a:cubicBezTo>
                <a:cubicBezTo>
                  <a:pt x="142316" y="54718"/>
                  <a:pt x="140787" y="51213"/>
                  <a:pt x="138775" y="48591"/>
                </a:cubicBezTo>
                <a:cubicBezTo>
                  <a:pt x="136764" y="45967"/>
                  <a:pt x="134309" y="44133"/>
                  <a:pt x="131412" y="43091"/>
                </a:cubicBezTo>
                <a:cubicBezTo>
                  <a:pt x="128515" y="42046"/>
                  <a:pt x="125243" y="41524"/>
                  <a:pt x="121595" y="41524"/>
                </a:cubicBezTo>
                <a:cubicBezTo>
                  <a:pt x="117893" y="41524"/>
                  <a:pt x="114553" y="42073"/>
                  <a:pt x="111576" y="43171"/>
                </a:cubicBezTo>
                <a:cubicBezTo>
                  <a:pt x="108598" y="44268"/>
                  <a:pt x="106063" y="46141"/>
                  <a:pt x="103971" y="48792"/>
                </a:cubicBezTo>
                <a:cubicBezTo>
                  <a:pt x="101879" y="51441"/>
                  <a:pt x="100283" y="54960"/>
                  <a:pt x="99183" y="59349"/>
                </a:cubicBezTo>
                <a:cubicBezTo>
                  <a:pt x="98083" y="63736"/>
                  <a:pt x="97533" y="69222"/>
                  <a:pt x="97533" y="75805"/>
                </a:cubicBezTo>
                <a:cubicBezTo>
                  <a:pt x="97533" y="82550"/>
                  <a:pt x="98123" y="88130"/>
                  <a:pt x="99304" y="92546"/>
                </a:cubicBezTo>
                <a:cubicBezTo>
                  <a:pt x="100484" y="96961"/>
                  <a:pt x="102107" y="100480"/>
                  <a:pt x="104172" y="103103"/>
                </a:cubicBezTo>
                <a:cubicBezTo>
                  <a:pt x="106238" y="105725"/>
                  <a:pt x="108679" y="107572"/>
                  <a:pt x="111495" y="108643"/>
                </a:cubicBezTo>
                <a:cubicBezTo>
                  <a:pt x="114312" y="109713"/>
                  <a:pt x="117383" y="110248"/>
                  <a:pt x="120709" y="110248"/>
                </a:cubicBezTo>
                <a:cubicBezTo>
                  <a:pt x="124411" y="110248"/>
                  <a:pt x="127764" y="109726"/>
                  <a:pt x="130768" y="108684"/>
                </a:cubicBezTo>
                <a:cubicBezTo>
                  <a:pt x="133773" y="107639"/>
                  <a:pt x="136321" y="105806"/>
                  <a:pt x="138413" y="103184"/>
                </a:cubicBezTo>
                <a:cubicBezTo>
                  <a:pt x="140506" y="100560"/>
                  <a:pt x="142115" y="97028"/>
                  <a:pt x="143242" y="92587"/>
                </a:cubicBezTo>
                <a:cubicBezTo>
                  <a:pt x="144368" y="88144"/>
                  <a:pt x="144932" y="82550"/>
                  <a:pt x="144932" y="75805"/>
                </a:cubicBezTo>
                <a:close/>
                <a:moveTo>
                  <a:pt x="233426" y="119422"/>
                </a:moveTo>
                <a:lnTo>
                  <a:pt x="233426" y="64275"/>
                </a:lnTo>
                <a:cubicBezTo>
                  <a:pt x="233426" y="60040"/>
                  <a:pt x="233118" y="56503"/>
                  <a:pt x="232501" y="53663"/>
                </a:cubicBezTo>
                <a:cubicBezTo>
                  <a:pt x="231884" y="50823"/>
                  <a:pt x="230878" y="48532"/>
                  <a:pt x="229483" y="46790"/>
                </a:cubicBezTo>
                <a:cubicBezTo>
                  <a:pt x="228088" y="45048"/>
                  <a:pt x="226251" y="43816"/>
                  <a:pt x="223971" y="43093"/>
                </a:cubicBezTo>
                <a:cubicBezTo>
                  <a:pt x="221691" y="42369"/>
                  <a:pt x="218861" y="42007"/>
                  <a:pt x="215481" y="42007"/>
                </a:cubicBezTo>
                <a:cubicBezTo>
                  <a:pt x="212047" y="42007"/>
                  <a:pt x="208949" y="42610"/>
                  <a:pt x="206186" y="43817"/>
                </a:cubicBezTo>
                <a:cubicBezTo>
                  <a:pt x="203423" y="45023"/>
                  <a:pt x="201063" y="46765"/>
                  <a:pt x="199104" y="49043"/>
                </a:cubicBezTo>
                <a:cubicBezTo>
                  <a:pt x="197146" y="51320"/>
                  <a:pt x="195631" y="54133"/>
                  <a:pt x="194558" y="57483"/>
                </a:cubicBezTo>
                <a:cubicBezTo>
                  <a:pt x="193485" y="60832"/>
                  <a:pt x="192948" y="64678"/>
                  <a:pt x="192948" y="69018"/>
                </a:cubicBezTo>
                <a:lnTo>
                  <a:pt x="192948" y="119422"/>
                </a:lnTo>
                <a:lnTo>
                  <a:pt x="178463" y="119422"/>
                </a:lnTo>
                <a:lnTo>
                  <a:pt x="178463" y="50939"/>
                </a:lnTo>
                <a:cubicBezTo>
                  <a:pt x="178463" y="49115"/>
                  <a:pt x="178450" y="47197"/>
                  <a:pt x="178423" y="45185"/>
                </a:cubicBezTo>
                <a:cubicBezTo>
                  <a:pt x="178396" y="43174"/>
                  <a:pt x="178356" y="41269"/>
                  <a:pt x="178302" y="39472"/>
                </a:cubicBezTo>
                <a:cubicBezTo>
                  <a:pt x="178249" y="37675"/>
                  <a:pt x="178195" y="36132"/>
                  <a:pt x="178141" y="34845"/>
                </a:cubicBezTo>
                <a:cubicBezTo>
                  <a:pt x="178088" y="33557"/>
                  <a:pt x="178034" y="32726"/>
                  <a:pt x="177980" y="32350"/>
                </a:cubicBezTo>
                <a:lnTo>
                  <a:pt x="191661" y="32350"/>
                </a:lnTo>
                <a:cubicBezTo>
                  <a:pt x="191714" y="32620"/>
                  <a:pt x="191768" y="33348"/>
                  <a:pt x="191822" y="34535"/>
                </a:cubicBezTo>
                <a:cubicBezTo>
                  <a:pt x="191875" y="35721"/>
                  <a:pt x="191942" y="37082"/>
                  <a:pt x="192023" y="38619"/>
                </a:cubicBezTo>
                <a:cubicBezTo>
                  <a:pt x="192103" y="40157"/>
                  <a:pt x="192170" y="41722"/>
                  <a:pt x="192224" y="43315"/>
                </a:cubicBezTo>
                <a:cubicBezTo>
                  <a:pt x="192278" y="44906"/>
                  <a:pt x="192305" y="46240"/>
                  <a:pt x="192305" y="47318"/>
                </a:cubicBezTo>
                <a:lnTo>
                  <a:pt x="192546" y="47318"/>
                </a:lnTo>
                <a:cubicBezTo>
                  <a:pt x="193941" y="44785"/>
                  <a:pt x="195470" y="42494"/>
                  <a:pt x="197133" y="40445"/>
                </a:cubicBezTo>
                <a:cubicBezTo>
                  <a:pt x="198796" y="38396"/>
                  <a:pt x="200727" y="36658"/>
                  <a:pt x="202927" y="35230"/>
                </a:cubicBezTo>
                <a:cubicBezTo>
                  <a:pt x="205127" y="33801"/>
                  <a:pt x="207648" y="32696"/>
                  <a:pt x="210491" y="31915"/>
                </a:cubicBezTo>
                <a:cubicBezTo>
                  <a:pt x="213335" y="31132"/>
                  <a:pt x="216634" y="30741"/>
                  <a:pt x="220390" y="30741"/>
                </a:cubicBezTo>
                <a:cubicBezTo>
                  <a:pt x="225218" y="30741"/>
                  <a:pt x="229376" y="31331"/>
                  <a:pt x="232863" y="32511"/>
                </a:cubicBezTo>
                <a:cubicBezTo>
                  <a:pt x="236350" y="33691"/>
                  <a:pt x="239220" y="35515"/>
                  <a:pt x="241473" y="37983"/>
                </a:cubicBezTo>
                <a:cubicBezTo>
                  <a:pt x="243727" y="40451"/>
                  <a:pt x="245376" y="43630"/>
                  <a:pt x="246423" y="47519"/>
                </a:cubicBezTo>
                <a:cubicBezTo>
                  <a:pt x="247469" y="51409"/>
                  <a:pt x="247992" y="56036"/>
                  <a:pt x="247992" y="61401"/>
                </a:cubicBezTo>
                <a:lnTo>
                  <a:pt x="247992" y="119422"/>
                </a:lnTo>
                <a:lnTo>
                  <a:pt x="233426" y="119422"/>
                </a:lnTo>
                <a:close/>
                <a:moveTo>
                  <a:pt x="280800" y="75524"/>
                </a:moveTo>
                <a:cubicBezTo>
                  <a:pt x="280800" y="80508"/>
                  <a:pt x="281162" y="85090"/>
                  <a:pt x="281886" y="89270"/>
                </a:cubicBezTo>
                <a:cubicBezTo>
                  <a:pt x="282610" y="93449"/>
                  <a:pt x="283831" y="97053"/>
                  <a:pt x="285547" y="100081"/>
                </a:cubicBezTo>
                <a:cubicBezTo>
                  <a:pt x="287264" y="103107"/>
                  <a:pt x="289531" y="105450"/>
                  <a:pt x="292347" y="107112"/>
                </a:cubicBezTo>
                <a:cubicBezTo>
                  <a:pt x="295164" y="108773"/>
                  <a:pt x="298638" y="109604"/>
                  <a:pt x="302769" y="109604"/>
                </a:cubicBezTo>
                <a:cubicBezTo>
                  <a:pt x="307919" y="109604"/>
                  <a:pt x="312224" y="108209"/>
                  <a:pt x="315685" y="105419"/>
                </a:cubicBezTo>
                <a:cubicBezTo>
                  <a:pt x="319145" y="102630"/>
                  <a:pt x="321277" y="98338"/>
                  <a:pt x="322082" y="92544"/>
                </a:cubicBezTo>
                <a:lnTo>
                  <a:pt x="336728" y="93509"/>
                </a:lnTo>
                <a:cubicBezTo>
                  <a:pt x="336245" y="97104"/>
                  <a:pt x="335199" y="100564"/>
                  <a:pt x="333590" y="103890"/>
                </a:cubicBezTo>
                <a:cubicBezTo>
                  <a:pt x="331980" y="107217"/>
                  <a:pt x="329794" y="110140"/>
                  <a:pt x="327031" y="112662"/>
                </a:cubicBezTo>
                <a:cubicBezTo>
                  <a:pt x="324268" y="115183"/>
                  <a:pt x="320902" y="117209"/>
                  <a:pt x="316932" y="118738"/>
                </a:cubicBezTo>
                <a:cubicBezTo>
                  <a:pt x="312962" y="120267"/>
                  <a:pt x="308375" y="121031"/>
                  <a:pt x="303171" y="121031"/>
                </a:cubicBezTo>
                <a:cubicBezTo>
                  <a:pt x="296358" y="121031"/>
                  <a:pt x="290564" y="119878"/>
                  <a:pt x="285789" y="117571"/>
                </a:cubicBezTo>
                <a:cubicBezTo>
                  <a:pt x="281014" y="115264"/>
                  <a:pt x="277138" y="112085"/>
                  <a:pt x="274161" y="108035"/>
                </a:cubicBezTo>
                <a:cubicBezTo>
                  <a:pt x="271183" y="103984"/>
                  <a:pt x="269024" y="99210"/>
                  <a:pt x="267682" y="93711"/>
                </a:cubicBezTo>
                <a:cubicBezTo>
                  <a:pt x="266341" y="88212"/>
                  <a:pt x="265671" y="82243"/>
                  <a:pt x="265671" y="75805"/>
                </a:cubicBezTo>
                <a:cubicBezTo>
                  <a:pt x="265671" y="69958"/>
                  <a:pt x="266153" y="64794"/>
                  <a:pt x="267119" y="60314"/>
                </a:cubicBezTo>
                <a:cubicBezTo>
                  <a:pt x="268085" y="55835"/>
                  <a:pt x="269439" y="51918"/>
                  <a:pt x="271183" y="48565"/>
                </a:cubicBezTo>
                <a:cubicBezTo>
                  <a:pt x="272927" y="45212"/>
                  <a:pt x="274979" y="42396"/>
                  <a:pt x="277339" y="40116"/>
                </a:cubicBezTo>
                <a:cubicBezTo>
                  <a:pt x="279700" y="37836"/>
                  <a:pt x="282261" y="36012"/>
                  <a:pt x="285024" y="34644"/>
                </a:cubicBezTo>
                <a:cubicBezTo>
                  <a:pt x="287787" y="33276"/>
                  <a:pt x="290698" y="32283"/>
                  <a:pt x="293756" y="31666"/>
                </a:cubicBezTo>
                <a:cubicBezTo>
                  <a:pt x="296814" y="31049"/>
                  <a:pt x="299898" y="30741"/>
                  <a:pt x="303010" y="30741"/>
                </a:cubicBezTo>
                <a:cubicBezTo>
                  <a:pt x="307892" y="30741"/>
                  <a:pt x="312238" y="31410"/>
                  <a:pt x="316047" y="32747"/>
                </a:cubicBezTo>
                <a:cubicBezTo>
                  <a:pt x="319856" y="34084"/>
                  <a:pt x="323142" y="35915"/>
                  <a:pt x="325905" y="38242"/>
                </a:cubicBezTo>
                <a:cubicBezTo>
                  <a:pt x="328667" y="40569"/>
                  <a:pt x="330907" y="43311"/>
                  <a:pt x="332624" y="46468"/>
                </a:cubicBezTo>
                <a:cubicBezTo>
                  <a:pt x="334341" y="49623"/>
                  <a:pt x="335548" y="53019"/>
                  <a:pt x="336245" y="56655"/>
                </a:cubicBezTo>
                <a:lnTo>
                  <a:pt x="321358" y="57779"/>
                </a:lnTo>
                <a:cubicBezTo>
                  <a:pt x="320607" y="53000"/>
                  <a:pt x="318702" y="49203"/>
                  <a:pt x="315644" y="46390"/>
                </a:cubicBezTo>
                <a:cubicBezTo>
                  <a:pt x="312586" y="43575"/>
                  <a:pt x="308241" y="42168"/>
                  <a:pt x="302608" y="42168"/>
                </a:cubicBezTo>
                <a:cubicBezTo>
                  <a:pt x="298477" y="42168"/>
                  <a:pt x="295030" y="42851"/>
                  <a:pt x="292267" y="44217"/>
                </a:cubicBezTo>
                <a:cubicBezTo>
                  <a:pt x="289504" y="45584"/>
                  <a:pt x="287264" y="47647"/>
                  <a:pt x="285547" y="50406"/>
                </a:cubicBezTo>
                <a:cubicBezTo>
                  <a:pt x="283831" y="53166"/>
                  <a:pt x="282610" y="56635"/>
                  <a:pt x="281886" y="60815"/>
                </a:cubicBezTo>
                <a:cubicBezTo>
                  <a:pt x="281162" y="64994"/>
                  <a:pt x="280800" y="69897"/>
                  <a:pt x="280800" y="75524"/>
                </a:cubicBezTo>
                <a:close/>
                <a:moveTo>
                  <a:pt x="352501" y="119422"/>
                </a:moveTo>
                <a:lnTo>
                  <a:pt x="352501" y="52629"/>
                </a:lnTo>
                <a:cubicBezTo>
                  <a:pt x="352501" y="50805"/>
                  <a:pt x="352488" y="48941"/>
                  <a:pt x="352461" y="47036"/>
                </a:cubicBezTo>
                <a:cubicBezTo>
                  <a:pt x="352434" y="45132"/>
                  <a:pt x="352394" y="43294"/>
                  <a:pt x="352340" y="41524"/>
                </a:cubicBezTo>
                <a:cubicBezTo>
                  <a:pt x="352286" y="39754"/>
                  <a:pt x="352233" y="38090"/>
                  <a:pt x="352179" y="36535"/>
                </a:cubicBezTo>
                <a:cubicBezTo>
                  <a:pt x="352125" y="34979"/>
                  <a:pt x="352072" y="33584"/>
                  <a:pt x="352018" y="32350"/>
                </a:cubicBezTo>
                <a:lnTo>
                  <a:pt x="365699" y="32350"/>
                </a:lnTo>
                <a:cubicBezTo>
                  <a:pt x="365752" y="33584"/>
                  <a:pt x="365819" y="34992"/>
                  <a:pt x="365900" y="36575"/>
                </a:cubicBezTo>
                <a:cubicBezTo>
                  <a:pt x="365980" y="38158"/>
                  <a:pt x="366061" y="39780"/>
                  <a:pt x="366141" y="41444"/>
                </a:cubicBezTo>
                <a:cubicBezTo>
                  <a:pt x="366222" y="43107"/>
                  <a:pt x="366275" y="44703"/>
                  <a:pt x="366302" y="46232"/>
                </a:cubicBezTo>
                <a:cubicBezTo>
                  <a:pt x="366329" y="47761"/>
                  <a:pt x="366342" y="49062"/>
                  <a:pt x="366342" y="50135"/>
                </a:cubicBezTo>
                <a:lnTo>
                  <a:pt x="366664" y="50135"/>
                </a:lnTo>
                <a:cubicBezTo>
                  <a:pt x="367684" y="46808"/>
                  <a:pt x="368770" y="43925"/>
                  <a:pt x="369923" y="41484"/>
                </a:cubicBezTo>
                <a:cubicBezTo>
                  <a:pt x="371077" y="39043"/>
                  <a:pt x="372431" y="37031"/>
                  <a:pt x="373987" y="35448"/>
                </a:cubicBezTo>
                <a:cubicBezTo>
                  <a:pt x="375543" y="33866"/>
                  <a:pt x="377394" y="32685"/>
                  <a:pt x="379540" y="31907"/>
                </a:cubicBezTo>
                <a:cubicBezTo>
                  <a:pt x="381686" y="31130"/>
                  <a:pt x="384288" y="30741"/>
                  <a:pt x="387346" y="30741"/>
                </a:cubicBezTo>
                <a:cubicBezTo>
                  <a:pt x="388526" y="30741"/>
                  <a:pt x="389653" y="30835"/>
                  <a:pt x="390726" y="31025"/>
                </a:cubicBezTo>
                <a:cubicBezTo>
                  <a:pt x="391799" y="31213"/>
                  <a:pt x="392630" y="31388"/>
                  <a:pt x="393220" y="31550"/>
                </a:cubicBezTo>
                <a:lnTo>
                  <a:pt x="393220" y="44904"/>
                </a:lnTo>
                <a:cubicBezTo>
                  <a:pt x="392255" y="44636"/>
                  <a:pt x="391128" y="44434"/>
                  <a:pt x="389840" y="44300"/>
                </a:cubicBezTo>
                <a:cubicBezTo>
                  <a:pt x="388553" y="44166"/>
                  <a:pt x="387104" y="44099"/>
                  <a:pt x="385495" y="44099"/>
                </a:cubicBezTo>
                <a:cubicBezTo>
                  <a:pt x="382169" y="44099"/>
                  <a:pt x="379339" y="44849"/>
                  <a:pt x="377005" y="46350"/>
                </a:cubicBezTo>
                <a:cubicBezTo>
                  <a:pt x="374671" y="47850"/>
                  <a:pt x="372767" y="49928"/>
                  <a:pt x="371291" y="52581"/>
                </a:cubicBezTo>
                <a:cubicBezTo>
                  <a:pt x="369816" y="55234"/>
                  <a:pt x="368730" y="58396"/>
                  <a:pt x="368032" y="62067"/>
                </a:cubicBezTo>
                <a:cubicBezTo>
                  <a:pt x="367335" y="65737"/>
                  <a:pt x="366986" y="69742"/>
                  <a:pt x="366986" y="74083"/>
                </a:cubicBezTo>
                <a:lnTo>
                  <a:pt x="366986" y="119422"/>
                </a:lnTo>
                <a:lnTo>
                  <a:pt x="352501" y="119422"/>
                </a:lnTo>
                <a:close/>
                <a:moveTo>
                  <a:pt x="418166" y="78863"/>
                </a:moveTo>
                <a:cubicBezTo>
                  <a:pt x="418166" y="83424"/>
                  <a:pt x="418635" y="87622"/>
                  <a:pt x="419574" y="91457"/>
                </a:cubicBezTo>
                <a:cubicBezTo>
                  <a:pt x="420513" y="95293"/>
                  <a:pt x="421961" y="98593"/>
                  <a:pt x="423920" y="101356"/>
                </a:cubicBezTo>
                <a:cubicBezTo>
                  <a:pt x="425878" y="104118"/>
                  <a:pt x="428386" y="106264"/>
                  <a:pt x="431444" y="107793"/>
                </a:cubicBezTo>
                <a:cubicBezTo>
                  <a:pt x="434502" y="109322"/>
                  <a:pt x="438177" y="110087"/>
                  <a:pt x="442469" y="110087"/>
                </a:cubicBezTo>
                <a:cubicBezTo>
                  <a:pt x="448745" y="110087"/>
                  <a:pt x="453775" y="108826"/>
                  <a:pt x="457557" y="106305"/>
                </a:cubicBezTo>
                <a:cubicBezTo>
                  <a:pt x="461339" y="103783"/>
                  <a:pt x="463901" y="100591"/>
                  <a:pt x="465242" y="96728"/>
                </a:cubicBezTo>
                <a:lnTo>
                  <a:pt x="477957" y="100362"/>
                </a:lnTo>
                <a:cubicBezTo>
                  <a:pt x="477045" y="102785"/>
                  <a:pt x="475771" y="105221"/>
                  <a:pt x="474135" y="107670"/>
                </a:cubicBezTo>
                <a:cubicBezTo>
                  <a:pt x="472498" y="110118"/>
                  <a:pt x="470312" y="112324"/>
                  <a:pt x="467576" y="114289"/>
                </a:cubicBezTo>
                <a:cubicBezTo>
                  <a:pt x="464840" y="116254"/>
                  <a:pt x="461420" y="117869"/>
                  <a:pt x="457316" y="119135"/>
                </a:cubicBezTo>
                <a:cubicBezTo>
                  <a:pt x="453212" y="120399"/>
                  <a:pt x="448263" y="121031"/>
                  <a:pt x="442469" y="121031"/>
                </a:cubicBezTo>
                <a:cubicBezTo>
                  <a:pt x="429593" y="121031"/>
                  <a:pt x="419789" y="117195"/>
                  <a:pt x="413056" y="109524"/>
                </a:cubicBezTo>
                <a:cubicBezTo>
                  <a:pt x="406323" y="101852"/>
                  <a:pt x="402956" y="90451"/>
                  <a:pt x="402956" y="75323"/>
                </a:cubicBezTo>
                <a:cubicBezTo>
                  <a:pt x="402956" y="67168"/>
                  <a:pt x="403976" y="60261"/>
                  <a:pt x="406014" y="54601"/>
                </a:cubicBezTo>
                <a:cubicBezTo>
                  <a:pt x="408053" y="48941"/>
                  <a:pt x="410843" y="44341"/>
                  <a:pt x="414384" y="40800"/>
                </a:cubicBezTo>
                <a:cubicBezTo>
                  <a:pt x="417924" y="37259"/>
                  <a:pt x="422055" y="34697"/>
                  <a:pt x="426776" y="33115"/>
                </a:cubicBezTo>
                <a:cubicBezTo>
                  <a:pt x="431497" y="31532"/>
                  <a:pt x="436540" y="30741"/>
                  <a:pt x="441905" y="30741"/>
                </a:cubicBezTo>
                <a:cubicBezTo>
                  <a:pt x="449201" y="30741"/>
                  <a:pt x="455304" y="31919"/>
                  <a:pt x="460213" y="34276"/>
                </a:cubicBezTo>
                <a:cubicBezTo>
                  <a:pt x="465122" y="36632"/>
                  <a:pt x="469065" y="39885"/>
                  <a:pt x="472042" y="44036"/>
                </a:cubicBezTo>
                <a:cubicBezTo>
                  <a:pt x="475020" y="48187"/>
                  <a:pt x="477139" y="53075"/>
                  <a:pt x="478400" y="58700"/>
                </a:cubicBezTo>
                <a:cubicBezTo>
                  <a:pt x="479660" y="64323"/>
                  <a:pt x="480291" y="70401"/>
                  <a:pt x="480291" y="76935"/>
                </a:cubicBezTo>
                <a:lnTo>
                  <a:pt x="480291" y="78863"/>
                </a:lnTo>
                <a:lnTo>
                  <a:pt x="418166" y="78863"/>
                </a:lnTo>
                <a:moveTo>
                  <a:pt x="465323" y="67758"/>
                </a:moveTo>
                <a:cubicBezTo>
                  <a:pt x="464518" y="58640"/>
                  <a:pt x="462184" y="51988"/>
                  <a:pt x="458322" y="47803"/>
                </a:cubicBezTo>
                <a:cubicBezTo>
                  <a:pt x="454459" y="43617"/>
                  <a:pt x="448906" y="41524"/>
                  <a:pt x="441664" y="41524"/>
                </a:cubicBezTo>
                <a:cubicBezTo>
                  <a:pt x="439250" y="41524"/>
                  <a:pt x="436715" y="41910"/>
                  <a:pt x="434059" y="42683"/>
                </a:cubicBezTo>
                <a:cubicBezTo>
                  <a:pt x="431404" y="43456"/>
                  <a:pt x="428949" y="44829"/>
                  <a:pt x="426696" y="46802"/>
                </a:cubicBezTo>
                <a:cubicBezTo>
                  <a:pt x="424443" y="48776"/>
                  <a:pt x="422538" y="51456"/>
                  <a:pt x="420982" y="54842"/>
                </a:cubicBezTo>
                <a:cubicBezTo>
                  <a:pt x="419426" y="58227"/>
                  <a:pt x="418541" y="62532"/>
                  <a:pt x="418327" y="67758"/>
                </a:cubicBezTo>
                <a:lnTo>
                  <a:pt x="465323" y="67758"/>
                </a:lnTo>
                <a:close/>
                <a:moveTo>
                  <a:pt x="532170" y="118765"/>
                </a:moveTo>
                <a:cubicBezTo>
                  <a:pt x="529971" y="119359"/>
                  <a:pt x="527731" y="119831"/>
                  <a:pt x="525451" y="120181"/>
                </a:cubicBezTo>
                <a:cubicBezTo>
                  <a:pt x="523171" y="120533"/>
                  <a:pt x="520529" y="120709"/>
                  <a:pt x="517524" y="120709"/>
                </a:cubicBezTo>
                <a:cubicBezTo>
                  <a:pt x="505936" y="120709"/>
                  <a:pt x="500142" y="114144"/>
                  <a:pt x="500142" y="101014"/>
                </a:cubicBezTo>
                <a:lnTo>
                  <a:pt x="500142" y="42972"/>
                </a:lnTo>
                <a:lnTo>
                  <a:pt x="490083" y="42972"/>
                </a:lnTo>
                <a:lnTo>
                  <a:pt x="490083" y="32350"/>
                </a:lnTo>
                <a:lnTo>
                  <a:pt x="500705" y="32350"/>
                </a:lnTo>
                <a:lnTo>
                  <a:pt x="504971" y="12876"/>
                </a:lnTo>
                <a:lnTo>
                  <a:pt x="514627" y="12876"/>
                </a:lnTo>
                <a:lnTo>
                  <a:pt x="514627" y="32350"/>
                </a:lnTo>
                <a:lnTo>
                  <a:pt x="530722" y="32350"/>
                </a:lnTo>
                <a:lnTo>
                  <a:pt x="530722" y="42972"/>
                </a:lnTo>
                <a:lnTo>
                  <a:pt x="514627" y="42972"/>
                </a:lnTo>
                <a:lnTo>
                  <a:pt x="514627" y="97802"/>
                </a:lnTo>
                <a:cubicBezTo>
                  <a:pt x="514627" y="101977"/>
                  <a:pt x="515311" y="104907"/>
                  <a:pt x="516679" y="106594"/>
                </a:cubicBezTo>
                <a:cubicBezTo>
                  <a:pt x="518047" y="108279"/>
                  <a:pt x="520421" y="109121"/>
                  <a:pt x="523801" y="109121"/>
                </a:cubicBezTo>
                <a:cubicBezTo>
                  <a:pt x="525196" y="109121"/>
                  <a:pt x="526551" y="109014"/>
                  <a:pt x="527865" y="108799"/>
                </a:cubicBezTo>
                <a:cubicBezTo>
                  <a:pt x="529179" y="108585"/>
                  <a:pt x="530615" y="108316"/>
                  <a:pt x="532170" y="107995"/>
                </a:cubicBezTo>
                <a:lnTo>
                  <a:pt x="532170" y="118765"/>
                </a:lnTo>
                <a:close/>
                <a:moveTo>
                  <a:pt x="555616" y="78863"/>
                </a:moveTo>
                <a:cubicBezTo>
                  <a:pt x="555616" y="83424"/>
                  <a:pt x="556085" y="87622"/>
                  <a:pt x="557024" y="91457"/>
                </a:cubicBezTo>
                <a:cubicBezTo>
                  <a:pt x="557963" y="95293"/>
                  <a:pt x="559411" y="98593"/>
                  <a:pt x="561370" y="101356"/>
                </a:cubicBezTo>
                <a:cubicBezTo>
                  <a:pt x="563328" y="104118"/>
                  <a:pt x="565836" y="106264"/>
                  <a:pt x="568894" y="107793"/>
                </a:cubicBezTo>
                <a:cubicBezTo>
                  <a:pt x="571952" y="109322"/>
                  <a:pt x="575627" y="110087"/>
                  <a:pt x="579919" y="110087"/>
                </a:cubicBezTo>
                <a:cubicBezTo>
                  <a:pt x="586195" y="110087"/>
                  <a:pt x="591225" y="108826"/>
                  <a:pt x="595007" y="106305"/>
                </a:cubicBezTo>
                <a:cubicBezTo>
                  <a:pt x="598789" y="103783"/>
                  <a:pt x="601351" y="100591"/>
                  <a:pt x="602692" y="96728"/>
                </a:cubicBezTo>
                <a:lnTo>
                  <a:pt x="615407" y="100362"/>
                </a:lnTo>
                <a:cubicBezTo>
                  <a:pt x="614495" y="102785"/>
                  <a:pt x="613221" y="105221"/>
                  <a:pt x="611585" y="107670"/>
                </a:cubicBezTo>
                <a:cubicBezTo>
                  <a:pt x="609948" y="110118"/>
                  <a:pt x="607762" y="112324"/>
                  <a:pt x="605026" y="114289"/>
                </a:cubicBezTo>
                <a:cubicBezTo>
                  <a:pt x="602290" y="116254"/>
                  <a:pt x="598870" y="117869"/>
                  <a:pt x="594766" y="119135"/>
                </a:cubicBezTo>
                <a:cubicBezTo>
                  <a:pt x="590662" y="120399"/>
                  <a:pt x="585713" y="121031"/>
                  <a:pt x="579919" y="121031"/>
                </a:cubicBezTo>
                <a:cubicBezTo>
                  <a:pt x="567043" y="121031"/>
                  <a:pt x="557239" y="117195"/>
                  <a:pt x="550506" y="109524"/>
                </a:cubicBezTo>
                <a:cubicBezTo>
                  <a:pt x="543773" y="101852"/>
                  <a:pt x="540406" y="90451"/>
                  <a:pt x="540406" y="75323"/>
                </a:cubicBezTo>
                <a:cubicBezTo>
                  <a:pt x="540406" y="67168"/>
                  <a:pt x="541426" y="60261"/>
                  <a:pt x="543464" y="54601"/>
                </a:cubicBezTo>
                <a:cubicBezTo>
                  <a:pt x="545503" y="48941"/>
                  <a:pt x="548293" y="44341"/>
                  <a:pt x="551834" y="40800"/>
                </a:cubicBezTo>
                <a:cubicBezTo>
                  <a:pt x="555374" y="37259"/>
                  <a:pt x="559505" y="34697"/>
                  <a:pt x="564226" y="33115"/>
                </a:cubicBezTo>
                <a:cubicBezTo>
                  <a:pt x="568947" y="31532"/>
                  <a:pt x="573990" y="30741"/>
                  <a:pt x="579355" y="30741"/>
                </a:cubicBezTo>
                <a:cubicBezTo>
                  <a:pt x="586651" y="30741"/>
                  <a:pt x="592754" y="31919"/>
                  <a:pt x="597663" y="34276"/>
                </a:cubicBezTo>
                <a:cubicBezTo>
                  <a:pt x="602572" y="36632"/>
                  <a:pt x="606515" y="39885"/>
                  <a:pt x="609492" y="44036"/>
                </a:cubicBezTo>
                <a:cubicBezTo>
                  <a:pt x="612470" y="48187"/>
                  <a:pt x="614589" y="53075"/>
                  <a:pt x="615850" y="58700"/>
                </a:cubicBezTo>
                <a:cubicBezTo>
                  <a:pt x="617110" y="64323"/>
                  <a:pt x="617741" y="70401"/>
                  <a:pt x="617741" y="76935"/>
                </a:cubicBezTo>
                <a:lnTo>
                  <a:pt x="617741" y="78863"/>
                </a:lnTo>
                <a:lnTo>
                  <a:pt x="555616" y="78863"/>
                </a:lnTo>
                <a:moveTo>
                  <a:pt x="602773" y="67758"/>
                </a:moveTo>
                <a:cubicBezTo>
                  <a:pt x="601968" y="58640"/>
                  <a:pt x="599634" y="51988"/>
                  <a:pt x="595772" y="47803"/>
                </a:cubicBezTo>
                <a:cubicBezTo>
                  <a:pt x="591909" y="43617"/>
                  <a:pt x="586356" y="41524"/>
                  <a:pt x="579114" y="41524"/>
                </a:cubicBezTo>
                <a:cubicBezTo>
                  <a:pt x="576700" y="41524"/>
                  <a:pt x="574165" y="41910"/>
                  <a:pt x="571509" y="42683"/>
                </a:cubicBezTo>
                <a:cubicBezTo>
                  <a:pt x="568854" y="43456"/>
                  <a:pt x="566399" y="44829"/>
                  <a:pt x="564146" y="46802"/>
                </a:cubicBezTo>
                <a:cubicBezTo>
                  <a:pt x="561893" y="48776"/>
                  <a:pt x="559988" y="51456"/>
                  <a:pt x="558432" y="54842"/>
                </a:cubicBezTo>
                <a:cubicBezTo>
                  <a:pt x="556877" y="58227"/>
                  <a:pt x="555991" y="62532"/>
                  <a:pt x="555777" y="67758"/>
                </a:cubicBezTo>
                <a:lnTo>
                  <a:pt x="602773" y="67758"/>
                </a:lnTo>
                <a:close/>
                <a:moveTo>
                  <a:pt x="699906" y="42972"/>
                </a:moveTo>
                <a:lnTo>
                  <a:pt x="699906" y="119422"/>
                </a:lnTo>
                <a:lnTo>
                  <a:pt x="685421" y="119422"/>
                </a:lnTo>
                <a:lnTo>
                  <a:pt x="685421" y="42972"/>
                </a:lnTo>
                <a:lnTo>
                  <a:pt x="673189" y="42972"/>
                </a:lnTo>
                <a:lnTo>
                  <a:pt x="673189" y="32350"/>
                </a:lnTo>
                <a:lnTo>
                  <a:pt x="685421" y="32350"/>
                </a:lnTo>
                <a:lnTo>
                  <a:pt x="685421" y="22532"/>
                </a:lnTo>
                <a:cubicBezTo>
                  <a:pt x="685421" y="19367"/>
                  <a:pt x="685716" y="16430"/>
                  <a:pt x="686306" y="13721"/>
                </a:cubicBezTo>
                <a:cubicBezTo>
                  <a:pt x="686896" y="11011"/>
                  <a:pt x="687983" y="8651"/>
                  <a:pt x="689565" y="6639"/>
                </a:cubicBezTo>
                <a:cubicBezTo>
                  <a:pt x="691148" y="4627"/>
                  <a:pt x="693307" y="3045"/>
                  <a:pt x="696043" y="1891"/>
                </a:cubicBezTo>
                <a:cubicBezTo>
                  <a:pt x="698779" y="738"/>
                  <a:pt x="702320" y="161"/>
                  <a:pt x="706666" y="161"/>
                </a:cubicBezTo>
                <a:cubicBezTo>
                  <a:pt x="708382" y="161"/>
                  <a:pt x="710166" y="242"/>
                  <a:pt x="712017" y="405"/>
                </a:cubicBezTo>
                <a:cubicBezTo>
                  <a:pt x="713868" y="566"/>
                  <a:pt x="715491" y="809"/>
                  <a:pt x="716886" y="1134"/>
                </a:cubicBezTo>
                <a:lnTo>
                  <a:pt x="716886" y="12232"/>
                </a:lnTo>
                <a:cubicBezTo>
                  <a:pt x="715974" y="12071"/>
                  <a:pt x="714914" y="11923"/>
                  <a:pt x="713707" y="11789"/>
                </a:cubicBezTo>
                <a:cubicBezTo>
                  <a:pt x="712500" y="11655"/>
                  <a:pt x="711414" y="11588"/>
                  <a:pt x="710448" y="11588"/>
                </a:cubicBezTo>
                <a:cubicBezTo>
                  <a:pt x="708302" y="11588"/>
                  <a:pt x="706545" y="11882"/>
                  <a:pt x="705177" y="12471"/>
                </a:cubicBezTo>
                <a:cubicBezTo>
                  <a:pt x="703809" y="13058"/>
                  <a:pt x="702736" y="13899"/>
                  <a:pt x="701958" y="14996"/>
                </a:cubicBezTo>
                <a:cubicBezTo>
                  <a:pt x="701180" y="16090"/>
                  <a:pt x="700644" y="17440"/>
                  <a:pt x="700349" y="19044"/>
                </a:cubicBezTo>
                <a:cubicBezTo>
                  <a:pt x="700054" y="20647"/>
                  <a:pt x="699906" y="22490"/>
                  <a:pt x="699906" y="24574"/>
                </a:cubicBezTo>
                <a:lnTo>
                  <a:pt x="699906" y="32350"/>
                </a:lnTo>
                <a:lnTo>
                  <a:pt x="716886" y="32350"/>
                </a:lnTo>
                <a:lnTo>
                  <a:pt x="716886" y="42972"/>
                </a:lnTo>
                <a:lnTo>
                  <a:pt x="699906" y="42972"/>
                </a:lnTo>
                <a:close/>
                <a:moveTo>
                  <a:pt x="801410" y="75805"/>
                </a:moveTo>
                <a:cubicBezTo>
                  <a:pt x="801410" y="91042"/>
                  <a:pt x="798057" y="102388"/>
                  <a:pt x="791351" y="109845"/>
                </a:cubicBezTo>
                <a:cubicBezTo>
                  <a:pt x="784645" y="117303"/>
                  <a:pt x="774907" y="121031"/>
                  <a:pt x="762139" y="121031"/>
                </a:cubicBezTo>
                <a:cubicBezTo>
                  <a:pt x="756077" y="121031"/>
                  <a:pt x="750658" y="120119"/>
                  <a:pt x="745884" y="118295"/>
                </a:cubicBezTo>
                <a:cubicBezTo>
                  <a:pt x="741109" y="116471"/>
                  <a:pt x="737072" y="113681"/>
                  <a:pt x="733772" y="109926"/>
                </a:cubicBezTo>
                <a:cubicBezTo>
                  <a:pt x="730473" y="106170"/>
                  <a:pt x="727952" y="101463"/>
                  <a:pt x="726208" y="95803"/>
                </a:cubicBezTo>
                <a:cubicBezTo>
                  <a:pt x="724464" y="90143"/>
                  <a:pt x="723593" y="83477"/>
                  <a:pt x="723593" y="75805"/>
                </a:cubicBezTo>
                <a:cubicBezTo>
                  <a:pt x="723593" y="45762"/>
                  <a:pt x="736602" y="30741"/>
                  <a:pt x="762622" y="30741"/>
                </a:cubicBezTo>
                <a:cubicBezTo>
                  <a:pt x="769382" y="30741"/>
                  <a:pt x="775216" y="31679"/>
                  <a:pt x="780125" y="33557"/>
                </a:cubicBezTo>
                <a:cubicBezTo>
                  <a:pt x="785034" y="35435"/>
                  <a:pt x="789057" y="38251"/>
                  <a:pt x="792196" y="42007"/>
                </a:cubicBezTo>
                <a:cubicBezTo>
                  <a:pt x="795334" y="45762"/>
                  <a:pt x="797654" y="50456"/>
                  <a:pt x="799157" y="56090"/>
                </a:cubicBezTo>
                <a:cubicBezTo>
                  <a:pt x="800659" y="61723"/>
                  <a:pt x="801410" y="68295"/>
                  <a:pt x="801410" y="75805"/>
                </a:cubicBezTo>
                <a:moveTo>
                  <a:pt x="786200" y="75805"/>
                </a:moveTo>
                <a:cubicBezTo>
                  <a:pt x="786200" y="69061"/>
                  <a:pt x="785677" y="63495"/>
                  <a:pt x="784631" y="59107"/>
                </a:cubicBezTo>
                <a:cubicBezTo>
                  <a:pt x="783585" y="54718"/>
                  <a:pt x="782056" y="51213"/>
                  <a:pt x="780044" y="48591"/>
                </a:cubicBezTo>
                <a:cubicBezTo>
                  <a:pt x="778032" y="45967"/>
                  <a:pt x="775578" y="44133"/>
                  <a:pt x="772681" y="43091"/>
                </a:cubicBezTo>
                <a:cubicBezTo>
                  <a:pt x="769784" y="42046"/>
                  <a:pt x="766511" y="41524"/>
                  <a:pt x="762863" y="41524"/>
                </a:cubicBezTo>
                <a:cubicBezTo>
                  <a:pt x="759162" y="41524"/>
                  <a:pt x="755822" y="42073"/>
                  <a:pt x="752844" y="43171"/>
                </a:cubicBezTo>
                <a:cubicBezTo>
                  <a:pt x="749867" y="44268"/>
                  <a:pt x="747332" y="46141"/>
                  <a:pt x="745240" y="48792"/>
                </a:cubicBezTo>
                <a:cubicBezTo>
                  <a:pt x="743147" y="51441"/>
                  <a:pt x="741551" y="54960"/>
                  <a:pt x="740452" y="59349"/>
                </a:cubicBezTo>
                <a:cubicBezTo>
                  <a:pt x="739352" y="63736"/>
                  <a:pt x="738802" y="69222"/>
                  <a:pt x="738802" y="75805"/>
                </a:cubicBezTo>
                <a:cubicBezTo>
                  <a:pt x="738802" y="82550"/>
                  <a:pt x="739392" y="88130"/>
                  <a:pt x="740572" y="92546"/>
                </a:cubicBezTo>
                <a:cubicBezTo>
                  <a:pt x="741753" y="96961"/>
                  <a:pt x="743375" y="100480"/>
                  <a:pt x="745441" y="103103"/>
                </a:cubicBezTo>
                <a:cubicBezTo>
                  <a:pt x="747506" y="105725"/>
                  <a:pt x="749947" y="107572"/>
                  <a:pt x="752764" y="108643"/>
                </a:cubicBezTo>
                <a:cubicBezTo>
                  <a:pt x="755581" y="109713"/>
                  <a:pt x="758652" y="110248"/>
                  <a:pt x="761978" y="110248"/>
                </a:cubicBezTo>
                <a:cubicBezTo>
                  <a:pt x="765680" y="110248"/>
                  <a:pt x="769033" y="109726"/>
                  <a:pt x="772037" y="108684"/>
                </a:cubicBezTo>
                <a:cubicBezTo>
                  <a:pt x="775042" y="107639"/>
                  <a:pt x="777590" y="105806"/>
                  <a:pt x="779682" y="103184"/>
                </a:cubicBezTo>
                <a:cubicBezTo>
                  <a:pt x="781774" y="100560"/>
                  <a:pt x="783384" y="97028"/>
                  <a:pt x="784511" y="92587"/>
                </a:cubicBezTo>
                <a:cubicBezTo>
                  <a:pt x="785637" y="88144"/>
                  <a:pt x="786200" y="82550"/>
                  <a:pt x="786200" y="75805"/>
                </a:cubicBezTo>
                <a:close/>
                <a:moveTo>
                  <a:pt x="819733" y="119422"/>
                </a:moveTo>
                <a:lnTo>
                  <a:pt x="819733" y="52629"/>
                </a:lnTo>
                <a:cubicBezTo>
                  <a:pt x="819733" y="50805"/>
                  <a:pt x="819719" y="48941"/>
                  <a:pt x="819692" y="47036"/>
                </a:cubicBezTo>
                <a:cubicBezTo>
                  <a:pt x="819665" y="45132"/>
                  <a:pt x="819625" y="43294"/>
                  <a:pt x="819572" y="41524"/>
                </a:cubicBezTo>
                <a:cubicBezTo>
                  <a:pt x="819518" y="39754"/>
                  <a:pt x="819464" y="38090"/>
                  <a:pt x="819411" y="36535"/>
                </a:cubicBezTo>
                <a:cubicBezTo>
                  <a:pt x="819357" y="34979"/>
                  <a:pt x="819303" y="33584"/>
                  <a:pt x="819250" y="32350"/>
                </a:cubicBezTo>
                <a:lnTo>
                  <a:pt x="832930" y="32350"/>
                </a:lnTo>
                <a:cubicBezTo>
                  <a:pt x="832984" y="33584"/>
                  <a:pt x="833051" y="34992"/>
                  <a:pt x="833131" y="36575"/>
                </a:cubicBezTo>
                <a:cubicBezTo>
                  <a:pt x="833212" y="38158"/>
                  <a:pt x="833292" y="39780"/>
                  <a:pt x="833373" y="41444"/>
                </a:cubicBezTo>
                <a:cubicBezTo>
                  <a:pt x="833453" y="43107"/>
                  <a:pt x="833507" y="44703"/>
                  <a:pt x="833534" y="46232"/>
                </a:cubicBezTo>
                <a:cubicBezTo>
                  <a:pt x="833560" y="47761"/>
                  <a:pt x="833574" y="49062"/>
                  <a:pt x="833574" y="50135"/>
                </a:cubicBezTo>
                <a:lnTo>
                  <a:pt x="833896" y="50135"/>
                </a:lnTo>
                <a:cubicBezTo>
                  <a:pt x="834915" y="46808"/>
                  <a:pt x="836001" y="43925"/>
                  <a:pt x="837155" y="41484"/>
                </a:cubicBezTo>
                <a:cubicBezTo>
                  <a:pt x="838308" y="39043"/>
                  <a:pt x="839663" y="37031"/>
                  <a:pt x="841219" y="35448"/>
                </a:cubicBezTo>
                <a:cubicBezTo>
                  <a:pt x="842775" y="33866"/>
                  <a:pt x="844625" y="32685"/>
                  <a:pt x="846771" y="31907"/>
                </a:cubicBezTo>
                <a:cubicBezTo>
                  <a:pt x="848917" y="31130"/>
                  <a:pt x="851519" y="30741"/>
                  <a:pt x="854577" y="30741"/>
                </a:cubicBezTo>
                <a:cubicBezTo>
                  <a:pt x="855758" y="30741"/>
                  <a:pt x="856884" y="30835"/>
                  <a:pt x="857957" y="31025"/>
                </a:cubicBezTo>
                <a:cubicBezTo>
                  <a:pt x="859030" y="31213"/>
                  <a:pt x="859862" y="31388"/>
                  <a:pt x="860452" y="31550"/>
                </a:cubicBezTo>
                <a:lnTo>
                  <a:pt x="860452" y="44904"/>
                </a:lnTo>
                <a:cubicBezTo>
                  <a:pt x="859486" y="44636"/>
                  <a:pt x="858359" y="44434"/>
                  <a:pt x="857072" y="44300"/>
                </a:cubicBezTo>
                <a:cubicBezTo>
                  <a:pt x="855784" y="44166"/>
                  <a:pt x="854336" y="44099"/>
                  <a:pt x="852726" y="44099"/>
                </a:cubicBezTo>
                <a:cubicBezTo>
                  <a:pt x="849400" y="44099"/>
                  <a:pt x="846570" y="44849"/>
                  <a:pt x="844236" y="46350"/>
                </a:cubicBezTo>
                <a:cubicBezTo>
                  <a:pt x="841903" y="47850"/>
                  <a:pt x="839998" y="49928"/>
                  <a:pt x="838523" y="52581"/>
                </a:cubicBezTo>
                <a:cubicBezTo>
                  <a:pt x="837048" y="55234"/>
                  <a:pt x="835961" y="58396"/>
                  <a:pt x="835264" y="62067"/>
                </a:cubicBezTo>
                <a:cubicBezTo>
                  <a:pt x="834566" y="65737"/>
                  <a:pt x="834218" y="69742"/>
                  <a:pt x="834218" y="74083"/>
                </a:cubicBezTo>
                <a:lnTo>
                  <a:pt x="834218" y="119422"/>
                </a:lnTo>
                <a:lnTo>
                  <a:pt x="819733" y="119422"/>
                </a:lnTo>
                <a:close/>
                <a:moveTo>
                  <a:pt x="993840" y="119422"/>
                </a:moveTo>
                <a:lnTo>
                  <a:pt x="980884" y="86267"/>
                </a:lnTo>
                <a:lnTo>
                  <a:pt x="929220" y="86267"/>
                </a:lnTo>
                <a:lnTo>
                  <a:pt x="916183" y="119422"/>
                </a:lnTo>
                <a:lnTo>
                  <a:pt x="900250" y="119422"/>
                </a:lnTo>
                <a:lnTo>
                  <a:pt x="946522" y="5955"/>
                </a:lnTo>
                <a:lnTo>
                  <a:pt x="963984" y="5955"/>
                </a:lnTo>
                <a:lnTo>
                  <a:pt x="1009532" y="119422"/>
                </a:lnTo>
                <a:lnTo>
                  <a:pt x="993840" y="119422"/>
                </a:lnTo>
                <a:moveTo>
                  <a:pt x="961731" y="36776"/>
                </a:moveTo>
                <a:cubicBezTo>
                  <a:pt x="960873" y="34630"/>
                  <a:pt x="960055" y="32457"/>
                  <a:pt x="959277" y="30258"/>
                </a:cubicBezTo>
                <a:cubicBezTo>
                  <a:pt x="958499" y="28058"/>
                  <a:pt x="957815" y="26060"/>
                  <a:pt x="957225" y="24263"/>
                </a:cubicBezTo>
                <a:cubicBezTo>
                  <a:pt x="956634" y="22465"/>
                  <a:pt x="956138" y="20963"/>
                  <a:pt x="955736" y="19756"/>
                </a:cubicBezTo>
                <a:cubicBezTo>
                  <a:pt x="955334" y="18549"/>
                  <a:pt x="955106" y="17811"/>
                  <a:pt x="955052" y="17543"/>
                </a:cubicBezTo>
                <a:cubicBezTo>
                  <a:pt x="954945" y="17811"/>
                  <a:pt x="954703" y="18562"/>
                  <a:pt x="954328" y="19796"/>
                </a:cubicBezTo>
                <a:cubicBezTo>
                  <a:pt x="953952" y="21030"/>
                  <a:pt x="953456" y="22559"/>
                  <a:pt x="952839" y="24383"/>
                </a:cubicBezTo>
                <a:cubicBezTo>
                  <a:pt x="952222" y="26207"/>
                  <a:pt x="951524" y="28219"/>
                  <a:pt x="950747" y="30419"/>
                </a:cubicBezTo>
                <a:cubicBezTo>
                  <a:pt x="949969" y="32618"/>
                  <a:pt x="949177" y="34791"/>
                  <a:pt x="948373" y="36937"/>
                </a:cubicBezTo>
                <a:lnTo>
                  <a:pt x="933887" y="74196"/>
                </a:lnTo>
                <a:lnTo>
                  <a:pt x="976297" y="74196"/>
                </a:lnTo>
                <a:lnTo>
                  <a:pt x="961731" y="36776"/>
                </a:lnTo>
                <a:close/>
                <a:moveTo>
                  <a:pt x="1120988" y="61521"/>
                </a:moveTo>
                <a:cubicBezTo>
                  <a:pt x="1120988" y="70970"/>
                  <a:pt x="1119566" y="79305"/>
                  <a:pt x="1116722" y="86526"/>
                </a:cubicBezTo>
                <a:cubicBezTo>
                  <a:pt x="1113879" y="93747"/>
                  <a:pt x="1109990" y="99786"/>
                  <a:pt x="1105054" y="104645"/>
                </a:cubicBezTo>
                <a:cubicBezTo>
                  <a:pt x="1100118" y="109503"/>
                  <a:pt x="1094284" y="113181"/>
                  <a:pt x="1087551" y="115677"/>
                </a:cubicBezTo>
                <a:cubicBezTo>
                  <a:pt x="1080818" y="118174"/>
                  <a:pt x="1073562" y="119422"/>
                  <a:pt x="1065783" y="119422"/>
                </a:cubicBezTo>
                <a:lnTo>
                  <a:pt x="1023374" y="119422"/>
                </a:lnTo>
                <a:lnTo>
                  <a:pt x="1023374" y="5955"/>
                </a:lnTo>
                <a:lnTo>
                  <a:pt x="1060874" y="5955"/>
                </a:lnTo>
                <a:cubicBezTo>
                  <a:pt x="1069619" y="5955"/>
                  <a:pt x="1077680" y="7042"/>
                  <a:pt x="1085056" y="9217"/>
                </a:cubicBezTo>
                <a:cubicBezTo>
                  <a:pt x="1092433" y="11391"/>
                  <a:pt x="1098777" y="14747"/>
                  <a:pt x="1104088" y="19283"/>
                </a:cubicBezTo>
                <a:cubicBezTo>
                  <a:pt x="1109399" y="23820"/>
                  <a:pt x="1113544" y="29578"/>
                  <a:pt x="1116521" y="36557"/>
                </a:cubicBezTo>
                <a:cubicBezTo>
                  <a:pt x="1119499" y="43537"/>
                  <a:pt x="1120988" y="51858"/>
                  <a:pt x="1120988" y="61521"/>
                </a:cubicBezTo>
                <a:moveTo>
                  <a:pt x="1105537" y="61521"/>
                </a:moveTo>
                <a:cubicBezTo>
                  <a:pt x="1105537" y="53858"/>
                  <a:pt x="1104437" y="47306"/>
                  <a:pt x="1102237" y="41866"/>
                </a:cubicBezTo>
                <a:cubicBezTo>
                  <a:pt x="1100038" y="36424"/>
                  <a:pt x="1096953" y="31961"/>
                  <a:pt x="1092983" y="28477"/>
                </a:cubicBezTo>
                <a:cubicBezTo>
                  <a:pt x="1089013" y="24994"/>
                  <a:pt x="1084265" y="22434"/>
                  <a:pt x="1078739" y="20800"/>
                </a:cubicBezTo>
                <a:cubicBezTo>
                  <a:pt x="1073213" y="19165"/>
                  <a:pt x="1067151" y="18348"/>
                  <a:pt x="1060552" y="18348"/>
                </a:cubicBezTo>
                <a:lnTo>
                  <a:pt x="1038744" y="18348"/>
                </a:lnTo>
                <a:lnTo>
                  <a:pt x="1038744" y="107029"/>
                </a:lnTo>
                <a:lnTo>
                  <a:pt x="1064013" y="107029"/>
                </a:lnTo>
                <a:cubicBezTo>
                  <a:pt x="1069968" y="107029"/>
                  <a:pt x="1075480" y="106064"/>
                  <a:pt x="1080550" y="104134"/>
                </a:cubicBezTo>
                <a:cubicBezTo>
                  <a:pt x="1085620" y="102205"/>
                  <a:pt x="1090005" y="99337"/>
                  <a:pt x="1093707" y="95531"/>
                </a:cubicBezTo>
                <a:cubicBezTo>
                  <a:pt x="1097409" y="91726"/>
                  <a:pt x="1100306" y="86982"/>
                  <a:pt x="1102398" y="81300"/>
                </a:cubicBezTo>
                <a:cubicBezTo>
                  <a:pt x="1104491" y="75618"/>
                  <a:pt x="1105537" y="69026"/>
                  <a:pt x="1105537" y="61521"/>
                </a:cubicBezTo>
                <a:close/>
                <a:moveTo>
                  <a:pt x="1222758" y="119422"/>
                </a:moveTo>
                <a:lnTo>
                  <a:pt x="1209802" y="86267"/>
                </a:lnTo>
                <a:lnTo>
                  <a:pt x="1158138" y="86267"/>
                </a:lnTo>
                <a:lnTo>
                  <a:pt x="1145102" y="119422"/>
                </a:lnTo>
                <a:lnTo>
                  <a:pt x="1129168" y="119422"/>
                </a:lnTo>
                <a:lnTo>
                  <a:pt x="1175440" y="5955"/>
                </a:lnTo>
                <a:lnTo>
                  <a:pt x="1192902" y="5955"/>
                </a:lnTo>
                <a:lnTo>
                  <a:pt x="1238450" y="119422"/>
                </a:lnTo>
                <a:lnTo>
                  <a:pt x="1222758" y="119422"/>
                </a:lnTo>
                <a:moveTo>
                  <a:pt x="1190649" y="36776"/>
                </a:moveTo>
                <a:cubicBezTo>
                  <a:pt x="1189791" y="34630"/>
                  <a:pt x="1188973" y="32457"/>
                  <a:pt x="1188195" y="30258"/>
                </a:cubicBezTo>
                <a:cubicBezTo>
                  <a:pt x="1187417" y="28058"/>
                  <a:pt x="1186733" y="26060"/>
                  <a:pt x="1186143" y="24263"/>
                </a:cubicBezTo>
                <a:cubicBezTo>
                  <a:pt x="1185553" y="22465"/>
                  <a:pt x="1185056" y="20963"/>
                  <a:pt x="1184654" y="19756"/>
                </a:cubicBezTo>
                <a:cubicBezTo>
                  <a:pt x="1184252" y="18549"/>
                  <a:pt x="1184024" y="17811"/>
                  <a:pt x="1183970" y="17543"/>
                </a:cubicBezTo>
                <a:cubicBezTo>
                  <a:pt x="1183863" y="17811"/>
                  <a:pt x="1183621" y="18562"/>
                  <a:pt x="1183246" y="19796"/>
                </a:cubicBezTo>
                <a:cubicBezTo>
                  <a:pt x="1182870" y="21030"/>
                  <a:pt x="1182374" y="22559"/>
                  <a:pt x="1181757" y="24383"/>
                </a:cubicBezTo>
                <a:cubicBezTo>
                  <a:pt x="1181140" y="26207"/>
                  <a:pt x="1180442" y="28219"/>
                  <a:pt x="1179665" y="30419"/>
                </a:cubicBezTo>
                <a:cubicBezTo>
                  <a:pt x="1178887" y="32618"/>
                  <a:pt x="1178095" y="34791"/>
                  <a:pt x="1177291" y="36937"/>
                </a:cubicBezTo>
                <a:lnTo>
                  <a:pt x="1162806" y="74196"/>
                </a:lnTo>
                <a:lnTo>
                  <a:pt x="1205215" y="74196"/>
                </a:lnTo>
                <a:lnTo>
                  <a:pt x="1190649" y="36776"/>
                </a:lnTo>
                <a:close/>
                <a:moveTo>
                  <a:pt x="1297652" y="75524"/>
                </a:moveTo>
                <a:cubicBezTo>
                  <a:pt x="1297652" y="80508"/>
                  <a:pt x="1298014" y="85090"/>
                  <a:pt x="1298739" y="89270"/>
                </a:cubicBezTo>
                <a:cubicBezTo>
                  <a:pt x="1299463" y="93449"/>
                  <a:pt x="1300684" y="97053"/>
                  <a:pt x="1302400" y="100081"/>
                </a:cubicBezTo>
                <a:cubicBezTo>
                  <a:pt x="1304117" y="103107"/>
                  <a:pt x="1306384" y="105450"/>
                  <a:pt x="1309200" y="107112"/>
                </a:cubicBezTo>
                <a:cubicBezTo>
                  <a:pt x="1312017" y="108773"/>
                  <a:pt x="1315491" y="109604"/>
                  <a:pt x="1319621" y="109604"/>
                </a:cubicBezTo>
                <a:cubicBezTo>
                  <a:pt x="1324772" y="109604"/>
                  <a:pt x="1329077" y="108209"/>
                  <a:pt x="1332537" y="105419"/>
                </a:cubicBezTo>
                <a:cubicBezTo>
                  <a:pt x="1335998" y="102630"/>
                  <a:pt x="1338130" y="98338"/>
                  <a:pt x="1338935" y="92544"/>
                </a:cubicBezTo>
                <a:lnTo>
                  <a:pt x="1353581" y="93509"/>
                </a:lnTo>
                <a:cubicBezTo>
                  <a:pt x="1353098" y="97104"/>
                  <a:pt x="1352052" y="100564"/>
                  <a:pt x="1350443" y="103890"/>
                </a:cubicBezTo>
                <a:cubicBezTo>
                  <a:pt x="1348833" y="107217"/>
                  <a:pt x="1346647" y="110140"/>
                  <a:pt x="1343884" y="112662"/>
                </a:cubicBezTo>
                <a:cubicBezTo>
                  <a:pt x="1341121" y="115183"/>
                  <a:pt x="1337755" y="117209"/>
                  <a:pt x="1333785" y="118738"/>
                </a:cubicBezTo>
                <a:cubicBezTo>
                  <a:pt x="1329815" y="120267"/>
                  <a:pt x="1325228" y="121031"/>
                  <a:pt x="1320024" y="121031"/>
                </a:cubicBezTo>
                <a:cubicBezTo>
                  <a:pt x="1313210" y="121031"/>
                  <a:pt x="1307416" y="119878"/>
                  <a:pt x="1302642" y="117571"/>
                </a:cubicBezTo>
                <a:cubicBezTo>
                  <a:pt x="1297867" y="115264"/>
                  <a:pt x="1293991" y="112085"/>
                  <a:pt x="1291013" y="108035"/>
                </a:cubicBezTo>
                <a:cubicBezTo>
                  <a:pt x="1288036" y="103984"/>
                  <a:pt x="1285877" y="99210"/>
                  <a:pt x="1284535" y="93711"/>
                </a:cubicBezTo>
                <a:cubicBezTo>
                  <a:pt x="1283194" y="88212"/>
                  <a:pt x="1282523" y="82243"/>
                  <a:pt x="1282523" y="75805"/>
                </a:cubicBezTo>
                <a:cubicBezTo>
                  <a:pt x="1282523" y="69958"/>
                  <a:pt x="1283006" y="64794"/>
                  <a:pt x="1283972" y="60314"/>
                </a:cubicBezTo>
                <a:cubicBezTo>
                  <a:pt x="1284938" y="55835"/>
                  <a:pt x="1286292" y="51918"/>
                  <a:pt x="1288036" y="48565"/>
                </a:cubicBezTo>
                <a:cubicBezTo>
                  <a:pt x="1289779" y="45212"/>
                  <a:pt x="1291831" y="42396"/>
                  <a:pt x="1294192" y="40116"/>
                </a:cubicBezTo>
                <a:cubicBezTo>
                  <a:pt x="1296553" y="37836"/>
                  <a:pt x="1299114" y="36012"/>
                  <a:pt x="1301877" y="34644"/>
                </a:cubicBezTo>
                <a:cubicBezTo>
                  <a:pt x="1304640" y="33276"/>
                  <a:pt x="1307551" y="32283"/>
                  <a:pt x="1310608" y="31666"/>
                </a:cubicBezTo>
                <a:cubicBezTo>
                  <a:pt x="1313666" y="31049"/>
                  <a:pt x="1316751" y="30741"/>
                  <a:pt x="1319863" y="30741"/>
                </a:cubicBezTo>
                <a:cubicBezTo>
                  <a:pt x="1324745" y="30741"/>
                  <a:pt x="1329090" y="31410"/>
                  <a:pt x="1332899" y="32747"/>
                </a:cubicBezTo>
                <a:cubicBezTo>
                  <a:pt x="1336709" y="34084"/>
                  <a:pt x="1339994" y="35915"/>
                  <a:pt x="1342757" y="38242"/>
                </a:cubicBezTo>
                <a:cubicBezTo>
                  <a:pt x="1345520" y="40569"/>
                  <a:pt x="1347760" y="43311"/>
                  <a:pt x="1349477" y="46468"/>
                </a:cubicBezTo>
                <a:cubicBezTo>
                  <a:pt x="1351194" y="49623"/>
                  <a:pt x="1352401" y="53019"/>
                  <a:pt x="1353098" y="56655"/>
                </a:cubicBezTo>
                <a:lnTo>
                  <a:pt x="1338211" y="57779"/>
                </a:lnTo>
                <a:cubicBezTo>
                  <a:pt x="1337460" y="53000"/>
                  <a:pt x="1335555" y="49203"/>
                  <a:pt x="1332497" y="46390"/>
                </a:cubicBezTo>
                <a:cubicBezTo>
                  <a:pt x="1329439" y="43575"/>
                  <a:pt x="1325094" y="42168"/>
                  <a:pt x="1319460" y="42168"/>
                </a:cubicBezTo>
                <a:cubicBezTo>
                  <a:pt x="1315330" y="42168"/>
                  <a:pt x="1311883" y="42851"/>
                  <a:pt x="1309120" y="44217"/>
                </a:cubicBezTo>
                <a:cubicBezTo>
                  <a:pt x="1306357" y="45584"/>
                  <a:pt x="1304117" y="47647"/>
                  <a:pt x="1302400" y="50406"/>
                </a:cubicBezTo>
                <a:cubicBezTo>
                  <a:pt x="1300684" y="53166"/>
                  <a:pt x="1299463" y="56635"/>
                  <a:pt x="1298739" y="60815"/>
                </a:cubicBezTo>
                <a:cubicBezTo>
                  <a:pt x="1298014" y="64994"/>
                  <a:pt x="1297652" y="69897"/>
                  <a:pt x="1297652" y="75524"/>
                </a:cubicBezTo>
                <a:close/>
                <a:moveTo>
                  <a:pt x="1442664" y="75805"/>
                </a:moveTo>
                <a:cubicBezTo>
                  <a:pt x="1442664" y="91042"/>
                  <a:pt x="1439311" y="102388"/>
                  <a:pt x="1432605" y="109845"/>
                </a:cubicBezTo>
                <a:cubicBezTo>
                  <a:pt x="1425898" y="117303"/>
                  <a:pt x="1416161" y="121031"/>
                  <a:pt x="1403393" y="121031"/>
                </a:cubicBezTo>
                <a:cubicBezTo>
                  <a:pt x="1397331" y="121031"/>
                  <a:pt x="1391912" y="120119"/>
                  <a:pt x="1387137" y="118295"/>
                </a:cubicBezTo>
                <a:cubicBezTo>
                  <a:pt x="1382363" y="116471"/>
                  <a:pt x="1378326" y="113681"/>
                  <a:pt x="1375026" y="109926"/>
                </a:cubicBezTo>
                <a:cubicBezTo>
                  <a:pt x="1371727" y="106170"/>
                  <a:pt x="1369205" y="101463"/>
                  <a:pt x="1367462" y="95803"/>
                </a:cubicBezTo>
                <a:cubicBezTo>
                  <a:pt x="1365718" y="90143"/>
                  <a:pt x="1364846" y="83477"/>
                  <a:pt x="1364846" y="75805"/>
                </a:cubicBezTo>
                <a:cubicBezTo>
                  <a:pt x="1364846" y="45762"/>
                  <a:pt x="1377856" y="30741"/>
                  <a:pt x="1403876" y="30741"/>
                </a:cubicBezTo>
                <a:cubicBezTo>
                  <a:pt x="1410635" y="30741"/>
                  <a:pt x="1416470" y="31679"/>
                  <a:pt x="1421379" y="33557"/>
                </a:cubicBezTo>
                <a:cubicBezTo>
                  <a:pt x="1426287" y="35435"/>
                  <a:pt x="1430311" y="38251"/>
                  <a:pt x="1433450" y="42007"/>
                </a:cubicBezTo>
                <a:cubicBezTo>
                  <a:pt x="1436588" y="45762"/>
                  <a:pt x="1438908" y="50456"/>
                  <a:pt x="1440410" y="56090"/>
                </a:cubicBezTo>
                <a:cubicBezTo>
                  <a:pt x="1441913" y="61723"/>
                  <a:pt x="1442664" y="68295"/>
                  <a:pt x="1442664" y="75805"/>
                </a:cubicBezTo>
                <a:moveTo>
                  <a:pt x="1427454" y="75805"/>
                </a:moveTo>
                <a:cubicBezTo>
                  <a:pt x="1427454" y="69061"/>
                  <a:pt x="1426931" y="63495"/>
                  <a:pt x="1425885" y="59107"/>
                </a:cubicBezTo>
                <a:cubicBezTo>
                  <a:pt x="1424839" y="54718"/>
                  <a:pt x="1423310" y="51213"/>
                  <a:pt x="1421298" y="48591"/>
                </a:cubicBezTo>
                <a:cubicBezTo>
                  <a:pt x="1419286" y="45967"/>
                  <a:pt x="1416832" y="44133"/>
                  <a:pt x="1413935" y="43091"/>
                </a:cubicBezTo>
                <a:cubicBezTo>
                  <a:pt x="1411038" y="42046"/>
                  <a:pt x="1407765" y="41524"/>
                  <a:pt x="1404117" y="41524"/>
                </a:cubicBezTo>
                <a:cubicBezTo>
                  <a:pt x="1400415" y="41524"/>
                  <a:pt x="1397076" y="42073"/>
                  <a:pt x="1394098" y="43171"/>
                </a:cubicBezTo>
                <a:cubicBezTo>
                  <a:pt x="1391121" y="44268"/>
                  <a:pt x="1388586" y="46141"/>
                  <a:pt x="1386494" y="48792"/>
                </a:cubicBezTo>
                <a:cubicBezTo>
                  <a:pt x="1384401" y="51441"/>
                  <a:pt x="1382805" y="54960"/>
                  <a:pt x="1381705" y="59349"/>
                </a:cubicBezTo>
                <a:cubicBezTo>
                  <a:pt x="1380606" y="63736"/>
                  <a:pt x="1380056" y="69222"/>
                  <a:pt x="1380056" y="75805"/>
                </a:cubicBezTo>
                <a:cubicBezTo>
                  <a:pt x="1380056" y="82550"/>
                  <a:pt x="1380646" y="88130"/>
                  <a:pt x="1381826" y="92546"/>
                </a:cubicBezTo>
                <a:cubicBezTo>
                  <a:pt x="1383006" y="96961"/>
                  <a:pt x="1384629" y="100480"/>
                  <a:pt x="1386695" y="103103"/>
                </a:cubicBezTo>
                <a:cubicBezTo>
                  <a:pt x="1388760" y="105725"/>
                  <a:pt x="1391201" y="107572"/>
                  <a:pt x="1394018" y="108643"/>
                </a:cubicBezTo>
                <a:cubicBezTo>
                  <a:pt x="1396834" y="109713"/>
                  <a:pt x="1399906" y="110248"/>
                  <a:pt x="1403232" y="110248"/>
                </a:cubicBezTo>
                <a:cubicBezTo>
                  <a:pt x="1406934" y="110248"/>
                  <a:pt x="1410287" y="109726"/>
                  <a:pt x="1413291" y="108684"/>
                </a:cubicBezTo>
                <a:cubicBezTo>
                  <a:pt x="1416295" y="107639"/>
                  <a:pt x="1418844" y="105806"/>
                  <a:pt x="1420936" y="103184"/>
                </a:cubicBezTo>
                <a:cubicBezTo>
                  <a:pt x="1423028" y="100560"/>
                  <a:pt x="1424638" y="97028"/>
                  <a:pt x="1425764" y="92587"/>
                </a:cubicBezTo>
                <a:cubicBezTo>
                  <a:pt x="1426891" y="88144"/>
                  <a:pt x="1427454" y="82550"/>
                  <a:pt x="1427454" y="75805"/>
                </a:cubicBezTo>
                <a:close/>
                <a:moveTo>
                  <a:pt x="1511363" y="119422"/>
                </a:moveTo>
                <a:lnTo>
                  <a:pt x="1511363" y="64275"/>
                </a:lnTo>
                <a:cubicBezTo>
                  <a:pt x="1511363" y="60040"/>
                  <a:pt x="1511095" y="56503"/>
                  <a:pt x="1510558" y="53663"/>
                </a:cubicBezTo>
                <a:cubicBezTo>
                  <a:pt x="1510022" y="50823"/>
                  <a:pt x="1509123" y="48532"/>
                  <a:pt x="1507862" y="46790"/>
                </a:cubicBezTo>
                <a:cubicBezTo>
                  <a:pt x="1506602" y="45048"/>
                  <a:pt x="1504952" y="43816"/>
                  <a:pt x="1502913" y="43093"/>
                </a:cubicBezTo>
                <a:cubicBezTo>
                  <a:pt x="1500875" y="42369"/>
                  <a:pt x="1498380" y="42007"/>
                  <a:pt x="1495429" y="42007"/>
                </a:cubicBezTo>
                <a:cubicBezTo>
                  <a:pt x="1492371" y="42007"/>
                  <a:pt x="1489608" y="42610"/>
                  <a:pt x="1487141" y="43817"/>
                </a:cubicBezTo>
                <a:cubicBezTo>
                  <a:pt x="1484673" y="45023"/>
                  <a:pt x="1482567" y="46765"/>
                  <a:pt x="1480823" y="49043"/>
                </a:cubicBezTo>
                <a:cubicBezTo>
                  <a:pt x="1479080" y="51320"/>
                  <a:pt x="1477739" y="54133"/>
                  <a:pt x="1476800" y="57483"/>
                </a:cubicBezTo>
                <a:cubicBezTo>
                  <a:pt x="1475861" y="60832"/>
                  <a:pt x="1475392" y="64678"/>
                  <a:pt x="1475392" y="69018"/>
                </a:cubicBezTo>
                <a:lnTo>
                  <a:pt x="1475392" y="119422"/>
                </a:lnTo>
                <a:lnTo>
                  <a:pt x="1460987" y="119422"/>
                </a:lnTo>
                <a:lnTo>
                  <a:pt x="1460987" y="50939"/>
                </a:lnTo>
                <a:cubicBezTo>
                  <a:pt x="1460987" y="49115"/>
                  <a:pt x="1460974" y="47197"/>
                  <a:pt x="1460947" y="45185"/>
                </a:cubicBezTo>
                <a:cubicBezTo>
                  <a:pt x="1460920" y="43174"/>
                  <a:pt x="1460880" y="41269"/>
                  <a:pt x="1460826" y="39472"/>
                </a:cubicBezTo>
                <a:cubicBezTo>
                  <a:pt x="1460772" y="37675"/>
                  <a:pt x="1460719" y="36132"/>
                  <a:pt x="1460665" y="34845"/>
                </a:cubicBezTo>
                <a:cubicBezTo>
                  <a:pt x="1460611" y="33557"/>
                  <a:pt x="1460558" y="32726"/>
                  <a:pt x="1460504" y="32350"/>
                </a:cubicBezTo>
                <a:lnTo>
                  <a:pt x="1474184" y="32350"/>
                </a:lnTo>
                <a:cubicBezTo>
                  <a:pt x="1474238" y="32620"/>
                  <a:pt x="1474292" y="33348"/>
                  <a:pt x="1474345" y="34535"/>
                </a:cubicBezTo>
                <a:cubicBezTo>
                  <a:pt x="1474399" y="35721"/>
                  <a:pt x="1474466" y="37082"/>
                  <a:pt x="1474547" y="38619"/>
                </a:cubicBezTo>
                <a:cubicBezTo>
                  <a:pt x="1474627" y="40157"/>
                  <a:pt x="1474694" y="41722"/>
                  <a:pt x="1474748" y="43315"/>
                </a:cubicBezTo>
                <a:cubicBezTo>
                  <a:pt x="1474801" y="44906"/>
                  <a:pt x="1474828" y="46240"/>
                  <a:pt x="1474828" y="47318"/>
                </a:cubicBezTo>
                <a:lnTo>
                  <a:pt x="1475070" y="47318"/>
                </a:lnTo>
                <a:cubicBezTo>
                  <a:pt x="1476357" y="44785"/>
                  <a:pt x="1477752" y="42494"/>
                  <a:pt x="1479254" y="40445"/>
                </a:cubicBezTo>
                <a:cubicBezTo>
                  <a:pt x="1480756" y="38396"/>
                  <a:pt x="1482513" y="36658"/>
                  <a:pt x="1484525" y="35230"/>
                </a:cubicBezTo>
                <a:cubicBezTo>
                  <a:pt x="1486537" y="33801"/>
                  <a:pt x="1488844" y="32696"/>
                  <a:pt x="1491446" y="31915"/>
                </a:cubicBezTo>
                <a:cubicBezTo>
                  <a:pt x="1494048" y="31132"/>
                  <a:pt x="1497066" y="30741"/>
                  <a:pt x="1500499" y="30741"/>
                </a:cubicBezTo>
                <a:cubicBezTo>
                  <a:pt x="1507098" y="30741"/>
                  <a:pt x="1512315" y="32062"/>
                  <a:pt x="1516151" y="34704"/>
                </a:cubicBezTo>
                <a:cubicBezTo>
                  <a:pt x="1519987" y="37344"/>
                  <a:pt x="1522656" y="41549"/>
                  <a:pt x="1524158" y="47318"/>
                </a:cubicBezTo>
                <a:lnTo>
                  <a:pt x="1524400" y="47318"/>
                </a:lnTo>
                <a:cubicBezTo>
                  <a:pt x="1525687" y="44785"/>
                  <a:pt x="1527136" y="42494"/>
                  <a:pt x="1528745" y="40445"/>
                </a:cubicBezTo>
                <a:cubicBezTo>
                  <a:pt x="1530355" y="38396"/>
                  <a:pt x="1532232" y="36658"/>
                  <a:pt x="1534378" y="35230"/>
                </a:cubicBezTo>
                <a:cubicBezTo>
                  <a:pt x="1536524" y="33801"/>
                  <a:pt x="1538938" y="32696"/>
                  <a:pt x="1541621" y="31915"/>
                </a:cubicBezTo>
                <a:cubicBezTo>
                  <a:pt x="1544303" y="31132"/>
                  <a:pt x="1547361" y="30741"/>
                  <a:pt x="1550795" y="30741"/>
                </a:cubicBezTo>
                <a:cubicBezTo>
                  <a:pt x="1555194" y="30741"/>
                  <a:pt x="1558989" y="31331"/>
                  <a:pt x="1562182" y="32511"/>
                </a:cubicBezTo>
                <a:cubicBezTo>
                  <a:pt x="1565374" y="33691"/>
                  <a:pt x="1567989" y="35515"/>
                  <a:pt x="1570028" y="37983"/>
                </a:cubicBezTo>
                <a:cubicBezTo>
                  <a:pt x="1572066" y="40451"/>
                  <a:pt x="1573568" y="43630"/>
                  <a:pt x="1574534" y="47519"/>
                </a:cubicBezTo>
                <a:cubicBezTo>
                  <a:pt x="1575500" y="51409"/>
                  <a:pt x="1575983" y="56036"/>
                  <a:pt x="1575983" y="61401"/>
                </a:cubicBezTo>
                <a:lnTo>
                  <a:pt x="1575983" y="119422"/>
                </a:lnTo>
                <a:lnTo>
                  <a:pt x="1561658" y="119422"/>
                </a:lnTo>
                <a:lnTo>
                  <a:pt x="1561658" y="64275"/>
                </a:lnTo>
                <a:cubicBezTo>
                  <a:pt x="1561658" y="60040"/>
                  <a:pt x="1561390" y="56503"/>
                  <a:pt x="1560854" y="53663"/>
                </a:cubicBezTo>
                <a:cubicBezTo>
                  <a:pt x="1560317" y="50823"/>
                  <a:pt x="1559419" y="48532"/>
                  <a:pt x="1558158" y="46790"/>
                </a:cubicBezTo>
                <a:cubicBezTo>
                  <a:pt x="1556897" y="45048"/>
                  <a:pt x="1555247" y="43816"/>
                  <a:pt x="1553209" y="43093"/>
                </a:cubicBezTo>
                <a:cubicBezTo>
                  <a:pt x="1551170" y="42369"/>
                  <a:pt x="1548675" y="42007"/>
                  <a:pt x="1545725" y="42007"/>
                </a:cubicBezTo>
                <a:cubicBezTo>
                  <a:pt x="1542667" y="42007"/>
                  <a:pt x="1539904" y="42584"/>
                  <a:pt x="1537436" y="43737"/>
                </a:cubicBezTo>
                <a:cubicBezTo>
                  <a:pt x="1534968" y="44889"/>
                  <a:pt x="1532863" y="46590"/>
                  <a:pt x="1531119" y="48842"/>
                </a:cubicBezTo>
                <a:cubicBezTo>
                  <a:pt x="1529375" y="51092"/>
                  <a:pt x="1528034" y="53905"/>
                  <a:pt x="1527095" y="57282"/>
                </a:cubicBezTo>
                <a:cubicBezTo>
                  <a:pt x="1526157" y="60658"/>
                  <a:pt x="1525687" y="64570"/>
                  <a:pt x="1525687" y="69018"/>
                </a:cubicBezTo>
                <a:lnTo>
                  <a:pt x="1525687" y="119422"/>
                </a:lnTo>
                <a:lnTo>
                  <a:pt x="1511363" y="119422"/>
                </a:lnTo>
                <a:close/>
                <a:moveTo>
                  <a:pt x="1671583" y="75443"/>
                </a:moveTo>
                <a:cubicBezTo>
                  <a:pt x="1671583" y="82047"/>
                  <a:pt x="1671046" y="88141"/>
                  <a:pt x="1669973" y="93726"/>
                </a:cubicBezTo>
                <a:cubicBezTo>
                  <a:pt x="1668900" y="99310"/>
                  <a:pt x="1667117" y="104117"/>
                  <a:pt x="1664622" y="108145"/>
                </a:cubicBezTo>
                <a:cubicBezTo>
                  <a:pt x="1662127" y="112172"/>
                  <a:pt x="1658828" y="115327"/>
                  <a:pt x="1654724" y="117609"/>
                </a:cubicBezTo>
                <a:cubicBezTo>
                  <a:pt x="1650620" y="119890"/>
                  <a:pt x="1645563" y="121031"/>
                  <a:pt x="1639555" y="121031"/>
                </a:cubicBezTo>
                <a:cubicBezTo>
                  <a:pt x="1633331" y="121031"/>
                  <a:pt x="1627886" y="119845"/>
                  <a:pt x="1623219" y="117473"/>
                </a:cubicBezTo>
                <a:cubicBezTo>
                  <a:pt x="1618551" y="115099"/>
                  <a:pt x="1614984" y="111215"/>
                  <a:pt x="1612516" y="105822"/>
                </a:cubicBezTo>
                <a:lnTo>
                  <a:pt x="1612113" y="105822"/>
                </a:lnTo>
                <a:cubicBezTo>
                  <a:pt x="1612167" y="105929"/>
                  <a:pt x="1612207" y="106414"/>
                  <a:pt x="1612234" y="107275"/>
                </a:cubicBezTo>
                <a:cubicBezTo>
                  <a:pt x="1612261" y="108137"/>
                  <a:pt x="1612288" y="109214"/>
                  <a:pt x="1612315" y="110507"/>
                </a:cubicBezTo>
                <a:cubicBezTo>
                  <a:pt x="1612341" y="111798"/>
                  <a:pt x="1612368" y="113237"/>
                  <a:pt x="1612395" y="114825"/>
                </a:cubicBezTo>
                <a:cubicBezTo>
                  <a:pt x="1612422" y="116412"/>
                  <a:pt x="1612435" y="117987"/>
                  <a:pt x="1612435" y="119547"/>
                </a:cubicBezTo>
                <a:lnTo>
                  <a:pt x="1612435" y="153703"/>
                </a:lnTo>
                <a:lnTo>
                  <a:pt x="1597950" y="153703"/>
                </a:lnTo>
                <a:lnTo>
                  <a:pt x="1597950" y="50147"/>
                </a:lnTo>
                <a:cubicBezTo>
                  <a:pt x="1597950" y="48053"/>
                  <a:pt x="1597937" y="46040"/>
                  <a:pt x="1597910" y="44107"/>
                </a:cubicBezTo>
                <a:cubicBezTo>
                  <a:pt x="1597883" y="42174"/>
                  <a:pt x="1597843" y="40416"/>
                  <a:pt x="1597789" y="38833"/>
                </a:cubicBezTo>
                <a:cubicBezTo>
                  <a:pt x="1597736" y="37249"/>
                  <a:pt x="1597682" y="35893"/>
                  <a:pt x="1597628" y="34767"/>
                </a:cubicBezTo>
                <a:cubicBezTo>
                  <a:pt x="1597575" y="33638"/>
                  <a:pt x="1597521" y="32833"/>
                  <a:pt x="1597467" y="32350"/>
                </a:cubicBezTo>
                <a:lnTo>
                  <a:pt x="1611470" y="32350"/>
                </a:lnTo>
                <a:cubicBezTo>
                  <a:pt x="1611523" y="32511"/>
                  <a:pt x="1611590" y="33074"/>
                  <a:pt x="1611671" y="34040"/>
                </a:cubicBezTo>
                <a:cubicBezTo>
                  <a:pt x="1611751" y="35006"/>
                  <a:pt x="1611832" y="36173"/>
                  <a:pt x="1611912" y="37541"/>
                </a:cubicBezTo>
                <a:cubicBezTo>
                  <a:pt x="1611993" y="38909"/>
                  <a:pt x="1612073" y="40371"/>
                  <a:pt x="1612154" y="41926"/>
                </a:cubicBezTo>
                <a:cubicBezTo>
                  <a:pt x="1612234" y="43482"/>
                  <a:pt x="1612274" y="44957"/>
                  <a:pt x="1612274" y="46352"/>
                </a:cubicBezTo>
                <a:lnTo>
                  <a:pt x="1612596" y="46352"/>
                </a:lnTo>
                <a:cubicBezTo>
                  <a:pt x="1613937" y="43548"/>
                  <a:pt x="1615466" y="41161"/>
                  <a:pt x="1617183" y="39193"/>
                </a:cubicBezTo>
                <a:cubicBezTo>
                  <a:pt x="1618900" y="37225"/>
                  <a:pt x="1620858" y="35607"/>
                  <a:pt x="1623058" y="34339"/>
                </a:cubicBezTo>
                <a:cubicBezTo>
                  <a:pt x="1625257" y="33072"/>
                  <a:pt x="1627712" y="32156"/>
                  <a:pt x="1630421" y="31591"/>
                </a:cubicBezTo>
                <a:cubicBezTo>
                  <a:pt x="1633130" y="31024"/>
                  <a:pt x="1636175" y="30741"/>
                  <a:pt x="1639555" y="30741"/>
                </a:cubicBezTo>
                <a:cubicBezTo>
                  <a:pt x="1645563" y="30741"/>
                  <a:pt x="1650620" y="31814"/>
                  <a:pt x="1654724" y="33962"/>
                </a:cubicBezTo>
                <a:cubicBezTo>
                  <a:pt x="1658828" y="36110"/>
                  <a:pt x="1662127" y="39130"/>
                  <a:pt x="1664622" y="43023"/>
                </a:cubicBezTo>
                <a:cubicBezTo>
                  <a:pt x="1667117" y="46916"/>
                  <a:pt x="1668900" y="51614"/>
                  <a:pt x="1669973" y="57118"/>
                </a:cubicBezTo>
                <a:cubicBezTo>
                  <a:pt x="1671046" y="62622"/>
                  <a:pt x="1671583" y="68731"/>
                  <a:pt x="1671583" y="75443"/>
                </a:cubicBezTo>
                <a:moveTo>
                  <a:pt x="1656373" y="75765"/>
                </a:moveTo>
                <a:cubicBezTo>
                  <a:pt x="1656373" y="70407"/>
                  <a:pt x="1656052" y="65638"/>
                  <a:pt x="1655408" y="61459"/>
                </a:cubicBezTo>
                <a:cubicBezTo>
                  <a:pt x="1654764" y="57279"/>
                  <a:pt x="1653651" y="53742"/>
                  <a:pt x="1652068" y="50849"/>
                </a:cubicBezTo>
                <a:cubicBezTo>
                  <a:pt x="1650486" y="47955"/>
                  <a:pt x="1648380" y="45758"/>
                  <a:pt x="1645751" y="44258"/>
                </a:cubicBezTo>
                <a:cubicBezTo>
                  <a:pt x="1643122" y="42757"/>
                  <a:pt x="1639823" y="42007"/>
                  <a:pt x="1635853" y="42007"/>
                </a:cubicBezTo>
                <a:cubicBezTo>
                  <a:pt x="1632634" y="42007"/>
                  <a:pt x="1629603" y="42463"/>
                  <a:pt x="1626759" y="43375"/>
                </a:cubicBezTo>
                <a:cubicBezTo>
                  <a:pt x="1623916" y="44285"/>
                  <a:pt x="1621435" y="46026"/>
                  <a:pt x="1619316" y="48598"/>
                </a:cubicBezTo>
                <a:cubicBezTo>
                  <a:pt x="1617197" y="51170"/>
                  <a:pt x="1615520" y="54720"/>
                  <a:pt x="1614286" y="59248"/>
                </a:cubicBezTo>
                <a:cubicBezTo>
                  <a:pt x="1613052" y="63776"/>
                  <a:pt x="1612435" y="69658"/>
                  <a:pt x="1612435" y="76892"/>
                </a:cubicBezTo>
                <a:cubicBezTo>
                  <a:pt x="1612435" y="83053"/>
                  <a:pt x="1612945" y="88264"/>
                  <a:pt x="1613964" y="92524"/>
                </a:cubicBezTo>
                <a:cubicBezTo>
                  <a:pt x="1614984" y="96784"/>
                  <a:pt x="1616472" y="100227"/>
                  <a:pt x="1618431" y="102854"/>
                </a:cubicBezTo>
                <a:cubicBezTo>
                  <a:pt x="1620389" y="105480"/>
                  <a:pt x="1622816" y="107368"/>
                  <a:pt x="1625713" y="108520"/>
                </a:cubicBezTo>
                <a:cubicBezTo>
                  <a:pt x="1628610" y="109672"/>
                  <a:pt x="1631937" y="110248"/>
                  <a:pt x="1635692" y="110248"/>
                </a:cubicBezTo>
                <a:cubicBezTo>
                  <a:pt x="1639716" y="110248"/>
                  <a:pt x="1643055" y="109471"/>
                  <a:pt x="1645711" y="107917"/>
                </a:cubicBezTo>
                <a:cubicBezTo>
                  <a:pt x="1648366" y="106362"/>
                  <a:pt x="1650486" y="104112"/>
                  <a:pt x="1652068" y="101164"/>
                </a:cubicBezTo>
                <a:cubicBezTo>
                  <a:pt x="1653651" y="98217"/>
                  <a:pt x="1654764" y="94613"/>
                  <a:pt x="1655408" y="90353"/>
                </a:cubicBezTo>
                <a:cubicBezTo>
                  <a:pt x="1656052" y="86093"/>
                  <a:pt x="1656373" y="81231"/>
                  <a:pt x="1656373" y="75765"/>
                </a:cubicBezTo>
                <a:close/>
                <a:moveTo>
                  <a:pt x="1689583" y="119422"/>
                </a:moveTo>
                <a:lnTo>
                  <a:pt x="1689583" y="0"/>
                </a:lnTo>
                <a:lnTo>
                  <a:pt x="1704068" y="0"/>
                </a:lnTo>
                <a:lnTo>
                  <a:pt x="1704068" y="119422"/>
                </a:lnTo>
                <a:lnTo>
                  <a:pt x="1689583" y="119422"/>
                </a:lnTo>
                <a:close/>
                <a:moveTo>
                  <a:pt x="1726090" y="13841"/>
                </a:moveTo>
                <a:lnTo>
                  <a:pt x="1726090" y="0"/>
                </a:lnTo>
                <a:lnTo>
                  <a:pt x="1740575" y="0"/>
                </a:lnTo>
                <a:lnTo>
                  <a:pt x="1740575" y="13841"/>
                </a:lnTo>
                <a:lnTo>
                  <a:pt x="1726090" y="13841"/>
                </a:lnTo>
                <a:moveTo>
                  <a:pt x="1726090" y="119422"/>
                </a:moveTo>
                <a:lnTo>
                  <a:pt x="1726090" y="32350"/>
                </a:lnTo>
                <a:lnTo>
                  <a:pt x="1740575" y="32350"/>
                </a:lnTo>
                <a:lnTo>
                  <a:pt x="1740575" y="119422"/>
                </a:lnTo>
                <a:lnTo>
                  <a:pt x="1726090" y="119422"/>
                </a:lnTo>
                <a:close/>
                <a:moveTo>
                  <a:pt x="1784968" y="121031"/>
                </a:moveTo>
                <a:cubicBezTo>
                  <a:pt x="1776223" y="121031"/>
                  <a:pt x="1769652" y="118724"/>
                  <a:pt x="1765252" y="114110"/>
                </a:cubicBezTo>
                <a:cubicBezTo>
                  <a:pt x="1760853" y="109497"/>
                  <a:pt x="1758654" y="103166"/>
                  <a:pt x="1758654" y="95119"/>
                </a:cubicBezTo>
                <a:cubicBezTo>
                  <a:pt x="1758654" y="89378"/>
                  <a:pt x="1759740" y="84671"/>
                  <a:pt x="1761913" y="80996"/>
                </a:cubicBezTo>
                <a:cubicBezTo>
                  <a:pt x="1764085" y="77321"/>
                  <a:pt x="1766929" y="74437"/>
                  <a:pt x="1770443" y="72345"/>
                </a:cubicBezTo>
                <a:cubicBezTo>
                  <a:pt x="1773957" y="70253"/>
                  <a:pt x="1777967" y="68804"/>
                  <a:pt x="1782474" y="68000"/>
                </a:cubicBezTo>
                <a:cubicBezTo>
                  <a:pt x="1786980" y="67195"/>
                  <a:pt x="1791567" y="66739"/>
                  <a:pt x="1796234" y="66632"/>
                </a:cubicBezTo>
                <a:lnTo>
                  <a:pt x="1815789" y="66310"/>
                </a:lnTo>
                <a:lnTo>
                  <a:pt x="1815789" y="61577"/>
                </a:lnTo>
                <a:cubicBezTo>
                  <a:pt x="1815789" y="57994"/>
                  <a:pt x="1815414" y="54946"/>
                  <a:pt x="1814663" y="52433"/>
                </a:cubicBezTo>
                <a:cubicBezTo>
                  <a:pt x="1813912" y="49920"/>
                  <a:pt x="1812758" y="47888"/>
                  <a:pt x="1811202" y="46337"/>
                </a:cubicBezTo>
                <a:cubicBezTo>
                  <a:pt x="1809647" y="44786"/>
                  <a:pt x="1807702" y="43651"/>
                  <a:pt x="1805368" y="42930"/>
                </a:cubicBezTo>
                <a:cubicBezTo>
                  <a:pt x="1803034" y="42207"/>
                  <a:pt x="1800285" y="41846"/>
                  <a:pt x="1797120" y="41846"/>
                </a:cubicBezTo>
                <a:cubicBezTo>
                  <a:pt x="1794330" y="41846"/>
                  <a:pt x="1791808" y="42045"/>
                  <a:pt x="1789555" y="42442"/>
                </a:cubicBezTo>
                <a:cubicBezTo>
                  <a:pt x="1787302" y="42839"/>
                  <a:pt x="1785344" y="43555"/>
                  <a:pt x="1783681" y="44589"/>
                </a:cubicBezTo>
                <a:cubicBezTo>
                  <a:pt x="1782017" y="45624"/>
                  <a:pt x="1780676" y="47030"/>
                  <a:pt x="1779657" y="48807"/>
                </a:cubicBezTo>
                <a:cubicBezTo>
                  <a:pt x="1778638" y="50582"/>
                  <a:pt x="1777967" y="52822"/>
                  <a:pt x="1777645" y="55526"/>
                </a:cubicBezTo>
                <a:lnTo>
                  <a:pt x="1762516" y="54163"/>
                </a:lnTo>
                <a:cubicBezTo>
                  <a:pt x="1763053" y="50740"/>
                  <a:pt x="1764072" y="47598"/>
                  <a:pt x="1765574" y="44738"/>
                </a:cubicBezTo>
                <a:cubicBezTo>
                  <a:pt x="1767076" y="41876"/>
                  <a:pt x="1769209" y="39403"/>
                  <a:pt x="1771972" y="37319"/>
                </a:cubicBezTo>
                <a:cubicBezTo>
                  <a:pt x="1774735" y="35234"/>
                  <a:pt x="1778195" y="33616"/>
                  <a:pt x="1782353" y="32466"/>
                </a:cubicBezTo>
                <a:cubicBezTo>
                  <a:pt x="1786511" y="31316"/>
                  <a:pt x="1791540" y="30741"/>
                  <a:pt x="1797441" y="30741"/>
                </a:cubicBezTo>
                <a:cubicBezTo>
                  <a:pt x="1808386" y="30741"/>
                  <a:pt x="1816621" y="33246"/>
                  <a:pt x="1822147" y="38257"/>
                </a:cubicBezTo>
                <a:cubicBezTo>
                  <a:pt x="1827672" y="43268"/>
                  <a:pt x="1830435" y="50517"/>
                  <a:pt x="1830435" y="60003"/>
                </a:cubicBezTo>
                <a:lnTo>
                  <a:pt x="1830435" y="97465"/>
                </a:lnTo>
                <a:cubicBezTo>
                  <a:pt x="1830435" y="101754"/>
                  <a:pt x="1830999" y="104984"/>
                  <a:pt x="1832125" y="107155"/>
                </a:cubicBezTo>
                <a:cubicBezTo>
                  <a:pt x="1833252" y="109324"/>
                  <a:pt x="1835398" y="110409"/>
                  <a:pt x="1838563" y="110409"/>
                </a:cubicBezTo>
                <a:cubicBezTo>
                  <a:pt x="1839368" y="110409"/>
                  <a:pt x="1840173" y="110355"/>
                  <a:pt x="1840977" y="110248"/>
                </a:cubicBezTo>
                <a:cubicBezTo>
                  <a:pt x="1841782" y="110140"/>
                  <a:pt x="1842560" y="110006"/>
                  <a:pt x="1843311" y="109845"/>
                </a:cubicBezTo>
                <a:lnTo>
                  <a:pt x="1843311" y="118929"/>
                </a:lnTo>
                <a:cubicBezTo>
                  <a:pt x="1841487" y="119361"/>
                  <a:pt x="1839676" y="119686"/>
                  <a:pt x="1837879" y="119902"/>
                </a:cubicBezTo>
                <a:cubicBezTo>
                  <a:pt x="1836082" y="120118"/>
                  <a:pt x="1834164" y="120226"/>
                  <a:pt x="1832125" y="120226"/>
                </a:cubicBezTo>
                <a:cubicBezTo>
                  <a:pt x="1829389" y="120226"/>
                  <a:pt x="1827042" y="119863"/>
                  <a:pt x="1825084" y="119135"/>
                </a:cubicBezTo>
                <a:cubicBezTo>
                  <a:pt x="1823126" y="118407"/>
                  <a:pt x="1821530" y="117303"/>
                  <a:pt x="1820296" y="115821"/>
                </a:cubicBezTo>
                <a:cubicBezTo>
                  <a:pt x="1819062" y="114338"/>
                  <a:pt x="1818123" y="112506"/>
                  <a:pt x="1817479" y="110323"/>
                </a:cubicBezTo>
                <a:cubicBezTo>
                  <a:pt x="1816835" y="108140"/>
                  <a:pt x="1816433" y="105594"/>
                  <a:pt x="1816272" y="102683"/>
                </a:cubicBezTo>
                <a:lnTo>
                  <a:pt x="1815789" y="102683"/>
                </a:lnTo>
                <a:cubicBezTo>
                  <a:pt x="1814233" y="105485"/>
                  <a:pt x="1812530" y="108017"/>
                  <a:pt x="1810679" y="110280"/>
                </a:cubicBezTo>
                <a:cubicBezTo>
                  <a:pt x="1808828" y="112544"/>
                  <a:pt x="1806669" y="114470"/>
                  <a:pt x="1804201" y="116059"/>
                </a:cubicBezTo>
                <a:cubicBezTo>
                  <a:pt x="1801733" y="117649"/>
                  <a:pt x="1798930" y="118874"/>
                  <a:pt x="1795792" y="119736"/>
                </a:cubicBezTo>
                <a:cubicBezTo>
                  <a:pt x="1792653" y="120599"/>
                  <a:pt x="1789045" y="121031"/>
                  <a:pt x="1784968" y="121031"/>
                </a:cubicBezTo>
                <a:moveTo>
                  <a:pt x="1788268" y="110087"/>
                </a:moveTo>
                <a:cubicBezTo>
                  <a:pt x="1792881" y="110087"/>
                  <a:pt x="1796918" y="109244"/>
                  <a:pt x="1800379" y="107559"/>
                </a:cubicBezTo>
                <a:cubicBezTo>
                  <a:pt x="1803839" y="105873"/>
                  <a:pt x="1806709" y="103719"/>
                  <a:pt x="1808989" y="101097"/>
                </a:cubicBezTo>
                <a:cubicBezTo>
                  <a:pt x="1811269" y="98473"/>
                  <a:pt x="1812973" y="95609"/>
                  <a:pt x="1814099" y="92506"/>
                </a:cubicBezTo>
                <a:cubicBezTo>
                  <a:pt x="1815226" y="89401"/>
                  <a:pt x="1815789" y="86430"/>
                  <a:pt x="1815789" y="83594"/>
                </a:cubicBezTo>
                <a:lnTo>
                  <a:pt x="1815789" y="76449"/>
                </a:lnTo>
                <a:lnTo>
                  <a:pt x="1799936" y="76771"/>
                </a:lnTo>
                <a:cubicBezTo>
                  <a:pt x="1796395" y="76825"/>
                  <a:pt x="1793029" y="77079"/>
                  <a:pt x="1789837" y="77533"/>
                </a:cubicBezTo>
                <a:cubicBezTo>
                  <a:pt x="1786645" y="77987"/>
                  <a:pt x="1783842" y="78884"/>
                  <a:pt x="1781427" y="80224"/>
                </a:cubicBezTo>
                <a:cubicBezTo>
                  <a:pt x="1779013" y="81562"/>
                  <a:pt x="1777095" y="83435"/>
                  <a:pt x="1775674" y="85844"/>
                </a:cubicBezTo>
                <a:cubicBezTo>
                  <a:pt x="1774252" y="88252"/>
                  <a:pt x="1773541" y="91409"/>
                  <a:pt x="1773541" y="95315"/>
                </a:cubicBezTo>
                <a:cubicBezTo>
                  <a:pt x="1773541" y="100024"/>
                  <a:pt x="1774815" y="103664"/>
                  <a:pt x="1777363" y="106234"/>
                </a:cubicBezTo>
                <a:cubicBezTo>
                  <a:pt x="1779912" y="108803"/>
                  <a:pt x="1783546" y="110087"/>
                  <a:pt x="1788268" y="110087"/>
                </a:cubicBezTo>
                <a:close/>
                <a:moveTo>
                  <a:pt x="1909676" y="119422"/>
                </a:moveTo>
                <a:lnTo>
                  <a:pt x="1909676" y="64275"/>
                </a:lnTo>
                <a:cubicBezTo>
                  <a:pt x="1909676" y="60040"/>
                  <a:pt x="1909367" y="56503"/>
                  <a:pt x="1908750" y="53663"/>
                </a:cubicBezTo>
                <a:cubicBezTo>
                  <a:pt x="1908133" y="50823"/>
                  <a:pt x="1907127" y="48532"/>
                  <a:pt x="1905732" y="46790"/>
                </a:cubicBezTo>
                <a:cubicBezTo>
                  <a:pt x="1904338" y="45048"/>
                  <a:pt x="1902500" y="43816"/>
                  <a:pt x="1900220" y="43093"/>
                </a:cubicBezTo>
                <a:cubicBezTo>
                  <a:pt x="1897940" y="42369"/>
                  <a:pt x="1895110" y="42007"/>
                  <a:pt x="1891730" y="42007"/>
                </a:cubicBezTo>
                <a:cubicBezTo>
                  <a:pt x="1888297" y="42007"/>
                  <a:pt x="1885199" y="42610"/>
                  <a:pt x="1882436" y="43817"/>
                </a:cubicBezTo>
                <a:cubicBezTo>
                  <a:pt x="1879673" y="45023"/>
                  <a:pt x="1877312" y="46765"/>
                  <a:pt x="1875354" y="49043"/>
                </a:cubicBezTo>
                <a:cubicBezTo>
                  <a:pt x="1873396" y="51320"/>
                  <a:pt x="1871880" y="54133"/>
                  <a:pt x="1870807" y="57483"/>
                </a:cubicBezTo>
                <a:cubicBezTo>
                  <a:pt x="1869734" y="60832"/>
                  <a:pt x="1869198" y="64678"/>
                  <a:pt x="1869198" y="69018"/>
                </a:cubicBezTo>
                <a:lnTo>
                  <a:pt x="1869198" y="119422"/>
                </a:lnTo>
                <a:lnTo>
                  <a:pt x="1854713" y="119422"/>
                </a:lnTo>
                <a:lnTo>
                  <a:pt x="1854713" y="50939"/>
                </a:lnTo>
                <a:cubicBezTo>
                  <a:pt x="1854713" y="49115"/>
                  <a:pt x="1854699" y="47197"/>
                  <a:pt x="1854672" y="45185"/>
                </a:cubicBezTo>
                <a:cubicBezTo>
                  <a:pt x="1854646" y="43174"/>
                  <a:pt x="1854605" y="41269"/>
                  <a:pt x="1854552" y="39472"/>
                </a:cubicBezTo>
                <a:cubicBezTo>
                  <a:pt x="1854498" y="37675"/>
                  <a:pt x="1854444" y="36132"/>
                  <a:pt x="1854391" y="34845"/>
                </a:cubicBezTo>
                <a:cubicBezTo>
                  <a:pt x="1854337" y="33557"/>
                  <a:pt x="1854284" y="32726"/>
                  <a:pt x="1854230" y="32350"/>
                </a:cubicBezTo>
                <a:lnTo>
                  <a:pt x="1867910" y="32350"/>
                </a:lnTo>
                <a:cubicBezTo>
                  <a:pt x="1867964" y="32620"/>
                  <a:pt x="1868018" y="33348"/>
                  <a:pt x="1868071" y="34535"/>
                </a:cubicBezTo>
                <a:cubicBezTo>
                  <a:pt x="1868125" y="35721"/>
                  <a:pt x="1868192" y="37082"/>
                  <a:pt x="1868272" y="38619"/>
                </a:cubicBezTo>
                <a:cubicBezTo>
                  <a:pt x="1868353" y="40157"/>
                  <a:pt x="1868420" y="41722"/>
                  <a:pt x="1868474" y="43315"/>
                </a:cubicBezTo>
                <a:cubicBezTo>
                  <a:pt x="1868527" y="44906"/>
                  <a:pt x="1868554" y="46240"/>
                  <a:pt x="1868554" y="47318"/>
                </a:cubicBezTo>
                <a:lnTo>
                  <a:pt x="1868795" y="47318"/>
                </a:lnTo>
                <a:cubicBezTo>
                  <a:pt x="1870190" y="44785"/>
                  <a:pt x="1871719" y="42494"/>
                  <a:pt x="1873382" y="40445"/>
                </a:cubicBezTo>
                <a:cubicBezTo>
                  <a:pt x="1875046" y="38396"/>
                  <a:pt x="1876977" y="36658"/>
                  <a:pt x="1879176" y="35230"/>
                </a:cubicBezTo>
                <a:cubicBezTo>
                  <a:pt x="1881376" y="33801"/>
                  <a:pt x="1883898" y="32696"/>
                  <a:pt x="1886741" y="31915"/>
                </a:cubicBezTo>
                <a:cubicBezTo>
                  <a:pt x="1889584" y="31132"/>
                  <a:pt x="1892884" y="30741"/>
                  <a:pt x="1896639" y="30741"/>
                </a:cubicBezTo>
                <a:cubicBezTo>
                  <a:pt x="1901467" y="30741"/>
                  <a:pt x="1905625" y="31331"/>
                  <a:pt x="1909112" y="32511"/>
                </a:cubicBezTo>
                <a:cubicBezTo>
                  <a:pt x="1912600" y="33691"/>
                  <a:pt x="1915470" y="35515"/>
                  <a:pt x="1917723" y="37983"/>
                </a:cubicBezTo>
                <a:cubicBezTo>
                  <a:pt x="1919976" y="40451"/>
                  <a:pt x="1921626" y="43630"/>
                  <a:pt x="1922672" y="47519"/>
                </a:cubicBezTo>
                <a:cubicBezTo>
                  <a:pt x="1923718" y="51409"/>
                  <a:pt x="1924241" y="56036"/>
                  <a:pt x="1924241" y="61401"/>
                </a:cubicBezTo>
                <a:lnTo>
                  <a:pt x="1924241" y="119422"/>
                </a:lnTo>
                <a:lnTo>
                  <a:pt x="1909676" y="119422"/>
                </a:lnTo>
                <a:close/>
                <a:moveTo>
                  <a:pt x="1957050" y="75524"/>
                </a:moveTo>
                <a:cubicBezTo>
                  <a:pt x="1957050" y="80508"/>
                  <a:pt x="1957412" y="85090"/>
                  <a:pt x="1958136" y="89270"/>
                </a:cubicBezTo>
                <a:cubicBezTo>
                  <a:pt x="1958860" y="93449"/>
                  <a:pt x="1960081" y="97053"/>
                  <a:pt x="1961798" y="100081"/>
                </a:cubicBezTo>
                <a:cubicBezTo>
                  <a:pt x="1963514" y="103107"/>
                  <a:pt x="1965781" y="105450"/>
                  <a:pt x="1968597" y="107112"/>
                </a:cubicBezTo>
                <a:cubicBezTo>
                  <a:pt x="1971414" y="108773"/>
                  <a:pt x="1974888" y="109604"/>
                  <a:pt x="1979019" y="109604"/>
                </a:cubicBezTo>
                <a:cubicBezTo>
                  <a:pt x="1984169" y="109604"/>
                  <a:pt x="1988474" y="108209"/>
                  <a:pt x="1991935" y="105419"/>
                </a:cubicBezTo>
                <a:cubicBezTo>
                  <a:pt x="1995395" y="102630"/>
                  <a:pt x="1997527" y="98338"/>
                  <a:pt x="1998332" y="92544"/>
                </a:cubicBezTo>
                <a:lnTo>
                  <a:pt x="2012978" y="93509"/>
                </a:lnTo>
                <a:cubicBezTo>
                  <a:pt x="2012495" y="97104"/>
                  <a:pt x="2011449" y="100564"/>
                  <a:pt x="2009840" y="103890"/>
                </a:cubicBezTo>
                <a:cubicBezTo>
                  <a:pt x="2008230" y="107217"/>
                  <a:pt x="2006044" y="110140"/>
                  <a:pt x="2003281" y="112662"/>
                </a:cubicBezTo>
                <a:cubicBezTo>
                  <a:pt x="2000518" y="115183"/>
                  <a:pt x="1997152" y="117209"/>
                  <a:pt x="1993182" y="118738"/>
                </a:cubicBezTo>
                <a:cubicBezTo>
                  <a:pt x="1989212" y="120267"/>
                  <a:pt x="1984625" y="121031"/>
                  <a:pt x="1979421" y="121031"/>
                </a:cubicBezTo>
                <a:cubicBezTo>
                  <a:pt x="1972608" y="121031"/>
                  <a:pt x="1966814" y="119878"/>
                  <a:pt x="1962039" y="117571"/>
                </a:cubicBezTo>
                <a:cubicBezTo>
                  <a:pt x="1957264" y="115264"/>
                  <a:pt x="1953388" y="112085"/>
                  <a:pt x="1950411" y="108035"/>
                </a:cubicBezTo>
                <a:cubicBezTo>
                  <a:pt x="1947433" y="103984"/>
                  <a:pt x="1945274" y="99210"/>
                  <a:pt x="1943933" y="93711"/>
                </a:cubicBezTo>
                <a:cubicBezTo>
                  <a:pt x="1942591" y="88212"/>
                  <a:pt x="1941921" y="82243"/>
                  <a:pt x="1941921" y="75805"/>
                </a:cubicBezTo>
                <a:cubicBezTo>
                  <a:pt x="1941921" y="69958"/>
                  <a:pt x="1942404" y="64794"/>
                  <a:pt x="1943369" y="60314"/>
                </a:cubicBezTo>
                <a:cubicBezTo>
                  <a:pt x="1944335" y="55835"/>
                  <a:pt x="1945690" y="51918"/>
                  <a:pt x="1947433" y="48565"/>
                </a:cubicBezTo>
                <a:cubicBezTo>
                  <a:pt x="1949177" y="45212"/>
                  <a:pt x="1951229" y="42396"/>
                  <a:pt x="1953589" y="40116"/>
                </a:cubicBezTo>
                <a:cubicBezTo>
                  <a:pt x="1955950" y="37836"/>
                  <a:pt x="1958512" y="36012"/>
                  <a:pt x="1961274" y="34644"/>
                </a:cubicBezTo>
                <a:cubicBezTo>
                  <a:pt x="1964037" y="33276"/>
                  <a:pt x="1966948" y="32283"/>
                  <a:pt x="1970006" y="31666"/>
                </a:cubicBezTo>
                <a:cubicBezTo>
                  <a:pt x="1973064" y="31049"/>
                  <a:pt x="1976149" y="30741"/>
                  <a:pt x="1979260" y="30741"/>
                </a:cubicBezTo>
                <a:cubicBezTo>
                  <a:pt x="1984142" y="30741"/>
                  <a:pt x="1988488" y="31410"/>
                  <a:pt x="1992297" y="32747"/>
                </a:cubicBezTo>
                <a:cubicBezTo>
                  <a:pt x="1996106" y="34084"/>
                  <a:pt x="1999392" y="35915"/>
                  <a:pt x="2002155" y="38242"/>
                </a:cubicBezTo>
                <a:cubicBezTo>
                  <a:pt x="2004918" y="40569"/>
                  <a:pt x="2007157" y="43311"/>
                  <a:pt x="2008874" y="46468"/>
                </a:cubicBezTo>
                <a:cubicBezTo>
                  <a:pt x="2010591" y="49623"/>
                  <a:pt x="2011798" y="53019"/>
                  <a:pt x="2012495" y="56655"/>
                </a:cubicBezTo>
                <a:lnTo>
                  <a:pt x="1997608" y="57779"/>
                </a:lnTo>
                <a:cubicBezTo>
                  <a:pt x="1996857" y="53000"/>
                  <a:pt x="1994952" y="49203"/>
                  <a:pt x="1991894" y="46390"/>
                </a:cubicBezTo>
                <a:cubicBezTo>
                  <a:pt x="1988836" y="43575"/>
                  <a:pt x="1984491" y="42168"/>
                  <a:pt x="1978858" y="42168"/>
                </a:cubicBezTo>
                <a:cubicBezTo>
                  <a:pt x="1974727" y="42168"/>
                  <a:pt x="1971280" y="42851"/>
                  <a:pt x="1968517" y="44217"/>
                </a:cubicBezTo>
                <a:cubicBezTo>
                  <a:pt x="1965754" y="45584"/>
                  <a:pt x="1963514" y="47647"/>
                  <a:pt x="1961798" y="50406"/>
                </a:cubicBezTo>
                <a:cubicBezTo>
                  <a:pt x="1960081" y="53166"/>
                  <a:pt x="1958860" y="56635"/>
                  <a:pt x="1958136" y="60815"/>
                </a:cubicBezTo>
                <a:cubicBezTo>
                  <a:pt x="1957412" y="64994"/>
                  <a:pt x="1957050" y="69897"/>
                  <a:pt x="1957050" y="75524"/>
                </a:cubicBezTo>
                <a:close/>
                <a:moveTo>
                  <a:pt x="2039534" y="78863"/>
                </a:moveTo>
                <a:cubicBezTo>
                  <a:pt x="2039534" y="83424"/>
                  <a:pt x="2040004" y="87622"/>
                  <a:pt x="2040943" y="91457"/>
                </a:cubicBezTo>
                <a:cubicBezTo>
                  <a:pt x="2041882" y="95293"/>
                  <a:pt x="2043330" y="98593"/>
                  <a:pt x="2045288" y="101356"/>
                </a:cubicBezTo>
                <a:cubicBezTo>
                  <a:pt x="2047246" y="104118"/>
                  <a:pt x="2049754" y="106264"/>
                  <a:pt x="2052812" y="107793"/>
                </a:cubicBezTo>
                <a:cubicBezTo>
                  <a:pt x="2055870" y="109322"/>
                  <a:pt x="2059545" y="110087"/>
                  <a:pt x="2063837" y="110087"/>
                </a:cubicBezTo>
                <a:cubicBezTo>
                  <a:pt x="2070114" y="110087"/>
                  <a:pt x="2075144" y="108826"/>
                  <a:pt x="2078926" y="106305"/>
                </a:cubicBezTo>
                <a:cubicBezTo>
                  <a:pt x="2082708" y="103783"/>
                  <a:pt x="2085270" y="100591"/>
                  <a:pt x="2086611" y="96728"/>
                </a:cubicBezTo>
                <a:lnTo>
                  <a:pt x="2099326" y="100362"/>
                </a:lnTo>
                <a:cubicBezTo>
                  <a:pt x="2098414" y="102785"/>
                  <a:pt x="2097140" y="105221"/>
                  <a:pt x="2095503" y="107670"/>
                </a:cubicBezTo>
                <a:cubicBezTo>
                  <a:pt x="2093867" y="110118"/>
                  <a:pt x="2091681" y="112324"/>
                  <a:pt x="2088945" y="114289"/>
                </a:cubicBezTo>
                <a:cubicBezTo>
                  <a:pt x="2086209" y="116254"/>
                  <a:pt x="2082789" y="117869"/>
                  <a:pt x="2078684" y="119135"/>
                </a:cubicBezTo>
                <a:cubicBezTo>
                  <a:pt x="2074580" y="120399"/>
                  <a:pt x="2069631" y="121031"/>
                  <a:pt x="2063837" y="121031"/>
                </a:cubicBezTo>
                <a:cubicBezTo>
                  <a:pt x="2050962" y="121031"/>
                  <a:pt x="2041157" y="117195"/>
                  <a:pt x="2034424" y="109524"/>
                </a:cubicBezTo>
                <a:cubicBezTo>
                  <a:pt x="2027691" y="101852"/>
                  <a:pt x="2024325" y="90451"/>
                  <a:pt x="2024325" y="75323"/>
                </a:cubicBezTo>
                <a:cubicBezTo>
                  <a:pt x="2024325" y="67168"/>
                  <a:pt x="2025344" y="60261"/>
                  <a:pt x="2027383" y="54601"/>
                </a:cubicBezTo>
                <a:cubicBezTo>
                  <a:pt x="2029422" y="48941"/>
                  <a:pt x="2032211" y="44341"/>
                  <a:pt x="2035752" y="40800"/>
                </a:cubicBezTo>
                <a:cubicBezTo>
                  <a:pt x="2039293" y="37259"/>
                  <a:pt x="2043424" y="34697"/>
                  <a:pt x="2048145" y="33115"/>
                </a:cubicBezTo>
                <a:cubicBezTo>
                  <a:pt x="2052866" y="31532"/>
                  <a:pt x="2057909" y="30741"/>
                  <a:pt x="2063274" y="30741"/>
                </a:cubicBezTo>
                <a:cubicBezTo>
                  <a:pt x="2070570" y="30741"/>
                  <a:pt x="2076673" y="31919"/>
                  <a:pt x="2081581" y="34276"/>
                </a:cubicBezTo>
                <a:cubicBezTo>
                  <a:pt x="2086490" y="36632"/>
                  <a:pt x="2090433" y="39885"/>
                  <a:pt x="2093411" y="44036"/>
                </a:cubicBezTo>
                <a:cubicBezTo>
                  <a:pt x="2096388" y="48187"/>
                  <a:pt x="2098508" y="53075"/>
                  <a:pt x="2099768" y="58700"/>
                </a:cubicBezTo>
                <a:cubicBezTo>
                  <a:pt x="2101029" y="64323"/>
                  <a:pt x="2101659" y="70401"/>
                  <a:pt x="2101659" y="76935"/>
                </a:cubicBezTo>
                <a:lnTo>
                  <a:pt x="2101659" y="78863"/>
                </a:lnTo>
                <a:lnTo>
                  <a:pt x="2039534" y="78863"/>
                </a:lnTo>
                <a:moveTo>
                  <a:pt x="2086691" y="67758"/>
                </a:moveTo>
                <a:cubicBezTo>
                  <a:pt x="2085887" y="58640"/>
                  <a:pt x="2083553" y="51988"/>
                  <a:pt x="2079690" y="47803"/>
                </a:cubicBezTo>
                <a:cubicBezTo>
                  <a:pt x="2075828" y="43617"/>
                  <a:pt x="2070275" y="41524"/>
                  <a:pt x="2063032" y="41524"/>
                </a:cubicBezTo>
                <a:cubicBezTo>
                  <a:pt x="2060618" y="41524"/>
                  <a:pt x="2058083" y="41910"/>
                  <a:pt x="2055428" y="42683"/>
                </a:cubicBezTo>
                <a:cubicBezTo>
                  <a:pt x="2052772" y="43456"/>
                  <a:pt x="2050318" y="44829"/>
                  <a:pt x="2048065" y="46802"/>
                </a:cubicBezTo>
                <a:cubicBezTo>
                  <a:pt x="2045811" y="48776"/>
                  <a:pt x="2043907" y="51456"/>
                  <a:pt x="2042351" y="54842"/>
                </a:cubicBezTo>
                <a:cubicBezTo>
                  <a:pt x="2040795" y="58227"/>
                  <a:pt x="2039910" y="62532"/>
                  <a:pt x="2039695" y="67758"/>
                </a:cubicBezTo>
                <a:lnTo>
                  <a:pt x="2086691" y="67758"/>
                </a:lnTo>
                <a:close/>
                <a:moveTo>
                  <a:pt x="2158689" y="41685"/>
                </a:moveTo>
                <a:lnTo>
                  <a:pt x="2147262" y="41685"/>
                </a:lnTo>
                <a:lnTo>
                  <a:pt x="2145653" y="5955"/>
                </a:lnTo>
                <a:lnTo>
                  <a:pt x="2160460" y="5955"/>
                </a:lnTo>
                <a:lnTo>
                  <a:pt x="2158689" y="41685"/>
                </a:lnTo>
                <a:moveTo>
                  <a:pt x="2128995" y="41685"/>
                </a:moveTo>
                <a:lnTo>
                  <a:pt x="2117648" y="41685"/>
                </a:lnTo>
                <a:lnTo>
                  <a:pt x="2115958" y="5955"/>
                </a:lnTo>
                <a:lnTo>
                  <a:pt x="2130765" y="5955"/>
                </a:lnTo>
                <a:lnTo>
                  <a:pt x="2128995" y="416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1B22C5-9E2B-45AA-A1D2-D85119F8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031" y="1013007"/>
            <a:ext cx="3296168" cy="412021"/>
          </a:xfrm>
          <a:custGeom xmlns:a="http://schemas.openxmlformats.org/drawingml/2006/main">
            <a:pathLst>
              <a:path w="3296168" h="412021">
                <a:moveTo>
                  <a:pt x="61804" y="0"/>
                </a:moveTo>
                <a:lnTo>
                  <a:pt x="3234365" y="0"/>
                </a:lnTo>
                <a:cubicBezTo>
                  <a:pt x="3242560" y="0"/>
                  <a:pt x="3250443" y="1568"/>
                  <a:pt x="3258013" y="4704"/>
                </a:cubicBezTo>
                <a:cubicBezTo>
                  <a:pt x="3265586" y="7840"/>
                  <a:pt x="3272270" y="12306"/>
                  <a:pt x="3278066" y="18101"/>
                </a:cubicBezTo>
                <a:cubicBezTo>
                  <a:pt x="3283861" y="23897"/>
                  <a:pt x="3288326" y="30580"/>
                  <a:pt x="3291462" y="38152"/>
                </a:cubicBezTo>
                <a:cubicBezTo>
                  <a:pt x="3294599" y="45723"/>
                  <a:pt x="3296168" y="53607"/>
                  <a:pt x="3296168" y="61803"/>
                </a:cubicBezTo>
                <a:lnTo>
                  <a:pt x="3296168" y="350218"/>
                </a:lnTo>
                <a:cubicBezTo>
                  <a:pt x="3296168" y="358413"/>
                  <a:pt x="3294599" y="366297"/>
                  <a:pt x="3291462" y="373868"/>
                </a:cubicBezTo>
                <a:cubicBezTo>
                  <a:pt x="3288326" y="381440"/>
                  <a:pt x="3283861" y="388124"/>
                  <a:pt x="3278066" y="393919"/>
                </a:cubicBezTo>
                <a:cubicBezTo>
                  <a:pt x="3272270" y="399714"/>
                  <a:pt x="3265586" y="404180"/>
                  <a:pt x="3258015" y="407316"/>
                </a:cubicBezTo>
                <a:cubicBezTo>
                  <a:pt x="3250443" y="410452"/>
                  <a:pt x="3242560" y="412021"/>
                  <a:pt x="3234365" y="412021"/>
                </a:cubicBezTo>
                <a:lnTo>
                  <a:pt x="61804" y="412021"/>
                </a:lnTo>
                <a:cubicBezTo>
                  <a:pt x="53607" y="412021"/>
                  <a:pt x="45724" y="410452"/>
                  <a:pt x="38152" y="407316"/>
                </a:cubicBezTo>
                <a:cubicBezTo>
                  <a:pt x="30581" y="404180"/>
                  <a:pt x="23896" y="399714"/>
                  <a:pt x="18102" y="393919"/>
                </a:cubicBezTo>
                <a:cubicBezTo>
                  <a:pt x="12306" y="388124"/>
                  <a:pt x="7840" y="381440"/>
                  <a:pt x="4704" y="373868"/>
                </a:cubicBezTo>
                <a:cubicBezTo>
                  <a:pt x="1568" y="366297"/>
                  <a:pt x="0" y="358413"/>
                  <a:pt x="1" y="350218"/>
                </a:cubicBezTo>
                <a:lnTo>
                  <a:pt x="1" y="61803"/>
                </a:lnTo>
                <a:cubicBezTo>
                  <a:pt x="0" y="53607"/>
                  <a:pt x="1568" y="45723"/>
                  <a:pt x="4704" y="38152"/>
                </a:cubicBezTo>
                <a:cubicBezTo>
                  <a:pt x="7840" y="30580"/>
                  <a:pt x="12306" y="23897"/>
                  <a:pt x="18102" y="18101"/>
                </a:cubicBezTo>
                <a:cubicBezTo>
                  <a:pt x="23896" y="12306"/>
                  <a:pt x="30581" y="7840"/>
                  <a:pt x="38152" y="4704"/>
                </a:cubicBezTo>
                <a:cubicBezTo>
                  <a:pt x="45724" y="1568"/>
                  <a:pt x="53607" y="0"/>
                  <a:pt x="61804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F84B2-2B7E-4893-8735-11519EBB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031" y="1013007"/>
            <a:ext cx="3296168" cy="412021"/>
          </a:xfrm>
          <a:custGeom xmlns:a="http://schemas.openxmlformats.org/drawingml/2006/main">
            <a:pathLst>
              <a:path w="3296168" h="412021" fill="none">
                <a:moveTo>
                  <a:pt x="61804" y="0"/>
                </a:moveTo>
                <a:lnTo>
                  <a:pt x="3234365" y="0"/>
                </a:lnTo>
                <a:cubicBezTo>
                  <a:pt x="3242560" y="0"/>
                  <a:pt x="3250443" y="1568"/>
                  <a:pt x="3258013" y="4704"/>
                </a:cubicBezTo>
                <a:cubicBezTo>
                  <a:pt x="3265586" y="7840"/>
                  <a:pt x="3272270" y="12306"/>
                  <a:pt x="3278066" y="18101"/>
                </a:cubicBezTo>
                <a:cubicBezTo>
                  <a:pt x="3283861" y="23897"/>
                  <a:pt x="3288326" y="30580"/>
                  <a:pt x="3291462" y="38152"/>
                </a:cubicBezTo>
                <a:cubicBezTo>
                  <a:pt x="3294599" y="45723"/>
                  <a:pt x="3296168" y="53607"/>
                  <a:pt x="3296168" y="61803"/>
                </a:cubicBezTo>
                <a:lnTo>
                  <a:pt x="3296168" y="350218"/>
                </a:lnTo>
                <a:cubicBezTo>
                  <a:pt x="3296168" y="358413"/>
                  <a:pt x="3294599" y="366297"/>
                  <a:pt x="3291462" y="373868"/>
                </a:cubicBezTo>
                <a:cubicBezTo>
                  <a:pt x="3288326" y="381440"/>
                  <a:pt x="3283861" y="388124"/>
                  <a:pt x="3278066" y="393919"/>
                </a:cubicBezTo>
                <a:cubicBezTo>
                  <a:pt x="3272270" y="399714"/>
                  <a:pt x="3265586" y="404180"/>
                  <a:pt x="3258015" y="407316"/>
                </a:cubicBezTo>
                <a:cubicBezTo>
                  <a:pt x="3250443" y="410452"/>
                  <a:pt x="3242560" y="412021"/>
                  <a:pt x="3234365" y="412021"/>
                </a:cubicBezTo>
                <a:lnTo>
                  <a:pt x="61804" y="412021"/>
                </a:lnTo>
                <a:cubicBezTo>
                  <a:pt x="53607" y="412021"/>
                  <a:pt x="45724" y="410452"/>
                  <a:pt x="38152" y="407316"/>
                </a:cubicBezTo>
                <a:cubicBezTo>
                  <a:pt x="30581" y="404180"/>
                  <a:pt x="23896" y="399714"/>
                  <a:pt x="18102" y="393919"/>
                </a:cubicBezTo>
                <a:cubicBezTo>
                  <a:pt x="12306" y="388124"/>
                  <a:pt x="7840" y="381440"/>
                  <a:pt x="4704" y="373868"/>
                </a:cubicBezTo>
                <a:cubicBezTo>
                  <a:pt x="1568" y="366297"/>
                  <a:pt x="0" y="358413"/>
                  <a:pt x="1" y="350218"/>
                </a:cubicBezTo>
                <a:lnTo>
                  <a:pt x="1" y="61803"/>
                </a:lnTo>
                <a:cubicBezTo>
                  <a:pt x="0" y="53607"/>
                  <a:pt x="1568" y="45723"/>
                  <a:pt x="4704" y="38152"/>
                </a:cubicBezTo>
                <a:cubicBezTo>
                  <a:pt x="7840" y="30580"/>
                  <a:pt x="12306" y="23897"/>
                  <a:pt x="18102" y="18101"/>
                </a:cubicBezTo>
                <a:cubicBezTo>
                  <a:pt x="23896" y="12306"/>
                  <a:pt x="30581" y="7840"/>
                  <a:pt x="38152" y="4704"/>
                </a:cubicBezTo>
                <a:cubicBezTo>
                  <a:pt x="45724" y="1568"/>
                  <a:pt x="53607" y="0"/>
                  <a:pt x="6180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12" name="Text Thenewrampwillneedsmoothconcretefor">
            <a:extLst xmlns:a="http://schemas.openxmlformats.org/drawingml/2006/main">
              <a:ext uri="{FF2B5EF4-FFF2-40B4-BE49-F238E27FC236}">
                <a16:creationId xmlns:a16="http://schemas.microsoft.com/office/drawing/2014/main" id="{F89990DF-D7C0-4E1C-ABFE-515C2E46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75" y="1051527"/>
            <a:ext cx="3236001" cy="153703"/>
          </a:xfrm>
          <a:custGeom xmlns:a="http://schemas.openxmlformats.org/drawingml/2006/main">
            <a:pathLst>
              <a:path w="3236001" h="153703">
                <a:moveTo>
                  <a:pt x="54239" y="18509"/>
                </a:moveTo>
                <a:lnTo>
                  <a:pt x="54239" y="119422"/>
                </a:lnTo>
                <a:lnTo>
                  <a:pt x="38949" y="119422"/>
                </a:lnTo>
                <a:lnTo>
                  <a:pt x="38949" y="18509"/>
                </a:lnTo>
                <a:lnTo>
                  <a:pt x="0" y="18509"/>
                </a:lnTo>
                <a:lnTo>
                  <a:pt x="0" y="5955"/>
                </a:lnTo>
                <a:lnTo>
                  <a:pt x="93188" y="5955"/>
                </a:lnTo>
                <a:lnTo>
                  <a:pt x="93188" y="18509"/>
                </a:lnTo>
                <a:lnTo>
                  <a:pt x="54239" y="18509"/>
                </a:lnTo>
                <a:close/>
                <a:moveTo>
                  <a:pt x="122505" y="47318"/>
                </a:moveTo>
                <a:cubicBezTo>
                  <a:pt x="124115" y="44352"/>
                  <a:pt x="125858" y="41832"/>
                  <a:pt x="127736" y="39756"/>
                </a:cubicBezTo>
                <a:cubicBezTo>
                  <a:pt x="129614" y="37681"/>
                  <a:pt x="131679" y="35970"/>
                  <a:pt x="133932" y="34623"/>
                </a:cubicBezTo>
                <a:cubicBezTo>
                  <a:pt x="136186" y="33276"/>
                  <a:pt x="138654" y="32291"/>
                  <a:pt x="141336" y="31671"/>
                </a:cubicBezTo>
                <a:cubicBezTo>
                  <a:pt x="144018" y="31051"/>
                  <a:pt x="147023" y="30741"/>
                  <a:pt x="150349" y="30741"/>
                </a:cubicBezTo>
                <a:cubicBezTo>
                  <a:pt x="155928" y="30741"/>
                  <a:pt x="160502" y="31492"/>
                  <a:pt x="164070" y="32994"/>
                </a:cubicBezTo>
                <a:cubicBezTo>
                  <a:pt x="167637" y="34496"/>
                  <a:pt x="170454" y="36602"/>
                  <a:pt x="172519" y="39311"/>
                </a:cubicBezTo>
                <a:cubicBezTo>
                  <a:pt x="174585" y="42020"/>
                  <a:pt x="176006" y="45253"/>
                  <a:pt x="176784" y="49008"/>
                </a:cubicBezTo>
                <a:cubicBezTo>
                  <a:pt x="177562" y="52763"/>
                  <a:pt x="177951" y="56894"/>
                  <a:pt x="177951" y="61401"/>
                </a:cubicBezTo>
                <a:lnTo>
                  <a:pt x="177951" y="119422"/>
                </a:lnTo>
                <a:lnTo>
                  <a:pt x="163385" y="119422"/>
                </a:lnTo>
                <a:lnTo>
                  <a:pt x="163385" y="64275"/>
                </a:lnTo>
                <a:cubicBezTo>
                  <a:pt x="163385" y="60577"/>
                  <a:pt x="163157" y="57334"/>
                  <a:pt x="162701" y="54548"/>
                </a:cubicBezTo>
                <a:cubicBezTo>
                  <a:pt x="162245" y="51762"/>
                  <a:pt x="161374" y="49444"/>
                  <a:pt x="160086" y="47595"/>
                </a:cubicBezTo>
                <a:cubicBezTo>
                  <a:pt x="158799" y="45745"/>
                  <a:pt x="156974" y="44352"/>
                  <a:pt x="154614" y="43415"/>
                </a:cubicBezTo>
                <a:cubicBezTo>
                  <a:pt x="152253" y="42476"/>
                  <a:pt x="149195" y="42007"/>
                  <a:pt x="145440" y="42007"/>
                </a:cubicBezTo>
                <a:cubicBezTo>
                  <a:pt x="142007" y="42007"/>
                  <a:pt x="138908" y="42623"/>
                  <a:pt x="136145" y="43855"/>
                </a:cubicBezTo>
                <a:cubicBezTo>
                  <a:pt x="133383" y="45087"/>
                  <a:pt x="131022" y="46829"/>
                  <a:pt x="129064" y="49081"/>
                </a:cubicBezTo>
                <a:cubicBezTo>
                  <a:pt x="127106" y="51332"/>
                  <a:pt x="125590" y="54066"/>
                  <a:pt x="124517" y="57282"/>
                </a:cubicBezTo>
                <a:cubicBezTo>
                  <a:pt x="123444" y="60497"/>
                  <a:pt x="122908" y="64114"/>
                  <a:pt x="122908" y="68133"/>
                </a:cubicBezTo>
                <a:lnTo>
                  <a:pt x="122908" y="119422"/>
                </a:lnTo>
                <a:lnTo>
                  <a:pt x="108423" y="119422"/>
                </a:lnTo>
                <a:lnTo>
                  <a:pt x="108423" y="0"/>
                </a:lnTo>
                <a:lnTo>
                  <a:pt x="122908" y="0"/>
                </a:lnTo>
                <a:lnTo>
                  <a:pt x="122908" y="31115"/>
                </a:lnTo>
                <a:cubicBezTo>
                  <a:pt x="122908" y="32889"/>
                  <a:pt x="122881" y="34663"/>
                  <a:pt x="122827" y="36437"/>
                </a:cubicBezTo>
                <a:cubicBezTo>
                  <a:pt x="122774" y="38209"/>
                  <a:pt x="122706" y="39847"/>
                  <a:pt x="122626" y="41353"/>
                </a:cubicBezTo>
                <a:cubicBezTo>
                  <a:pt x="122546" y="42857"/>
                  <a:pt x="122478" y="44133"/>
                  <a:pt x="122425" y="45183"/>
                </a:cubicBezTo>
                <a:cubicBezTo>
                  <a:pt x="122371" y="46231"/>
                  <a:pt x="122318" y="46942"/>
                  <a:pt x="122264" y="47318"/>
                </a:cubicBezTo>
                <a:lnTo>
                  <a:pt x="122505" y="47318"/>
                </a:lnTo>
                <a:close/>
                <a:moveTo>
                  <a:pt x="210840" y="78863"/>
                </a:moveTo>
                <a:cubicBezTo>
                  <a:pt x="210840" y="83424"/>
                  <a:pt x="211309" y="87622"/>
                  <a:pt x="212248" y="91457"/>
                </a:cubicBezTo>
                <a:cubicBezTo>
                  <a:pt x="213187" y="95293"/>
                  <a:pt x="214636" y="98593"/>
                  <a:pt x="216594" y="101356"/>
                </a:cubicBezTo>
                <a:cubicBezTo>
                  <a:pt x="218552" y="104118"/>
                  <a:pt x="221060" y="106264"/>
                  <a:pt x="224118" y="107793"/>
                </a:cubicBezTo>
                <a:cubicBezTo>
                  <a:pt x="227176" y="109322"/>
                  <a:pt x="230851" y="110087"/>
                  <a:pt x="235143" y="110087"/>
                </a:cubicBezTo>
                <a:cubicBezTo>
                  <a:pt x="241420" y="110087"/>
                  <a:pt x="246449" y="108826"/>
                  <a:pt x="250231" y="106305"/>
                </a:cubicBezTo>
                <a:cubicBezTo>
                  <a:pt x="254014" y="103783"/>
                  <a:pt x="256575" y="100591"/>
                  <a:pt x="257917" y="96728"/>
                </a:cubicBezTo>
                <a:lnTo>
                  <a:pt x="270631" y="100362"/>
                </a:lnTo>
                <a:cubicBezTo>
                  <a:pt x="269719" y="102785"/>
                  <a:pt x="268445" y="105221"/>
                  <a:pt x="266809" y="107670"/>
                </a:cubicBezTo>
                <a:cubicBezTo>
                  <a:pt x="265173" y="110118"/>
                  <a:pt x="262986" y="112324"/>
                  <a:pt x="260250" y="114289"/>
                </a:cubicBezTo>
                <a:cubicBezTo>
                  <a:pt x="257514" y="116254"/>
                  <a:pt x="254094" y="117869"/>
                  <a:pt x="249990" y="119135"/>
                </a:cubicBezTo>
                <a:cubicBezTo>
                  <a:pt x="245886" y="120399"/>
                  <a:pt x="240937" y="121031"/>
                  <a:pt x="235143" y="121031"/>
                </a:cubicBezTo>
                <a:cubicBezTo>
                  <a:pt x="222267" y="121031"/>
                  <a:pt x="212463" y="117195"/>
                  <a:pt x="205730" y="109524"/>
                </a:cubicBezTo>
                <a:cubicBezTo>
                  <a:pt x="198997" y="101852"/>
                  <a:pt x="195631" y="90451"/>
                  <a:pt x="195631" y="75323"/>
                </a:cubicBezTo>
                <a:cubicBezTo>
                  <a:pt x="195631" y="67168"/>
                  <a:pt x="196650" y="60261"/>
                  <a:pt x="198689" y="54601"/>
                </a:cubicBezTo>
                <a:cubicBezTo>
                  <a:pt x="200727" y="48941"/>
                  <a:pt x="203517" y="44341"/>
                  <a:pt x="207058" y="40800"/>
                </a:cubicBezTo>
                <a:cubicBezTo>
                  <a:pt x="210599" y="37259"/>
                  <a:pt x="214729" y="34697"/>
                  <a:pt x="219451" y="33115"/>
                </a:cubicBezTo>
                <a:cubicBezTo>
                  <a:pt x="224172" y="31532"/>
                  <a:pt x="229215" y="30741"/>
                  <a:pt x="234579" y="30741"/>
                </a:cubicBezTo>
                <a:cubicBezTo>
                  <a:pt x="241876" y="30741"/>
                  <a:pt x="247978" y="31919"/>
                  <a:pt x="252887" y="34276"/>
                </a:cubicBezTo>
                <a:cubicBezTo>
                  <a:pt x="257796" y="36632"/>
                  <a:pt x="261739" y="39885"/>
                  <a:pt x="264716" y="44036"/>
                </a:cubicBezTo>
                <a:cubicBezTo>
                  <a:pt x="267694" y="48187"/>
                  <a:pt x="269813" y="53075"/>
                  <a:pt x="271074" y="58700"/>
                </a:cubicBezTo>
                <a:cubicBezTo>
                  <a:pt x="272335" y="64323"/>
                  <a:pt x="272965" y="70401"/>
                  <a:pt x="272965" y="76935"/>
                </a:cubicBezTo>
                <a:lnTo>
                  <a:pt x="272965" y="78863"/>
                </a:lnTo>
                <a:lnTo>
                  <a:pt x="210840" y="78863"/>
                </a:lnTo>
                <a:moveTo>
                  <a:pt x="257997" y="67758"/>
                </a:moveTo>
                <a:cubicBezTo>
                  <a:pt x="257192" y="58640"/>
                  <a:pt x="254859" y="51988"/>
                  <a:pt x="250996" y="47803"/>
                </a:cubicBezTo>
                <a:cubicBezTo>
                  <a:pt x="247133" y="43617"/>
                  <a:pt x="241581" y="41524"/>
                  <a:pt x="234338" y="41524"/>
                </a:cubicBezTo>
                <a:cubicBezTo>
                  <a:pt x="231924" y="41524"/>
                  <a:pt x="229389" y="41910"/>
                  <a:pt x="226733" y="42683"/>
                </a:cubicBezTo>
                <a:cubicBezTo>
                  <a:pt x="224078" y="43456"/>
                  <a:pt x="221623" y="44829"/>
                  <a:pt x="219370" y="46802"/>
                </a:cubicBezTo>
                <a:cubicBezTo>
                  <a:pt x="217117" y="48776"/>
                  <a:pt x="215212" y="51456"/>
                  <a:pt x="213656" y="54842"/>
                </a:cubicBezTo>
                <a:cubicBezTo>
                  <a:pt x="212101" y="58227"/>
                  <a:pt x="211215" y="62532"/>
                  <a:pt x="211001" y="67758"/>
                </a:cubicBezTo>
                <a:lnTo>
                  <a:pt x="257997" y="67758"/>
                </a:lnTo>
                <a:close/>
                <a:moveTo>
                  <a:pt x="392470" y="119422"/>
                </a:moveTo>
                <a:lnTo>
                  <a:pt x="392470" y="64275"/>
                </a:lnTo>
                <a:cubicBezTo>
                  <a:pt x="392470" y="60040"/>
                  <a:pt x="392161" y="56503"/>
                  <a:pt x="391544" y="53663"/>
                </a:cubicBezTo>
                <a:cubicBezTo>
                  <a:pt x="390927" y="50823"/>
                  <a:pt x="389921" y="48532"/>
                  <a:pt x="388526" y="46790"/>
                </a:cubicBezTo>
                <a:cubicBezTo>
                  <a:pt x="387132" y="45048"/>
                  <a:pt x="385294" y="43816"/>
                  <a:pt x="383014" y="43093"/>
                </a:cubicBezTo>
                <a:cubicBezTo>
                  <a:pt x="380734" y="42369"/>
                  <a:pt x="377904" y="42007"/>
                  <a:pt x="374524" y="42007"/>
                </a:cubicBezTo>
                <a:cubicBezTo>
                  <a:pt x="371091" y="42007"/>
                  <a:pt x="367992" y="42610"/>
                  <a:pt x="365229" y="43817"/>
                </a:cubicBezTo>
                <a:cubicBezTo>
                  <a:pt x="362467" y="45023"/>
                  <a:pt x="360106" y="46765"/>
                  <a:pt x="358148" y="49043"/>
                </a:cubicBezTo>
                <a:cubicBezTo>
                  <a:pt x="356190" y="51320"/>
                  <a:pt x="354674" y="54133"/>
                  <a:pt x="353601" y="57483"/>
                </a:cubicBezTo>
                <a:cubicBezTo>
                  <a:pt x="352528" y="60832"/>
                  <a:pt x="351992" y="64678"/>
                  <a:pt x="351992" y="69018"/>
                </a:cubicBezTo>
                <a:lnTo>
                  <a:pt x="351992" y="119422"/>
                </a:lnTo>
                <a:lnTo>
                  <a:pt x="337507" y="119422"/>
                </a:lnTo>
                <a:lnTo>
                  <a:pt x="337507" y="50939"/>
                </a:lnTo>
                <a:cubicBezTo>
                  <a:pt x="337507" y="49115"/>
                  <a:pt x="337493" y="47197"/>
                  <a:pt x="337466" y="45185"/>
                </a:cubicBezTo>
                <a:cubicBezTo>
                  <a:pt x="337440" y="43174"/>
                  <a:pt x="337399" y="41269"/>
                  <a:pt x="337346" y="39472"/>
                </a:cubicBezTo>
                <a:cubicBezTo>
                  <a:pt x="337292" y="37675"/>
                  <a:pt x="337238" y="36132"/>
                  <a:pt x="337185" y="34845"/>
                </a:cubicBezTo>
                <a:cubicBezTo>
                  <a:pt x="337131" y="33557"/>
                  <a:pt x="337077" y="32726"/>
                  <a:pt x="337024" y="32350"/>
                </a:cubicBezTo>
                <a:lnTo>
                  <a:pt x="350704" y="32350"/>
                </a:lnTo>
                <a:cubicBezTo>
                  <a:pt x="350758" y="32620"/>
                  <a:pt x="350811" y="33348"/>
                  <a:pt x="350865" y="34535"/>
                </a:cubicBezTo>
                <a:cubicBezTo>
                  <a:pt x="350919" y="35721"/>
                  <a:pt x="350986" y="37082"/>
                  <a:pt x="351066" y="38619"/>
                </a:cubicBezTo>
                <a:cubicBezTo>
                  <a:pt x="351147" y="40157"/>
                  <a:pt x="351214" y="41722"/>
                  <a:pt x="351267" y="43315"/>
                </a:cubicBezTo>
                <a:cubicBezTo>
                  <a:pt x="351321" y="44906"/>
                  <a:pt x="351348" y="46240"/>
                  <a:pt x="351348" y="47318"/>
                </a:cubicBezTo>
                <a:lnTo>
                  <a:pt x="351589" y="47318"/>
                </a:lnTo>
                <a:cubicBezTo>
                  <a:pt x="352984" y="44785"/>
                  <a:pt x="354513" y="42494"/>
                  <a:pt x="356176" y="40445"/>
                </a:cubicBezTo>
                <a:cubicBezTo>
                  <a:pt x="357839" y="38396"/>
                  <a:pt x="359771" y="36658"/>
                  <a:pt x="361970" y="35230"/>
                </a:cubicBezTo>
                <a:cubicBezTo>
                  <a:pt x="364170" y="33801"/>
                  <a:pt x="366691" y="32696"/>
                  <a:pt x="369535" y="31915"/>
                </a:cubicBezTo>
                <a:cubicBezTo>
                  <a:pt x="372378" y="31132"/>
                  <a:pt x="375678" y="30741"/>
                  <a:pt x="379433" y="30741"/>
                </a:cubicBezTo>
                <a:cubicBezTo>
                  <a:pt x="384261" y="30741"/>
                  <a:pt x="388419" y="31331"/>
                  <a:pt x="391906" y="32511"/>
                </a:cubicBezTo>
                <a:cubicBezTo>
                  <a:pt x="395393" y="33691"/>
                  <a:pt x="398264" y="35515"/>
                  <a:pt x="400517" y="37983"/>
                </a:cubicBezTo>
                <a:cubicBezTo>
                  <a:pt x="402770" y="40451"/>
                  <a:pt x="404420" y="43630"/>
                  <a:pt x="405466" y="47519"/>
                </a:cubicBezTo>
                <a:cubicBezTo>
                  <a:pt x="406512" y="51409"/>
                  <a:pt x="407035" y="56036"/>
                  <a:pt x="407035" y="61401"/>
                </a:cubicBezTo>
                <a:lnTo>
                  <a:pt x="407035" y="119422"/>
                </a:lnTo>
                <a:lnTo>
                  <a:pt x="392470" y="119422"/>
                </a:lnTo>
                <a:close/>
                <a:moveTo>
                  <a:pt x="439923" y="78863"/>
                </a:moveTo>
                <a:cubicBezTo>
                  <a:pt x="439923" y="83424"/>
                  <a:pt x="440392" y="87622"/>
                  <a:pt x="441331" y="91457"/>
                </a:cubicBezTo>
                <a:cubicBezTo>
                  <a:pt x="442270" y="95293"/>
                  <a:pt x="443718" y="98593"/>
                  <a:pt x="445677" y="101356"/>
                </a:cubicBezTo>
                <a:cubicBezTo>
                  <a:pt x="447635" y="104118"/>
                  <a:pt x="450143" y="106264"/>
                  <a:pt x="453201" y="107793"/>
                </a:cubicBezTo>
                <a:cubicBezTo>
                  <a:pt x="456259" y="109322"/>
                  <a:pt x="459934" y="110087"/>
                  <a:pt x="464226" y="110087"/>
                </a:cubicBezTo>
                <a:cubicBezTo>
                  <a:pt x="470503" y="110087"/>
                  <a:pt x="475532" y="108826"/>
                  <a:pt x="479314" y="106305"/>
                </a:cubicBezTo>
                <a:cubicBezTo>
                  <a:pt x="483097" y="103783"/>
                  <a:pt x="485658" y="100591"/>
                  <a:pt x="486999" y="96728"/>
                </a:cubicBezTo>
                <a:lnTo>
                  <a:pt x="499714" y="100362"/>
                </a:lnTo>
                <a:cubicBezTo>
                  <a:pt x="498802" y="102785"/>
                  <a:pt x="497528" y="105221"/>
                  <a:pt x="495892" y="107670"/>
                </a:cubicBezTo>
                <a:cubicBezTo>
                  <a:pt x="494255" y="110118"/>
                  <a:pt x="492069" y="112324"/>
                  <a:pt x="489333" y="114289"/>
                </a:cubicBezTo>
                <a:cubicBezTo>
                  <a:pt x="486597" y="116254"/>
                  <a:pt x="483177" y="117869"/>
                  <a:pt x="479073" y="119135"/>
                </a:cubicBezTo>
                <a:cubicBezTo>
                  <a:pt x="474969" y="120399"/>
                  <a:pt x="470020" y="121031"/>
                  <a:pt x="464226" y="121031"/>
                </a:cubicBezTo>
                <a:cubicBezTo>
                  <a:pt x="451350" y="121031"/>
                  <a:pt x="441546" y="117195"/>
                  <a:pt x="434813" y="109524"/>
                </a:cubicBezTo>
                <a:cubicBezTo>
                  <a:pt x="428080" y="101852"/>
                  <a:pt x="424713" y="90451"/>
                  <a:pt x="424713" y="75323"/>
                </a:cubicBezTo>
                <a:cubicBezTo>
                  <a:pt x="424713" y="67168"/>
                  <a:pt x="425733" y="60261"/>
                  <a:pt x="427771" y="54601"/>
                </a:cubicBezTo>
                <a:cubicBezTo>
                  <a:pt x="429810" y="48941"/>
                  <a:pt x="432600" y="44341"/>
                  <a:pt x="436141" y="40800"/>
                </a:cubicBezTo>
                <a:cubicBezTo>
                  <a:pt x="439681" y="37259"/>
                  <a:pt x="443812" y="34697"/>
                  <a:pt x="448533" y="33115"/>
                </a:cubicBezTo>
                <a:cubicBezTo>
                  <a:pt x="453255" y="31532"/>
                  <a:pt x="458297" y="30741"/>
                  <a:pt x="463662" y="30741"/>
                </a:cubicBezTo>
                <a:cubicBezTo>
                  <a:pt x="470959" y="30741"/>
                  <a:pt x="477061" y="31919"/>
                  <a:pt x="481970" y="34276"/>
                </a:cubicBezTo>
                <a:cubicBezTo>
                  <a:pt x="486879" y="36632"/>
                  <a:pt x="490822" y="39885"/>
                  <a:pt x="493799" y="44036"/>
                </a:cubicBezTo>
                <a:cubicBezTo>
                  <a:pt x="496777" y="48187"/>
                  <a:pt x="498896" y="53075"/>
                  <a:pt x="500157" y="58700"/>
                </a:cubicBezTo>
                <a:cubicBezTo>
                  <a:pt x="501418" y="64323"/>
                  <a:pt x="502048" y="70401"/>
                  <a:pt x="502048" y="76935"/>
                </a:cubicBezTo>
                <a:lnTo>
                  <a:pt x="502048" y="78863"/>
                </a:lnTo>
                <a:lnTo>
                  <a:pt x="439923" y="78863"/>
                </a:lnTo>
                <a:moveTo>
                  <a:pt x="487080" y="67758"/>
                </a:moveTo>
                <a:cubicBezTo>
                  <a:pt x="486275" y="58640"/>
                  <a:pt x="483941" y="51988"/>
                  <a:pt x="480079" y="47803"/>
                </a:cubicBezTo>
                <a:cubicBezTo>
                  <a:pt x="476216" y="43617"/>
                  <a:pt x="470663" y="41524"/>
                  <a:pt x="463421" y="41524"/>
                </a:cubicBezTo>
                <a:cubicBezTo>
                  <a:pt x="461007" y="41524"/>
                  <a:pt x="458472" y="41910"/>
                  <a:pt x="455816" y="42683"/>
                </a:cubicBezTo>
                <a:cubicBezTo>
                  <a:pt x="453161" y="43456"/>
                  <a:pt x="450706" y="44829"/>
                  <a:pt x="448453" y="46802"/>
                </a:cubicBezTo>
                <a:cubicBezTo>
                  <a:pt x="446200" y="48776"/>
                  <a:pt x="444295" y="51456"/>
                  <a:pt x="442739" y="54842"/>
                </a:cubicBezTo>
                <a:cubicBezTo>
                  <a:pt x="441184" y="58227"/>
                  <a:pt x="440298" y="62532"/>
                  <a:pt x="440084" y="67758"/>
                </a:cubicBezTo>
                <a:lnTo>
                  <a:pt x="487080" y="67758"/>
                </a:lnTo>
                <a:close/>
                <a:moveTo>
                  <a:pt x="603821" y="119422"/>
                </a:moveTo>
                <a:lnTo>
                  <a:pt x="587002" y="119422"/>
                </a:lnTo>
                <a:lnTo>
                  <a:pt x="573080" y="63252"/>
                </a:lnTo>
                <a:cubicBezTo>
                  <a:pt x="572651" y="61803"/>
                  <a:pt x="572208" y="60006"/>
                  <a:pt x="571752" y="57860"/>
                </a:cubicBezTo>
                <a:cubicBezTo>
                  <a:pt x="571296" y="55714"/>
                  <a:pt x="570854" y="53622"/>
                  <a:pt x="570424" y="51583"/>
                </a:cubicBezTo>
                <a:cubicBezTo>
                  <a:pt x="569888" y="49223"/>
                  <a:pt x="569378" y="46782"/>
                  <a:pt x="568895" y="44260"/>
                </a:cubicBezTo>
                <a:cubicBezTo>
                  <a:pt x="568413" y="46674"/>
                  <a:pt x="567903" y="49062"/>
                  <a:pt x="567366" y="51422"/>
                </a:cubicBezTo>
                <a:cubicBezTo>
                  <a:pt x="566937" y="53461"/>
                  <a:pt x="566468" y="55580"/>
                  <a:pt x="565958" y="57779"/>
                </a:cubicBezTo>
                <a:cubicBezTo>
                  <a:pt x="565448" y="59979"/>
                  <a:pt x="564979" y="61910"/>
                  <a:pt x="564550" y="63574"/>
                </a:cubicBezTo>
                <a:lnTo>
                  <a:pt x="550226" y="119422"/>
                </a:lnTo>
                <a:lnTo>
                  <a:pt x="533487" y="119422"/>
                </a:lnTo>
                <a:lnTo>
                  <a:pt x="509104" y="32350"/>
                </a:lnTo>
                <a:lnTo>
                  <a:pt x="523428" y="32350"/>
                </a:lnTo>
                <a:lnTo>
                  <a:pt x="538155" y="91498"/>
                </a:lnTo>
                <a:cubicBezTo>
                  <a:pt x="538530" y="92732"/>
                  <a:pt x="538906" y="94247"/>
                  <a:pt x="539281" y="96044"/>
                </a:cubicBezTo>
                <a:cubicBezTo>
                  <a:pt x="539657" y="97842"/>
                  <a:pt x="540032" y="99599"/>
                  <a:pt x="540408" y="101315"/>
                </a:cubicBezTo>
                <a:cubicBezTo>
                  <a:pt x="540784" y="103300"/>
                  <a:pt x="541186" y="105339"/>
                  <a:pt x="541615" y="107431"/>
                </a:cubicBezTo>
                <a:cubicBezTo>
                  <a:pt x="542044" y="105393"/>
                  <a:pt x="542500" y="103408"/>
                  <a:pt x="542983" y="101476"/>
                </a:cubicBezTo>
                <a:cubicBezTo>
                  <a:pt x="543412" y="99813"/>
                  <a:pt x="543842" y="98123"/>
                  <a:pt x="544271" y="96406"/>
                </a:cubicBezTo>
                <a:cubicBezTo>
                  <a:pt x="544700" y="94690"/>
                  <a:pt x="545075" y="93268"/>
                  <a:pt x="545397" y="92141"/>
                </a:cubicBezTo>
                <a:lnTo>
                  <a:pt x="561170" y="32350"/>
                </a:lnTo>
                <a:lnTo>
                  <a:pt x="576701" y="32350"/>
                </a:lnTo>
                <a:lnTo>
                  <a:pt x="591911" y="92141"/>
                </a:lnTo>
                <a:cubicBezTo>
                  <a:pt x="592286" y="93536"/>
                  <a:pt x="592689" y="95119"/>
                  <a:pt x="593118" y="96889"/>
                </a:cubicBezTo>
                <a:cubicBezTo>
                  <a:pt x="593547" y="98660"/>
                  <a:pt x="593949" y="100323"/>
                  <a:pt x="594325" y="101879"/>
                </a:cubicBezTo>
                <a:cubicBezTo>
                  <a:pt x="594754" y="103703"/>
                  <a:pt x="595183" y="105554"/>
                  <a:pt x="595612" y="107431"/>
                </a:cubicBezTo>
                <a:cubicBezTo>
                  <a:pt x="596042" y="105393"/>
                  <a:pt x="596471" y="103408"/>
                  <a:pt x="596900" y="101476"/>
                </a:cubicBezTo>
                <a:cubicBezTo>
                  <a:pt x="597275" y="99813"/>
                  <a:pt x="597664" y="98083"/>
                  <a:pt x="598067" y="96286"/>
                </a:cubicBezTo>
                <a:cubicBezTo>
                  <a:pt x="598469" y="94489"/>
                  <a:pt x="598858" y="92892"/>
                  <a:pt x="599234" y="91498"/>
                </a:cubicBezTo>
                <a:lnTo>
                  <a:pt x="614604" y="32350"/>
                </a:lnTo>
                <a:lnTo>
                  <a:pt x="628767" y="32350"/>
                </a:lnTo>
                <a:lnTo>
                  <a:pt x="603821" y="119422"/>
                </a:lnTo>
                <a:close/>
                <a:moveTo>
                  <a:pt x="685581" y="119422"/>
                </a:moveTo>
                <a:lnTo>
                  <a:pt x="685581" y="52629"/>
                </a:lnTo>
                <a:cubicBezTo>
                  <a:pt x="685581" y="50805"/>
                  <a:pt x="685568" y="48941"/>
                  <a:pt x="685541" y="47036"/>
                </a:cubicBezTo>
                <a:cubicBezTo>
                  <a:pt x="685514" y="45132"/>
                  <a:pt x="685474" y="43294"/>
                  <a:pt x="685420" y="41524"/>
                </a:cubicBezTo>
                <a:cubicBezTo>
                  <a:pt x="685366" y="39754"/>
                  <a:pt x="685313" y="38090"/>
                  <a:pt x="685259" y="36535"/>
                </a:cubicBezTo>
                <a:cubicBezTo>
                  <a:pt x="685205" y="34979"/>
                  <a:pt x="685152" y="33584"/>
                  <a:pt x="685098" y="32350"/>
                </a:cubicBezTo>
                <a:lnTo>
                  <a:pt x="698779" y="32350"/>
                </a:lnTo>
                <a:cubicBezTo>
                  <a:pt x="698832" y="33584"/>
                  <a:pt x="698899" y="34992"/>
                  <a:pt x="698980" y="36575"/>
                </a:cubicBezTo>
                <a:cubicBezTo>
                  <a:pt x="699060" y="38158"/>
                  <a:pt x="699141" y="39780"/>
                  <a:pt x="699221" y="41444"/>
                </a:cubicBezTo>
                <a:cubicBezTo>
                  <a:pt x="699302" y="43107"/>
                  <a:pt x="699355" y="44703"/>
                  <a:pt x="699382" y="46232"/>
                </a:cubicBezTo>
                <a:cubicBezTo>
                  <a:pt x="699409" y="47761"/>
                  <a:pt x="699422" y="49062"/>
                  <a:pt x="699422" y="50135"/>
                </a:cubicBezTo>
                <a:lnTo>
                  <a:pt x="699744" y="50135"/>
                </a:lnTo>
                <a:cubicBezTo>
                  <a:pt x="700764" y="46808"/>
                  <a:pt x="701850" y="43925"/>
                  <a:pt x="703003" y="41484"/>
                </a:cubicBezTo>
                <a:cubicBezTo>
                  <a:pt x="704157" y="39043"/>
                  <a:pt x="705511" y="37031"/>
                  <a:pt x="707067" y="35448"/>
                </a:cubicBezTo>
                <a:cubicBezTo>
                  <a:pt x="708623" y="33866"/>
                  <a:pt x="710474" y="32685"/>
                  <a:pt x="712620" y="31907"/>
                </a:cubicBezTo>
                <a:cubicBezTo>
                  <a:pt x="714766" y="31130"/>
                  <a:pt x="717368" y="30741"/>
                  <a:pt x="720426" y="30741"/>
                </a:cubicBezTo>
                <a:cubicBezTo>
                  <a:pt x="721606" y="30741"/>
                  <a:pt x="722733" y="30835"/>
                  <a:pt x="723806" y="31025"/>
                </a:cubicBezTo>
                <a:cubicBezTo>
                  <a:pt x="724879" y="31213"/>
                  <a:pt x="725710" y="31388"/>
                  <a:pt x="726300" y="31550"/>
                </a:cubicBezTo>
                <a:lnTo>
                  <a:pt x="726300" y="44904"/>
                </a:lnTo>
                <a:cubicBezTo>
                  <a:pt x="725335" y="44636"/>
                  <a:pt x="724208" y="44434"/>
                  <a:pt x="722920" y="44300"/>
                </a:cubicBezTo>
                <a:cubicBezTo>
                  <a:pt x="721633" y="44166"/>
                  <a:pt x="720184" y="44099"/>
                  <a:pt x="718575" y="44099"/>
                </a:cubicBezTo>
                <a:cubicBezTo>
                  <a:pt x="715249" y="44099"/>
                  <a:pt x="712419" y="44849"/>
                  <a:pt x="710085" y="46350"/>
                </a:cubicBezTo>
                <a:cubicBezTo>
                  <a:pt x="707751" y="47850"/>
                  <a:pt x="705847" y="49928"/>
                  <a:pt x="704371" y="52581"/>
                </a:cubicBezTo>
                <a:cubicBezTo>
                  <a:pt x="702896" y="55234"/>
                  <a:pt x="701810" y="58396"/>
                  <a:pt x="701112" y="62067"/>
                </a:cubicBezTo>
                <a:cubicBezTo>
                  <a:pt x="700415" y="65737"/>
                  <a:pt x="700066" y="69742"/>
                  <a:pt x="700066" y="74083"/>
                </a:cubicBezTo>
                <a:lnTo>
                  <a:pt x="700066" y="119422"/>
                </a:lnTo>
                <a:lnTo>
                  <a:pt x="685581" y="119422"/>
                </a:lnTo>
                <a:close/>
                <a:moveTo>
                  <a:pt x="762351" y="121031"/>
                </a:moveTo>
                <a:cubicBezTo>
                  <a:pt x="753606" y="121031"/>
                  <a:pt x="747034" y="118724"/>
                  <a:pt x="742635" y="114110"/>
                </a:cubicBezTo>
                <a:cubicBezTo>
                  <a:pt x="738236" y="109497"/>
                  <a:pt x="736036" y="103166"/>
                  <a:pt x="736036" y="95119"/>
                </a:cubicBezTo>
                <a:cubicBezTo>
                  <a:pt x="736036" y="89378"/>
                  <a:pt x="737122" y="84671"/>
                  <a:pt x="739295" y="80996"/>
                </a:cubicBezTo>
                <a:cubicBezTo>
                  <a:pt x="741468" y="77321"/>
                  <a:pt x="744311" y="74437"/>
                  <a:pt x="747825" y="72345"/>
                </a:cubicBezTo>
                <a:cubicBezTo>
                  <a:pt x="751339" y="70253"/>
                  <a:pt x="755350" y="68804"/>
                  <a:pt x="759856" y="68000"/>
                </a:cubicBezTo>
                <a:cubicBezTo>
                  <a:pt x="764363" y="67195"/>
                  <a:pt x="768949" y="66739"/>
                  <a:pt x="773617" y="66632"/>
                </a:cubicBezTo>
                <a:lnTo>
                  <a:pt x="793172" y="66310"/>
                </a:lnTo>
                <a:lnTo>
                  <a:pt x="793172" y="61577"/>
                </a:lnTo>
                <a:cubicBezTo>
                  <a:pt x="793172" y="57994"/>
                  <a:pt x="792796" y="54946"/>
                  <a:pt x="792045" y="52433"/>
                </a:cubicBezTo>
                <a:cubicBezTo>
                  <a:pt x="791294" y="49920"/>
                  <a:pt x="790141" y="47888"/>
                  <a:pt x="788585" y="46337"/>
                </a:cubicBezTo>
                <a:cubicBezTo>
                  <a:pt x="787029" y="44786"/>
                  <a:pt x="785084" y="43651"/>
                  <a:pt x="782751" y="42930"/>
                </a:cubicBezTo>
                <a:cubicBezTo>
                  <a:pt x="780417" y="42207"/>
                  <a:pt x="777667" y="41846"/>
                  <a:pt x="774502" y="41846"/>
                </a:cubicBezTo>
                <a:cubicBezTo>
                  <a:pt x="771712" y="41846"/>
                  <a:pt x="769191" y="42045"/>
                  <a:pt x="766938" y="42442"/>
                </a:cubicBezTo>
                <a:cubicBezTo>
                  <a:pt x="764684" y="42839"/>
                  <a:pt x="762726" y="43555"/>
                  <a:pt x="761063" y="44589"/>
                </a:cubicBezTo>
                <a:cubicBezTo>
                  <a:pt x="759400" y="45624"/>
                  <a:pt x="758059" y="47030"/>
                  <a:pt x="757040" y="48807"/>
                </a:cubicBezTo>
                <a:cubicBezTo>
                  <a:pt x="756020" y="50582"/>
                  <a:pt x="755350" y="52822"/>
                  <a:pt x="755028" y="55526"/>
                </a:cubicBezTo>
                <a:lnTo>
                  <a:pt x="739899" y="54163"/>
                </a:lnTo>
                <a:cubicBezTo>
                  <a:pt x="740435" y="50740"/>
                  <a:pt x="741455" y="47598"/>
                  <a:pt x="742957" y="44738"/>
                </a:cubicBezTo>
                <a:cubicBezTo>
                  <a:pt x="744459" y="41876"/>
                  <a:pt x="746591" y="39403"/>
                  <a:pt x="749354" y="37319"/>
                </a:cubicBezTo>
                <a:cubicBezTo>
                  <a:pt x="752117" y="35234"/>
                  <a:pt x="755578" y="33616"/>
                  <a:pt x="759735" y="32466"/>
                </a:cubicBezTo>
                <a:cubicBezTo>
                  <a:pt x="763893" y="31316"/>
                  <a:pt x="768923" y="30741"/>
                  <a:pt x="774824" y="30741"/>
                </a:cubicBezTo>
                <a:cubicBezTo>
                  <a:pt x="785768" y="30741"/>
                  <a:pt x="794003" y="33246"/>
                  <a:pt x="799529" y="38257"/>
                </a:cubicBezTo>
                <a:cubicBezTo>
                  <a:pt x="805055" y="43268"/>
                  <a:pt x="807818" y="50517"/>
                  <a:pt x="807818" y="60003"/>
                </a:cubicBezTo>
                <a:lnTo>
                  <a:pt x="807818" y="97465"/>
                </a:lnTo>
                <a:cubicBezTo>
                  <a:pt x="807818" y="101754"/>
                  <a:pt x="808381" y="104984"/>
                  <a:pt x="809508" y="107155"/>
                </a:cubicBezTo>
                <a:cubicBezTo>
                  <a:pt x="810634" y="109324"/>
                  <a:pt x="812780" y="110409"/>
                  <a:pt x="815946" y="110409"/>
                </a:cubicBezTo>
                <a:cubicBezTo>
                  <a:pt x="816750" y="110409"/>
                  <a:pt x="817555" y="110355"/>
                  <a:pt x="818360" y="110248"/>
                </a:cubicBezTo>
                <a:cubicBezTo>
                  <a:pt x="819165" y="110140"/>
                  <a:pt x="819942" y="110006"/>
                  <a:pt x="820694" y="109845"/>
                </a:cubicBezTo>
                <a:lnTo>
                  <a:pt x="820694" y="118929"/>
                </a:lnTo>
                <a:cubicBezTo>
                  <a:pt x="818869" y="119361"/>
                  <a:pt x="817059" y="119686"/>
                  <a:pt x="815262" y="119902"/>
                </a:cubicBezTo>
                <a:cubicBezTo>
                  <a:pt x="813464" y="120118"/>
                  <a:pt x="811546" y="120226"/>
                  <a:pt x="809508" y="120226"/>
                </a:cubicBezTo>
                <a:cubicBezTo>
                  <a:pt x="806772" y="120226"/>
                  <a:pt x="804425" y="119863"/>
                  <a:pt x="802466" y="119135"/>
                </a:cubicBezTo>
                <a:cubicBezTo>
                  <a:pt x="800508" y="118407"/>
                  <a:pt x="798912" y="117303"/>
                  <a:pt x="797678" y="115821"/>
                </a:cubicBezTo>
                <a:cubicBezTo>
                  <a:pt x="796444" y="114338"/>
                  <a:pt x="795506" y="112506"/>
                  <a:pt x="794862" y="110323"/>
                </a:cubicBezTo>
                <a:cubicBezTo>
                  <a:pt x="794218" y="108140"/>
                  <a:pt x="793816" y="105594"/>
                  <a:pt x="793655" y="102683"/>
                </a:cubicBezTo>
                <a:lnTo>
                  <a:pt x="793172" y="102683"/>
                </a:lnTo>
                <a:cubicBezTo>
                  <a:pt x="791616" y="105485"/>
                  <a:pt x="789913" y="108017"/>
                  <a:pt x="788062" y="110280"/>
                </a:cubicBezTo>
                <a:cubicBezTo>
                  <a:pt x="786211" y="112544"/>
                  <a:pt x="784052" y="114470"/>
                  <a:pt x="781584" y="116059"/>
                </a:cubicBezTo>
                <a:cubicBezTo>
                  <a:pt x="779116" y="117649"/>
                  <a:pt x="776313" y="118874"/>
                  <a:pt x="773174" y="119736"/>
                </a:cubicBezTo>
                <a:cubicBezTo>
                  <a:pt x="770036" y="120599"/>
                  <a:pt x="766428" y="121031"/>
                  <a:pt x="762351" y="121031"/>
                </a:cubicBezTo>
                <a:moveTo>
                  <a:pt x="765650" y="110087"/>
                </a:moveTo>
                <a:cubicBezTo>
                  <a:pt x="770264" y="110087"/>
                  <a:pt x="774301" y="109244"/>
                  <a:pt x="777761" y="107559"/>
                </a:cubicBezTo>
                <a:cubicBezTo>
                  <a:pt x="781222" y="105873"/>
                  <a:pt x="784092" y="103719"/>
                  <a:pt x="786372" y="101097"/>
                </a:cubicBezTo>
                <a:cubicBezTo>
                  <a:pt x="788652" y="98473"/>
                  <a:pt x="790355" y="95609"/>
                  <a:pt x="791482" y="92506"/>
                </a:cubicBezTo>
                <a:cubicBezTo>
                  <a:pt x="792609" y="89401"/>
                  <a:pt x="793172" y="86430"/>
                  <a:pt x="793172" y="83594"/>
                </a:cubicBezTo>
                <a:lnTo>
                  <a:pt x="793172" y="76449"/>
                </a:lnTo>
                <a:lnTo>
                  <a:pt x="777319" y="76771"/>
                </a:lnTo>
                <a:cubicBezTo>
                  <a:pt x="773778" y="76825"/>
                  <a:pt x="770411" y="77079"/>
                  <a:pt x="767219" y="77533"/>
                </a:cubicBezTo>
                <a:cubicBezTo>
                  <a:pt x="764027" y="77987"/>
                  <a:pt x="761224" y="78884"/>
                  <a:pt x="758810" y="80224"/>
                </a:cubicBezTo>
                <a:cubicBezTo>
                  <a:pt x="756396" y="81562"/>
                  <a:pt x="754478" y="83435"/>
                  <a:pt x="753056" y="85844"/>
                </a:cubicBezTo>
                <a:cubicBezTo>
                  <a:pt x="751634" y="88252"/>
                  <a:pt x="750924" y="91409"/>
                  <a:pt x="750924" y="95315"/>
                </a:cubicBezTo>
                <a:cubicBezTo>
                  <a:pt x="750924" y="100024"/>
                  <a:pt x="752198" y="103664"/>
                  <a:pt x="754746" y="106234"/>
                </a:cubicBezTo>
                <a:cubicBezTo>
                  <a:pt x="757294" y="108803"/>
                  <a:pt x="760929" y="110087"/>
                  <a:pt x="765650" y="110087"/>
                </a:cubicBezTo>
                <a:close/>
                <a:moveTo>
                  <a:pt x="882471" y="119422"/>
                </a:moveTo>
                <a:lnTo>
                  <a:pt x="882471" y="64275"/>
                </a:lnTo>
                <a:cubicBezTo>
                  <a:pt x="882471" y="60040"/>
                  <a:pt x="882203" y="56503"/>
                  <a:pt x="881667" y="53663"/>
                </a:cubicBezTo>
                <a:cubicBezTo>
                  <a:pt x="881130" y="50823"/>
                  <a:pt x="880231" y="48532"/>
                  <a:pt x="878971" y="46790"/>
                </a:cubicBezTo>
                <a:cubicBezTo>
                  <a:pt x="877710" y="45048"/>
                  <a:pt x="876060" y="43816"/>
                  <a:pt x="874022" y="43093"/>
                </a:cubicBezTo>
                <a:cubicBezTo>
                  <a:pt x="871983" y="42369"/>
                  <a:pt x="869488" y="42007"/>
                  <a:pt x="866538" y="42007"/>
                </a:cubicBezTo>
                <a:cubicBezTo>
                  <a:pt x="863480" y="42007"/>
                  <a:pt x="860717" y="42610"/>
                  <a:pt x="858249" y="43817"/>
                </a:cubicBezTo>
                <a:cubicBezTo>
                  <a:pt x="855781" y="45023"/>
                  <a:pt x="853675" y="46765"/>
                  <a:pt x="851932" y="49043"/>
                </a:cubicBezTo>
                <a:cubicBezTo>
                  <a:pt x="850188" y="51320"/>
                  <a:pt x="848847" y="54133"/>
                  <a:pt x="847908" y="57483"/>
                </a:cubicBezTo>
                <a:cubicBezTo>
                  <a:pt x="846969" y="60832"/>
                  <a:pt x="846500" y="64678"/>
                  <a:pt x="846500" y="69018"/>
                </a:cubicBezTo>
                <a:lnTo>
                  <a:pt x="846500" y="119422"/>
                </a:lnTo>
                <a:lnTo>
                  <a:pt x="832095" y="119422"/>
                </a:lnTo>
                <a:lnTo>
                  <a:pt x="832095" y="50939"/>
                </a:lnTo>
                <a:cubicBezTo>
                  <a:pt x="832095" y="49115"/>
                  <a:pt x="832082" y="47197"/>
                  <a:pt x="832055" y="45185"/>
                </a:cubicBezTo>
                <a:cubicBezTo>
                  <a:pt x="832028" y="43174"/>
                  <a:pt x="831988" y="41269"/>
                  <a:pt x="831934" y="39472"/>
                </a:cubicBezTo>
                <a:cubicBezTo>
                  <a:pt x="831881" y="37675"/>
                  <a:pt x="831827" y="36132"/>
                  <a:pt x="831773" y="34845"/>
                </a:cubicBezTo>
                <a:cubicBezTo>
                  <a:pt x="831720" y="33557"/>
                  <a:pt x="831666" y="32726"/>
                  <a:pt x="831612" y="32350"/>
                </a:cubicBezTo>
                <a:lnTo>
                  <a:pt x="845293" y="32350"/>
                </a:lnTo>
                <a:cubicBezTo>
                  <a:pt x="845346" y="32620"/>
                  <a:pt x="845400" y="33348"/>
                  <a:pt x="845454" y="34535"/>
                </a:cubicBezTo>
                <a:cubicBezTo>
                  <a:pt x="845507" y="35721"/>
                  <a:pt x="845574" y="37082"/>
                  <a:pt x="845655" y="38619"/>
                </a:cubicBezTo>
                <a:cubicBezTo>
                  <a:pt x="845735" y="40157"/>
                  <a:pt x="845802" y="41722"/>
                  <a:pt x="845856" y="43315"/>
                </a:cubicBezTo>
                <a:cubicBezTo>
                  <a:pt x="845910" y="44906"/>
                  <a:pt x="845937" y="46240"/>
                  <a:pt x="845937" y="47318"/>
                </a:cubicBezTo>
                <a:lnTo>
                  <a:pt x="846178" y="47318"/>
                </a:lnTo>
                <a:cubicBezTo>
                  <a:pt x="847466" y="44785"/>
                  <a:pt x="848860" y="42494"/>
                  <a:pt x="850363" y="40445"/>
                </a:cubicBezTo>
                <a:cubicBezTo>
                  <a:pt x="851865" y="38396"/>
                  <a:pt x="853622" y="36658"/>
                  <a:pt x="855634" y="35230"/>
                </a:cubicBezTo>
                <a:cubicBezTo>
                  <a:pt x="857645" y="33801"/>
                  <a:pt x="859952" y="32696"/>
                  <a:pt x="862554" y="31915"/>
                </a:cubicBezTo>
                <a:cubicBezTo>
                  <a:pt x="865156" y="31132"/>
                  <a:pt x="868174" y="30741"/>
                  <a:pt x="871607" y="30741"/>
                </a:cubicBezTo>
                <a:cubicBezTo>
                  <a:pt x="878206" y="30741"/>
                  <a:pt x="883424" y="32062"/>
                  <a:pt x="887259" y="34704"/>
                </a:cubicBezTo>
                <a:cubicBezTo>
                  <a:pt x="891095" y="37344"/>
                  <a:pt x="893764" y="41549"/>
                  <a:pt x="895266" y="47318"/>
                </a:cubicBezTo>
                <a:lnTo>
                  <a:pt x="895508" y="47318"/>
                </a:lnTo>
                <a:cubicBezTo>
                  <a:pt x="896795" y="44785"/>
                  <a:pt x="898244" y="42494"/>
                  <a:pt x="899853" y="40445"/>
                </a:cubicBezTo>
                <a:cubicBezTo>
                  <a:pt x="901463" y="38396"/>
                  <a:pt x="903341" y="36658"/>
                  <a:pt x="905487" y="35230"/>
                </a:cubicBezTo>
                <a:cubicBezTo>
                  <a:pt x="907632" y="33801"/>
                  <a:pt x="910047" y="32696"/>
                  <a:pt x="912729" y="31915"/>
                </a:cubicBezTo>
                <a:cubicBezTo>
                  <a:pt x="915411" y="31132"/>
                  <a:pt x="918469" y="30741"/>
                  <a:pt x="921903" y="30741"/>
                </a:cubicBezTo>
                <a:cubicBezTo>
                  <a:pt x="926302" y="30741"/>
                  <a:pt x="930098" y="31331"/>
                  <a:pt x="933290" y="32511"/>
                </a:cubicBezTo>
                <a:cubicBezTo>
                  <a:pt x="936482" y="33691"/>
                  <a:pt x="939097" y="35515"/>
                  <a:pt x="941136" y="37983"/>
                </a:cubicBezTo>
                <a:cubicBezTo>
                  <a:pt x="943175" y="40451"/>
                  <a:pt x="944677" y="43630"/>
                  <a:pt x="945642" y="47519"/>
                </a:cubicBezTo>
                <a:cubicBezTo>
                  <a:pt x="946608" y="51409"/>
                  <a:pt x="947091" y="56036"/>
                  <a:pt x="947091" y="61401"/>
                </a:cubicBezTo>
                <a:lnTo>
                  <a:pt x="947091" y="119422"/>
                </a:lnTo>
                <a:lnTo>
                  <a:pt x="932767" y="119422"/>
                </a:lnTo>
                <a:lnTo>
                  <a:pt x="932767" y="64275"/>
                </a:lnTo>
                <a:cubicBezTo>
                  <a:pt x="932767" y="60040"/>
                  <a:pt x="932499" y="56503"/>
                  <a:pt x="931962" y="53663"/>
                </a:cubicBezTo>
                <a:cubicBezTo>
                  <a:pt x="931426" y="50823"/>
                  <a:pt x="930527" y="48532"/>
                  <a:pt x="929266" y="46790"/>
                </a:cubicBezTo>
                <a:cubicBezTo>
                  <a:pt x="928005" y="45048"/>
                  <a:pt x="926356" y="43816"/>
                  <a:pt x="924317" y="43093"/>
                </a:cubicBezTo>
                <a:cubicBezTo>
                  <a:pt x="922279" y="42369"/>
                  <a:pt x="919784" y="42007"/>
                  <a:pt x="916833" y="42007"/>
                </a:cubicBezTo>
                <a:cubicBezTo>
                  <a:pt x="913775" y="42007"/>
                  <a:pt x="911012" y="42584"/>
                  <a:pt x="908544" y="43737"/>
                </a:cubicBezTo>
                <a:cubicBezTo>
                  <a:pt x="906077" y="44889"/>
                  <a:pt x="903971" y="46590"/>
                  <a:pt x="902227" y="48842"/>
                </a:cubicBezTo>
                <a:cubicBezTo>
                  <a:pt x="900484" y="51092"/>
                  <a:pt x="899143" y="53905"/>
                  <a:pt x="898204" y="57282"/>
                </a:cubicBezTo>
                <a:cubicBezTo>
                  <a:pt x="897265" y="60658"/>
                  <a:pt x="896795" y="64570"/>
                  <a:pt x="896795" y="69018"/>
                </a:cubicBezTo>
                <a:lnTo>
                  <a:pt x="896795" y="119422"/>
                </a:lnTo>
                <a:lnTo>
                  <a:pt x="882471" y="119422"/>
                </a:lnTo>
                <a:close/>
                <a:moveTo>
                  <a:pt x="1042691" y="75443"/>
                </a:moveTo>
                <a:cubicBezTo>
                  <a:pt x="1042691" y="82047"/>
                  <a:pt x="1042155" y="88141"/>
                  <a:pt x="1041082" y="93726"/>
                </a:cubicBezTo>
                <a:cubicBezTo>
                  <a:pt x="1040009" y="99310"/>
                  <a:pt x="1038225" y="104117"/>
                  <a:pt x="1035730" y="108145"/>
                </a:cubicBezTo>
                <a:cubicBezTo>
                  <a:pt x="1033236" y="112172"/>
                  <a:pt x="1029936" y="115327"/>
                  <a:pt x="1025832" y="117609"/>
                </a:cubicBezTo>
                <a:cubicBezTo>
                  <a:pt x="1021728" y="119890"/>
                  <a:pt x="1016672" y="121031"/>
                  <a:pt x="1010663" y="121031"/>
                </a:cubicBezTo>
                <a:cubicBezTo>
                  <a:pt x="1004440" y="121031"/>
                  <a:pt x="998994" y="119845"/>
                  <a:pt x="994327" y="117473"/>
                </a:cubicBezTo>
                <a:cubicBezTo>
                  <a:pt x="989660" y="115099"/>
                  <a:pt x="986092" y="111215"/>
                  <a:pt x="983624" y="105822"/>
                </a:cubicBezTo>
                <a:lnTo>
                  <a:pt x="983222" y="105822"/>
                </a:lnTo>
                <a:cubicBezTo>
                  <a:pt x="983275" y="105929"/>
                  <a:pt x="983316" y="106414"/>
                  <a:pt x="983342" y="107275"/>
                </a:cubicBezTo>
                <a:cubicBezTo>
                  <a:pt x="983369" y="108137"/>
                  <a:pt x="983396" y="109214"/>
                  <a:pt x="983423" y="110507"/>
                </a:cubicBezTo>
                <a:cubicBezTo>
                  <a:pt x="983450" y="111798"/>
                  <a:pt x="983477" y="113237"/>
                  <a:pt x="983503" y="114825"/>
                </a:cubicBezTo>
                <a:cubicBezTo>
                  <a:pt x="983530" y="116412"/>
                  <a:pt x="983544" y="117987"/>
                  <a:pt x="983544" y="119547"/>
                </a:cubicBezTo>
                <a:lnTo>
                  <a:pt x="983544" y="153703"/>
                </a:lnTo>
                <a:lnTo>
                  <a:pt x="969059" y="153703"/>
                </a:lnTo>
                <a:lnTo>
                  <a:pt x="969059" y="50147"/>
                </a:lnTo>
                <a:cubicBezTo>
                  <a:pt x="969059" y="48053"/>
                  <a:pt x="969045" y="46040"/>
                  <a:pt x="969018" y="44107"/>
                </a:cubicBezTo>
                <a:cubicBezTo>
                  <a:pt x="968991" y="42174"/>
                  <a:pt x="968951" y="40416"/>
                  <a:pt x="968898" y="38833"/>
                </a:cubicBezTo>
                <a:cubicBezTo>
                  <a:pt x="968844" y="37249"/>
                  <a:pt x="968790" y="35893"/>
                  <a:pt x="968737" y="34767"/>
                </a:cubicBezTo>
                <a:cubicBezTo>
                  <a:pt x="968683" y="33638"/>
                  <a:pt x="968629" y="32833"/>
                  <a:pt x="968576" y="32350"/>
                </a:cubicBezTo>
                <a:lnTo>
                  <a:pt x="982578" y="32350"/>
                </a:lnTo>
                <a:cubicBezTo>
                  <a:pt x="982632" y="32511"/>
                  <a:pt x="982699" y="33074"/>
                  <a:pt x="982779" y="34040"/>
                </a:cubicBezTo>
                <a:cubicBezTo>
                  <a:pt x="982860" y="35006"/>
                  <a:pt x="982940" y="36173"/>
                  <a:pt x="983021" y="37541"/>
                </a:cubicBezTo>
                <a:cubicBezTo>
                  <a:pt x="983101" y="38909"/>
                  <a:pt x="983182" y="40371"/>
                  <a:pt x="983262" y="41926"/>
                </a:cubicBezTo>
                <a:cubicBezTo>
                  <a:pt x="983342" y="43482"/>
                  <a:pt x="983383" y="44957"/>
                  <a:pt x="983383" y="46352"/>
                </a:cubicBezTo>
                <a:lnTo>
                  <a:pt x="983705" y="46352"/>
                </a:lnTo>
                <a:cubicBezTo>
                  <a:pt x="985046" y="43548"/>
                  <a:pt x="986575" y="41161"/>
                  <a:pt x="988292" y="39193"/>
                </a:cubicBezTo>
                <a:cubicBezTo>
                  <a:pt x="990008" y="37225"/>
                  <a:pt x="991966" y="35607"/>
                  <a:pt x="994166" y="34339"/>
                </a:cubicBezTo>
                <a:cubicBezTo>
                  <a:pt x="996366" y="33072"/>
                  <a:pt x="998820" y="32156"/>
                  <a:pt x="1001529" y="31591"/>
                </a:cubicBezTo>
                <a:cubicBezTo>
                  <a:pt x="1004239" y="31024"/>
                  <a:pt x="1007283" y="30741"/>
                  <a:pt x="1010663" y="30741"/>
                </a:cubicBezTo>
                <a:cubicBezTo>
                  <a:pt x="1016672" y="30741"/>
                  <a:pt x="1021728" y="31814"/>
                  <a:pt x="1025832" y="33962"/>
                </a:cubicBezTo>
                <a:cubicBezTo>
                  <a:pt x="1029936" y="36110"/>
                  <a:pt x="1033236" y="39130"/>
                  <a:pt x="1035730" y="43023"/>
                </a:cubicBezTo>
                <a:cubicBezTo>
                  <a:pt x="1038225" y="46916"/>
                  <a:pt x="1040009" y="51614"/>
                  <a:pt x="1041082" y="57118"/>
                </a:cubicBezTo>
                <a:cubicBezTo>
                  <a:pt x="1042155" y="62622"/>
                  <a:pt x="1042691" y="68731"/>
                  <a:pt x="1042691" y="75443"/>
                </a:cubicBezTo>
                <a:moveTo>
                  <a:pt x="1027482" y="75765"/>
                </a:moveTo>
                <a:cubicBezTo>
                  <a:pt x="1027482" y="70407"/>
                  <a:pt x="1027160" y="65638"/>
                  <a:pt x="1026516" y="61459"/>
                </a:cubicBezTo>
                <a:cubicBezTo>
                  <a:pt x="1025872" y="57279"/>
                  <a:pt x="1024759" y="53742"/>
                  <a:pt x="1023177" y="50849"/>
                </a:cubicBezTo>
                <a:cubicBezTo>
                  <a:pt x="1021594" y="47955"/>
                  <a:pt x="1019488" y="45758"/>
                  <a:pt x="1016859" y="44258"/>
                </a:cubicBezTo>
                <a:cubicBezTo>
                  <a:pt x="1014231" y="42757"/>
                  <a:pt x="1010931" y="42007"/>
                  <a:pt x="1006961" y="42007"/>
                </a:cubicBezTo>
                <a:cubicBezTo>
                  <a:pt x="1003742" y="42007"/>
                  <a:pt x="1000711" y="42463"/>
                  <a:pt x="997868" y="43375"/>
                </a:cubicBezTo>
                <a:cubicBezTo>
                  <a:pt x="995024" y="44285"/>
                  <a:pt x="992543" y="46026"/>
                  <a:pt x="990424" y="48598"/>
                </a:cubicBezTo>
                <a:cubicBezTo>
                  <a:pt x="988305" y="51170"/>
                  <a:pt x="986628" y="54720"/>
                  <a:pt x="985395" y="59248"/>
                </a:cubicBezTo>
                <a:cubicBezTo>
                  <a:pt x="984161" y="63776"/>
                  <a:pt x="983544" y="69658"/>
                  <a:pt x="983544" y="76892"/>
                </a:cubicBezTo>
                <a:cubicBezTo>
                  <a:pt x="983544" y="83053"/>
                  <a:pt x="984053" y="88264"/>
                  <a:pt x="985073" y="92524"/>
                </a:cubicBezTo>
                <a:cubicBezTo>
                  <a:pt x="986092" y="96784"/>
                  <a:pt x="987581" y="100227"/>
                  <a:pt x="989539" y="102854"/>
                </a:cubicBezTo>
                <a:cubicBezTo>
                  <a:pt x="991497" y="105480"/>
                  <a:pt x="993925" y="107368"/>
                  <a:pt x="996822" y="108520"/>
                </a:cubicBezTo>
                <a:cubicBezTo>
                  <a:pt x="999719" y="109672"/>
                  <a:pt x="1003045" y="110248"/>
                  <a:pt x="1006800" y="110248"/>
                </a:cubicBezTo>
                <a:cubicBezTo>
                  <a:pt x="1010824" y="110248"/>
                  <a:pt x="1014164" y="109471"/>
                  <a:pt x="1016819" y="107917"/>
                </a:cubicBezTo>
                <a:cubicBezTo>
                  <a:pt x="1019475" y="106362"/>
                  <a:pt x="1021594" y="104112"/>
                  <a:pt x="1023177" y="101164"/>
                </a:cubicBezTo>
                <a:cubicBezTo>
                  <a:pt x="1024759" y="98217"/>
                  <a:pt x="1025872" y="94613"/>
                  <a:pt x="1026516" y="90353"/>
                </a:cubicBezTo>
                <a:cubicBezTo>
                  <a:pt x="1027160" y="86093"/>
                  <a:pt x="1027482" y="81231"/>
                  <a:pt x="1027482" y="75765"/>
                </a:cubicBezTo>
                <a:close/>
                <a:moveTo>
                  <a:pt x="1189878" y="119422"/>
                </a:moveTo>
                <a:lnTo>
                  <a:pt x="1173060" y="119422"/>
                </a:lnTo>
                <a:lnTo>
                  <a:pt x="1159138" y="63252"/>
                </a:lnTo>
                <a:cubicBezTo>
                  <a:pt x="1158709" y="61803"/>
                  <a:pt x="1158266" y="60006"/>
                  <a:pt x="1157810" y="57860"/>
                </a:cubicBezTo>
                <a:cubicBezTo>
                  <a:pt x="1157354" y="55714"/>
                  <a:pt x="1156911" y="53622"/>
                  <a:pt x="1156482" y="51583"/>
                </a:cubicBezTo>
                <a:cubicBezTo>
                  <a:pt x="1155946" y="49223"/>
                  <a:pt x="1155436" y="46782"/>
                  <a:pt x="1154953" y="44260"/>
                </a:cubicBezTo>
                <a:cubicBezTo>
                  <a:pt x="1154470" y="46674"/>
                  <a:pt x="1153961" y="49062"/>
                  <a:pt x="1153424" y="51422"/>
                </a:cubicBezTo>
                <a:cubicBezTo>
                  <a:pt x="1152995" y="53461"/>
                  <a:pt x="1152526" y="55580"/>
                  <a:pt x="1152016" y="57779"/>
                </a:cubicBezTo>
                <a:cubicBezTo>
                  <a:pt x="1151506" y="59979"/>
                  <a:pt x="1151037" y="61910"/>
                  <a:pt x="1150608" y="63574"/>
                </a:cubicBezTo>
                <a:lnTo>
                  <a:pt x="1136284" y="119422"/>
                </a:lnTo>
                <a:lnTo>
                  <a:pt x="1119545" y="119422"/>
                </a:lnTo>
                <a:lnTo>
                  <a:pt x="1095162" y="32350"/>
                </a:lnTo>
                <a:lnTo>
                  <a:pt x="1109486" y="32350"/>
                </a:lnTo>
                <a:lnTo>
                  <a:pt x="1124213" y="91498"/>
                </a:lnTo>
                <a:cubicBezTo>
                  <a:pt x="1124588" y="92732"/>
                  <a:pt x="1124964" y="94247"/>
                  <a:pt x="1125339" y="96044"/>
                </a:cubicBezTo>
                <a:cubicBezTo>
                  <a:pt x="1125715" y="97842"/>
                  <a:pt x="1126090" y="99599"/>
                  <a:pt x="1126466" y="101315"/>
                </a:cubicBezTo>
                <a:cubicBezTo>
                  <a:pt x="1126841" y="103300"/>
                  <a:pt x="1127244" y="105339"/>
                  <a:pt x="1127673" y="107431"/>
                </a:cubicBezTo>
                <a:cubicBezTo>
                  <a:pt x="1128102" y="105393"/>
                  <a:pt x="1128558" y="103408"/>
                  <a:pt x="1129041" y="101476"/>
                </a:cubicBezTo>
                <a:cubicBezTo>
                  <a:pt x="1129470" y="99813"/>
                  <a:pt x="1129899" y="98123"/>
                  <a:pt x="1130329" y="96406"/>
                </a:cubicBezTo>
                <a:cubicBezTo>
                  <a:pt x="1130758" y="94690"/>
                  <a:pt x="1131133" y="93268"/>
                  <a:pt x="1131455" y="92141"/>
                </a:cubicBezTo>
                <a:lnTo>
                  <a:pt x="1147228" y="32350"/>
                </a:lnTo>
                <a:lnTo>
                  <a:pt x="1162759" y="32350"/>
                </a:lnTo>
                <a:lnTo>
                  <a:pt x="1177968" y="92141"/>
                </a:lnTo>
                <a:cubicBezTo>
                  <a:pt x="1178344" y="93536"/>
                  <a:pt x="1178746" y="95119"/>
                  <a:pt x="1179176" y="96889"/>
                </a:cubicBezTo>
                <a:cubicBezTo>
                  <a:pt x="1179605" y="98660"/>
                  <a:pt x="1180007" y="100323"/>
                  <a:pt x="1180383" y="101879"/>
                </a:cubicBezTo>
                <a:cubicBezTo>
                  <a:pt x="1180812" y="103703"/>
                  <a:pt x="1181241" y="105554"/>
                  <a:pt x="1181670" y="107431"/>
                </a:cubicBezTo>
                <a:cubicBezTo>
                  <a:pt x="1182099" y="105393"/>
                  <a:pt x="1182529" y="103408"/>
                  <a:pt x="1182958" y="101476"/>
                </a:cubicBezTo>
                <a:cubicBezTo>
                  <a:pt x="1183333" y="99813"/>
                  <a:pt x="1183722" y="98083"/>
                  <a:pt x="1184125" y="96286"/>
                </a:cubicBezTo>
                <a:cubicBezTo>
                  <a:pt x="1184527" y="94489"/>
                  <a:pt x="1184916" y="92892"/>
                  <a:pt x="1185291" y="91498"/>
                </a:cubicBezTo>
                <a:lnTo>
                  <a:pt x="1200662" y="32350"/>
                </a:lnTo>
                <a:lnTo>
                  <a:pt x="1214825" y="32350"/>
                </a:lnTo>
                <a:lnTo>
                  <a:pt x="1189878" y="119422"/>
                </a:lnTo>
                <a:close/>
                <a:moveTo>
                  <a:pt x="1225420" y="13841"/>
                </a:moveTo>
                <a:lnTo>
                  <a:pt x="1225420" y="0"/>
                </a:lnTo>
                <a:lnTo>
                  <a:pt x="1239905" y="0"/>
                </a:lnTo>
                <a:lnTo>
                  <a:pt x="1239905" y="13841"/>
                </a:lnTo>
                <a:lnTo>
                  <a:pt x="1225420" y="13841"/>
                </a:lnTo>
                <a:moveTo>
                  <a:pt x="1225420" y="119422"/>
                </a:moveTo>
                <a:lnTo>
                  <a:pt x="1225420" y="32350"/>
                </a:lnTo>
                <a:lnTo>
                  <a:pt x="1239905" y="32350"/>
                </a:lnTo>
                <a:lnTo>
                  <a:pt x="1239905" y="119422"/>
                </a:lnTo>
                <a:lnTo>
                  <a:pt x="1225420" y="119422"/>
                </a:lnTo>
                <a:close/>
                <a:moveTo>
                  <a:pt x="1262087" y="119422"/>
                </a:moveTo>
                <a:lnTo>
                  <a:pt x="1262087" y="0"/>
                </a:lnTo>
                <a:lnTo>
                  <a:pt x="1276573" y="0"/>
                </a:lnTo>
                <a:lnTo>
                  <a:pt x="1276573" y="119422"/>
                </a:lnTo>
                <a:lnTo>
                  <a:pt x="1262087" y="119422"/>
                </a:lnTo>
                <a:close/>
                <a:moveTo>
                  <a:pt x="1298676" y="119422"/>
                </a:moveTo>
                <a:lnTo>
                  <a:pt x="1298676" y="0"/>
                </a:lnTo>
                <a:lnTo>
                  <a:pt x="1313161" y="0"/>
                </a:lnTo>
                <a:lnTo>
                  <a:pt x="1313161" y="119422"/>
                </a:lnTo>
                <a:lnTo>
                  <a:pt x="1298676" y="119422"/>
                </a:lnTo>
                <a:close/>
                <a:moveTo>
                  <a:pt x="1436365" y="119422"/>
                </a:moveTo>
                <a:lnTo>
                  <a:pt x="1436365" y="64275"/>
                </a:lnTo>
                <a:cubicBezTo>
                  <a:pt x="1436365" y="60040"/>
                  <a:pt x="1436056" y="56503"/>
                  <a:pt x="1435439" y="53663"/>
                </a:cubicBezTo>
                <a:cubicBezTo>
                  <a:pt x="1434822" y="50823"/>
                  <a:pt x="1433817" y="48532"/>
                  <a:pt x="1432422" y="46790"/>
                </a:cubicBezTo>
                <a:cubicBezTo>
                  <a:pt x="1431027" y="45048"/>
                  <a:pt x="1429189" y="43816"/>
                  <a:pt x="1426909" y="43093"/>
                </a:cubicBezTo>
                <a:cubicBezTo>
                  <a:pt x="1424629" y="42369"/>
                  <a:pt x="1421799" y="42007"/>
                  <a:pt x="1418419" y="42007"/>
                </a:cubicBezTo>
                <a:cubicBezTo>
                  <a:pt x="1414986" y="42007"/>
                  <a:pt x="1411888" y="42610"/>
                  <a:pt x="1409125" y="43817"/>
                </a:cubicBezTo>
                <a:cubicBezTo>
                  <a:pt x="1406362" y="45023"/>
                  <a:pt x="1404001" y="46765"/>
                  <a:pt x="1402043" y="49043"/>
                </a:cubicBezTo>
                <a:cubicBezTo>
                  <a:pt x="1400085" y="51320"/>
                  <a:pt x="1398569" y="54133"/>
                  <a:pt x="1397497" y="57483"/>
                </a:cubicBezTo>
                <a:cubicBezTo>
                  <a:pt x="1396424" y="60832"/>
                  <a:pt x="1395887" y="64678"/>
                  <a:pt x="1395887" y="69018"/>
                </a:cubicBezTo>
                <a:lnTo>
                  <a:pt x="1395887" y="119422"/>
                </a:lnTo>
                <a:lnTo>
                  <a:pt x="1381402" y="119422"/>
                </a:lnTo>
                <a:lnTo>
                  <a:pt x="1381402" y="50939"/>
                </a:lnTo>
                <a:cubicBezTo>
                  <a:pt x="1381402" y="49115"/>
                  <a:pt x="1381389" y="47197"/>
                  <a:pt x="1381362" y="45185"/>
                </a:cubicBezTo>
                <a:cubicBezTo>
                  <a:pt x="1381335" y="43174"/>
                  <a:pt x="1381295" y="41269"/>
                  <a:pt x="1381241" y="39472"/>
                </a:cubicBezTo>
                <a:cubicBezTo>
                  <a:pt x="1381187" y="37675"/>
                  <a:pt x="1381134" y="36132"/>
                  <a:pt x="1381080" y="34845"/>
                </a:cubicBezTo>
                <a:cubicBezTo>
                  <a:pt x="1381026" y="33557"/>
                  <a:pt x="1380973" y="32726"/>
                  <a:pt x="1380919" y="32350"/>
                </a:cubicBezTo>
                <a:lnTo>
                  <a:pt x="1394599" y="32350"/>
                </a:lnTo>
                <a:cubicBezTo>
                  <a:pt x="1394653" y="32620"/>
                  <a:pt x="1394707" y="33348"/>
                  <a:pt x="1394760" y="34535"/>
                </a:cubicBezTo>
                <a:cubicBezTo>
                  <a:pt x="1394814" y="35721"/>
                  <a:pt x="1394881" y="37082"/>
                  <a:pt x="1394962" y="38619"/>
                </a:cubicBezTo>
                <a:cubicBezTo>
                  <a:pt x="1395042" y="40157"/>
                  <a:pt x="1395109" y="41722"/>
                  <a:pt x="1395163" y="43315"/>
                </a:cubicBezTo>
                <a:cubicBezTo>
                  <a:pt x="1395216" y="44906"/>
                  <a:pt x="1395243" y="46240"/>
                  <a:pt x="1395243" y="47318"/>
                </a:cubicBezTo>
                <a:lnTo>
                  <a:pt x="1395485" y="47318"/>
                </a:lnTo>
                <a:cubicBezTo>
                  <a:pt x="1396880" y="44785"/>
                  <a:pt x="1398409" y="42494"/>
                  <a:pt x="1400072" y="40445"/>
                </a:cubicBezTo>
                <a:cubicBezTo>
                  <a:pt x="1401735" y="38396"/>
                  <a:pt x="1403666" y="36658"/>
                  <a:pt x="1405866" y="35230"/>
                </a:cubicBezTo>
                <a:cubicBezTo>
                  <a:pt x="1408065" y="33801"/>
                  <a:pt x="1410587" y="32696"/>
                  <a:pt x="1413430" y="31915"/>
                </a:cubicBezTo>
                <a:cubicBezTo>
                  <a:pt x="1416273" y="31132"/>
                  <a:pt x="1419573" y="30741"/>
                  <a:pt x="1423328" y="30741"/>
                </a:cubicBezTo>
                <a:cubicBezTo>
                  <a:pt x="1428157" y="30741"/>
                  <a:pt x="1432314" y="31331"/>
                  <a:pt x="1435802" y="32511"/>
                </a:cubicBezTo>
                <a:cubicBezTo>
                  <a:pt x="1439289" y="33691"/>
                  <a:pt x="1442159" y="35515"/>
                  <a:pt x="1444412" y="37983"/>
                </a:cubicBezTo>
                <a:cubicBezTo>
                  <a:pt x="1446665" y="40451"/>
                  <a:pt x="1448315" y="43630"/>
                  <a:pt x="1449361" y="47519"/>
                </a:cubicBezTo>
                <a:cubicBezTo>
                  <a:pt x="1450407" y="51409"/>
                  <a:pt x="1450930" y="56036"/>
                  <a:pt x="1450930" y="61401"/>
                </a:cubicBezTo>
                <a:lnTo>
                  <a:pt x="1450930" y="119422"/>
                </a:lnTo>
                <a:lnTo>
                  <a:pt x="1436365" y="119422"/>
                </a:lnTo>
                <a:close/>
                <a:moveTo>
                  <a:pt x="1483818" y="78863"/>
                </a:moveTo>
                <a:cubicBezTo>
                  <a:pt x="1483818" y="83424"/>
                  <a:pt x="1484288" y="87622"/>
                  <a:pt x="1485227" y="91457"/>
                </a:cubicBezTo>
                <a:cubicBezTo>
                  <a:pt x="1486166" y="95293"/>
                  <a:pt x="1487614" y="98593"/>
                  <a:pt x="1489572" y="101356"/>
                </a:cubicBezTo>
                <a:cubicBezTo>
                  <a:pt x="1491530" y="104118"/>
                  <a:pt x="1494039" y="106264"/>
                  <a:pt x="1497096" y="107793"/>
                </a:cubicBezTo>
                <a:cubicBezTo>
                  <a:pt x="1500154" y="109322"/>
                  <a:pt x="1503829" y="110087"/>
                  <a:pt x="1508121" y="110087"/>
                </a:cubicBezTo>
                <a:cubicBezTo>
                  <a:pt x="1514398" y="110087"/>
                  <a:pt x="1519428" y="108826"/>
                  <a:pt x="1523210" y="106305"/>
                </a:cubicBezTo>
                <a:cubicBezTo>
                  <a:pt x="1526992" y="103783"/>
                  <a:pt x="1529554" y="100591"/>
                  <a:pt x="1530895" y="96728"/>
                </a:cubicBezTo>
                <a:lnTo>
                  <a:pt x="1543610" y="100362"/>
                </a:lnTo>
                <a:cubicBezTo>
                  <a:pt x="1542698" y="102785"/>
                  <a:pt x="1541424" y="105221"/>
                  <a:pt x="1539787" y="107670"/>
                </a:cubicBezTo>
                <a:cubicBezTo>
                  <a:pt x="1538151" y="110118"/>
                  <a:pt x="1535965" y="112324"/>
                  <a:pt x="1533229" y="114289"/>
                </a:cubicBezTo>
                <a:cubicBezTo>
                  <a:pt x="1530493" y="116254"/>
                  <a:pt x="1527073" y="117869"/>
                  <a:pt x="1522968" y="119135"/>
                </a:cubicBezTo>
                <a:cubicBezTo>
                  <a:pt x="1518864" y="120399"/>
                  <a:pt x="1513915" y="121031"/>
                  <a:pt x="1508121" y="121031"/>
                </a:cubicBezTo>
                <a:cubicBezTo>
                  <a:pt x="1495246" y="121031"/>
                  <a:pt x="1485441" y="117195"/>
                  <a:pt x="1478708" y="109524"/>
                </a:cubicBezTo>
                <a:cubicBezTo>
                  <a:pt x="1471976" y="101852"/>
                  <a:pt x="1468609" y="90451"/>
                  <a:pt x="1468609" y="75323"/>
                </a:cubicBezTo>
                <a:cubicBezTo>
                  <a:pt x="1468609" y="67168"/>
                  <a:pt x="1469628" y="60261"/>
                  <a:pt x="1471667" y="54601"/>
                </a:cubicBezTo>
                <a:cubicBezTo>
                  <a:pt x="1473706" y="48941"/>
                  <a:pt x="1476495" y="44341"/>
                  <a:pt x="1480036" y="40800"/>
                </a:cubicBezTo>
                <a:cubicBezTo>
                  <a:pt x="1483577" y="37259"/>
                  <a:pt x="1487708" y="34697"/>
                  <a:pt x="1492429" y="33115"/>
                </a:cubicBezTo>
                <a:cubicBezTo>
                  <a:pt x="1497150" y="31532"/>
                  <a:pt x="1502193" y="30741"/>
                  <a:pt x="1507558" y="30741"/>
                </a:cubicBezTo>
                <a:cubicBezTo>
                  <a:pt x="1514854" y="30741"/>
                  <a:pt x="1520957" y="31919"/>
                  <a:pt x="1525866" y="34276"/>
                </a:cubicBezTo>
                <a:cubicBezTo>
                  <a:pt x="1530774" y="36632"/>
                  <a:pt x="1534718" y="39885"/>
                  <a:pt x="1537695" y="44036"/>
                </a:cubicBezTo>
                <a:cubicBezTo>
                  <a:pt x="1540673" y="48187"/>
                  <a:pt x="1542792" y="53075"/>
                  <a:pt x="1544052" y="58700"/>
                </a:cubicBezTo>
                <a:cubicBezTo>
                  <a:pt x="1545313" y="64323"/>
                  <a:pt x="1545943" y="70401"/>
                  <a:pt x="1545943" y="76935"/>
                </a:cubicBezTo>
                <a:lnTo>
                  <a:pt x="1545943" y="78863"/>
                </a:lnTo>
                <a:lnTo>
                  <a:pt x="1483818" y="78863"/>
                </a:lnTo>
                <a:moveTo>
                  <a:pt x="1530976" y="67758"/>
                </a:moveTo>
                <a:cubicBezTo>
                  <a:pt x="1530171" y="58640"/>
                  <a:pt x="1527837" y="51988"/>
                  <a:pt x="1523974" y="47803"/>
                </a:cubicBezTo>
                <a:cubicBezTo>
                  <a:pt x="1520112" y="43617"/>
                  <a:pt x="1514559" y="41524"/>
                  <a:pt x="1507317" y="41524"/>
                </a:cubicBezTo>
                <a:cubicBezTo>
                  <a:pt x="1504902" y="41524"/>
                  <a:pt x="1502367" y="41910"/>
                  <a:pt x="1499712" y="42683"/>
                </a:cubicBezTo>
                <a:cubicBezTo>
                  <a:pt x="1497056" y="43456"/>
                  <a:pt x="1494602" y="44829"/>
                  <a:pt x="1492349" y="46802"/>
                </a:cubicBezTo>
                <a:cubicBezTo>
                  <a:pt x="1490095" y="48776"/>
                  <a:pt x="1488191" y="51456"/>
                  <a:pt x="1486635" y="54842"/>
                </a:cubicBezTo>
                <a:cubicBezTo>
                  <a:pt x="1485079" y="58227"/>
                  <a:pt x="1484194" y="62532"/>
                  <a:pt x="1483979" y="67758"/>
                </a:cubicBezTo>
                <a:lnTo>
                  <a:pt x="1530976" y="67758"/>
                </a:lnTo>
                <a:close/>
                <a:moveTo>
                  <a:pt x="1575451" y="78863"/>
                </a:moveTo>
                <a:cubicBezTo>
                  <a:pt x="1575451" y="83424"/>
                  <a:pt x="1575921" y="87622"/>
                  <a:pt x="1576860" y="91457"/>
                </a:cubicBezTo>
                <a:cubicBezTo>
                  <a:pt x="1577798" y="95293"/>
                  <a:pt x="1579247" y="98593"/>
                  <a:pt x="1581205" y="101356"/>
                </a:cubicBezTo>
                <a:cubicBezTo>
                  <a:pt x="1583163" y="104118"/>
                  <a:pt x="1585671" y="106264"/>
                  <a:pt x="1588729" y="107793"/>
                </a:cubicBezTo>
                <a:cubicBezTo>
                  <a:pt x="1591787" y="109322"/>
                  <a:pt x="1595462" y="110087"/>
                  <a:pt x="1599754" y="110087"/>
                </a:cubicBezTo>
                <a:cubicBezTo>
                  <a:pt x="1606031" y="110087"/>
                  <a:pt x="1611061" y="108826"/>
                  <a:pt x="1614843" y="106305"/>
                </a:cubicBezTo>
                <a:cubicBezTo>
                  <a:pt x="1618625" y="103783"/>
                  <a:pt x="1621187" y="100591"/>
                  <a:pt x="1622528" y="96728"/>
                </a:cubicBezTo>
                <a:lnTo>
                  <a:pt x="1635243" y="100362"/>
                </a:lnTo>
                <a:cubicBezTo>
                  <a:pt x="1634331" y="102785"/>
                  <a:pt x="1633056" y="105221"/>
                  <a:pt x="1631420" y="107670"/>
                </a:cubicBezTo>
                <a:cubicBezTo>
                  <a:pt x="1629784" y="110118"/>
                  <a:pt x="1627598" y="112324"/>
                  <a:pt x="1624862" y="114289"/>
                </a:cubicBezTo>
                <a:cubicBezTo>
                  <a:pt x="1622126" y="116254"/>
                  <a:pt x="1618705" y="117869"/>
                  <a:pt x="1614601" y="119135"/>
                </a:cubicBezTo>
                <a:cubicBezTo>
                  <a:pt x="1610497" y="120399"/>
                  <a:pt x="1605548" y="121031"/>
                  <a:pt x="1599754" y="121031"/>
                </a:cubicBezTo>
                <a:cubicBezTo>
                  <a:pt x="1586878" y="121031"/>
                  <a:pt x="1577074" y="117195"/>
                  <a:pt x="1570341" y="109524"/>
                </a:cubicBezTo>
                <a:cubicBezTo>
                  <a:pt x="1563608" y="101852"/>
                  <a:pt x="1560242" y="90451"/>
                  <a:pt x="1560242" y="75323"/>
                </a:cubicBezTo>
                <a:cubicBezTo>
                  <a:pt x="1560242" y="67168"/>
                  <a:pt x="1561261" y="60261"/>
                  <a:pt x="1563300" y="54601"/>
                </a:cubicBezTo>
                <a:cubicBezTo>
                  <a:pt x="1565339" y="48941"/>
                  <a:pt x="1568128" y="44341"/>
                  <a:pt x="1571669" y="40800"/>
                </a:cubicBezTo>
                <a:cubicBezTo>
                  <a:pt x="1575210" y="37259"/>
                  <a:pt x="1579341" y="34697"/>
                  <a:pt x="1584062" y="33115"/>
                </a:cubicBezTo>
                <a:cubicBezTo>
                  <a:pt x="1588783" y="31532"/>
                  <a:pt x="1593826" y="30741"/>
                  <a:pt x="1599191" y="30741"/>
                </a:cubicBezTo>
                <a:cubicBezTo>
                  <a:pt x="1606487" y="30741"/>
                  <a:pt x="1612590" y="31919"/>
                  <a:pt x="1617498" y="34276"/>
                </a:cubicBezTo>
                <a:cubicBezTo>
                  <a:pt x="1622407" y="36632"/>
                  <a:pt x="1626350" y="39885"/>
                  <a:pt x="1629328" y="44036"/>
                </a:cubicBezTo>
                <a:cubicBezTo>
                  <a:pt x="1632305" y="48187"/>
                  <a:pt x="1634425" y="53075"/>
                  <a:pt x="1635685" y="58700"/>
                </a:cubicBezTo>
                <a:cubicBezTo>
                  <a:pt x="1636946" y="64323"/>
                  <a:pt x="1637576" y="70401"/>
                  <a:pt x="1637576" y="76935"/>
                </a:cubicBezTo>
                <a:lnTo>
                  <a:pt x="1637576" y="78863"/>
                </a:lnTo>
                <a:lnTo>
                  <a:pt x="1575451" y="78863"/>
                </a:lnTo>
                <a:moveTo>
                  <a:pt x="1622608" y="67758"/>
                </a:moveTo>
                <a:cubicBezTo>
                  <a:pt x="1621804" y="58640"/>
                  <a:pt x="1619470" y="51988"/>
                  <a:pt x="1615607" y="47803"/>
                </a:cubicBezTo>
                <a:cubicBezTo>
                  <a:pt x="1611745" y="43617"/>
                  <a:pt x="1606192" y="41524"/>
                  <a:pt x="1598949" y="41524"/>
                </a:cubicBezTo>
                <a:cubicBezTo>
                  <a:pt x="1596535" y="41524"/>
                  <a:pt x="1594000" y="41910"/>
                  <a:pt x="1591345" y="42683"/>
                </a:cubicBezTo>
                <a:cubicBezTo>
                  <a:pt x="1588689" y="43456"/>
                  <a:pt x="1586235" y="44829"/>
                  <a:pt x="1583981" y="46802"/>
                </a:cubicBezTo>
                <a:cubicBezTo>
                  <a:pt x="1581728" y="48776"/>
                  <a:pt x="1579824" y="51456"/>
                  <a:pt x="1578268" y="54842"/>
                </a:cubicBezTo>
                <a:cubicBezTo>
                  <a:pt x="1576712" y="58227"/>
                  <a:pt x="1575827" y="62532"/>
                  <a:pt x="1575612" y="67758"/>
                </a:cubicBezTo>
                <a:lnTo>
                  <a:pt x="1622608" y="67758"/>
                </a:lnTo>
                <a:close/>
                <a:moveTo>
                  <a:pt x="1710943" y="105339"/>
                </a:moveTo>
                <a:cubicBezTo>
                  <a:pt x="1708261" y="110947"/>
                  <a:pt x="1704706" y="114965"/>
                  <a:pt x="1700280" y="117392"/>
                </a:cubicBezTo>
                <a:cubicBezTo>
                  <a:pt x="1695854" y="119818"/>
                  <a:pt x="1690369" y="121031"/>
                  <a:pt x="1683824" y="121031"/>
                </a:cubicBezTo>
                <a:cubicBezTo>
                  <a:pt x="1672826" y="121031"/>
                  <a:pt x="1664738" y="117329"/>
                  <a:pt x="1659561" y="109926"/>
                </a:cubicBezTo>
                <a:cubicBezTo>
                  <a:pt x="1654384" y="102522"/>
                  <a:pt x="1651796" y="91310"/>
                  <a:pt x="1651796" y="76288"/>
                </a:cubicBezTo>
                <a:cubicBezTo>
                  <a:pt x="1651796" y="45923"/>
                  <a:pt x="1662472" y="30741"/>
                  <a:pt x="1683824" y="30741"/>
                </a:cubicBezTo>
                <a:cubicBezTo>
                  <a:pt x="1690422" y="30741"/>
                  <a:pt x="1695921" y="31954"/>
                  <a:pt x="1700321" y="34382"/>
                </a:cubicBezTo>
                <a:cubicBezTo>
                  <a:pt x="1704720" y="36808"/>
                  <a:pt x="1708261" y="40664"/>
                  <a:pt x="1710943" y="45950"/>
                </a:cubicBezTo>
                <a:lnTo>
                  <a:pt x="1711104" y="45950"/>
                </a:lnTo>
                <a:cubicBezTo>
                  <a:pt x="1711104" y="45412"/>
                  <a:pt x="1711091" y="44565"/>
                  <a:pt x="1711064" y="43410"/>
                </a:cubicBezTo>
                <a:cubicBezTo>
                  <a:pt x="1711037" y="42255"/>
                  <a:pt x="1711010" y="41046"/>
                  <a:pt x="1710983" y="39784"/>
                </a:cubicBezTo>
                <a:cubicBezTo>
                  <a:pt x="1710956" y="38520"/>
                  <a:pt x="1710943" y="37323"/>
                  <a:pt x="1710943" y="36195"/>
                </a:cubicBezTo>
                <a:cubicBezTo>
                  <a:pt x="1710943" y="35067"/>
                  <a:pt x="1710943" y="34261"/>
                  <a:pt x="1710943" y="33778"/>
                </a:cubicBezTo>
                <a:lnTo>
                  <a:pt x="1710943" y="0"/>
                </a:lnTo>
                <a:lnTo>
                  <a:pt x="1725428" y="0"/>
                </a:lnTo>
                <a:lnTo>
                  <a:pt x="1725428" y="101476"/>
                </a:lnTo>
                <a:cubicBezTo>
                  <a:pt x="1725428" y="103569"/>
                  <a:pt x="1725442" y="105580"/>
                  <a:pt x="1725468" y="107512"/>
                </a:cubicBezTo>
                <a:cubicBezTo>
                  <a:pt x="1725495" y="109443"/>
                  <a:pt x="1725535" y="111213"/>
                  <a:pt x="1725589" y="112823"/>
                </a:cubicBezTo>
                <a:cubicBezTo>
                  <a:pt x="1725643" y="114432"/>
                  <a:pt x="1725696" y="115814"/>
                  <a:pt x="1725750" y="116967"/>
                </a:cubicBezTo>
                <a:cubicBezTo>
                  <a:pt x="1725804" y="118121"/>
                  <a:pt x="1725857" y="118939"/>
                  <a:pt x="1725911" y="119422"/>
                </a:cubicBezTo>
                <a:lnTo>
                  <a:pt x="1712070" y="119422"/>
                </a:lnTo>
                <a:cubicBezTo>
                  <a:pt x="1711962" y="118882"/>
                  <a:pt x="1711869" y="118113"/>
                  <a:pt x="1711788" y="117116"/>
                </a:cubicBezTo>
                <a:cubicBezTo>
                  <a:pt x="1711708" y="116116"/>
                  <a:pt x="1711627" y="114970"/>
                  <a:pt x="1711547" y="113675"/>
                </a:cubicBezTo>
                <a:cubicBezTo>
                  <a:pt x="1711466" y="112381"/>
                  <a:pt x="1711399" y="111019"/>
                  <a:pt x="1711345" y="109589"/>
                </a:cubicBezTo>
                <a:cubicBezTo>
                  <a:pt x="1711292" y="108159"/>
                  <a:pt x="1711265" y="106742"/>
                  <a:pt x="1711265" y="105339"/>
                </a:cubicBezTo>
                <a:lnTo>
                  <a:pt x="1710943" y="105339"/>
                </a:lnTo>
                <a:moveTo>
                  <a:pt x="1667005" y="75805"/>
                </a:moveTo>
                <a:cubicBezTo>
                  <a:pt x="1667005" y="81799"/>
                  <a:pt x="1667380" y="86937"/>
                  <a:pt x="1668132" y="91218"/>
                </a:cubicBezTo>
                <a:cubicBezTo>
                  <a:pt x="1668883" y="95500"/>
                  <a:pt x="1670090" y="99020"/>
                  <a:pt x="1671753" y="101778"/>
                </a:cubicBezTo>
                <a:cubicBezTo>
                  <a:pt x="1673416" y="104534"/>
                  <a:pt x="1675535" y="106554"/>
                  <a:pt x="1678110" y="107839"/>
                </a:cubicBezTo>
                <a:cubicBezTo>
                  <a:pt x="1680685" y="109123"/>
                  <a:pt x="1683824" y="109765"/>
                  <a:pt x="1687525" y="109765"/>
                </a:cubicBezTo>
                <a:cubicBezTo>
                  <a:pt x="1691335" y="109765"/>
                  <a:pt x="1694701" y="109150"/>
                  <a:pt x="1697625" y="107919"/>
                </a:cubicBezTo>
                <a:cubicBezTo>
                  <a:pt x="1700549" y="106687"/>
                  <a:pt x="1702990" y="104693"/>
                  <a:pt x="1704948" y="101936"/>
                </a:cubicBezTo>
                <a:cubicBezTo>
                  <a:pt x="1706906" y="99180"/>
                  <a:pt x="1708395" y="95582"/>
                  <a:pt x="1709414" y="91141"/>
                </a:cubicBezTo>
                <a:cubicBezTo>
                  <a:pt x="1710433" y="86698"/>
                  <a:pt x="1710943" y="81265"/>
                  <a:pt x="1710943" y="74842"/>
                </a:cubicBezTo>
                <a:cubicBezTo>
                  <a:pt x="1710943" y="68686"/>
                  <a:pt x="1710433" y="63480"/>
                  <a:pt x="1709414" y="59225"/>
                </a:cubicBezTo>
                <a:cubicBezTo>
                  <a:pt x="1708395" y="54970"/>
                  <a:pt x="1706893" y="51532"/>
                  <a:pt x="1704908" y="48910"/>
                </a:cubicBezTo>
                <a:cubicBezTo>
                  <a:pt x="1702923" y="46288"/>
                  <a:pt x="1700495" y="44402"/>
                  <a:pt x="1697625" y="43252"/>
                </a:cubicBezTo>
                <a:cubicBezTo>
                  <a:pt x="1694755" y="42100"/>
                  <a:pt x="1691442" y="41524"/>
                  <a:pt x="1687686" y="41524"/>
                </a:cubicBezTo>
                <a:cubicBezTo>
                  <a:pt x="1684146" y="41524"/>
                  <a:pt x="1681088" y="42140"/>
                  <a:pt x="1678513" y="43372"/>
                </a:cubicBezTo>
                <a:cubicBezTo>
                  <a:pt x="1675937" y="44603"/>
                  <a:pt x="1673791" y="46583"/>
                  <a:pt x="1672075" y="49312"/>
                </a:cubicBezTo>
                <a:cubicBezTo>
                  <a:pt x="1670358" y="52042"/>
                  <a:pt x="1669084" y="55587"/>
                  <a:pt x="1668252" y="59950"/>
                </a:cubicBezTo>
                <a:cubicBezTo>
                  <a:pt x="1667421" y="64312"/>
                  <a:pt x="1667005" y="69597"/>
                  <a:pt x="1667005" y="75805"/>
                </a:cubicBezTo>
                <a:close/>
                <a:moveTo>
                  <a:pt x="1858774" y="95338"/>
                </a:moveTo>
                <a:cubicBezTo>
                  <a:pt x="1858774" y="99418"/>
                  <a:pt x="1857983" y="103056"/>
                  <a:pt x="1856400" y="106252"/>
                </a:cubicBezTo>
                <a:cubicBezTo>
                  <a:pt x="1854818" y="109446"/>
                  <a:pt x="1852524" y="112131"/>
                  <a:pt x="1849520" y="114307"/>
                </a:cubicBezTo>
                <a:cubicBezTo>
                  <a:pt x="1846515" y="116481"/>
                  <a:pt x="1842827" y="118146"/>
                  <a:pt x="1838455" y="119301"/>
                </a:cubicBezTo>
                <a:cubicBezTo>
                  <a:pt x="1834082" y="120454"/>
                  <a:pt x="1829080" y="121031"/>
                  <a:pt x="1823447" y="121031"/>
                </a:cubicBezTo>
                <a:cubicBezTo>
                  <a:pt x="1818404" y="121031"/>
                  <a:pt x="1813857" y="120641"/>
                  <a:pt x="1809806" y="119859"/>
                </a:cubicBezTo>
                <a:cubicBezTo>
                  <a:pt x="1805756" y="119080"/>
                  <a:pt x="1802202" y="117829"/>
                  <a:pt x="1799144" y="116107"/>
                </a:cubicBezTo>
                <a:cubicBezTo>
                  <a:pt x="1796086" y="114384"/>
                  <a:pt x="1793524" y="112110"/>
                  <a:pt x="1791459" y="109285"/>
                </a:cubicBezTo>
                <a:cubicBezTo>
                  <a:pt x="1789393" y="106458"/>
                  <a:pt x="1787878" y="102999"/>
                  <a:pt x="1786912" y="98909"/>
                </a:cubicBezTo>
                <a:lnTo>
                  <a:pt x="1799707" y="96406"/>
                </a:lnTo>
                <a:cubicBezTo>
                  <a:pt x="1800941" y="101074"/>
                  <a:pt x="1803489" y="104494"/>
                  <a:pt x="1807352" y="106667"/>
                </a:cubicBezTo>
                <a:cubicBezTo>
                  <a:pt x="1811215" y="108840"/>
                  <a:pt x="1816580" y="109926"/>
                  <a:pt x="1823447" y="109926"/>
                </a:cubicBezTo>
                <a:cubicBezTo>
                  <a:pt x="1826558" y="109926"/>
                  <a:pt x="1829415" y="109712"/>
                  <a:pt x="1832017" y="109285"/>
                </a:cubicBezTo>
                <a:cubicBezTo>
                  <a:pt x="1834619" y="108857"/>
                  <a:pt x="1836859" y="108123"/>
                  <a:pt x="1838736" y="107082"/>
                </a:cubicBezTo>
                <a:cubicBezTo>
                  <a:pt x="1840614" y="106041"/>
                  <a:pt x="1842076" y="104652"/>
                  <a:pt x="1843122" y="102915"/>
                </a:cubicBezTo>
                <a:cubicBezTo>
                  <a:pt x="1844168" y="101178"/>
                  <a:pt x="1844691" y="99028"/>
                  <a:pt x="1844691" y="96464"/>
                </a:cubicBezTo>
                <a:cubicBezTo>
                  <a:pt x="1844691" y="93834"/>
                  <a:pt x="1844074" y="91673"/>
                  <a:pt x="1842840" y="89981"/>
                </a:cubicBezTo>
                <a:cubicBezTo>
                  <a:pt x="1841607" y="88290"/>
                  <a:pt x="1839890" y="86880"/>
                  <a:pt x="1837690" y="85754"/>
                </a:cubicBezTo>
                <a:cubicBezTo>
                  <a:pt x="1835491" y="84626"/>
                  <a:pt x="1832822" y="83646"/>
                  <a:pt x="1829683" y="82814"/>
                </a:cubicBezTo>
                <a:cubicBezTo>
                  <a:pt x="1826545" y="81981"/>
                  <a:pt x="1823098" y="81054"/>
                  <a:pt x="1819342" y="80033"/>
                </a:cubicBezTo>
                <a:cubicBezTo>
                  <a:pt x="1815855" y="79121"/>
                  <a:pt x="1812395" y="78101"/>
                  <a:pt x="1808961" y="76975"/>
                </a:cubicBezTo>
                <a:cubicBezTo>
                  <a:pt x="1805528" y="75846"/>
                  <a:pt x="1802430" y="74356"/>
                  <a:pt x="1799667" y="72504"/>
                </a:cubicBezTo>
                <a:cubicBezTo>
                  <a:pt x="1796904" y="70651"/>
                  <a:pt x="1794664" y="68356"/>
                  <a:pt x="1792947" y="65618"/>
                </a:cubicBezTo>
                <a:cubicBezTo>
                  <a:pt x="1791231" y="62879"/>
                  <a:pt x="1790372" y="59442"/>
                  <a:pt x="1790372" y="55307"/>
                </a:cubicBezTo>
                <a:cubicBezTo>
                  <a:pt x="1790372" y="47359"/>
                  <a:pt x="1793202" y="41304"/>
                  <a:pt x="1798862" y="37143"/>
                </a:cubicBezTo>
                <a:cubicBezTo>
                  <a:pt x="1804522" y="32982"/>
                  <a:pt x="1812770" y="30902"/>
                  <a:pt x="1823607" y="30902"/>
                </a:cubicBezTo>
                <a:cubicBezTo>
                  <a:pt x="1833211" y="30902"/>
                  <a:pt x="1840842" y="32586"/>
                  <a:pt x="1846502" y="35954"/>
                </a:cubicBezTo>
                <a:cubicBezTo>
                  <a:pt x="1852162" y="39322"/>
                  <a:pt x="1855743" y="44721"/>
                  <a:pt x="1857245" y="52151"/>
                </a:cubicBezTo>
                <a:lnTo>
                  <a:pt x="1844209" y="53756"/>
                </a:lnTo>
                <a:cubicBezTo>
                  <a:pt x="1843726" y="51518"/>
                  <a:pt x="1842840" y="49639"/>
                  <a:pt x="1841553" y="48120"/>
                </a:cubicBezTo>
                <a:cubicBezTo>
                  <a:pt x="1840265" y="46601"/>
                  <a:pt x="1838710" y="45376"/>
                  <a:pt x="1836885" y="44444"/>
                </a:cubicBezTo>
                <a:cubicBezTo>
                  <a:pt x="1835061" y="43511"/>
                  <a:pt x="1833009" y="42846"/>
                  <a:pt x="1830729" y="42447"/>
                </a:cubicBezTo>
                <a:cubicBezTo>
                  <a:pt x="1828449" y="42046"/>
                  <a:pt x="1826075" y="41846"/>
                  <a:pt x="1823607" y="41846"/>
                </a:cubicBezTo>
                <a:cubicBezTo>
                  <a:pt x="1817062" y="41846"/>
                  <a:pt x="1812234" y="42840"/>
                  <a:pt x="1809122" y="44828"/>
                </a:cubicBezTo>
                <a:cubicBezTo>
                  <a:pt x="1806011" y="46817"/>
                  <a:pt x="1804455" y="49826"/>
                  <a:pt x="1804455" y="53856"/>
                </a:cubicBezTo>
                <a:cubicBezTo>
                  <a:pt x="1804455" y="56219"/>
                  <a:pt x="1805032" y="58165"/>
                  <a:pt x="1806185" y="59696"/>
                </a:cubicBezTo>
                <a:cubicBezTo>
                  <a:pt x="1807339" y="61226"/>
                  <a:pt x="1808948" y="62516"/>
                  <a:pt x="1811013" y="63563"/>
                </a:cubicBezTo>
                <a:cubicBezTo>
                  <a:pt x="1813079" y="64610"/>
                  <a:pt x="1815560" y="65522"/>
                  <a:pt x="1818457" y="66302"/>
                </a:cubicBezTo>
                <a:cubicBezTo>
                  <a:pt x="1821354" y="67080"/>
                  <a:pt x="1824546" y="67898"/>
                  <a:pt x="1828033" y="68756"/>
                </a:cubicBezTo>
                <a:cubicBezTo>
                  <a:pt x="1830340" y="69348"/>
                  <a:pt x="1832701" y="69980"/>
                  <a:pt x="1835115" y="70650"/>
                </a:cubicBezTo>
                <a:cubicBezTo>
                  <a:pt x="1837529" y="71321"/>
                  <a:pt x="1839876" y="72126"/>
                  <a:pt x="1842156" y="73067"/>
                </a:cubicBezTo>
                <a:cubicBezTo>
                  <a:pt x="1844437" y="74006"/>
                  <a:pt x="1846582" y="75106"/>
                  <a:pt x="1848594" y="76369"/>
                </a:cubicBezTo>
                <a:cubicBezTo>
                  <a:pt x="1850606" y="77631"/>
                  <a:pt x="1852363" y="79148"/>
                  <a:pt x="1853865" y="80920"/>
                </a:cubicBezTo>
                <a:cubicBezTo>
                  <a:pt x="1855367" y="82693"/>
                  <a:pt x="1856561" y="84760"/>
                  <a:pt x="1857446" y="87122"/>
                </a:cubicBezTo>
                <a:cubicBezTo>
                  <a:pt x="1858331" y="89484"/>
                  <a:pt x="1858774" y="92223"/>
                  <a:pt x="1858774" y="95338"/>
                </a:cubicBezTo>
                <a:close/>
                <a:moveTo>
                  <a:pt x="1926532" y="119422"/>
                </a:moveTo>
                <a:lnTo>
                  <a:pt x="1926532" y="64275"/>
                </a:lnTo>
                <a:cubicBezTo>
                  <a:pt x="1926532" y="60040"/>
                  <a:pt x="1926264" y="56503"/>
                  <a:pt x="1925728" y="53663"/>
                </a:cubicBezTo>
                <a:cubicBezTo>
                  <a:pt x="1925191" y="50823"/>
                  <a:pt x="1924293" y="48532"/>
                  <a:pt x="1923032" y="46790"/>
                </a:cubicBezTo>
                <a:cubicBezTo>
                  <a:pt x="1921771" y="45048"/>
                  <a:pt x="1920121" y="43816"/>
                  <a:pt x="1918083" y="43093"/>
                </a:cubicBezTo>
                <a:cubicBezTo>
                  <a:pt x="1916044" y="42369"/>
                  <a:pt x="1913549" y="42007"/>
                  <a:pt x="1910599" y="42007"/>
                </a:cubicBezTo>
                <a:cubicBezTo>
                  <a:pt x="1907541" y="42007"/>
                  <a:pt x="1904778" y="42610"/>
                  <a:pt x="1902310" y="43817"/>
                </a:cubicBezTo>
                <a:cubicBezTo>
                  <a:pt x="1899842" y="45023"/>
                  <a:pt x="1897736" y="46765"/>
                  <a:pt x="1895993" y="49043"/>
                </a:cubicBezTo>
                <a:cubicBezTo>
                  <a:pt x="1894249" y="51320"/>
                  <a:pt x="1892908" y="54133"/>
                  <a:pt x="1891969" y="57483"/>
                </a:cubicBezTo>
                <a:cubicBezTo>
                  <a:pt x="1891030" y="60832"/>
                  <a:pt x="1890561" y="64678"/>
                  <a:pt x="1890561" y="69018"/>
                </a:cubicBezTo>
                <a:lnTo>
                  <a:pt x="1890561" y="119422"/>
                </a:lnTo>
                <a:lnTo>
                  <a:pt x="1876156" y="119422"/>
                </a:lnTo>
                <a:lnTo>
                  <a:pt x="1876156" y="50939"/>
                </a:lnTo>
                <a:cubicBezTo>
                  <a:pt x="1876156" y="49115"/>
                  <a:pt x="1876143" y="47197"/>
                  <a:pt x="1876116" y="45185"/>
                </a:cubicBezTo>
                <a:cubicBezTo>
                  <a:pt x="1876089" y="43174"/>
                  <a:pt x="1876049" y="41269"/>
                  <a:pt x="1875995" y="39472"/>
                </a:cubicBezTo>
                <a:cubicBezTo>
                  <a:pt x="1875942" y="37675"/>
                  <a:pt x="1875888" y="36132"/>
                  <a:pt x="1875834" y="34845"/>
                </a:cubicBezTo>
                <a:cubicBezTo>
                  <a:pt x="1875781" y="33557"/>
                  <a:pt x="1875727" y="32726"/>
                  <a:pt x="1875674" y="32350"/>
                </a:cubicBezTo>
                <a:lnTo>
                  <a:pt x="1889354" y="32350"/>
                </a:lnTo>
                <a:cubicBezTo>
                  <a:pt x="1889408" y="32620"/>
                  <a:pt x="1889461" y="33348"/>
                  <a:pt x="1889515" y="34535"/>
                </a:cubicBezTo>
                <a:cubicBezTo>
                  <a:pt x="1889568" y="35721"/>
                  <a:pt x="1889636" y="37082"/>
                  <a:pt x="1889716" y="38619"/>
                </a:cubicBezTo>
                <a:cubicBezTo>
                  <a:pt x="1889796" y="40157"/>
                  <a:pt x="1889864" y="41722"/>
                  <a:pt x="1889917" y="43315"/>
                </a:cubicBezTo>
                <a:cubicBezTo>
                  <a:pt x="1889971" y="44906"/>
                  <a:pt x="1889998" y="46240"/>
                  <a:pt x="1889998" y="47318"/>
                </a:cubicBezTo>
                <a:lnTo>
                  <a:pt x="1890239" y="47318"/>
                </a:lnTo>
                <a:cubicBezTo>
                  <a:pt x="1891527" y="44785"/>
                  <a:pt x="1892922" y="42494"/>
                  <a:pt x="1894424" y="40445"/>
                </a:cubicBezTo>
                <a:cubicBezTo>
                  <a:pt x="1895926" y="38396"/>
                  <a:pt x="1897683" y="36658"/>
                  <a:pt x="1899695" y="35230"/>
                </a:cubicBezTo>
                <a:cubicBezTo>
                  <a:pt x="1901706" y="33801"/>
                  <a:pt x="1904013" y="32696"/>
                  <a:pt x="1906615" y="31915"/>
                </a:cubicBezTo>
                <a:cubicBezTo>
                  <a:pt x="1909217" y="31132"/>
                  <a:pt x="1912235" y="30741"/>
                  <a:pt x="1915669" y="30741"/>
                </a:cubicBezTo>
                <a:cubicBezTo>
                  <a:pt x="1922267" y="30741"/>
                  <a:pt x="1927485" y="32062"/>
                  <a:pt x="1931320" y="34704"/>
                </a:cubicBezTo>
                <a:cubicBezTo>
                  <a:pt x="1935156" y="37344"/>
                  <a:pt x="1937825" y="41549"/>
                  <a:pt x="1939328" y="47318"/>
                </a:cubicBezTo>
                <a:lnTo>
                  <a:pt x="1939569" y="47318"/>
                </a:lnTo>
                <a:cubicBezTo>
                  <a:pt x="1940857" y="44785"/>
                  <a:pt x="1942305" y="42494"/>
                  <a:pt x="1943914" y="40445"/>
                </a:cubicBezTo>
                <a:cubicBezTo>
                  <a:pt x="1945524" y="38396"/>
                  <a:pt x="1947402" y="36658"/>
                  <a:pt x="1949548" y="35230"/>
                </a:cubicBezTo>
                <a:cubicBezTo>
                  <a:pt x="1951694" y="33801"/>
                  <a:pt x="1954108" y="32696"/>
                  <a:pt x="1956790" y="31915"/>
                </a:cubicBezTo>
                <a:cubicBezTo>
                  <a:pt x="1959473" y="31132"/>
                  <a:pt x="1962531" y="30741"/>
                  <a:pt x="1965964" y="30741"/>
                </a:cubicBezTo>
                <a:cubicBezTo>
                  <a:pt x="1970363" y="30741"/>
                  <a:pt x="1974159" y="31331"/>
                  <a:pt x="1977351" y="32511"/>
                </a:cubicBezTo>
                <a:cubicBezTo>
                  <a:pt x="1980543" y="33691"/>
                  <a:pt x="1983158" y="35515"/>
                  <a:pt x="1985197" y="37983"/>
                </a:cubicBezTo>
                <a:cubicBezTo>
                  <a:pt x="1987236" y="40451"/>
                  <a:pt x="1988738" y="43630"/>
                  <a:pt x="1989704" y="47519"/>
                </a:cubicBezTo>
                <a:cubicBezTo>
                  <a:pt x="1990669" y="51409"/>
                  <a:pt x="1991152" y="56036"/>
                  <a:pt x="1991152" y="61401"/>
                </a:cubicBezTo>
                <a:lnTo>
                  <a:pt x="1991152" y="119422"/>
                </a:lnTo>
                <a:lnTo>
                  <a:pt x="1976828" y="119422"/>
                </a:lnTo>
                <a:lnTo>
                  <a:pt x="1976828" y="64275"/>
                </a:lnTo>
                <a:cubicBezTo>
                  <a:pt x="1976828" y="60040"/>
                  <a:pt x="1976560" y="56503"/>
                  <a:pt x="1976023" y="53663"/>
                </a:cubicBezTo>
                <a:cubicBezTo>
                  <a:pt x="1975487" y="50823"/>
                  <a:pt x="1974588" y="48532"/>
                  <a:pt x="1973327" y="46790"/>
                </a:cubicBezTo>
                <a:cubicBezTo>
                  <a:pt x="1972067" y="45048"/>
                  <a:pt x="1970417" y="43816"/>
                  <a:pt x="1968378" y="43093"/>
                </a:cubicBezTo>
                <a:cubicBezTo>
                  <a:pt x="1966340" y="42369"/>
                  <a:pt x="1963845" y="42007"/>
                  <a:pt x="1960894" y="42007"/>
                </a:cubicBezTo>
                <a:cubicBezTo>
                  <a:pt x="1957836" y="42007"/>
                  <a:pt x="1955073" y="42584"/>
                  <a:pt x="1952606" y="43737"/>
                </a:cubicBezTo>
                <a:cubicBezTo>
                  <a:pt x="1950138" y="44889"/>
                  <a:pt x="1948032" y="46590"/>
                  <a:pt x="1946288" y="48842"/>
                </a:cubicBezTo>
                <a:cubicBezTo>
                  <a:pt x="1944545" y="51092"/>
                  <a:pt x="1943204" y="53905"/>
                  <a:pt x="1942265" y="57282"/>
                </a:cubicBezTo>
                <a:cubicBezTo>
                  <a:pt x="1941326" y="60658"/>
                  <a:pt x="1940857" y="64570"/>
                  <a:pt x="1940857" y="69018"/>
                </a:cubicBezTo>
                <a:lnTo>
                  <a:pt x="1940857" y="119422"/>
                </a:lnTo>
                <a:lnTo>
                  <a:pt x="1926532" y="119422"/>
                </a:lnTo>
                <a:close/>
                <a:moveTo>
                  <a:pt x="2086751" y="75805"/>
                </a:moveTo>
                <a:cubicBezTo>
                  <a:pt x="2086751" y="91042"/>
                  <a:pt x="2083398" y="102388"/>
                  <a:pt x="2076692" y="109845"/>
                </a:cubicBezTo>
                <a:cubicBezTo>
                  <a:pt x="2069986" y="117303"/>
                  <a:pt x="2060249" y="121031"/>
                  <a:pt x="2047481" y="121031"/>
                </a:cubicBezTo>
                <a:cubicBezTo>
                  <a:pt x="2041418" y="121031"/>
                  <a:pt x="2036000" y="120119"/>
                  <a:pt x="2031225" y="118295"/>
                </a:cubicBezTo>
                <a:cubicBezTo>
                  <a:pt x="2026450" y="116471"/>
                  <a:pt x="2022413" y="113681"/>
                  <a:pt x="2019114" y="109926"/>
                </a:cubicBezTo>
                <a:cubicBezTo>
                  <a:pt x="2015815" y="106170"/>
                  <a:pt x="2013293" y="101463"/>
                  <a:pt x="2011550" y="95803"/>
                </a:cubicBezTo>
                <a:cubicBezTo>
                  <a:pt x="2009806" y="90143"/>
                  <a:pt x="2008934" y="83477"/>
                  <a:pt x="2008934" y="75805"/>
                </a:cubicBezTo>
                <a:cubicBezTo>
                  <a:pt x="2008934" y="45762"/>
                  <a:pt x="2021944" y="30741"/>
                  <a:pt x="2047963" y="30741"/>
                </a:cubicBezTo>
                <a:cubicBezTo>
                  <a:pt x="2054723" y="30741"/>
                  <a:pt x="2060557" y="31679"/>
                  <a:pt x="2065466" y="33557"/>
                </a:cubicBezTo>
                <a:cubicBezTo>
                  <a:pt x="2070375" y="35435"/>
                  <a:pt x="2074399" y="38251"/>
                  <a:pt x="2077537" y="42007"/>
                </a:cubicBezTo>
                <a:cubicBezTo>
                  <a:pt x="2080676" y="45762"/>
                  <a:pt x="2082996" y="50456"/>
                  <a:pt x="2084498" y="56090"/>
                </a:cubicBezTo>
                <a:cubicBezTo>
                  <a:pt x="2086000" y="61723"/>
                  <a:pt x="2086751" y="68295"/>
                  <a:pt x="2086751" y="75805"/>
                </a:cubicBezTo>
                <a:moveTo>
                  <a:pt x="2071542" y="75805"/>
                </a:moveTo>
                <a:cubicBezTo>
                  <a:pt x="2071542" y="69061"/>
                  <a:pt x="2071019" y="63495"/>
                  <a:pt x="2069973" y="59107"/>
                </a:cubicBezTo>
                <a:cubicBezTo>
                  <a:pt x="2068927" y="54718"/>
                  <a:pt x="2067398" y="51213"/>
                  <a:pt x="2065386" y="48591"/>
                </a:cubicBezTo>
                <a:cubicBezTo>
                  <a:pt x="2063374" y="45967"/>
                  <a:pt x="2060920" y="44133"/>
                  <a:pt x="2058023" y="43091"/>
                </a:cubicBezTo>
                <a:cubicBezTo>
                  <a:pt x="2055126" y="42046"/>
                  <a:pt x="2051853" y="41524"/>
                  <a:pt x="2048205" y="41524"/>
                </a:cubicBezTo>
                <a:cubicBezTo>
                  <a:pt x="2044503" y="41524"/>
                  <a:pt x="2041164" y="42073"/>
                  <a:pt x="2038186" y="43171"/>
                </a:cubicBezTo>
                <a:cubicBezTo>
                  <a:pt x="2035209" y="44268"/>
                  <a:pt x="2032674" y="46141"/>
                  <a:pt x="2030581" y="48792"/>
                </a:cubicBezTo>
                <a:cubicBezTo>
                  <a:pt x="2028489" y="51441"/>
                  <a:pt x="2026893" y="54960"/>
                  <a:pt x="2025793" y="59349"/>
                </a:cubicBezTo>
                <a:cubicBezTo>
                  <a:pt x="2024693" y="63736"/>
                  <a:pt x="2024144" y="69222"/>
                  <a:pt x="2024144" y="75805"/>
                </a:cubicBezTo>
                <a:cubicBezTo>
                  <a:pt x="2024144" y="82550"/>
                  <a:pt x="2024734" y="88130"/>
                  <a:pt x="2025914" y="92546"/>
                </a:cubicBezTo>
                <a:cubicBezTo>
                  <a:pt x="2027094" y="96961"/>
                  <a:pt x="2028717" y="100480"/>
                  <a:pt x="2030783" y="103103"/>
                </a:cubicBezTo>
                <a:cubicBezTo>
                  <a:pt x="2032848" y="105725"/>
                  <a:pt x="2035289" y="107572"/>
                  <a:pt x="2038106" y="108643"/>
                </a:cubicBezTo>
                <a:cubicBezTo>
                  <a:pt x="2040922" y="109713"/>
                  <a:pt x="2043994" y="110248"/>
                  <a:pt x="2047320" y="110248"/>
                </a:cubicBezTo>
                <a:cubicBezTo>
                  <a:pt x="2051021" y="110248"/>
                  <a:pt x="2054374" y="109726"/>
                  <a:pt x="2057379" y="108684"/>
                </a:cubicBezTo>
                <a:cubicBezTo>
                  <a:pt x="2060383" y="107639"/>
                  <a:pt x="2062931" y="105806"/>
                  <a:pt x="2065024" y="103184"/>
                </a:cubicBezTo>
                <a:cubicBezTo>
                  <a:pt x="2067116" y="100560"/>
                  <a:pt x="2068725" y="97028"/>
                  <a:pt x="2069852" y="92587"/>
                </a:cubicBezTo>
                <a:cubicBezTo>
                  <a:pt x="2070979" y="88144"/>
                  <a:pt x="2071542" y="82550"/>
                  <a:pt x="2071542" y="75805"/>
                </a:cubicBezTo>
                <a:close/>
                <a:moveTo>
                  <a:pt x="2178385" y="75805"/>
                </a:moveTo>
                <a:cubicBezTo>
                  <a:pt x="2178385" y="91042"/>
                  <a:pt x="2175032" y="102388"/>
                  <a:pt x="2168326" y="109845"/>
                </a:cubicBezTo>
                <a:cubicBezTo>
                  <a:pt x="2161620" y="117303"/>
                  <a:pt x="2151883" y="121031"/>
                  <a:pt x="2139115" y="121031"/>
                </a:cubicBezTo>
                <a:cubicBezTo>
                  <a:pt x="2133052" y="121031"/>
                  <a:pt x="2127634" y="120119"/>
                  <a:pt x="2122859" y="118295"/>
                </a:cubicBezTo>
                <a:cubicBezTo>
                  <a:pt x="2118084" y="116471"/>
                  <a:pt x="2114047" y="113681"/>
                  <a:pt x="2110748" y="109926"/>
                </a:cubicBezTo>
                <a:cubicBezTo>
                  <a:pt x="2107449" y="106170"/>
                  <a:pt x="2104927" y="101463"/>
                  <a:pt x="2103184" y="95803"/>
                </a:cubicBezTo>
                <a:cubicBezTo>
                  <a:pt x="2101440" y="90143"/>
                  <a:pt x="2100568" y="83477"/>
                  <a:pt x="2100568" y="75805"/>
                </a:cubicBezTo>
                <a:cubicBezTo>
                  <a:pt x="2100568" y="45762"/>
                  <a:pt x="2113578" y="30741"/>
                  <a:pt x="2139598" y="30741"/>
                </a:cubicBezTo>
                <a:cubicBezTo>
                  <a:pt x="2146357" y="30741"/>
                  <a:pt x="2152192" y="31679"/>
                  <a:pt x="2157100" y="33557"/>
                </a:cubicBezTo>
                <a:cubicBezTo>
                  <a:pt x="2162009" y="35435"/>
                  <a:pt x="2166033" y="38251"/>
                  <a:pt x="2169171" y="42007"/>
                </a:cubicBezTo>
                <a:cubicBezTo>
                  <a:pt x="2172310" y="45762"/>
                  <a:pt x="2174630" y="50456"/>
                  <a:pt x="2176132" y="56090"/>
                </a:cubicBezTo>
                <a:cubicBezTo>
                  <a:pt x="2177634" y="61723"/>
                  <a:pt x="2178385" y="68295"/>
                  <a:pt x="2178385" y="75805"/>
                </a:cubicBezTo>
                <a:moveTo>
                  <a:pt x="2163176" y="75805"/>
                </a:moveTo>
                <a:cubicBezTo>
                  <a:pt x="2163176" y="69061"/>
                  <a:pt x="2162653" y="63495"/>
                  <a:pt x="2161607" y="59107"/>
                </a:cubicBezTo>
                <a:cubicBezTo>
                  <a:pt x="2160561" y="54718"/>
                  <a:pt x="2159032" y="51213"/>
                  <a:pt x="2157020" y="48591"/>
                </a:cubicBezTo>
                <a:cubicBezTo>
                  <a:pt x="2155008" y="45967"/>
                  <a:pt x="2152554" y="44133"/>
                  <a:pt x="2149657" y="43091"/>
                </a:cubicBezTo>
                <a:cubicBezTo>
                  <a:pt x="2146760" y="42046"/>
                  <a:pt x="2143487" y="41524"/>
                  <a:pt x="2139839" y="41524"/>
                </a:cubicBezTo>
                <a:cubicBezTo>
                  <a:pt x="2136137" y="41524"/>
                  <a:pt x="2132798" y="42073"/>
                  <a:pt x="2129820" y="43171"/>
                </a:cubicBezTo>
                <a:cubicBezTo>
                  <a:pt x="2126843" y="44268"/>
                  <a:pt x="2124308" y="46141"/>
                  <a:pt x="2122215" y="48792"/>
                </a:cubicBezTo>
                <a:cubicBezTo>
                  <a:pt x="2120123" y="51441"/>
                  <a:pt x="2118527" y="54960"/>
                  <a:pt x="2117427" y="59349"/>
                </a:cubicBezTo>
                <a:cubicBezTo>
                  <a:pt x="2116327" y="63736"/>
                  <a:pt x="2115778" y="69222"/>
                  <a:pt x="2115778" y="75805"/>
                </a:cubicBezTo>
                <a:cubicBezTo>
                  <a:pt x="2115778" y="82550"/>
                  <a:pt x="2116368" y="88130"/>
                  <a:pt x="2117548" y="92546"/>
                </a:cubicBezTo>
                <a:cubicBezTo>
                  <a:pt x="2118728" y="96961"/>
                  <a:pt x="2120351" y="100480"/>
                  <a:pt x="2122417" y="103103"/>
                </a:cubicBezTo>
                <a:cubicBezTo>
                  <a:pt x="2124482" y="105725"/>
                  <a:pt x="2126923" y="107572"/>
                  <a:pt x="2129740" y="108643"/>
                </a:cubicBezTo>
                <a:cubicBezTo>
                  <a:pt x="2132556" y="109713"/>
                  <a:pt x="2135628" y="110248"/>
                  <a:pt x="2138954" y="110248"/>
                </a:cubicBezTo>
                <a:cubicBezTo>
                  <a:pt x="2142655" y="110248"/>
                  <a:pt x="2146009" y="109726"/>
                  <a:pt x="2149013" y="108684"/>
                </a:cubicBezTo>
                <a:cubicBezTo>
                  <a:pt x="2152017" y="107639"/>
                  <a:pt x="2154565" y="105806"/>
                  <a:pt x="2156658" y="103184"/>
                </a:cubicBezTo>
                <a:cubicBezTo>
                  <a:pt x="2158750" y="100560"/>
                  <a:pt x="2160360" y="97028"/>
                  <a:pt x="2161486" y="92587"/>
                </a:cubicBezTo>
                <a:cubicBezTo>
                  <a:pt x="2162613" y="88144"/>
                  <a:pt x="2163176" y="82550"/>
                  <a:pt x="2163176" y="75805"/>
                </a:cubicBezTo>
                <a:close/>
                <a:moveTo>
                  <a:pt x="2229863" y="118765"/>
                </a:moveTo>
                <a:cubicBezTo>
                  <a:pt x="2227663" y="119359"/>
                  <a:pt x="2225423" y="119831"/>
                  <a:pt x="2223143" y="120181"/>
                </a:cubicBezTo>
                <a:cubicBezTo>
                  <a:pt x="2220863" y="120533"/>
                  <a:pt x="2218221" y="120709"/>
                  <a:pt x="2215217" y="120709"/>
                </a:cubicBezTo>
                <a:cubicBezTo>
                  <a:pt x="2203629" y="120709"/>
                  <a:pt x="2197834" y="114144"/>
                  <a:pt x="2197834" y="101014"/>
                </a:cubicBezTo>
                <a:lnTo>
                  <a:pt x="2197834" y="42972"/>
                </a:lnTo>
                <a:lnTo>
                  <a:pt x="2187775" y="42972"/>
                </a:lnTo>
                <a:lnTo>
                  <a:pt x="2187775" y="32350"/>
                </a:lnTo>
                <a:lnTo>
                  <a:pt x="2198398" y="32350"/>
                </a:lnTo>
                <a:lnTo>
                  <a:pt x="2202663" y="12876"/>
                </a:lnTo>
                <a:lnTo>
                  <a:pt x="2212320" y="12876"/>
                </a:lnTo>
                <a:lnTo>
                  <a:pt x="2212320" y="32350"/>
                </a:lnTo>
                <a:lnTo>
                  <a:pt x="2228414" y="32350"/>
                </a:lnTo>
                <a:lnTo>
                  <a:pt x="2228414" y="42972"/>
                </a:lnTo>
                <a:lnTo>
                  <a:pt x="2212320" y="42972"/>
                </a:lnTo>
                <a:lnTo>
                  <a:pt x="2212320" y="97802"/>
                </a:lnTo>
                <a:cubicBezTo>
                  <a:pt x="2212320" y="101977"/>
                  <a:pt x="2213004" y="104907"/>
                  <a:pt x="2214372" y="106594"/>
                </a:cubicBezTo>
                <a:cubicBezTo>
                  <a:pt x="2215740" y="108279"/>
                  <a:pt x="2218114" y="109121"/>
                  <a:pt x="2221493" y="109121"/>
                </a:cubicBezTo>
                <a:cubicBezTo>
                  <a:pt x="2222888" y="109121"/>
                  <a:pt x="2224243" y="109014"/>
                  <a:pt x="2225557" y="108799"/>
                </a:cubicBezTo>
                <a:cubicBezTo>
                  <a:pt x="2226872" y="108585"/>
                  <a:pt x="2228307" y="108316"/>
                  <a:pt x="2229863" y="107995"/>
                </a:cubicBezTo>
                <a:lnTo>
                  <a:pt x="2229863" y="118765"/>
                </a:lnTo>
                <a:close/>
                <a:moveTo>
                  <a:pt x="2256607" y="47318"/>
                </a:moveTo>
                <a:cubicBezTo>
                  <a:pt x="2258216" y="44352"/>
                  <a:pt x="2259960" y="41832"/>
                  <a:pt x="2261838" y="39756"/>
                </a:cubicBezTo>
                <a:cubicBezTo>
                  <a:pt x="2263715" y="37681"/>
                  <a:pt x="2265781" y="35970"/>
                  <a:pt x="2268034" y="34623"/>
                </a:cubicBezTo>
                <a:cubicBezTo>
                  <a:pt x="2270287" y="33276"/>
                  <a:pt x="2272755" y="32291"/>
                  <a:pt x="2275438" y="31671"/>
                </a:cubicBezTo>
                <a:cubicBezTo>
                  <a:pt x="2278120" y="31051"/>
                  <a:pt x="2281124" y="30741"/>
                  <a:pt x="2284450" y="30741"/>
                </a:cubicBezTo>
                <a:cubicBezTo>
                  <a:pt x="2290030" y="30741"/>
                  <a:pt x="2294603" y="31492"/>
                  <a:pt x="2298171" y="32994"/>
                </a:cubicBezTo>
                <a:cubicBezTo>
                  <a:pt x="2301739" y="34496"/>
                  <a:pt x="2304555" y="36602"/>
                  <a:pt x="2306621" y="39311"/>
                </a:cubicBezTo>
                <a:cubicBezTo>
                  <a:pt x="2308686" y="42020"/>
                  <a:pt x="2310108" y="45253"/>
                  <a:pt x="2310886" y="49008"/>
                </a:cubicBezTo>
                <a:cubicBezTo>
                  <a:pt x="2311664" y="52763"/>
                  <a:pt x="2312053" y="56894"/>
                  <a:pt x="2312053" y="61401"/>
                </a:cubicBezTo>
                <a:lnTo>
                  <a:pt x="2312053" y="119422"/>
                </a:lnTo>
                <a:lnTo>
                  <a:pt x="2297487" y="119422"/>
                </a:lnTo>
                <a:lnTo>
                  <a:pt x="2297487" y="64275"/>
                </a:lnTo>
                <a:cubicBezTo>
                  <a:pt x="2297487" y="60577"/>
                  <a:pt x="2297259" y="57334"/>
                  <a:pt x="2296803" y="54548"/>
                </a:cubicBezTo>
                <a:cubicBezTo>
                  <a:pt x="2296347" y="51762"/>
                  <a:pt x="2295475" y="49444"/>
                  <a:pt x="2294188" y="47595"/>
                </a:cubicBezTo>
                <a:cubicBezTo>
                  <a:pt x="2292900" y="45745"/>
                  <a:pt x="2291076" y="44352"/>
                  <a:pt x="2288716" y="43415"/>
                </a:cubicBezTo>
                <a:cubicBezTo>
                  <a:pt x="2286355" y="42476"/>
                  <a:pt x="2283297" y="42007"/>
                  <a:pt x="2279542" y="42007"/>
                </a:cubicBezTo>
                <a:cubicBezTo>
                  <a:pt x="2276108" y="42007"/>
                  <a:pt x="2273010" y="42623"/>
                  <a:pt x="2270247" y="43855"/>
                </a:cubicBezTo>
                <a:cubicBezTo>
                  <a:pt x="2267484" y="45087"/>
                  <a:pt x="2265124" y="46829"/>
                  <a:pt x="2263165" y="49081"/>
                </a:cubicBezTo>
                <a:cubicBezTo>
                  <a:pt x="2261207" y="51332"/>
                  <a:pt x="2259692" y="54066"/>
                  <a:pt x="2258619" y="57282"/>
                </a:cubicBezTo>
                <a:cubicBezTo>
                  <a:pt x="2257546" y="60497"/>
                  <a:pt x="2257009" y="64114"/>
                  <a:pt x="2257009" y="68133"/>
                </a:cubicBezTo>
                <a:lnTo>
                  <a:pt x="2257009" y="119422"/>
                </a:lnTo>
                <a:lnTo>
                  <a:pt x="2242524" y="119422"/>
                </a:lnTo>
                <a:lnTo>
                  <a:pt x="2242524" y="0"/>
                </a:lnTo>
                <a:lnTo>
                  <a:pt x="2257009" y="0"/>
                </a:lnTo>
                <a:lnTo>
                  <a:pt x="2257009" y="31115"/>
                </a:lnTo>
                <a:cubicBezTo>
                  <a:pt x="2257009" y="32889"/>
                  <a:pt x="2256982" y="34663"/>
                  <a:pt x="2256929" y="36437"/>
                </a:cubicBezTo>
                <a:cubicBezTo>
                  <a:pt x="2256875" y="38209"/>
                  <a:pt x="2256808" y="39847"/>
                  <a:pt x="2256728" y="41353"/>
                </a:cubicBezTo>
                <a:cubicBezTo>
                  <a:pt x="2256647" y="42857"/>
                  <a:pt x="2256580" y="44133"/>
                  <a:pt x="2256526" y="45183"/>
                </a:cubicBezTo>
                <a:cubicBezTo>
                  <a:pt x="2256473" y="46231"/>
                  <a:pt x="2256419" y="46942"/>
                  <a:pt x="2256365" y="47318"/>
                </a:cubicBezTo>
                <a:lnTo>
                  <a:pt x="2256607" y="47318"/>
                </a:lnTo>
                <a:close/>
                <a:moveTo>
                  <a:pt x="2390678" y="75524"/>
                </a:moveTo>
                <a:cubicBezTo>
                  <a:pt x="2390678" y="80508"/>
                  <a:pt x="2391040" y="85090"/>
                  <a:pt x="2391764" y="89270"/>
                </a:cubicBezTo>
                <a:cubicBezTo>
                  <a:pt x="2392488" y="93449"/>
                  <a:pt x="2393709" y="97053"/>
                  <a:pt x="2395426" y="100081"/>
                </a:cubicBezTo>
                <a:cubicBezTo>
                  <a:pt x="2397142" y="103107"/>
                  <a:pt x="2399409" y="105450"/>
                  <a:pt x="2402225" y="107112"/>
                </a:cubicBezTo>
                <a:cubicBezTo>
                  <a:pt x="2405042" y="108773"/>
                  <a:pt x="2408516" y="109604"/>
                  <a:pt x="2412647" y="109604"/>
                </a:cubicBezTo>
                <a:cubicBezTo>
                  <a:pt x="2417797" y="109604"/>
                  <a:pt x="2422102" y="108209"/>
                  <a:pt x="2425563" y="105419"/>
                </a:cubicBezTo>
                <a:cubicBezTo>
                  <a:pt x="2429023" y="102630"/>
                  <a:pt x="2431155" y="98338"/>
                  <a:pt x="2431960" y="92544"/>
                </a:cubicBezTo>
                <a:lnTo>
                  <a:pt x="2446606" y="93509"/>
                </a:lnTo>
                <a:cubicBezTo>
                  <a:pt x="2446123" y="97104"/>
                  <a:pt x="2445077" y="100564"/>
                  <a:pt x="2443468" y="103890"/>
                </a:cubicBezTo>
                <a:cubicBezTo>
                  <a:pt x="2441858" y="107217"/>
                  <a:pt x="2439672" y="110140"/>
                  <a:pt x="2436909" y="112662"/>
                </a:cubicBezTo>
                <a:cubicBezTo>
                  <a:pt x="2434146" y="115183"/>
                  <a:pt x="2430780" y="117209"/>
                  <a:pt x="2426810" y="118738"/>
                </a:cubicBezTo>
                <a:cubicBezTo>
                  <a:pt x="2422840" y="120267"/>
                  <a:pt x="2418253" y="121031"/>
                  <a:pt x="2413049" y="121031"/>
                </a:cubicBezTo>
                <a:cubicBezTo>
                  <a:pt x="2406236" y="121031"/>
                  <a:pt x="2400442" y="119878"/>
                  <a:pt x="2395667" y="117571"/>
                </a:cubicBezTo>
                <a:cubicBezTo>
                  <a:pt x="2390892" y="115264"/>
                  <a:pt x="2387016" y="112085"/>
                  <a:pt x="2384039" y="108035"/>
                </a:cubicBezTo>
                <a:cubicBezTo>
                  <a:pt x="2381061" y="103984"/>
                  <a:pt x="2378902" y="99210"/>
                  <a:pt x="2377561" y="93711"/>
                </a:cubicBezTo>
                <a:cubicBezTo>
                  <a:pt x="2376219" y="88212"/>
                  <a:pt x="2375549" y="82243"/>
                  <a:pt x="2375549" y="75805"/>
                </a:cubicBezTo>
                <a:cubicBezTo>
                  <a:pt x="2375549" y="69958"/>
                  <a:pt x="2376032" y="64794"/>
                  <a:pt x="2376997" y="60314"/>
                </a:cubicBezTo>
                <a:cubicBezTo>
                  <a:pt x="2377963" y="55835"/>
                  <a:pt x="2379318" y="51918"/>
                  <a:pt x="2381061" y="48565"/>
                </a:cubicBezTo>
                <a:cubicBezTo>
                  <a:pt x="2382805" y="45212"/>
                  <a:pt x="2384857" y="42396"/>
                  <a:pt x="2387217" y="40116"/>
                </a:cubicBezTo>
                <a:cubicBezTo>
                  <a:pt x="2389578" y="37836"/>
                  <a:pt x="2392140" y="36012"/>
                  <a:pt x="2394902" y="34644"/>
                </a:cubicBezTo>
                <a:cubicBezTo>
                  <a:pt x="2397665" y="33276"/>
                  <a:pt x="2400576" y="32283"/>
                  <a:pt x="2403634" y="31666"/>
                </a:cubicBezTo>
                <a:cubicBezTo>
                  <a:pt x="2406692" y="31049"/>
                  <a:pt x="2409777" y="30741"/>
                  <a:pt x="2412888" y="30741"/>
                </a:cubicBezTo>
                <a:cubicBezTo>
                  <a:pt x="2417770" y="30741"/>
                  <a:pt x="2422116" y="31410"/>
                  <a:pt x="2425925" y="32747"/>
                </a:cubicBezTo>
                <a:cubicBezTo>
                  <a:pt x="2429734" y="34084"/>
                  <a:pt x="2433020" y="35915"/>
                  <a:pt x="2435783" y="38242"/>
                </a:cubicBezTo>
                <a:cubicBezTo>
                  <a:pt x="2438546" y="40569"/>
                  <a:pt x="2440785" y="43311"/>
                  <a:pt x="2442502" y="46468"/>
                </a:cubicBezTo>
                <a:cubicBezTo>
                  <a:pt x="2444219" y="49623"/>
                  <a:pt x="2445426" y="53019"/>
                  <a:pt x="2446123" y="56655"/>
                </a:cubicBezTo>
                <a:lnTo>
                  <a:pt x="2431236" y="57779"/>
                </a:lnTo>
                <a:cubicBezTo>
                  <a:pt x="2430485" y="53000"/>
                  <a:pt x="2428580" y="49203"/>
                  <a:pt x="2425522" y="46390"/>
                </a:cubicBezTo>
                <a:cubicBezTo>
                  <a:pt x="2422464" y="43575"/>
                  <a:pt x="2418119" y="42168"/>
                  <a:pt x="2412486" y="42168"/>
                </a:cubicBezTo>
                <a:cubicBezTo>
                  <a:pt x="2408355" y="42168"/>
                  <a:pt x="2404908" y="42851"/>
                  <a:pt x="2402145" y="44217"/>
                </a:cubicBezTo>
                <a:cubicBezTo>
                  <a:pt x="2399382" y="45584"/>
                  <a:pt x="2397142" y="47647"/>
                  <a:pt x="2395426" y="50406"/>
                </a:cubicBezTo>
                <a:cubicBezTo>
                  <a:pt x="2393709" y="53166"/>
                  <a:pt x="2392488" y="56635"/>
                  <a:pt x="2391764" y="60815"/>
                </a:cubicBezTo>
                <a:cubicBezTo>
                  <a:pt x="2391040" y="64994"/>
                  <a:pt x="2390678" y="69897"/>
                  <a:pt x="2390678" y="75524"/>
                </a:cubicBezTo>
                <a:close/>
                <a:moveTo>
                  <a:pt x="2535690" y="75805"/>
                </a:moveTo>
                <a:cubicBezTo>
                  <a:pt x="2535690" y="91042"/>
                  <a:pt x="2532337" y="102388"/>
                  <a:pt x="2525631" y="109845"/>
                </a:cubicBezTo>
                <a:cubicBezTo>
                  <a:pt x="2518925" y="117303"/>
                  <a:pt x="2509187" y="121031"/>
                  <a:pt x="2496419" y="121031"/>
                </a:cubicBezTo>
                <a:cubicBezTo>
                  <a:pt x="2490357" y="121031"/>
                  <a:pt x="2484938" y="120119"/>
                  <a:pt x="2480164" y="118295"/>
                </a:cubicBezTo>
                <a:cubicBezTo>
                  <a:pt x="2475389" y="116471"/>
                  <a:pt x="2471352" y="113681"/>
                  <a:pt x="2468052" y="109926"/>
                </a:cubicBezTo>
                <a:cubicBezTo>
                  <a:pt x="2464753" y="106170"/>
                  <a:pt x="2462232" y="101463"/>
                  <a:pt x="2460488" y="95803"/>
                </a:cubicBezTo>
                <a:cubicBezTo>
                  <a:pt x="2458744" y="90143"/>
                  <a:pt x="2457873" y="83477"/>
                  <a:pt x="2457873" y="75805"/>
                </a:cubicBezTo>
                <a:cubicBezTo>
                  <a:pt x="2457873" y="45762"/>
                  <a:pt x="2470882" y="30741"/>
                  <a:pt x="2496902" y="30741"/>
                </a:cubicBezTo>
                <a:cubicBezTo>
                  <a:pt x="2503662" y="30741"/>
                  <a:pt x="2509496" y="31679"/>
                  <a:pt x="2514405" y="33557"/>
                </a:cubicBezTo>
                <a:cubicBezTo>
                  <a:pt x="2519314" y="35435"/>
                  <a:pt x="2523337" y="38251"/>
                  <a:pt x="2526476" y="42007"/>
                </a:cubicBezTo>
                <a:cubicBezTo>
                  <a:pt x="2529614" y="45762"/>
                  <a:pt x="2531934" y="50456"/>
                  <a:pt x="2533437" y="56090"/>
                </a:cubicBezTo>
                <a:cubicBezTo>
                  <a:pt x="2534939" y="61723"/>
                  <a:pt x="2535690" y="68295"/>
                  <a:pt x="2535690" y="75805"/>
                </a:cubicBezTo>
                <a:moveTo>
                  <a:pt x="2520480" y="75805"/>
                </a:moveTo>
                <a:cubicBezTo>
                  <a:pt x="2520480" y="69061"/>
                  <a:pt x="2519957" y="63495"/>
                  <a:pt x="2518911" y="59107"/>
                </a:cubicBezTo>
                <a:cubicBezTo>
                  <a:pt x="2517865" y="54718"/>
                  <a:pt x="2516336" y="51213"/>
                  <a:pt x="2514324" y="48591"/>
                </a:cubicBezTo>
                <a:cubicBezTo>
                  <a:pt x="2512312" y="45967"/>
                  <a:pt x="2509858" y="44133"/>
                  <a:pt x="2506961" y="43091"/>
                </a:cubicBezTo>
                <a:cubicBezTo>
                  <a:pt x="2504064" y="42046"/>
                  <a:pt x="2500791" y="41524"/>
                  <a:pt x="2497143" y="41524"/>
                </a:cubicBezTo>
                <a:cubicBezTo>
                  <a:pt x="2493442" y="41524"/>
                  <a:pt x="2490102" y="42073"/>
                  <a:pt x="2487124" y="43171"/>
                </a:cubicBezTo>
                <a:cubicBezTo>
                  <a:pt x="2484147" y="44268"/>
                  <a:pt x="2481612" y="46141"/>
                  <a:pt x="2479520" y="48792"/>
                </a:cubicBezTo>
                <a:cubicBezTo>
                  <a:pt x="2477427" y="51441"/>
                  <a:pt x="2475831" y="54960"/>
                  <a:pt x="2474732" y="59349"/>
                </a:cubicBezTo>
                <a:cubicBezTo>
                  <a:pt x="2473632" y="63736"/>
                  <a:pt x="2473082" y="69222"/>
                  <a:pt x="2473082" y="75805"/>
                </a:cubicBezTo>
                <a:cubicBezTo>
                  <a:pt x="2473082" y="82550"/>
                  <a:pt x="2473672" y="88130"/>
                  <a:pt x="2474852" y="92546"/>
                </a:cubicBezTo>
                <a:cubicBezTo>
                  <a:pt x="2476033" y="96961"/>
                  <a:pt x="2477655" y="100480"/>
                  <a:pt x="2479721" y="103103"/>
                </a:cubicBezTo>
                <a:cubicBezTo>
                  <a:pt x="2481786" y="105725"/>
                  <a:pt x="2484227" y="107572"/>
                  <a:pt x="2487044" y="108643"/>
                </a:cubicBezTo>
                <a:cubicBezTo>
                  <a:pt x="2489861" y="109713"/>
                  <a:pt x="2492932" y="110248"/>
                  <a:pt x="2496258" y="110248"/>
                </a:cubicBezTo>
                <a:cubicBezTo>
                  <a:pt x="2499960" y="110248"/>
                  <a:pt x="2503313" y="109726"/>
                  <a:pt x="2506317" y="108684"/>
                </a:cubicBezTo>
                <a:cubicBezTo>
                  <a:pt x="2509322" y="107639"/>
                  <a:pt x="2511870" y="105806"/>
                  <a:pt x="2513962" y="103184"/>
                </a:cubicBezTo>
                <a:cubicBezTo>
                  <a:pt x="2516054" y="100560"/>
                  <a:pt x="2517664" y="97028"/>
                  <a:pt x="2518790" y="92587"/>
                </a:cubicBezTo>
                <a:cubicBezTo>
                  <a:pt x="2519917" y="88144"/>
                  <a:pt x="2520480" y="82550"/>
                  <a:pt x="2520480" y="75805"/>
                </a:cubicBezTo>
                <a:close/>
                <a:moveTo>
                  <a:pt x="2608975" y="119422"/>
                </a:moveTo>
                <a:lnTo>
                  <a:pt x="2608975" y="64275"/>
                </a:lnTo>
                <a:cubicBezTo>
                  <a:pt x="2608975" y="60040"/>
                  <a:pt x="2608666" y="56503"/>
                  <a:pt x="2608049" y="53663"/>
                </a:cubicBezTo>
                <a:cubicBezTo>
                  <a:pt x="2607432" y="50823"/>
                  <a:pt x="2606426" y="48532"/>
                  <a:pt x="2605031" y="46790"/>
                </a:cubicBezTo>
                <a:cubicBezTo>
                  <a:pt x="2603637" y="45048"/>
                  <a:pt x="2601799" y="43816"/>
                  <a:pt x="2599519" y="43093"/>
                </a:cubicBezTo>
                <a:cubicBezTo>
                  <a:pt x="2597239" y="42369"/>
                  <a:pt x="2594409" y="42007"/>
                  <a:pt x="2591029" y="42007"/>
                </a:cubicBezTo>
                <a:cubicBezTo>
                  <a:pt x="2587596" y="42007"/>
                  <a:pt x="2584497" y="42610"/>
                  <a:pt x="2581735" y="43817"/>
                </a:cubicBezTo>
                <a:cubicBezTo>
                  <a:pt x="2578972" y="45023"/>
                  <a:pt x="2576611" y="46765"/>
                  <a:pt x="2574653" y="49043"/>
                </a:cubicBezTo>
                <a:cubicBezTo>
                  <a:pt x="2572695" y="51320"/>
                  <a:pt x="2571179" y="54133"/>
                  <a:pt x="2570106" y="57483"/>
                </a:cubicBezTo>
                <a:cubicBezTo>
                  <a:pt x="2569033" y="60832"/>
                  <a:pt x="2568497" y="64678"/>
                  <a:pt x="2568497" y="69018"/>
                </a:cubicBezTo>
                <a:lnTo>
                  <a:pt x="2568497" y="119422"/>
                </a:lnTo>
                <a:lnTo>
                  <a:pt x="2554012" y="119422"/>
                </a:lnTo>
                <a:lnTo>
                  <a:pt x="2554012" y="50939"/>
                </a:lnTo>
                <a:cubicBezTo>
                  <a:pt x="2554012" y="49115"/>
                  <a:pt x="2553998" y="47197"/>
                  <a:pt x="2553971" y="45185"/>
                </a:cubicBezTo>
                <a:cubicBezTo>
                  <a:pt x="2553945" y="43174"/>
                  <a:pt x="2553904" y="41269"/>
                  <a:pt x="2553851" y="39472"/>
                </a:cubicBezTo>
                <a:cubicBezTo>
                  <a:pt x="2553797" y="37675"/>
                  <a:pt x="2553743" y="36132"/>
                  <a:pt x="2553690" y="34845"/>
                </a:cubicBezTo>
                <a:cubicBezTo>
                  <a:pt x="2553636" y="33557"/>
                  <a:pt x="2553582" y="32726"/>
                  <a:pt x="2553529" y="32350"/>
                </a:cubicBezTo>
                <a:lnTo>
                  <a:pt x="2567209" y="32350"/>
                </a:lnTo>
                <a:cubicBezTo>
                  <a:pt x="2567263" y="32620"/>
                  <a:pt x="2567316" y="33348"/>
                  <a:pt x="2567370" y="34535"/>
                </a:cubicBezTo>
                <a:cubicBezTo>
                  <a:pt x="2567424" y="35721"/>
                  <a:pt x="2567491" y="37082"/>
                  <a:pt x="2567571" y="38619"/>
                </a:cubicBezTo>
                <a:cubicBezTo>
                  <a:pt x="2567652" y="40157"/>
                  <a:pt x="2567719" y="41722"/>
                  <a:pt x="2567772" y="43315"/>
                </a:cubicBezTo>
                <a:cubicBezTo>
                  <a:pt x="2567826" y="44906"/>
                  <a:pt x="2567853" y="46240"/>
                  <a:pt x="2567853" y="47318"/>
                </a:cubicBezTo>
                <a:lnTo>
                  <a:pt x="2568094" y="47318"/>
                </a:lnTo>
                <a:cubicBezTo>
                  <a:pt x="2569489" y="44785"/>
                  <a:pt x="2571018" y="42494"/>
                  <a:pt x="2572681" y="40445"/>
                </a:cubicBezTo>
                <a:cubicBezTo>
                  <a:pt x="2574344" y="38396"/>
                  <a:pt x="2576276" y="36658"/>
                  <a:pt x="2578475" y="35230"/>
                </a:cubicBezTo>
                <a:cubicBezTo>
                  <a:pt x="2580675" y="33801"/>
                  <a:pt x="2583196" y="32696"/>
                  <a:pt x="2586040" y="31915"/>
                </a:cubicBezTo>
                <a:cubicBezTo>
                  <a:pt x="2588883" y="31132"/>
                  <a:pt x="2592183" y="30741"/>
                  <a:pt x="2595938" y="30741"/>
                </a:cubicBezTo>
                <a:cubicBezTo>
                  <a:pt x="2600766" y="30741"/>
                  <a:pt x="2604924" y="31331"/>
                  <a:pt x="2608411" y="32511"/>
                </a:cubicBezTo>
                <a:cubicBezTo>
                  <a:pt x="2611898" y="33691"/>
                  <a:pt x="2614769" y="35515"/>
                  <a:pt x="2617022" y="37983"/>
                </a:cubicBezTo>
                <a:cubicBezTo>
                  <a:pt x="2619275" y="40451"/>
                  <a:pt x="2620925" y="43630"/>
                  <a:pt x="2621971" y="47519"/>
                </a:cubicBezTo>
                <a:cubicBezTo>
                  <a:pt x="2623017" y="51409"/>
                  <a:pt x="2623540" y="56036"/>
                  <a:pt x="2623540" y="61401"/>
                </a:cubicBezTo>
                <a:lnTo>
                  <a:pt x="2623540" y="119422"/>
                </a:lnTo>
                <a:lnTo>
                  <a:pt x="2608975" y="119422"/>
                </a:lnTo>
                <a:close/>
                <a:moveTo>
                  <a:pt x="2656349" y="75524"/>
                </a:moveTo>
                <a:cubicBezTo>
                  <a:pt x="2656349" y="80508"/>
                  <a:pt x="2656711" y="85090"/>
                  <a:pt x="2657435" y="89270"/>
                </a:cubicBezTo>
                <a:cubicBezTo>
                  <a:pt x="2658159" y="93449"/>
                  <a:pt x="2659380" y="97053"/>
                  <a:pt x="2661097" y="100081"/>
                </a:cubicBezTo>
                <a:cubicBezTo>
                  <a:pt x="2662813" y="103107"/>
                  <a:pt x="2665080" y="105450"/>
                  <a:pt x="2667897" y="107112"/>
                </a:cubicBezTo>
                <a:cubicBezTo>
                  <a:pt x="2670713" y="108773"/>
                  <a:pt x="2674187" y="109604"/>
                  <a:pt x="2678318" y="109604"/>
                </a:cubicBezTo>
                <a:cubicBezTo>
                  <a:pt x="2683468" y="109604"/>
                  <a:pt x="2687773" y="108209"/>
                  <a:pt x="2691234" y="105419"/>
                </a:cubicBezTo>
                <a:cubicBezTo>
                  <a:pt x="2694694" y="102630"/>
                  <a:pt x="2696827" y="98338"/>
                  <a:pt x="2697631" y="92544"/>
                </a:cubicBezTo>
                <a:lnTo>
                  <a:pt x="2712277" y="93509"/>
                </a:lnTo>
                <a:cubicBezTo>
                  <a:pt x="2711795" y="97104"/>
                  <a:pt x="2710748" y="100564"/>
                  <a:pt x="2709139" y="103890"/>
                </a:cubicBezTo>
                <a:cubicBezTo>
                  <a:pt x="2707530" y="107217"/>
                  <a:pt x="2705343" y="110140"/>
                  <a:pt x="2702580" y="112662"/>
                </a:cubicBezTo>
                <a:cubicBezTo>
                  <a:pt x="2699818" y="115183"/>
                  <a:pt x="2696451" y="117209"/>
                  <a:pt x="2692481" y="118738"/>
                </a:cubicBezTo>
                <a:cubicBezTo>
                  <a:pt x="2688511" y="120267"/>
                  <a:pt x="2683924" y="121031"/>
                  <a:pt x="2678720" y="121031"/>
                </a:cubicBezTo>
                <a:cubicBezTo>
                  <a:pt x="2671907" y="121031"/>
                  <a:pt x="2666113" y="119878"/>
                  <a:pt x="2661338" y="117571"/>
                </a:cubicBezTo>
                <a:cubicBezTo>
                  <a:pt x="2656563" y="115264"/>
                  <a:pt x="2652687" y="112085"/>
                  <a:pt x="2649710" y="108035"/>
                </a:cubicBezTo>
                <a:cubicBezTo>
                  <a:pt x="2646732" y="103984"/>
                  <a:pt x="2644573" y="99210"/>
                  <a:pt x="2643232" y="93711"/>
                </a:cubicBezTo>
                <a:cubicBezTo>
                  <a:pt x="2641891" y="88212"/>
                  <a:pt x="2641220" y="82243"/>
                  <a:pt x="2641220" y="75805"/>
                </a:cubicBezTo>
                <a:cubicBezTo>
                  <a:pt x="2641220" y="69958"/>
                  <a:pt x="2641703" y="64794"/>
                  <a:pt x="2642668" y="60314"/>
                </a:cubicBezTo>
                <a:cubicBezTo>
                  <a:pt x="2643634" y="55835"/>
                  <a:pt x="2644989" y="51918"/>
                  <a:pt x="2646732" y="48565"/>
                </a:cubicBezTo>
                <a:cubicBezTo>
                  <a:pt x="2648476" y="45212"/>
                  <a:pt x="2650528" y="42396"/>
                  <a:pt x="2652889" y="40116"/>
                </a:cubicBezTo>
                <a:cubicBezTo>
                  <a:pt x="2655249" y="37836"/>
                  <a:pt x="2657811" y="36012"/>
                  <a:pt x="2660574" y="34644"/>
                </a:cubicBezTo>
                <a:cubicBezTo>
                  <a:pt x="2663337" y="33276"/>
                  <a:pt x="2666247" y="32283"/>
                  <a:pt x="2669305" y="31666"/>
                </a:cubicBezTo>
                <a:cubicBezTo>
                  <a:pt x="2672363" y="31049"/>
                  <a:pt x="2675448" y="30741"/>
                  <a:pt x="2678559" y="30741"/>
                </a:cubicBezTo>
                <a:cubicBezTo>
                  <a:pt x="2683441" y="30741"/>
                  <a:pt x="2687787" y="31410"/>
                  <a:pt x="2691596" y="32747"/>
                </a:cubicBezTo>
                <a:cubicBezTo>
                  <a:pt x="2695405" y="34084"/>
                  <a:pt x="2698691" y="35915"/>
                  <a:pt x="2701454" y="38242"/>
                </a:cubicBezTo>
                <a:cubicBezTo>
                  <a:pt x="2704217" y="40569"/>
                  <a:pt x="2706457" y="43311"/>
                  <a:pt x="2708173" y="46468"/>
                </a:cubicBezTo>
                <a:cubicBezTo>
                  <a:pt x="2709890" y="49623"/>
                  <a:pt x="2711097" y="53019"/>
                  <a:pt x="2711795" y="56655"/>
                </a:cubicBezTo>
                <a:lnTo>
                  <a:pt x="2696907" y="57779"/>
                </a:lnTo>
                <a:cubicBezTo>
                  <a:pt x="2696156" y="53000"/>
                  <a:pt x="2694252" y="49203"/>
                  <a:pt x="2691194" y="46390"/>
                </a:cubicBezTo>
                <a:cubicBezTo>
                  <a:pt x="2688136" y="43575"/>
                  <a:pt x="2683790" y="42168"/>
                  <a:pt x="2678157" y="42168"/>
                </a:cubicBezTo>
                <a:cubicBezTo>
                  <a:pt x="2674026" y="42168"/>
                  <a:pt x="2670579" y="42851"/>
                  <a:pt x="2667816" y="44217"/>
                </a:cubicBezTo>
                <a:cubicBezTo>
                  <a:pt x="2665053" y="45584"/>
                  <a:pt x="2662813" y="47647"/>
                  <a:pt x="2661097" y="50406"/>
                </a:cubicBezTo>
                <a:cubicBezTo>
                  <a:pt x="2659380" y="53166"/>
                  <a:pt x="2658159" y="56635"/>
                  <a:pt x="2657435" y="60815"/>
                </a:cubicBezTo>
                <a:cubicBezTo>
                  <a:pt x="2656711" y="64994"/>
                  <a:pt x="2656349" y="69897"/>
                  <a:pt x="2656349" y="75524"/>
                </a:cubicBezTo>
                <a:close/>
                <a:moveTo>
                  <a:pt x="2728050" y="119422"/>
                </a:moveTo>
                <a:lnTo>
                  <a:pt x="2728050" y="52629"/>
                </a:lnTo>
                <a:cubicBezTo>
                  <a:pt x="2728050" y="50805"/>
                  <a:pt x="2728037" y="48941"/>
                  <a:pt x="2728010" y="47036"/>
                </a:cubicBezTo>
                <a:cubicBezTo>
                  <a:pt x="2727983" y="45132"/>
                  <a:pt x="2727943" y="43294"/>
                  <a:pt x="2727889" y="41524"/>
                </a:cubicBezTo>
                <a:cubicBezTo>
                  <a:pt x="2727836" y="39754"/>
                  <a:pt x="2727782" y="38090"/>
                  <a:pt x="2727728" y="36535"/>
                </a:cubicBezTo>
                <a:cubicBezTo>
                  <a:pt x="2727675" y="34979"/>
                  <a:pt x="2727621" y="33584"/>
                  <a:pt x="2727567" y="32350"/>
                </a:cubicBezTo>
                <a:lnTo>
                  <a:pt x="2741248" y="32350"/>
                </a:lnTo>
                <a:cubicBezTo>
                  <a:pt x="2741301" y="33584"/>
                  <a:pt x="2741369" y="34992"/>
                  <a:pt x="2741449" y="36575"/>
                </a:cubicBezTo>
                <a:cubicBezTo>
                  <a:pt x="2741529" y="38158"/>
                  <a:pt x="2741610" y="39780"/>
                  <a:pt x="2741690" y="41444"/>
                </a:cubicBezTo>
                <a:cubicBezTo>
                  <a:pt x="2741771" y="43107"/>
                  <a:pt x="2741825" y="44703"/>
                  <a:pt x="2741851" y="46232"/>
                </a:cubicBezTo>
                <a:cubicBezTo>
                  <a:pt x="2741878" y="47761"/>
                  <a:pt x="2741892" y="49062"/>
                  <a:pt x="2741892" y="50135"/>
                </a:cubicBezTo>
                <a:lnTo>
                  <a:pt x="2742213" y="50135"/>
                </a:lnTo>
                <a:cubicBezTo>
                  <a:pt x="2743233" y="46808"/>
                  <a:pt x="2744319" y="43925"/>
                  <a:pt x="2745473" y="41484"/>
                </a:cubicBezTo>
                <a:cubicBezTo>
                  <a:pt x="2746626" y="39043"/>
                  <a:pt x="2747981" y="37031"/>
                  <a:pt x="2749536" y="35448"/>
                </a:cubicBezTo>
                <a:cubicBezTo>
                  <a:pt x="2751092" y="33866"/>
                  <a:pt x="2752943" y="32685"/>
                  <a:pt x="2755089" y="31907"/>
                </a:cubicBezTo>
                <a:cubicBezTo>
                  <a:pt x="2757235" y="31130"/>
                  <a:pt x="2759837" y="30741"/>
                  <a:pt x="2762895" y="30741"/>
                </a:cubicBezTo>
                <a:cubicBezTo>
                  <a:pt x="2764075" y="30741"/>
                  <a:pt x="2765202" y="30835"/>
                  <a:pt x="2766275" y="31025"/>
                </a:cubicBezTo>
                <a:cubicBezTo>
                  <a:pt x="2767348" y="31213"/>
                  <a:pt x="2768179" y="31388"/>
                  <a:pt x="2768770" y="31550"/>
                </a:cubicBezTo>
                <a:lnTo>
                  <a:pt x="2768770" y="44904"/>
                </a:lnTo>
                <a:cubicBezTo>
                  <a:pt x="2767804" y="44636"/>
                  <a:pt x="2766677" y="44434"/>
                  <a:pt x="2765390" y="44300"/>
                </a:cubicBezTo>
                <a:cubicBezTo>
                  <a:pt x="2764102" y="44166"/>
                  <a:pt x="2762654" y="44099"/>
                  <a:pt x="2761044" y="44099"/>
                </a:cubicBezTo>
                <a:cubicBezTo>
                  <a:pt x="2757718" y="44099"/>
                  <a:pt x="2754888" y="44849"/>
                  <a:pt x="2752554" y="46350"/>
                </a:cubicBezTo>
                <a:cubicBezTo>
                  <a:pt x="2750221" y="47850"/>
                  <a:pt x="2748316" y="49928"/>
                  <a:pt x="2746841" y="52581"/>
                </a:cubicBezTo>
                <a:cubicBezTo>
                  <a:pt x="2745365" y="55234"/>
                  <a:pt x="2744279" y="58396"/>
                  <a:pt x="2743582" y="62067"/>
                </a:cubicBezTo>
                <a:cubicBezTo>
                  <a:pt x="2742884" y="65737"/>
                  <a:pt x="2742535" y="69742"/>
                  <a:pt x="2742535" y="74083"/>
                </a:cubicBezTo>
                <a:lnTo>
                  <a:pt x="2742535" y="119422"/>
                </a:lnTo>
                <a:lnTo>
                  <a:pt x="2728050" y="119422"/>
                </a:lnTo>
                <a:close/>
                <a:moveTo>
                  <a:pt x="2793714" y="78863"/>
                </a:moveTo>
                <a:cubicBezTo>
                  <a:pt x="2793714" y="83424"/>
                  <a:pt x="2794183" y="87622"/>
                  <a:pt x="2795122" y="91457"/>
                </a:cubicBezTo>
                <a:cubicBezTo>
                  <a:pt x="2796061" y="95293"/>
                  <a:pt x="2797510" y="98593"/>
                  <a:pt x="2799468" y="101356"/>
                </a:cubicBezTo>
                <a:cubicBezTo>
                  <a:pt x="2801426" y="104118"/>
                  <a:pt x="2803934" y="106264"/>
                  <a:pt x="2806992" y="107793"/>
                </a:cubicBezTo>
                <a:cubicBezTo>
                  <a:pt x="2810050" y="109322"/>
                  <a:pt x="2813725" y="110087"/>
                  <a:pt x="2818017" y="110087"/>
                </a:cubicBezTo>
                <a:cubicBezTo>
                  <a:pt x="2824294" y="110087"/>
                  <a:pt x="2829323" y="108826"/>
                  <a:pt x="2833105" y="106305"/>
                </a:cubicBezTo>
                <a:cubicBezTo>
                  <a:pt x="2836888" y="103783"/>
                  <a:pt x="2839449" y="100591"/>
                  <a:pt x="2840791" y="96728"/>
                </a:cubicBezTo>
                <a:lnTo>
                  <a:pt x="2853505" y="100362"/>
                </a:lnTo>
                <a:cubicBezTo>
                  <a:pt x="2852593" y="102785"/>
                  <a:pt x="2851319" y="105221"/>
                  <a:pt x="2849683" y="107670"/>
                </a:cubicBezTo>
                <a:cubicBezTo>
                  <a:pt x="2848046" y="110118"/>
                  <a:pt x="2845860" y="112324"/>
                  <a:pt x="2843124" y="114289"/>
                </a:cubicBezTo>
                <a:cubicBezTo>
                  <a:pt x="2840388" y="116254"/>
                  <a:pt x="2836968" y="117869"/>
                  <a:pt x="2832864" y="119135"/>
                </a:cubicBezTo>
                <a:cubicBezTo>
                  <a:pt x="2828760" y="120399"/>
                  <a:pt x="2823811" y="121031"/>
                  <a:pt x="2818017" y="121031"/>
                </a:cubicBezTo>
                <a:cubicBezTo>
                  <a:pt x="2805141" y="121031"/>
                  <a:pt x="2795337" y="117195"/>
                  <a:pt x="2788604" y="109524"/>
                </a:cubicBezTo>
                <a:cubicBezTo>
                  <a:pt x="2781871" y="101852"/>
                  <a:pt x="2778505" y="90451"/>
                  <a:pt x="2778505" y="75323"/>
                </a:cubicBezTo>
                <a:cubicBezTo>
                  <a:pt x="2778505" y="67168"/>
                  <a:pt x="2779524" y="60261"/>
                  <a:pt x="2781562" y="54601"/>
                </a:cubicBezTo>
                <a:cubicBezTo>
                  <a:pt x="2783601" y="48941"/>
                  <a:pt x="2786391" y="44341"/>
                  <a:pt x="2789932" y="40800"/>
                </a:cubicBezTo>
                <a:cubicBezTo>
                  <a:pt x="2793472" y="37259"/>
                  <a:pt x="2797603" y="34697"/>
                  <a:pt x="2802324" y="33115"/>
                </a:cubicBezTo>
                <a:cubicBezTo>
                  <a:pt x="2807046" y="31532"/>
                  <a:pt x="2812089" y="30741"/>
                  <a:pt x="2817453" y="30741"/>
                </a:cubicBezTo>
                <a:cubicBezTo>
                  <a:pt x="2824750" y="30741"/>
                  <a:pt x="2830852" y="31919"/>
                  <a:pt x="2835761" y="34276"/>
                </a:cubicBezTo>
                <a:cubicBezTo>
                  <a:pt x="2840670" y="36632"/>
                  <a:pt x="2844613" y="39885"/>
                  <a:pt x="2847590" y="44036"/>
                </a:cubicBezTo>
                <a:cubicBezTo>
                  <a:pt x="2850568" y="48187"/>
                  <a:pt x="2852687" y="53075"/>
                  <a:pt x="2853948" y="58700"/>
                </a:cubicBezTo>
                <a:cubicBezTo>
                  <a:pt x="2855209" y="64323"/>
                  <a:pt x="2855839" y="70401"/>
                  <a:pt x="2855839" y="76935"/>
                </a:cubicBezTo>
                <a:lnTo>
                  <a:pt x="2855839" y="78863"/>
                </a:lnTo>
                <a:lnTo>
                  <a:pt x="2793714" y="78863"/>
                </a:lnTo>
                <a:moveTo>
                  <a:pt x="2840871" y="67758"/>
                </a:moveTo>
                <a:cubicBezTo>
                  <a:pt x="2840066" y="58640"/>
                  <a:pt x="2837733" y="51988"/>
                  <a:pt x="2833870" y="47803"/>
                </a:cubicBezTo>
                <a:cubicBezTo>
                  <a:pt x="2830007" y="43617"/>
                  <a:pt x="2824455" y="41524"/>
                  <a:pt x="2817212" y="41524"/>
                </a:cubicBezTo>
                <a:cubicBezTo>
                  <a:pt x="2814798" y="41524"/>
                  <a:pt x="2812263" y="41910"/>
                  <a:pt x="2809607" y="42683"/>
                </a:cubicBezTo>
                <a:cubicBezTo>
                  <a:pt x="2806952" y="43456"/>
                  <a:pt x="2804497" y="44829"/>
                  <a:pt x="2802244" y="46802"/>
                </a:cubicBezTo>
                <a:cubicBezTo>
                  <a:pt x="2799991" y="48776"/>
                  <a:pt x="2798086" y="51456"/>
                  <a:pt x="2796530" y="54842"/>
                </a:cubicBezTo>
                <a:cubicBezTo>
                  <a:pt x="2794975" y="58227"/>
                  <a:pt x="2794089" y="62532"/>
                  <a:pt x="2793875" y="67758"/>
                </a:cubicBezTo>
                <a:lnTo>
                  <a:pt x="2840871" y="67758"/>
                </a:lnTo>
                <a:close/>
                <a:moveTo>
                  <a:pt x="2907719" y="118765"/>
                </a:moveTo>
                <a:cubicBezTo>
                  <a:pt x="2905519" y="119359"/>
                  <a:pt x="2903280" y="119831"/>
                  <a:pt x="2901000" y="120181"/>
                </a:cubicBezTo>
                <a:cubicBezTo>
                  <a:pt x="2898720" y="120533"/>
                  <a:pt x="2896077" y="120709"/>
                  <a:pt x="2893073" y="120709"/>
                </a:cubicBezTo>
                <a:cubicBezTo>
                  <a:pt x="2881485" y="120709"/>
                  <a:pt x="2875691" y="114144"/>
                  <a:pt x="2875691" y="101014"/>
                </a:cubicBezTo>
                <a:lnTo>
                  <a:pt x="2875691" y="42972"/>
                </a:lnTo>
                <a:lnTo>
                  <a:pt x="2865632" y="42972"/>
                </a:lnTo>
                <a:lnTo>
                  <a:pt x="2865632" y="32350"/>
                </a:lnTo>
                <a:lnTo>
                  <a:pt x="2876254" y="32350"/>
                </a:lnTo>
                <a:lnTo>
                  <a:pt x="2880519" y="12876"/>
                </a:lnTo>
                <a:lnTo>
                  <a:pt x="2890176" y="12876"/>
                </a:lnTo>
                <a:lnTo>
                  <a:pt x="2890176" y="32350"/>
                </a:lnTo>
                <a:lnTo>
                  <a:pt x="2906271" y="32350"/>
                </a:lnTo>
                <a:lnTo>
                  <a:pt x="2906271" y="42972"/>
                </a:lnTo>
                <a:lnTo>
                  <a:pt x="2890176" y="42972"/>
                </a:lnTo>
                <a:lnTo>
                  <a:pt x="2890176" y="97802"/>
                </a:lnTo>
                <a:cubicBezTo>
                  <a:pt x="2890176" y="101977"/>
                  <a:pt x="2890860" y="104907"/>
                  <a:pt x="2892228" y="106594"/>
                </a:cubicBezTo>
                <a:cubicBezTo>
                  <a:pt x="2893596" y="108279"/>
                  <a:pt x="2895970" y="109121"/>
                  <a:pt x="2899350" y="109121"/>
                </a:cubicBezTo>
                <a:cubicBezTo>
                  <a:pt x="2900745" y="109121"/>
                  <a:pt x="2902099" y="109014"/>
                  <a:pt x="2903414" y="108799"/>
                </a:cubicBezTo>
                <a:cubicBezTo>
                  <a:pt x="2904728" y="108585"/>
                  <a:pt x="2906163" y="108316"/>
                  <a:pt x="2907719" y="107995"/>
                </a:cubicBezTo>
                <a:lnTo>
                  <a:pt x="2907719" y="118765"/>
                </a:lnTo>
                <a:close/>
                <a:moveTo>
                  <a:pt x="2931164" y="78863"/>
                </a:moveTo>
                <a:cubicBezTo>
                  <a:pt x="2931164" y="83424"/>
                  <a:pt x="2931633" y="87622"/>
                  <a:pt x="2932572" y="91457"/>
                </a:cubicBezTo>
                <a:cubicBezTo>
                  <a:pt x="2933511" y="95293"/>
                  <a:pt x="2934959" y="98593"/>
                  <a:pt x="2936917" y="101356"/>
                </a:cubicBezTo>
                <a:cubicBezTo>
                  <a:pt x="2938876" y="104118"/>
                  <a:pt x="2941384" y="106264"/>
                  <a:pt x="2944442" y="107793"/>
                </a:cubicBezTo>
                <a:cubicBezTo>
                  <a:pt x="2947500" y="109322"/>
                  <a:pt x="2951175" y="110087"/>
                  <a:pt x="2955466" y="110087"/>
                </a:cubicBezTo>
                <a:cubicBezTo>
                  <a:pt x="2961743" y="110087"/>
                  <a:pt x="2966773" y="108826"/>
                  <a:pt x="2970555" y="106305"/>
                </a:cubicBezTo>
                <a:cubicBezTo>
                  <a:pt x="2974337" y="103783"/>
                  <a:pt x="2976899" y="100591"/>
                  <a:pt x="2978240" y="96728"/>
                </a:cubicBezTo>
                <a:lnTo>
                  <a:pt x="2990955" y="100362"/>
                </a:lnTo>
                <a:cubicBezTo>
                  <a:pt x="2990043" y="102785"/>
                  <a:pt x="2988769" y="105221"/>
                  <a:pt x="2987132" y="107670"/>
                </a:cubicBezTo>
                <a:cubicBezTo>
                  <a:pt x="2985496" y="110118"/>
                  <a:pt x="2983310" y="112324"/>
                  <a:pt x="2980574" y="114289"/>
                </a:cubicBezTo>
                <a:cubicBezTo>
                  <a:pt x="2977838" y="116254"/>
                  <a:pt x="2974418" y="117869"/>
                  <a:pt x="2970314" y="119135"/>
                </a:cubicBezTo>
                <a:cubicBezTo>
                  <a:pt x="2966210" y="120399"/>
                  <a:pt x="2961260" y="121031"/>
                  <a:pt x="2955466" y="121031"/>
                </a:cubicBezTo>
                <a:cubicBezTo>
                  <a:pt x="2942591" y="121031"/>
                  <a:pt x="2932787" y="117195"/>
                  <a:pt x="2926054" y="109524"/>
                </a:cubicBezTo>
                <a:cubicBezTo>
                  <a:pt x="2919321" y="101852"/>
                  <a:pt x="2915954" y="90451"/>
                  <a:pt x="2915954" y="75323"/>
                </a:cubicBezTo>
                <a:cubicBezTo>
                  <a:pt x="2915954" y="67168"/>
                  <a:pt x="2916974" y="60261"/>
                  <a:pt x="2919012" y="54601"/>
                </a:cubicBezTo>
                <a:cubicBezTo>
                  <a:pt x="2921051" y="48941"/>
                  <a:pt x="2923841" y="44341"/>
                  <a:pt x="2927381" y="40800"/>
                </a:cubicBezTo>
                <a:cubicBezTo>
                  <a:pt x="2930922" y="37259"/>
                  <a:pt x="2935053" y="34697"/>
                  <a:pt x="2939774" y="33115"/>
                </a:cubicBezTo>
                <a:cubicBezTo>
                  <a:pt x="2944495" y="31532"/>
                  <a:pt x="2949538" y="30741"/>
                  <a:pt x="2954903" y="30741"/>
                </a:cubicBezTo>
                <a:cubicBezTo>
                  <a:pt x="2962199" y="30741"/>
                  <a:pt x="2968302" y="31919"/>
                  <a:pt x="2973211" y="34276"/>
                </a:cubicBezTo>
                <a:cubicBezTo>
                  <a:pt x="2978120" y="36632"/>
                  <a:pt x="2982063" y="39885"/>
                  <a:pt x="2985040" y="44036"/>
                </a:cubicBezTo>
                <a:cubicBezTo>
                  <a:pt x="2988018" y="48187"/>
                  <a:pt x="2990137" y="53075"/>
                  <a:pt x="2991398" y="58700"/>
                </a:cubicBezTo>
                <a:cubicBezTo>
                  <a:pt x="2992658" y="64323"/>
                  <a:pt x="2993289" y="70401"/>
                  <a:pt x="2993289" y="76935"/>
                </a:cubicBezTo>
                <a:lnTo>
                  <a:pt x="2993289" y="78863"/>
                </a:lnTo>
                <a:lnTo>
                  <a:pt x="2931164" y="78863"/>
                </a:lnTo>
                <a:moveTo>
                  <a:pt x="2978321" y="67758"/>
                </a:moveTo>
                <a:cubicBezTo>
                  <a:pt x="2977516" y="58640"/>
                  <a:pt x="2975182" y="51988"/>
                  <a:pt x="2971320" y="47803"/>
                </a:cubicBezTo>
                <a:cubicBezTo>
                  <a:pt x="2967457" y="43617"/>
                  <a:pt x="2961904" y="41524"/>
                  <a:pt x="2954662" y="41524"/>
                </a:cubicBezTo>
                <a:cubicBezTo>
                  <a:pt x="2952248" y="41524"/>
                  <a:pt x="2949713" y="41910"/>
                  <a:pt x="2947057" y="42683"/>
                </a:cubicBezTo>
                <a:cubicBezTo>
                  <a:pt x="2944401" y="43456"/>
                  <a:pt x="2941947" y="44829"/>
                  <a:pt x="2939694" y="46802"/>
                </a:cubicBezTo>
                <a:cubicBezTo>
                  <a:pt x="2937441" y="48776"/>
                  <a:pt x="2935536" y="51456"/>
                  <a:pt x="2933980" y="54842"/>
                </a:cubicBezTo>
                <a:cubicBezTo>
                  <a:pt x="2932424" y="58227"/>
                  <a:pt x="2931539" y="62532"/>
                  <a:pt x="2931325" y="67758"/>
                </a:cubicBezTo>
                <a:lnTo>
                  <a:pt x="2978321" y="67758"/>
                </a:lnTo>
                <a:close/>
                <a:moveTo>
                  <a:pt x="3075454" y="42972"/>
                </a:moveTo>
                <a:lnTo>
                  <a:pt x="3075454" y="119422"/>
                </a:lnTo>
                <a:lnTo>
                  <a:pt x="3060969" y="119422"/>
                </a:lnTo>
                <a:lnTo>
                  <a:pt x="3060969" y="42972"/>
                </a:lnTo>
                <a:lnTo>
                  <a:pt x="3048737" y="42972"/>
                </a:lnTo>
                <a:lnTo>
                  <a:pt x="3048737" y="32350"/>
                </a:lnTo>
                <a:lnTo>
                  <a:pt x="3060969" y="32350"/>
                </a:lnTo>
                <a:lnTo>
                  <a:pt x="3060969" y="22532"/>
                </a:lnTo>
                <a:cubicBezTo>
                  <a:pt x="3060969" y="19367"/>
                  <a:pt x="3061264" y="16430"/>
                  <a:pt x="3061854" y="13721"/>
                </a:cubicBezTo>
                <a:cubicBezTo>
                  <a:pt x="3062444" y="11011"/>
                  <a:pt x="3063531" y="8651"/>
                  <a:pt x="3065113" y="6639"/>
                </a:cubicBezTo>
                <a:cubicBezTo>
                  <a:pt x="3066696" y="4627"/>
                  <a:pt x="3068855" y="3045"/>
                  <a:pt x="3071591" y="1891"/>
                </a:cubicBezTo>
                <a:cubicBezTo>
                  <a:pt x="3074328" y="738"/>
                  <a:pt x="3077868" y="161"/>
                  <a:pt x="3082214" y="161"/>
                </a:cubicBezTo>
                <a:cubicBezTo>
                  <a:pt x="3083931" y="161"/>
                  <a:pt x="3085714" y="242"/>
                  <a:pt x="3087565" y="405"/>
                </a:cubicBezTo>
                <a:cubicBezTo>
                  <a:pt x="3089416" y="566"/>
                  <a:pt x="3091039" y="809"/>
                  <a:pt x="3092434" y="1134"/>
                </a:cubicBezTo>
                <a:lnTo>
                  <a:pt x="3092434" y="12232"/>
                </a:lnTo>
                <a:cubicBezTo>
                  <a:pt x="3091522" y="12071"/>
                  <a:pt x="3090462" y="11923"/>
                  <a:pt x="3089255" y="11789"/>
                </a:cubicBezTo>
                <a:cubicBezTo>
                  <a:pt x="3088048" y="11655"/>
                  <a:pt x="3086962" y="11588"/>
                  <a:pt x="3085996" y="11588"/>
                </a:cubicBezTo>
                <a:cubicBezTo>
                  <a:pt x="3083850" y="11588"/>
                  <a:pt x="3082093" y="11882"/>
                  <a:pt x="3080725" y="12471"/>
                </a:cubicBezTo>
                <a:cubicBezTo>
                  <a:pt x="3079357" y="13058"/>
                  <a:pt x="3078284" y="13899"/>
                  <a:pt x="3077506" y="14996"/>
                </a:cubicBezTo>
                <a:cubicBezTo>
                  <a:pt x="3076728" y="16090"/>
                  <a:pt x="3076192" y="17440"/>
                  <a:pt x="3075897" y="19044"/>
                </a:cubicBezTo>
                <a:cubicBezTo>
                  <a:pt x="3075602" y="20647"/>
                  <a:pt x="3075454" y="22490"/>
                  <a:pt x="3075454" y="24574"/>
                </a:cubicBezTo>
                <a:lnTo>
                  <a:pt x="3075454" y="32350"/>
                </a:lnTo>
                <a:lnTo>
                  <a:pt x="3092434" y="32350"/>
                </a:lnTo>
                <a:lnTo>
                  <a:pt x="3092434" y="42972"/>
                </a:lnTo>
                <a:lnTo>
                  <a:pt x="3075454" y="42972"/>
                </a:lnTo>
                <a:close/>
                <a:moveTo>
                  <a:pt x="3176958" y="75805"/>
                </a:moveTo>
                <a:cubicBezTo>
                  <a:pt x="3176958" y="91042"/>
                  <a:pt x="3173605" y="102388"/>
                  <a:pt x="3166899" y="109845"/>
                </a:cubicBezTo>
                <a:cubicBezTo>
                  <a:pt x="3160193" y="117303"/>
                  <a:pt x="3150456" y="121031"/>
                  <a:pt x="3137687" y="121031"/>
                </a:cubicBezTo>
                <a:cubicBezTo>
                  <a:pt x="3131625" y="121031"/>
                  <a:pt x="3126207" y="120119"/>
                  <a:pt x="3121432" y="118295"/>
                </a:cubicBezTo>
                <a:cubicBezTo>
                  <a:pt x="3116657" y="116471"/>
                  <a:pt x="3112620" y="113681"/>
                  <a:pt x="3109321" y="109926"/>
                </a:cubicBezTo>
                <a:cubicBezTo>
                  <a:pt x="3106021" y="106170"/>
                  <a:pt x="3103500" y="101463"/>
                  <a:pt x="3101756" y="95803"/>
                </a:cubicBezTo>
                <a:cubicBezTo>
                  <a:pt x="3100013" y="90143"/>
                  <a:pt x="3099141" y="83477"/>
                  <a:pt x="3099141" y="75805"/>
                </a:cubicBezTo>
                <a:cubicBezTo>
                  <a:pt x="3099141" y="45762"/>
                  <a:pt x="3112151" y="30741"/>
                  <a:pt x="3138170" y="30741"/>
                </a:cubicBezTo>
                <a:cubicBezTo>
                  <a:pt x="3144930" y="30741"/>
                  <a:pt x="3150764" y="31679"/>
                  <a:pt x="3155673" y="33557"/>
                </a:cubicBezTo>
                <a:cubicBezTo>
                  <a:pt x="3160582" y="35435"/>
                  <a:pt x="3164606" y="38251"/>
                  <a:pt x="3167744" y="42007"/>
                </a:cubicBezTo>
                <a:cubicBezTo>
                  <a:pt x="3170883" y="45762"/>
                  <a:pt x="3173203" y="50456"/>
                  <a:pt x="3174705" y="56090"/>
                </a:cubicBezTo>
                <a:cubicBezTo>
                  <a:pt x="3176207" y="61723"/>
                  <a:pt x="3176958" y="68295"/>
                  <a:pt x="3176958" y="75805"/>
                </a:cubicBezTo>
                <a:moveTo>
                  <a:pt x="3161749" y="75805"/>
                </a:moveTo>
                <a:cubicBezTo>
                  <a:pt x="3161749" y="69061"/>
                  <a:pt x="3161226" y="63495"/>
                  <a:pt x="3160180" y="59107"/>
                </a:cubicBezTo>
                <a:cubicBezTo>
                  <a:pt x="3159133" y="54718"/>
                  <a:pt x="3157605" y="51213"/>
                  <a:pt x="3155593" y="48591"/>
                </a:cubicBezTo>
                <a:cubicBezTo>
                  <a:pt x="3153581" y="45967"/>
                  <a:pt x="3151126" y="44133"/>
                  <a:pt x="3148229" y="43091"/>
                </a:cubicBezTo>
                <a:cubicBezTo>
                  <a:pt x="3145332" y="42046"/>
                  <a:pt x="3142060" y="41524"/>
                  <a:pt x="3138412" y="41524"/>
                </a:cubicBezTo>
                <a:cubicBezTo>
                  <a:pt x="3134710" y="41524"/>
                  <a:pt x="3131370" y="42073"/>
                  <a:pt x="3128393" y="43171"/>
                </a:cubicBezTo>
                <a:cubicBezTo>
                  <a:pt x="3125415" y="44268"/>
                  <a:pt x="3122880" y="46141"/>
                  <a:pt x="3120788" y="48792"/>
                </a:cubicBezTo>
                <a:cubicBezTo>
                  <a:pt x="3118696" y="51441"/>
                  <a:pt x="3117100" y="54960"/>
                  <a:pt x="3116000" y="59349"/>
                </a:cubicBezTo>
                <a:cubicBezTo>
                  <a:pt x="3114900" y="63736"/>
                  <a:pt x="3114350" y="69222"/>
                  <a:pt x="3114350" y="75805"/>
                </a:cubicBezTo>
                <a:cubicBezTo>
                  <a:pt x="3114350" y="82550"/>
                  <a:pt x="3114940" y="88130"/>
                  <a:pt x="3116121" y="92546"/>
                </a:cubicBezTo>
                <a:cubicBezTo>
                  <a:pt x="3117301" y="96961"/>
                  <a:pt x="3118924" y="100480"/>
                  <a:pt x="3120989" y="103103"/>
                </a:cubicBezTo>
                <a:cubicBezTo>
                  <a:pt x="3123055" y="105725"/>
                  <a:pt x="3125496" y="107572"/>
                  <a:pt x="3128312" y="108643"/>
                </a:cubicBezTo>
                <a:cubicBezTo>
                  <a:pt x="3131129" y="109713"/>
                  <a:pt x="3134200" y="110248"/>
                  <a:pt x="3137527" y="110248"/>
                </a:cubicBezTo>
                <a:cubicBezTo>
                  <a:pt x="3141228" y="110248"/>
                  <a:pt x="3144581" y="109726"/>
                  <a:pt x="3147586" y="108684"/>
                </a:cubicBezTo>
                <a:cubicBezTo>
                  <a:pt x="3150590" y="107639"/>
                  <a:pt x="3153138" y="105806"/>
                  <a:pt x="3155231" y="103184"/>
                </a:cubicBezTo>
                <a:cubicBezTo>
                  <a:pt x="3157323" y="100560"/>
                  <a:pt x="3158932" y="97028"/>
                  <a:pt x="3160059" y="92587"/>
                </a:cubicBezTo>
                <a:cubicBezTo>
                  <a:pt x="3161186" y="88144"/>
                  <a:pt x="3161749" y="82550"/>
                  <a:pt x="3161749" y="75805"/>
                </a:cubicBezTo>
                <a:close/>
                <a:moveTo>
                  <a:pt x="3195282" y="119422"/>
                </a:moveTo>
                <a:lnTo>
                  <a:pt x="3195282" y="52629"/>
                </a:lnTo>
                <a:cubicBezTo>
                  <a:pt x="3195282" y="50805"/>
                  <a:pt x="3195268" y="48941"/>
                  <a:pt x="3195241" y="47036"/>
                </a:cubicBezTo>
                <a:cubicBezTo>
                  <a:pt x="3195214" y="45132"/>
                  <a:pt x="3195174" y="43294"/>
                  <a:pt x="3195121" y="41524"/>
                </a:cubicBezTo>
                <a:cubicBezTo>
                  <a:pt x="3195067" y="39754"/>
                  <a:pt x="3195013" y="38090"/>
                  <a:pt x="3194960" y="36535"/>
                </a:cubicBezTo>
                <a:cubicBezTo>
                  <a:pt x="3194906" y="34979"/>
                  <a:pt x="3194852" y="33584"/>
                  <a:pt x="3194799" y="32350"/>
                </a:cubicBezTo>
                <a:lnTo>
                  <a:pt x="3208479" y="32350"/>
                </a:lnTo>
                <a:cubicBezTo>
                  <a:pt x="3208533" y="33584"/>
                  <a:pt x="3208600" y="34992"/>
                  <a:pt x="3208680" y="36575"/>
                </a:cubicBezTo>
                <a:cubicBezTo>
                  <a:pt x="3208761" y="38158"/>
                  <a:pt x="3208841" y="39780"/>
                  <a:pt x="3208922" y="41444"/>
                </a:cubicBezTo>
                <a:cubicBezTo>
                  <a:pt x="3209002" y="43107"/>
                  <a:pt x="3209056" y="44703"/>
                  <a:pt x="3209083" y="46232"/>
                </a:cubicBezTo>
                <a:cubicBezTo>
                  <a:pt x="3209109" y="47761"/>
                  <a:pt x="3209123" y="49062"/>
                  <a:pt x="3209123" y="50135"/>
                </a:cubicBezTo>
                <a:lnTo>
                  <a:pt x="3209445" y="50135"/>
                </a:lnTo>
                <a:cubicBezTo>
                  <a:pt x="3210464" y="46808"/>
                  <a:pt x="3211550" y="43925"/>
                  <a:pt x="3212704" y="41484"/>
                </a:cubicBezTo>
                <a:cubicBezTo>
                  <a:pt x="3213857" y="39043"/>
                  <a:pt x="3215212" y="37031"/>
                  <a:pt x="3216768" y="35448"/>
                </a:cubicBezTo>
                <a:cubicBezTo>
                  <a:pt x="3218324" y="33866"/>
                  <a:pt x="3220174" y="32685"/>
                  <a:pt x="3222320" y="31907"/>
                </a:cubicBezTo>
                <a:cubicBezTo>
                  <a:pt x="3224466" y="31130"/>
                  <a:pt x="3227068" y="30741"/>
                  <a:pt x="3230126" y="30741"/>
                </a:cubicBezTo>
                <a:cubicBezTo>
                  <a:pt x="3231307" y="30741"/>
                  <a:pt x="3232433" y="30835"/>
                  <a:pt x="3233506" y="31025"/>
                </a:cubicBezTo>
                <a:cubicBezTo>
                  <a:pt x="3234579" y="31213"/>
                  <a:pt x="3235411" y="31388"/>
                  <a:pt x="3236001" y="31550"/>
                </a:cubicBezTo>
                <a:lnTo>
                  <a:pt x="3236001" y="44904"/>
                </a:lnTo>
                <a:cubicBezTo>
                  <a:pt x="3235035" y="44636"/>
                  <a:pt x="3233908" y="44434"/>
                  <a:pt x="3232621" y="44300"/>
                </a:cubicBezTo>
                <a:cubicBezTo>
                  <a:pt x="3231333" y="44166"/>
                  <a:pt x="3229885" y="44099"/>
                  <a:pt x="3228275" y="44099"/>
                </a:cubicBezTo>
                <a:cubicBezTo>
                  <a:pt x="3224949" y="44099"/>
                  <a:pt x="3222119" y="44849"/>
                  <a:pt x="3219785" y="46350"/>
                </a:cubicBezTo>
                <a:cubicBezTo>
                  <a:pt x="3217452" y="47850"/>
                  <a:pt x="3215547" y="49928"/>
                  <a:pt x="3214072" y="52581"/>
                </a:cubicBezTo>
                <a:cubicBezTo>
                  <a:pt x="3212597" y="55234"/>
                  <a:pt x="3211510" y="58396"/>
                  <a:pt x="3210813" y="62067"/>
                </a:cubicBezTo>
                <a:cubicBezTo>
                  <a:pt x="3210115" y="65737"/>
                  <a:pt x="3209767" y="69742"/>
                  <a:pt x="3209767" y="74083"/>
                </a:cubicBezTo>
                <a:lnTo>
                  <a:pt x="3209767" y="119422"/>
                </a:lnTo>
                <a:lnTo>
                  <a:pt x="3195282" y="119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ADAcompliance.">
            <a:extLst xmlns:a="http://schemas.openxmlformats.org/drawingml/2006/main">
              <a:ext uri="{FF2B5EF4-FFF2-40B4-BE49-F238E27FC236}">
                <a16:creationId xmlns:a16="http://schemas.microsoft.com/office/drawing/2014/main" id="{BC44DBA9-0284-4C7C-8B95-89301DE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881" y="1257537"/>
            <a:ext cx="1239449" cy="153703"/>
          </a:xfrm>
          <a:custGeom xmlns:a="http://schemas.openxmlformats.org/drawingml/2006/main">
            <a:pathLst>
              <a:path w="1239449" h="153703">
                <a:moveTo>
                  <a:pt x="93590" y="119422"/>
                </a:moveTo>
                <a:lnTo>
                  <a:pt x="80634" y="86267"/>
                </a:lnTo>
                <a:lnTo>
                  <a:pt x="28970" y="86267"/>
                </a:lnTo>
                <a:lnTo>
                  <a:pt x="15934" y="119422"/>
                </a:lnTo>
                <a:lnTo>
                  <a:pt x="0" y="119422"/>
                </a:lnTo>
                <a:lnTo>
                  <a:pt x="46272" y="5955"/>
                </a:lnTo>
                <a:lnTo>
                  <a:pt x="63734" y="5955"/>
                </a:lnTo>
                <a:lnTo>
                  <a:pt x="109282" y="119422"/>
                </a:lnTo>
                <a:lnTo>
                  <a:pt x="93590" y="119422"/>
                </a:lnTo>
                <a:moveTo>
                  <a:pt x="61481" y="36776"/>
                </a:moveTo>
                <a:cubicBezTo>
                  <a:pt x="60623" y="34630"/>
                  <a:pt x="59805" y="32457"/>
                  <a:pt x="59027" y="30258"/>
                </a:cubicBezTo>
                <a:cubicBezTo>
                  <a:pt x="58249" y="28058"/>
                  <a:pt x="57565" y="26060"/>
                  <a:pt x="56975" y="24263"/>
                </a:cubicBezTo>
                <a:cubicBezTo>
                  <a:pt x="56385" y="22465"/>
                  <a:pt x="55888" y="20963"/>
                  <a:pt x="55486" y="19756"/>
                </a:cubicBezTo>
                <a:cubicBezTo>
                  <a:pt x="55084" y="18549"/>
                  <a:pt x="54856" y="17811"/>
                  <a:pt x="54802" y="17543"/>
                </a:cubicBezTo>
                <a:cubicBezTo>
                  <a:pt x="54695" y="17811"/>
                  <a:pt x="54453" y="18562"/>
                  <a:pt x="54078" y="19796"/>
                </a:cubicBezTo>
                <a:cubicBezTo>
                  <a:pt x="53702" y="21030"/>
                  <a:pt x="53206" y="22559"/>
                  <a:pt x="52589" y="24383"/>
                </a:cubicBezTo>
                <a:cubicBezTo>
                  <a:pt x="51972" y="26207"/>
                  <a:pt x="51275" y="28219"/>
                  <a:pt x="50497" y="30419"/>
                </a:cubicBezTo>
                <a:cubicBezTo>
                  <a:pt x="49719" y="32618"/>
                  <a:pt x="48927" y="34791"/>
                  <a:pt x="48123" y="36937"/>
                </a:cubicBezTo>
                <a:lnTo>
                  <a:pt x="33638" y="74196"/>
                </a:lnTo>
                <a:lnTo>
                  <a:pt x="76047" y="74196"/>
                </a:lnTo>
                <a:lnTo>
                  <a:pt x="61481" y="36776"/>
                </a:lnTo>
                <a:close/>
                <a:moveTo>
                  <a:pt x="220739" y="61521"/>
                </a:moveTo>
                <a:cubicBezTo>
                  <a:pt x="220739" y="70970"/>
                  <a:pt x="219317" y="79305"/>
                  <a:pt x="216474" y="86526"/>
                </a:cubicBezTo>
                <a:cubicBezTo>
                  <a:pt x="213630" y="93747"/>
                  <a:pt x="209741" y="99786"/>
                  <a:pt x="204805" y="104645"/>
                </a:cubicBezTo>
                <a:cubicBezTo>
                  <a:pt x="199870" y="109503"/>
                  <a:pt x="194035" y="113181"/>
                  <a:pt x="187302" y="115677"/>
                </a:cubicBezTo>
                <a:cubicBezTo>
                  <a:pt x="180569" y="118174"/>
                  <a:pt x="173314" y="119422"/>
                  <a:pt x="165534" y="119422"/>
                </a:cubicBezTo>
                <a:lnTo>
                  <a:pt x="123125" y="119422"/>
                </a:lnTo>
                <a:lnTo>
                  <a:pt x="123125" y="5955"/>
                </a:lnTo>
                <a:lnTo>
                  <a:pt x="160626" y="5955"/>
                </a:lnTo>
                <a:cubicBezTo>
                  <a:pt x="169370" y="5955"/>
                  <a:pt x="177431" y="7042"/>
                  <a:pt x="184808" y="9217"/>
                </a:cubicBezTo>
                <a:cubicBezTo>
                  <a:pt x="192184" y="11391"/>
                  <a:pt x="198528" y="14747"/>
                  <a:pt x="203840" y="19283"/>
                </a:cubicBezTo>
                <a:cubicBezTo>
                  <a:pt x="209151" y="23820"/>
                  <a:pt x="213295" y="29578"/>
                  <a:pt x="216273" y="36557"/>
                </a:cubicBezTo>
                <a:cubicBezTo>
                  <a:pt x="219250" y="43537"/>
                  <a:pt x="220739" y="51858"/>
                  <a:pt x="220739" y="61521"/>
                </a:cubicBezTo>
                <a:moveTo>
                  <a:pt x="205288" y="61521"/>
                </a:moveTo>
                <a:cubicBezTo>
                  <a:pt x="205288" y="53858"/>
                  <a:pt x="204188" y="47306"/>
                  <a:pt x="201989" y="41866"/>
                </a:cubicBezTo>
                <a:cubicBezTo>
                  <a:pt x="199789" y="36424"/>
                  <a:pt x="196704" y="31961"/>
                  <a:pt x="192734" y="28477"/>
                </a:cubicBezTo>
                <a:cubicBezTo>
                  <a:pt x="188764" y="24994"/>
                  <a:pt x="184016" y="22434"/>
                  <a:pt x="178491" y="20800"/>
                </a:cubicBezTo>
                <a:cubicBezTo>
                  <a:pt x="172965" y="19165"/>
                  <a:pt x="166903" y="18348"/>
                  <a:pt x="160304" y="18348"/>
                </a:cubicBezTo>
                <a:lnTo>
                  <a:pt x="138496" y="18348"/>
                </a:lnTo>
                <a:lnTo>
                  <a:pt x="138496" y="107029"/>
                </a:lnTo>
                <a:lnTo>
                  <a:pt x="163764" y="107029"/>
                </a:lnTo>
                <a:cubicBezTo>
                  <a:pt x="169719" y="107029"/>
                  <a:pt x="175231" y="106064"/>
                  <a:pt x="180301" y="104134"/>
                </a:cubicBezTo>
                <a:cubicBezTo>
                  <a:pt x="185371" y="102205"/>
                  <a:pt x="189757" y="99337"/>
                  <a:pt x="193459" y="95531"/>
                </a:cubicBezTo>
                <a:cubicBezTo>
                  <a:pt x="197160" y="91726"/>
                  <a:pt x="200057" y="86982"/>
                  <a:pt x="202150" y="81300"/>
                </a:cubicBezTo>
                <a:cubicBezTo>
                  <a:pt x="204242" y="75618"/>
                  <a:pt x="205288" y="69026"/>
                  <a:pt x="205288" y="61521"/>
                </a:cubicBezTo>
                <a:close/>
                <a:moveTo>
                  <a:pt x="322509" y="119422"/>
                </a:moveTo>
                <a:lnTo>
                  <a:pt x="309553" y="86267"/>
                </a:lnTo>
                <a:lnTo>
                  <a:pt x="257889" y="86267"/>
                </a:lnTo>
                <a:lnTo>
                  <a:pt x="244853" y="119422"/>
                </a:lnTo>
                <a:lnTo>
                  <a:pt x="228919" y="119422"/>
                </a:lnTo>
                <a:lnTo>
                  <a:pt x="275191" y="5955"/>
                </a:lnTo>
                <a:lnTo>
                  <a:pt x="292654" y="5955"/>
                </a:lnTo>
                <a:lnTo>
                  <a:pt x="338201" y="119422"/>
                </a:lnTo>
                <a:lnTo>
                  <a:pt x="322509" y="119422"/>
                </a:lnTo>
                <a:moveTo>
                  <a:pt x="290400" y="36776"/>
                </a:moveTo>
                <a:cubicBezTo>
                  <a:pt x="289542" y="34630"/>
                  <a:pt x="288724" y="32457"/>
                  <a:pt x="287946" y="30258"/>
                </a:cubicBezTo>
                <a:cubicBezTo>
                  <a:pt x="287168" y="28058"/>
                  <a:pt x="286484" y="26060"/>
                  <a:pt x="285894" y="24263"/>
                </a:cubicBezTo>
                <a:cubicBezTo>
                  <a:pt x="285304" y="22465"/>
                  <a:pt x="284808" y="20963"/>
                  <a:pt x="284405" y="19756"/>
                </a:cubicBezTo>
                <a:cubicBezTo>
                  <a:pt x="284003" y="18549"/>
                  <a:pt x="283775" y="17811"/>
                  <a:pt x="283721" y="17543"/>
                </a:cubicBezTo>
                <a:cubicBezTo>
                  <a:pt x="283614" y="17811"/>
                  <a:pt x="283372" y="18562"/>
                  <a:pt x="282997" y="19796"/>
                </a:cubicBezTo>
                <a:cubicBezTo>
                  <a:pt x="282621" y="21030"/>
                  <a:pt x="282125" y="22559"/>
                  <a:pt x="281508" y="24383"/>
                </a:cubicBezTo>
                <a:cubicBezTo>
                  <a:pt x="280891" y="26207"/>
                  <a:pt x="280194" y="28219"/>
                  <a:pt x="279416" y="30419"/>
                </a:cubicBezTo>
                <a:cubicBezTo>
                  <a:pt x="278638" y="32618"/>
                  <a:pt x="277847" y="34791"/>
                  <a:pt x="277042" y="36937"/>
                </a:cubicBezTo>
                <a:lnTo>
                  <a:pt x="262557" y="74196"/>
                </a:lnTo>
                <a:lnTo>
                  <a:pt x="304966" y="74196"/>
                </a:lnTo>
                <a:lnTo>
                  <a:pt x="290400" y="36776"/>
                </a:lnTo>
                <a:close/>
                <a:moveTo>
                  <a:pt x="397403" y="75524"/>
                </a:moveTo>
                <a:cubicBezTo>
                  <a:pt x="397403" y="80508"/>
                  <a:pt x="397765" y="85090"/>
                  <a:pt x="398489" y="89270"/>
                </a:cubicBezTo>
                <a:cubicBezTo>
                  <a:pt x="399213" y="93449"/>
                  <a:pt x="400434" y="97053"/>
                  <a:pt x="402151" y="100081"/>
                </a:cubicBezTo>
                <a:cubicBezTo>
                  <a:pt x="403867" y="103107"/>
                  <a:pt x="406134" y="105450"/>
                  <a:pt x="408951" y="107112"/>
                </a:cubicBezTo>
                <a:cubicBezTo>
                  <a:pt x="411767" y="108773"/>
                  <a:pt x="415241" y="109604"/>
                  <a:pt x="419372" y="109604"/>
                </a:cubicBezTo>
                <a:cubicBezTo>
                  <a:pt x="424522" y="109604"/>
                  <a:pt x="428827" y="108209"/>
                  <a:pt x="432288" y="105419"/>
                </a:cubicBezTo>
                <a:cubicBezTo>
                  <a:pt x="435748" y="102630"/>
                  <a:pt x="437881" y="98338"/>
                  <a:pt x="438685" y="92544"/>
                </a:cubicBezTo>
                <a:lnTo>
                  <a:pt x="453331" y="93509"/>
                </a:lnTo>
                <a:cubicBezTo>
                  <a:pt x="452849" y="97104"/>
                  <a:pt x="451802" y="100564"/>
                  <a:pt x="450193" y="103890"/>
                </a:cubicBezTo>
                <a:cubicBezTo>
                  <a:pt x="448584" y="107217"/>
                  <a:pt x="446397" y="110140"/>
                  <a:pt x="443634" y="112662"/>
                </a:cubicBezTo>
                <a:cubicBezTo>
                  <a:pt x="440872" y="115183"/>
                  <a:pt x="437505" y="117209"/>
                  <a:pt x="433535" y="118738"/>
                </a:cubicBezTo>
                <a:cubicBezTo>
                  <a:pt x="429565" y="120267"/>
                  <a:pt x="424978" y="121031"/>
                  <a:pt x="419774" y="121031"/>
                </a:cubicBezTo>
                <a:cubicBezTo>
                  <a:pt x="412961" y="121031"/>
                  <a:pt x="407167" y="119878"/>
                  <a:pt x="402392" y="117571"/>
                </a:cubicBezTo>
                <a:cubicBezTo>
                  <a:pt x="397617" y="115264"/>
                  <a:pt x="393741" y="112085"/>
                  <a:pt x="390764" y="108035"/>
                </a:cubicBezTo>
                <a:cubicBezTo>
                  <a:pt x="387786" y="103984"/>
                  <a:pt x="385627" y="99210"/>
                  <a:pt x="384286" y="93711"/>
                </a:cubicBezTo>
                <a:cubicBezTo>
                  <a:pt x="382945" y="88212"/>
                  <a:pt x="382274" y="82243"/>
                  <a:pt x="382274" y="75805"/>
                </a:cubicBezTo>
                <a:cubicBezTo>
                  <a:pt x="382274" y="69958"/>
                  <a:pt x="382757" y="64794"/>
                  <a:pt x="383722" y="60314"/>
                </a:cubicBezTo>
                <a:cubicBezTo>
                  <a:pt x="384688" y="55835"/>
                  <a:pt x="386043" y="51918"/>
                  <a:pt x="387786" y="48565"/>
                </a:cubicBezTo>
                <a:cubicBezTo>
                  <a:pt x="389530" y="45212"/>
                  <a:pt x="391582" y="42396"/>
                  <a:pt x="393942" y="40116"/>
                </a:cubicBezTo>
                <a:cubicBezTo>
                  <a:pt x="396303" y="37836"/>
                  <a:pt x="398865" y="36012"/>
                  <a:pt x="401628" y="34644"/>
                </a:cubicBezTo>
                <a:cubicBezTo>
                  <a:pt x="404391" y="33276"/>
                  <a:pt x="407301" y="32283"/>
                  <a:pt x="410359" y="31666"/>
                </a:cubicBezTo>
                <a:cubicBezTo>
                  <a:pt x="413417" y="31049"/>
                  <a:pt x="416502" y="30741"/>
                  <a:pt x="419613" y="30741"/>
                </a:cubicBezTo>
                <a:cubicBezTo>
                  <a:pt x="424495" y="30741"/>
                  <a:pt x="428841" y="31410"/>
                  <a:pt x="432650" y="32747"/>
                </a:cubicBezTo>
                <a:cubicBezTo>
                  <a:pt x="436459" y="34084"/>
                  <a:pt x="439745" y="35915"/>
                  <a:pt x="442508" y="38242"/>
                </a:cubicBezTo>
                <a:cubicBezTo>
                  <a:pt x="445271" y="40569"/>
                  <a:pt x="447511" y="43311"/>
                  <a:pt x="449227" y="46468"/>
                </a:cubicBezTo>
                <a:cubicBezTo>
                  <a:pt x="450944" y="49623"/>
                  <a:pt x="452151" y="53019"/>
                  <a:pt x="452849" y="56655"/>
                </a:cubicBezTo>
                <a:lnTo>
                  <a:pt x="437961" y="57779"/>
                </a:lnTo>
                <a:cubicBezTo>
                  <a:pt x="437210" y="53000"/>
                  <a:pt x="435305" y="49203"/>
                  <a:pt x="432248" y="46390"/>
                </a:cubicBezTo>
                <a:cubicBezTo>
                  <a:pt x="429190" y="43575"/>
                  <a:pt x="424844" y="42168"/>
                  <a:pt x="419211" y="42168"/>
                </a:cubicBezTo>
                <a:cubicBezTo>
                  <a:pt x="415080" y="42168"/>
                  <a:pt x="411633" y="42851"/>
                  <a:pt x="408870" y="44217"/>
                </a:cubicBezTo>
                <a:cubicBezTo>
                  <a:pt x="406107" y="45584"/>
                  <a:pt x="403867" y="47647"/>
                  <a:pt x="402151" y="50406"/>
                </a:cubicBezTo>
                <a:cubicBezTo>
                  <a:pt x="400434" y="53166"/>
                  <a:pt x="399213" y="56635"/>
                  <a:pt x="398489" y="60815"/>
                </a:cubicBezTo>
                <a:cubicBezTo>
                  <a:pt x="397765" y="64994"/>
                  <a:pt x="397403" y="69897"/>
                  <a:pt x="397403" y="75524"/>
                </a:cubicBezTo>
                <a:close/>
                <a:moveTo>
                  <a:pt x="542414" y="75805"/>
                </a:moveTo>
                <a:cubicBezTo>
                  <a:pt x="542414" y="91042"/>
                  <a:pt x="539061" y="102388"/>
                  <a:pt x="532355" y="109845"/>
                </a:cubicBezTo>
                <a:cubicBezTo>
                  <a:pt x="525649" y="117303"/>
                  <a:pt x="515912" y="121031"/>
                  <a:pt x="503144" y="121031"/>
                </a:cubicBezTo>
                <a:cubicBezTo>
                  <a:pt x="497081" y="121031"/>
                  <a:pt x="491663" y="120119"/>
                  <a:pt x="486888" y="118295"/>
                </a:cubicBezTo>
                <a:cubicBezTo>
                  <a:pt x="482113" y="116471"/>
                  <a:pt x="478076" y="113681"/>
                  <a:pt x="474777" y="109926"/>
                </a:cubicBezTo>
                <a:cubicBezTo>
                  <a:pt x="471478" y="106170"/>
                  <a:pt x="468956" y="101463"/>
                  <a:pt x="467213" y="95803"/>
                </a:cubicBezTo>
                <a:cubicBezTo>
                  <a:pt x="465469" y="90143"/>
                  <a:pt x="464597" y="83477"/>
                  <a:pt x="464597" y="75805"/>
                </a:cubicBezTo>
                <a:cubicBezTo>
                  <a:pt x="464597" y="45762"/>
                  <a:pt x="477607" y="30741"/>
                  <a:pt x="503626" y="30741"/>
                </a:cubicBezTo>
                <a:cubicBezTo>
                  <a:pt x="510386" y="30741"/>
                  <a:pt x="516220" y="31679"/>
                  <a:pt x="521129" y="33557"/>
                </a:cubicBezTo>
                <a:cubicBezTo>
                  <a:pt x="526038" y="35435"/>
                  <a:pt x="530062" y="38251"/>
                  <a:pt x="533200" y="42007"/>
                </a:cubicBezTo>
                <a:cubicBezTo>
                  <a:pt x="536339" y="45762"/>
                  <a:pt x="538659" y="50456"/>
                  <a:pt x="540161" y="56090"/>
                </a:cubicBezTo>
                <a:cubicBezTo>
                  <a:pt x="541663" y="61723"/>
                  <a:pt x="542414" y="68295"/>
                  <a:pt x="542414" y="75805"/>
                </a:cubicBezTo>
                <a:moveTo>
                  <a:pt x="527205" y="75805"/>
                </a:moveTo>
                <a:cubicBezTo>
                  <a:pt x="527205" y="69061"/>
                  <a:pt x="526682" y="63495"/>
                  <a:pt x="525636" y="59107"/>
                </a:cubicBezTo>
                <a:cubicBezTo>
                  <a:pt x="524590" y="54718"/>
                  <a:pt x="523061" y="51213"/>
                  <a:pt x="521049" y="48591"/>
                </a:cubicBezTo>
                <a:cubicBezTo>
                  <a:pt x="519037" y="45967"/>
                  <a:pt x="516583" y="44133"/>
                  <a:pt x="513686" y="43091"/>
                </a:cubicBezTo>
                <a:cubicBezTo>
                  <a:pt x="510789" y="42046"/>
                  <a:pt x="507516" y="41524"/>
                  <a:pt x="503868" y="41524"/>
                </a:cubicBezTo>
                <a:cubicBezTo>
                  <a:pt x="500166" y="41524"/>
                  <a:pt x="496827" y="42073"/>
                  <a:pt x="493849" y="43171"/>
                </a:cubicBezTo>
                <a:cubicBezTo>
                  <a:pt x="490872" y="44268"/>
                  <a:pt x="488337" y="46141"/>
                  <a:pt x="486244" y="48792"/>
                </a:cubicBezTo>
                <a:cubicBezTo>
                  <a:pt x="484152" y="51441"/>
                  <a:pt x="482556" y="54960"/>
                  <a:pt x="481456" y="59349"/>
                </a:cubicBezTo>
                <a:cubicBezTo>
                  <a:pt x="480356" y="63736"/>
                  <a:pt x="479807" y="69222"/>
                  <a:pt x="479807" y="75805"/>
                </a:cubicBezTo>
                <a:cubicBezTo>
                  <a:pt x="479807" y="82550"/>
                  <a:pt x="480397" y="88130"/>
                  <a:pt x="481577" y="92546"/>
                </a:cubicBezTo>
                <a:cubicBezTo>
                  <a:pt x="482757" y="96961"/>
                  <a:pt x="484380" y="100480"/>
                  <a:pt x="486446" y="103103"/>
                </a:cubicBezTo>
                <a:cubicBezTo>
                  <a:pt x="488511" y="105725"/>
                  <a:pt x="490952" y="107572"/>
                  <a:pt x="493769" y="108643"/>
                </a:cubicBezTo>
                <a:cubicBezTo>
                  <a:pt x="496585" y="109713"/>
                  <a:pt x="499656" y="110248"/>
                  <a:pt x="502983" y="110248"/>
                </a:cubicBezTo>
                <a:cubicBezTo>
                  <a:pt x="506684" y="110248"/>
                  <a:pt x="510037" y="109726"/>
                  <a:pt x="513042" y="108684"/>
                </a:cubicBezTo>
                <a:cubicBezTo>
                  <a:pt x="516046" y="107639"/>
                  <a:pt x="518594" y="105806"/>
                  <a:pt x="520687" y="103184"/>
                </a:cubicBezTo>
                <a:cubicBezTo>
                  <a:pt x="522779" y="100560"/>
                  <a:pt x="524388" y="97028"/>
                  <a:pt x="525515" y="92587"/>
                </a:cubicBezTo>
                <a:cubicBezTo>
                  <a:pt x="526642" y="88144"/>
                  <a:pt x="527205" y="82550"/>
                  <a:pt x="527205" y="75805"/>
                </a:cubicBezTo>
                <a:close/>
                <a:moveTo>
                  <a:pt x="611113" y="119422"/>
                </a:moveTo>
                <a:lnTo>
                  <a:pt x="611113" y="64275"/>
                </a:lnTo>
                <a:cubicBezTo>
                  <a:pt x="611113" y="60040"/>
                  <a:pt x="610845" y="56503"/>
                  <a:pt x="610309" y="53663"/>
                </a:cubicBezTo>
                <a:cubicBezTo>
                  <a:pt x="609772" y="50823"/>
                  <a:pt x="608874" y="48532"/>
                  <a:pt x="607613" y="46790"/>
                </a:cubicBezTo>
                <a:cubicBezTo>
                  <a:pt x="606352" y="45048"/>
                  <a:pt x="604702" y="43816"/>
                  <a:pt x="602664" y="43093"/>
                </a:cubicBezTo>
                <a:cubicBezTo>
                  <a:pt x="600625" y="42369"/>
                  <a:pt x="598130" y="42007"/>
                  <a:pt x="595180" y="42007"/>
                </a:cubicBezTo>
                <a:cubicBezTo>
                  <a:pt x="592122" y="42007"/>
                  <a:pt x="589359" y="42610"/>
                  <a:pt x="586891" y="43817"/>
                </a:cubicBezTo>
                <a:cubicBezTo>
                  <a:pt x="584423" y="45023"/>
                  <a:pt x="582318" y="46765"/>
                  <a:pt x="580574" y="49043"/>
                </a:cubicBezTo>
                <a:cubicBezTo>
                  <a:pt x="578830" y="51320"/>
                  <a:pt x="577489" y="54133"/>
                  <a:pt x="576550" y="57483"/>
                </a:cubicBezTo>
                <a:cubicBezTo>
                  <a:pt x="575611" y="60832"/>
                  <a:pt x="575142" y="64678"/>
                  <a:pt x="575142" y="69018"/>
                </a:cubicBezTo>
                <a:lnTo>
                  <a:pt x="575142" y="119422"/>
                </a:lnTo>
                <a:lnTo>
                  <a:pt x="560737" y="119422"/>
                </a:lnTo>
                <a:lnTo>
                  <a:pt x="560737" y="50939"/>
                </a:lnTo>
                <a:cubicBezTo>
                  <a:pt x="560737" y="49115"/>
                  <a:pt x="560724" y="47197"/>
                  <a:pt x="560697" y="45185"/>
                </a:cubicBezTo>
                <a:cubicBezTo>
                  <a:pt x="560670" y="43174"/>
                  <a:pt x="560630" y="41269"/>
                  <a:pt x="560576" y="39472"/>
                </a:cubicBezTo>
                <a:cubicBezTo>
                  <a:pt x="560523" y="37675"/>
                  <a:pt x="560469" y="36132"/>
                  <a:pt x="560415" y="34845"/>
                </a:cubicBezTo>
                <a:cubicBezTo>
                  <a:pt x="560362" y="33557"/>
                  <a:pt x="560308" y="32726"/>
                  <a:pt x="560255" y="32350"/>
                </a:cubicBezTo>
                <a:lnTo>
                  <a:pt x="573935" y="32350"/>
                </a:lnTo>
                <a:cubicBezTo>
                  <a:pt x="573989" y="32620"/>
                  <a:pt x="574042" y="33348"/>
                  <a:pt x="574096" y="34535"/>
                </a:cubicBezTo>
                <a:cubicBezTo>
                  <a:pt x="574150" y="35721"/>
                  <a:pt x="574217" y="37082"/>
                  <a:pt x="574297" y="38619"/>
                </a:cubicBezTo>
                <a:cubicBezTo>
                  <a:pt x="574378" y="40157"/>
                  <a:pt x="574445" y="41722"/>
                  <a:pt x="574498" y="43315"/>
                </a:cubicBezTo>
                <a:cubicBezTo>
                  <a:pt x="574552" y="44906"/>
                  <a:pt x="574579" y="46240"/>
                  <a:pt x="574579" y="47318"/>
                </a:cubicBezTo>
                <a:lnTo>
                  <a:pt x="574820" y="47318"/>
                </a:lnTo>
                <a:cubicBezTo>
                  <a:pt x="576108" y="44785"/>
                  <a:pt x="577503" y="42494"/>
                  <a:pt x="579005" y="40445"/>
                </a:cubicBezTo>
                <a:cubicBezTo>
                  <a:pt x="580507" y="38396"/>
                  <a:pt x="582264" y="36658"/>
                  <a:pt x="584276" y="35230"/>
                </a:cubicBezTo>
                <a:cubicBezTo>
                  <a:pt x="586287" y="33801"/>
                  <a:pt x="588594" y="32696"/>
                  <a:pt x="591196" y="31915"/>
                </a:cubicBezTo>
                <a:cubicBezTo>
                  <a:pt x="593798" y="31132"/>
                  <a:pt x="596816" y="30741"/>
                  <a:pt x="600250" y="30741"/>
                </a:cubicBezTo>
                <a:cubicBezTo>
                  <a:pt x="606848" y="30741"/>
                  <a:pt x="612066" y="32062"/>
                  <a:pt x="615902" y="34704"/>
                </a:cubicBezTo>
                <a:cubicBezTo>
                  <a:pt x="619737" y="37344"/>
                  <a:pt x="622406" y="41549"/>
                  <a:pt x="623909" y="47318"/>
                </a:cubicBezTo>
                <a:lnTo>
                  <a:pt x="624150" y="47318"/>
                </a:lnTo>
                <a:cubicBezTo>
                  <a:pt x="625438" y="44785"/>
                  <a:pt x="626886" y="42494"/>
                  <a:pt x="628496" y="40445"/>
                </a:cubicBezTo>
                <a:cubicBezTo>
                  <a:pt x="630105" y="38396"/>
                  <a:pt x="631983" y="36658"/>
                  <a:pt x="634129" y="35230"/>
                </a:cubicBezTo>
                <a:cubicBezTo>
                  <a:pt x="636275" y="33801"/>
                  <a:pt x="638689" y="32696"/>
                  <a:pt x="641371" y="31915"/>
                </a:cubicBezTo>
                <a:cubicBezTo>
                  <a:pt x="644054" y="31132"/>
                  <a:pt x="647112" y="30741"/>
                  <a:pt x="650545" y="30741"/>
                </a:cubicBezTo>
                <a:cubicBezTo>
                  <a:pt x="654944" y="30741"/>
                  <a:pt x="658740" y="31331"/>
                  <a:pt x="661932" y="32511"/>
                </a:cubicBezTo>
                <a:cubicBezTo>
                  <a:pt x="665124" y="33691"/>
                  <a:pt x="667739" y="35515"/>
                  <a:pt x="669778" y="37983"/>
                </a:cubicBezTo>
                <a:cubicBezTo>
                  <a:pt x="671817" y="40451"/>
                  <a:pt x="673319" y="43630"/>
                  <a:pt x="674285" y="47519"/>
                </a:cubicBezTo>
                <a:cubicBezTo>
                  <a:pt x="675250" y="51409"/>
                  <a:pt x="675733" y="56036"/>
                  <a:pt x="675733" y="61401"/>
                </a:cubicBezTo>
                <a:lnTo>
                  <a:pt x="675733" y="119422"/>
                </a:lnTo>
                <a:lnTo>
                  <a:pt x="661409" y="119422"/>
                </a:lnTo>
                <a:lnTo>
                  <a:pt x="661409" y="64275"/>
                </a:lnTo>
                <a:cubicBezTo>
                  <a:pt x="661409" y="60040"/>
                  <a:pt x="661141" y="56503"/>
                  <a:pt x="660604" y="53663"/>
                </a:cubicBezTo>
                <a:cubicBezTo>
                  <a:pt x="660068" y="50823"/>
                  <a:pt x="659169" y="48532"/>
                  <a:pt x="657908" y="46790"/>
                </a:cubicBezTo>
                <a:cubicBezTo>
                  <a:pt x="656648" y="45048"/>
                  <a:pt x="654998" y="43816"/>
                  <a:pt x="652959" y="43093"/>
                </a:cubicBezTo>
                <a:cubicBezTo>
                  <a:pt x="650921" y="42369"/>
                  <a:pt x="648426" y="42007"/>
                  <a:pt x="645475" y="42007"/>
                </a:cubicBezTo>
                <a:cubicBezTo>
                  <a:pt x="642417" y="42007"/>
                  <a:pt x="639654" y="42584"/>
                  <a:pt x="637187" y="43737"/>
                </a:cubicBezTo>
                <a:cubicBezTo>
                  <a:pt x="634719" y="44889"/>
                  <a:pt x="632613" y="46590"/>
                  <a:pt x="630869" y="48842"/>
                </a:cubicBezTo>
                <a:cubicBezTo>
                  <a:pt x="629126" y="51092"/>
                  <a:pt x="627785" y="53905"/>
                  <a:pt x="626846" y="57282"/>
                </a:cubicBezTo>
                <a:cubicBezTo>
                  <a:pt x="625907" y="60658"/>
                  <a:pt x="625438" y="64570"/>
                  <a:pt x="625438" y="69018"/>
                </a:cubicBezTo>
                <a:lnTo>
                  <a:pt x="625438" y="119422"/>
                </a:lnTo>
                <a:lnTo>
                  <a:pt x="611113" y="119422"/>
                </a:lnTo>
                <a:close/>
                <a:moveTo>
                  <a:pt x="771333" y="75443"/>
                </a:moveTo>
                <a:cubicBezTo>
                  <a:pt x="771333" y="82047"/>
                  <a:pt x="770797" y="88141"/>
                  <a:pt x="769724" y="93726"/>
                </a:cubicBezTo>
                <a:cubicBezTo>
                  <a:pt x="768651" y="99310"/>
                  <a:pt x="766867" y="104117"/>
                  <a:pt x="764372" y="108145"/>
                </a:cubicBezTo>
                <a:cubicBezTo>
                  <a:pt x="761878" y="112172"/>
                  <a:pt x="758578" y="115327"/>
                  <a:pt x="754474" y="117609"/>
                </a:cubicBezTo>
                <a:cubicBezTo>
                  <a:pt x="750370" y="119890"/>
                  <a:pt x="745314" y="121031"/>
                  <a:pt x="739305" y="121031"/>
                </a:cubicBezTo>
                <a:cubicBezTo>
                  <a:pt x="733082" y="121031"/>
                  <a:pt x="727637" y="119845"/>
                  <a:pt x="722969" y="117473"/>
                </a:cubicBezTo>
                <a:cubicBezTo>
                  <a:pt x="718302" y="115099"/>
                  <a:pt x="714734" y="111215"/>
                  <a:pt x="712266" y="105822"/>
                </a:cubicBezTo>
                <a:lnTo>
                  <a:pt x="711864" y="105822"/>
                </a:lnTo>
                <a:cubicBezTo>
                  <a:pt x="711918" y="105929"/>
                  <a:pt x="711958" y="106414"/>
                  <a:pt x="711985" y="107275"/>
                </a:cubicBezTo>
                <a:cubicBezTo>
                  <a:pt x="712011" y="108137"/>
                  <a:pt x="712038" y="109214"/>
                  <a:pt x="712065" y="110507"/>
                </a:cubicBezTo>
                <a:cubicBezTo>
                  <a:pt x="712092" y="111798"/>
                  <a:pt x="712119" y="113237"/>
                  <a:pt x="712146" y="114825"/>
                </a:cubicBezTo>
                <a:cubicBezTo>
                  <a:pt x="712172" y="116412"/>
                  <a:pt x="712186" y="117987"/>
                  <a:pt x="712186" y="119547"/>
                </a:cubicBezTo>
                <a:lnTo>
                  <a:pt x="712186" y="153703"/>
                </a:lnTo>
                <a:lnTo>
                  <a:pt x="697701" y="153703"/>
                </a:lnTo>
                <a:lnTo>
                  <a:pt x="697701" y="50147"/>
                </a:lnTo>
                <a:cubicBezTo>
                  <a:pt x="697701" y="48053"/>
                  <a:pt x="697687" y="46040"/>
                  <a:pt x="697660" y="44107"/>
                </a:cubicBezTo>
                <a:cubicBezTo>
                  <a:pt x="697634" y="42174"/>
                  <a:pt x="697593" y="40416"/>
                  <a:pt x="697540" y="38833"/>
                </a:cubicBezTo>
                <a:cubicBezTo>
                  <a:pt x="697486" y="37249"/>
                  <a:pt x="697432" y="35893"/>
                  <a:pt x="697379" y="34767"/>
                </a:cubicBezTo>
                <a:cubicBezTo>
                  <a:pt x="697325" y="33638"/>
                  <a:pt x="697271" y="32833"/>
                  <a:pt x="697218" y="32350"/>
                </a:cubicBezTo>
                <a:lnTo>
                  <a:pt x="711220" y="32350"/>
                </a:lnTo>
                <a:cubicBezTo>
                  <a:pt x="711274" y="32511"/>
                  <a:pt x="711341" y="33074"/>
                  <a:pt x="711421" y="34040"/>
                </a:cubicBezTo>
                <a:cubicBezTo>
                  <a:pt x="711502" y="35006"/>
                  <a:pt x="711582" y="36173"/>
                  <a:pt x="711663" y="37541"/>
                </a:cubicBezTo>
                <a:cubicBezTo>
                  <a:pt x="711743" y="38909"/>
                  <a:pt x="711824" y="40371"/>
                  <a:pt x="711904" y="41926"/>
                </a:cubicBezTo>
                <a:cubicBezTo>
                  <a:pt x="711985" y="43482"/>
                  <a:pt x="712025" y="44957"/>
                  <a:pt x="712025" y="46352"/>
                </a:cubicBezTo>
                <a:lnTo>
                  <a:pt x="712347" y="46352"/>
                </a:lnTo>
                <a:cubicBezTo>
                  <a:pt x="713688" y="43548"/>
                  <a:pt x="715217" y="41161"/>
                  <a:pt x="716934" y="39193"/>
                </a:cubicBezTo>
                <a:cubicBezTo>
                  <a:pt x="718650" y="37225"/>
                  <a:pt x="720609" y="35607"/>
                  <a:pt x="722808" y="34339"/>
                </a:cubicBezTo>
                <a:cubicBezTo>
                  <a:pt x="725008" y="33072"/>
                  <a:pt x="727462" y="32156"/>
                  <a:pt x="730171" y="31591"/>
                </a:cubicBezTo>
                <a:cubicBezTo>
                  <a:pt x="732881" y="31024"/>
                  <a:pt x="735925" y="30741"/>
                  <a:pt x="739305" y="30741"/>
                </a:cubicBezTo>
                <a:cubicBezTo>
                  <a:pt x="745314" y="30741"/>
                  <a:pt x="750370" y="31814"/>
                  <a:pt x="754474" y="33962"/>
                </a:cubicBezTo>
                <a:cubicBezTo>
                  <a:pt x="758578" y="36110"/>
                  <a:pt x="761878" y="39130"/>
                  <a:pt x="764372" y="43023"/>
                </a:cubicBezTo>
                <a:cubicBezTo>
                  <a:pt x="766867" y="46916"/>
                  <a:pt x="768651" y="51614"/>
                  <a:pt x="769724" y="57118"/>
                </a:cubicBezTo>
                <a:cubicBezTo>
                  <a:pt x="770797" y="62622"/>
                  <a:pt x="771333" y="68731"/>
                  <a:pt x="771333" y="75443"/>
                </a:cubicBezTo>
                <a:moveTo>
                  <a:pt x="756124" y="75765"/>
                </a:moveTo>
                <a:cubicBezTo>
                  <a:pt x="756124" y="70407"/>
                  <a:pt x="755802" y="65638"/>
                  <a:pt x="755158" y="61459"/>
                </a:cubicBezTo>
                <a:cubicBezTo>
                  <a:pt x="754514" y="57279"/>
                  <a:pt x="753401" y="53742"/>
                  <a:pt x="751819" y="50849"/>
                </a:cubicBezTo>
                <a:cubicBezTo>
                  <a:pt x="750236" y="47955"/>
                  <a:pt x="748130" y="45758"/>
                  <a:pt x="745502" y="44258"/>
                </a:cubicBezTo>
                <a:cubicBezTo>
                  <a:pt x="742873" y="42757"/>
                  <a:pt x="739573" y="42007"/>
                  <a:pt x="735603" y="42007"/>
                </a:cubicBezTo>
                <a:cubicBezTo>
                  <a:pt x="732384" y="42007"/>
                  <a:pt x="729353" y="42463"/>
                  <a:pt x="726510" y="43375"/>
                </a:cubicBezTo>
                <a:cubicBezTo>
                  <a:pt x="723667" y="44285"/>
                  <a:pt x="721185" y="46026"/>
                  <a:pt x="719066" y="48598"/>
                </a:cubicBezTo>
                <a:cubicBezTo>
                  <a:pt x="716947" y="51170"/>
                  <a:pt x="715271" y="54720"/>
                  <a:pt x="714037" y="59248"/>
                </a:cubicBezTo>
                <a:cubicBezTo>
                  <a:pt x="712803" y="63776"/>
                  <a:pt x="712186" y="69658"/>
                  <a:pt x="712186" y="76892"/>
                </a:cubicBezTo>
                <a:cubicBezTo>
                  <a:pt x="712186" y="83053"/>
                  <a:pt x="712695" y="88264"/>
                  <a:pt x="713715" y="92524"/>
                </a:cubicBezTo>
                <a:cubicBezTo>
                  <a:pt x="714734" y="96784"/>
                  <a:pt x="716223" y="100227"/>
                  <a:pt x="718181" y="102854"/>
                </a:cubicBezTo>
                <a:cubicBezTo>
                  <a:pt x="720139" y="105480"/>
                  <a:pt x="722567" y="107368"/>
                  <a:pt x="725464" y="108520"/>
                </a:cubicBezTo>
                <a:cubicBezTo>
                  <a:pt x="728361" y="109672"/>
                  <a:pt x="731687" y="110248"/>
                  <a:pt x="735442" y="110248"/>
                </a:cubicBezTo>
                <a:cubicBezTo>
                  <a:pt x="739466" y="110248"/>
                  <a:pt x="742806" y="109471"/>
                  <a:pt x="745461" y="107917"/>
                </a:cubicBezTo>
                <a:cubicBezTo>
                  <a:pt x="748117" y="106362"/>
                  <a:pt x="750236" y="104112"/>
                  <a:pt x="751819" y="101164"/>
                </a:cubicBezTo>
                <a:cubicBezTo>
                  <a:pt x="753401" y="98217"/>
                  <a:pt x="754514" y="94613"/>
                  <a:pt x="755158" y="90353"/>
                </a:cubicBezTo>
                <a:cubicBezTo>
                  <a:pt x="755802" y="86093"/>
                  <a:pt x="756124" y="81231"/>
                  <a:pt x="756124" y="75765"/>
                </a:cubicBezTo>
                <a:close/>
                <a:moveTo>
                  <a:pt x="789333" y="119422"/>
                </a:moveTo>
                <a:lnTo>
                  <a:pt x="789333" y="0"/>
                </a:lnTo>
                <a:lnTo>
                  <a:pt x="803818" y="0"/>
                </a:lnTo>
                <a:lnTo>
                  <a:pt x="803818" y="119422"/>
                </a:lnTo>
                <a:lnTo>
                  <a:pt x="789333" y="119422"/>
                </a:lnTo>
                <a:close/>
                <a:moveTo>
                  <a:pt x="825841" y="13841"/>
                </a:moveTo>
                <a:lnTo>
                  <a:pt x="825841" y="0"/>
                </a:lnTo>
                <a:lnTo>
                  <a:pt x="840326" y="0"/>
                </a:lnTo>
                <a:lnTo>
                  <a:pt x="840326" y="13841"/>
                </a:lnTo>
                <a:lnTo>
                  <a:pt x="825841" y="13841"/>
                </a:lnTo>
                <a:moveTo>
                  <a:pt x="825841" y="119422"/>
                </a:moveTo>
                <a:lnTo>
                  <a:pt x="825841" y="32350"/>
                </a:lnTo>
                <a:lnTo>
                  <a:pt x="840326" y="32350"/>
                </a:lnTo>
                <a:lnTo>
                  <a:pt x="840326" y="119422"/>
                </a:lnTo>
                <a:lnTo>
                  <a:pt x="825841" y="119422"/>
                </a:lnTo>
                <a:close/>
                <a:moveTo>
                  <a:pt x="884720" y="121031"/>
                </a:moveTo>
                <a:cubicBezTo>
                  <a:pt x="875975" y="121031"/>
                  <a:pt x="869403" y="118724"/>
                  <a:pt x="865004" y="114110"/>
                </a:cubicBezTo>
                <a:cubicBezTo>
                  <a:pt x="860605" y="109497"/>
                  <a:pt x="858405" y="103166"/>
                  <a:pt x="858405" y="95119"/>
                </a:cubicBezTo>
                <a:cubicBezTo>
                  <a:pt x="858405" y="89378"/>
                  <a:pt x="859492" y="84671"/>
                  <a:pt x="861664" y="80996"/>
                </a:cubicBezTo>
                <a:cubicBezTo>
                  <a:pt x="863837" y="77321"/>
                  <a:pt x="866680" y="74437"/>
                  <a:pt x="870194" y="72345"/>
                </a:cubicBezTo>
                <a:cubicBezTo>
                  <a:pt x="873708" y="70253"/>
                  <a:pt x="877719" y="68804"/>
                  <a:pt x="882225" y="68000"/>
                </a:cubicBezTo>
                <a:cubicBezTo>
                  <a:pt x="886732" y="67195"/>
                  <a:pt x="891319" y="66739"/>
                  <a:pt x="895986" y="66632"/>
                </a:cubicBezTo>
                <a:lnTo>
                  <a:pt x="915541" y="66310"/>
                </a:lnTo>
                <a:lnTo>
                  <a:pt x="915541" y="61577"/>
                </a:lnTo>
                <a:cubicBezTo>
                  <a:pt x="915541" y="57994"/>
                  <a:pt x="915165" y="54946"/>
                  <a:pt x="914414" y="52433"/>
                </a:cubicBezTo>
                <a:cubicBezTo>
                  <a:pt x="913663" y="49920"/>
                  <a:pt x="912510" y="47888"/>
                  <a:pt x="910954" y="46337"/>
                </a:cubicBezTo>
                <a:cubicBezTo>
                  <a:pt x="909398" y="44786"/>
                  <a:pt x="907453" y="43651"/>
                  <a:pt x="905120" y="42930"/>
                </a:cubicBezTo>
                <a:cubicBezTo>
                  <a:pt x="902786" y="42207"/>
                  <a:pt x="900036" y="41846"/>
                  <a:pt x="896871" y="41846"/>
                </a:cubicBezTo>
                <a:cubicBezTo>
                  <a:pt x="894081" y="41846"/>
                  <a:pt x="891560" y="42045"/>
                  <a:pt x="889307" y="42442"/>
                </a:cubicBezTo>
                <a:cubicBezTo>
                  <a:pt x="887053" y="42839"/>
                  <a:pt x="885095" y="43555"/>
                  <a:pt x="883432" y="44589"/>
                </a:cubicBezTo>
                <a:cubicBezTo>
                  <a:pt x="881769" y="45624"/>
                  <a:pt x="880428" y="47030"/>
                  <a:pt x="879409" y="48807"/>
                </a:cubicBezTo>
                <a:cubicBezTo>
                  <a:pt x="878389" y="50582"/>
                  <a:pt x="877719" y="52822"/>
                  <a:pt x="877397" y="55526"/>
                </a:cubicBezTo>
                <a:lnTo>
                  <a:pt x="862268" y="54163"/>
                </a:lnTo>
                <a:cubicBezTo>
                  <a:pt x="862804" y="50740"/>
                  <a:pt x="863824" y="47598"/>
                  <a:pt x="865326" y="44738"/>
                </a:cubicBezTo>
                <a:cubicBezTo>
                  <a:pt x="866828" y="41876"/>
                  <a:pt x="868960" y="39403"/>
                  <a:pt x="871723" y="37319"/>
                </a:cubicBezTo>
                <a:cubicBezTo>
                  <a:pt x="874486" y="35234"/>
                  <a:pt x="877947" y="33616"/>
                  <a:pt x="882104" y="32466"/>
                </a:cubicBezTo>
                <a:cubicBezTo>
                  <a:pt x="886262" y="31316"/>
                  <a:pt x="891292" y="30741"/>
                  <a:pt x="897193" y="30741"/>
                </a:cubicBezTo>
                <a:cubicBezTo>
                  <a:pt x="908137" y="30741"/>
                  <a:pt x="916372" y="33246"/>
                  <a:pt x="921898" y="38257"/>
                </a:cubicBezTo>
                <a:cubicBezTo>
                  <a:pt x="927424" y="43268"/>
                  <a:pt x="930187" y="50517"/>
                  <a:pt x="930187" y="60003"/>
                </a:cubicBezTo>
                <a:lnTo>
                  <a:pt x="930187" y="97465"/>
                </a:lnTo>
                <a:cubicBezTo>
                  <a:pt x="930187" y="101754"/>
                  <a:pt x="930750" y="104984"/>
                  <a:pt x="931877" y="107155"/>
                </a:cubicBezTo>
                <a:cubicBezTo>
                  <a:pt x="933003" y="109324"/>
                  <a:pt x="935149" y="110409"/>
                  <a:pt x="938315" y="110409"/>
                </a:cubicBezTo>
                <a:cubicBezTo>
                  <a:pt x="939119" y="110409"/>
                  <a:pt x="939924" y="110355"/>
                  <a:pt x="940729" y="110248"/>
                </a:cubicBezTo>
                <a:cubicBezTo>
                  <a:pt x="941534" y="110140"/>
                  <a:pt x="942311" y="110006"/>
                  <a:pt x="943063" y="109845"/>
                </a:cubicBezTo>
                <a:lnTo>
                  <a:pt x="943063" y="118929"/>
                </a:lnTo>
                <a:cubicBezTo>
                  <a:pt x="941239" y="119361"/>
                  <a:pt x="939428" y="119686"/>
                  <a:pt x="937631" y="119902"/>
                </a:cubicBezTo>
                <a:cubicBezTo>
                  <a:pt x="935833" y="120118"/>
                  <a:pt x="933915" y="120226"/>
                  <a:pt x="931877" y="120226"/>
                </a:cubicBezTo>
                <a:cubicBezTo>
                  <a:pt x="929141" y="120226"/>
                  <a:pt x="926794" y="119863"/>
                  <a:pt x="924835" y="119135"/>
                </a:cubicBezTo>
                <a:cubicBezTo>
                  <a:pt x="922877" y="118407"/>
                  <a:pt x="921281" y="117303"/>
                  <a:pt x="920047" y="115821"/>
                </a:cubicBezTo>
                <a:cubicBezTo>
                  <a:pt x="918813" y="114338"/>
                  <a:pt x="917875" y="112506"/>
                  <a:pt x="917231" y="110323"/>
                </a:cubicBezTo>
                <a:cubicBezTo>
                  <a:pt x="916587" y="108140"/>
                  <a:pt x="916185" y="105594"/>
                  <a:pt x="916024" y="102683"/>
                </a:cubicBezTo>
                <a:lnTo>
                  <a:pt x="915541" y="102683"/>
                </a:lnTo>
                <a:cubicBezTo>
                  <a:pt x="913985" y="105485"/>
                  <a:pt x="912282" y="108017"/>
                  <a:pt x="910431" y="110280"/>
                </a:cubicBezTo>
                <a:cubicBezTo>
                  <a:pt x="908580" y="112544"/>
                  <a:pt x="906421" y="114470"/>
                  <a:pt x="903953" y="116059"/>
                </a:cubicBezTo>
                <a:cubicBezTo>
                  <a:pt x="901485" y="117649"/>
                  <a:pt x="898682" y="118874"/>
                  <a:pt x="895543" y="119736"/>
                </a:cubicBezTo>
                <a:cubicBezTo>
                  <a:pt x="892405" y="120599"/>
                  <a:pt x="888797" y="121031"/>
                  <a:pt x="884720" y="121031"/>
                </a:cubicBezTo>
                <a:moveTo>
                  <a:pt x="888019" y="110087"/>
                </a:moveTo>
                <a:cubicBezTo>
                  <a:pt x="892633" y="110087"/>
                  <a:pt x="896670" y="109244"/>
                  <a:pt x="900130" y="107559"/>
                </a:cubicBezTo>
                <a:cubicBezTo>
                  <a:pt x="903591" y="105873"/>
                  <a:pt x="906461" y="103719"/>
                  <a:pt x="908741" y="101097"/>
                </a:cubicBezTo>
                <a:cubicBezTo>
                  <a:pt x="911021" y="98473"/>
                  <a:pt x="912724" y="95609"/>
                  <a:pt x="913851" y="92506"/>
                </a:cubicBezTo>
                <a:cubicBezTo>
                  <a:pt x="914978" y="89401"/>
                  <a:pt x="915541" y="86430"/>
                  <a:pt x="915541" y="83594"/>
                </a:cubicBezTo>
                <a:lnTo>
                  <a:pt x="915541" y="76449"/>
                </a:lnTo>
                <a:lnTo>
                  <a:pt x="899688" y="76771"/>
                </a:lnTo>
                <a:cubicBezTo>
                  <a:pt x="896147" y="76825"/>
                  <a:pt x="892780" y="77079"/>
                  <a:pt x="889588" y="77533"/>
                </a:cubicBezTo>
                <a:cubicBezTo>
                  <a:pt x="886396" y="77987"/>
                  <a:pt x="883593" y="78884"/>
                  <a:pt x="881179" y="80224"/>
                </a:cubicBezTo>
                <a:cubicBezTo>
                  <a:pt x="878765" y="81562"/>
                  <a:pt x="876847" y="83435"/>
                  <a:pt x="875425" y="85844"/>
                </a:cubicBezTo>
                <a:cubicBezTo>
                  <a:pt x="874003" y="88252"/>
                  <a:pt x="873293" y="91409"/>
                  <a:pt x="873293" y="95315"/>
                </a:cubicBezTo>
                <a:cubicBezTo>
                  <a:pt x="873293" y="100024"/>
                  <a:pt x="874567" y="103664"/>
                  <a:pt x="877115" y="106234"/>
                </a:cubicBezTo>
                <a:cubicBezTo>
                  <a:pt x="879663" y="108803"/>
                  <a:pt x="883298" y="110087"/>
                  <a:pt x="888019" y="110087"/>
                </a:cubicBezTo>
                <a:close/>
                <a:moveTo>
                  <a:pt x="1009427" y="119422"/>
                </a:moveTo>
                <a:lnTo>
                  <a:pt x="1009427" y="64275"/>
                </a:lnTo>
                <a:cubicBezTo>
                  <a:pt x="1009427" y="60040"/>
                  <a:pt x="1009119" y="56503"/>
                  <a:pt x="1008502" y="53663"/>
                </a:cubicBezTo>
                <a:cubicBezTo>
                  <a:pt x="1007885" y="50823"/>
                  <a:pt x="1006879" y="48532"/>
                  <a:pt x="1005484" y="46790"/>
                </a:cubicBezTo>
                <a:cubicBezTo>
                  <a:pt x="1004089" y="45048"/>
                  <a:pt x="1002252" y="43816"/>
                  <a:pt x="999972" y="43093"/>
                </a:cubicBezTo>
                <a:cubicBezTo>
                  <a:pt x="997692" y="42369"/>
                  <a:pt x="994862" y="42007"/>
                  <a:pt x="991482" y="42007"/>
                </a:cubicBezTo>
                <a:cubicBezTo>
                  <a:pt x="988048" y="42007"/>
                  <a:pt x="984950" y="42610"/>
                  <a:pt x="982187" y="43817"/>
                </a:cubicBezTo>
                <a:cubicBezTo>
                  <a:pt x="979424" y="45023"/>
                  <a:pt x="977064" y="46765"/>
                  <a:pt x="975106" y="49043"/>
                </a:cubicBezTo>
                <a:cubicBezTo>
                  <a:pt x="973147" y="51320"/>
                  <a:pt x="971632" y="54133"/>
                  <a:pt x="970559" y="57483"/>
                </a:cubicBezTo>
                <a:cubicBezTo>
                  <a:pt x="969486" y="60832"/>
                  <a:pt x="968949" y="64678"/>
                  <a:pt x="968949" y="69018"/>
                </a:cubicBezTo>
                <a:lnTo>
                  <a:pt x="968949" y="119422"/>
                </a:lnTo>
                <a:lnTo>
                  <a:pt x="954464" y="119422"/>
                </a:lnTo>
                <a:lnTo>
                  <a:pt x="954464" y="50939"/>
                </a:lnTo>
                <a:cubicBezTo>
                  <a:pt x="954464" y="49115"/>
                  <a:pt x="954451" y="47197"/>
                  <a:pt x="954424" y="45185"/>
                </a:cubicBezTo>
                <a:cubicBezTo>
                  <a:pt x="954397" y="43174"/>
                  <a:pt x="954357" y="41269"/>
                  <a:pt x="954303" y="39472"/>
                </a:cubicBezTo>
                <a:cubicBezTo>
                  <a:pt x="954250" y="37675"/>
                  <a:pt x="954196" y="36132"/>
                  <a:pt x="954142" y="34845"/>
                </a:cubicBezTo>
                <a:cubicBezTo>
                  <a:pt x="954089" y="33557"/>
                  <a:pt x="954035" y="32726"/>
                  <a:pt x="953981" y="32350"/>
                </a:cubicBezTo>
                <a:lnTo>
                  <a:pt x="967662" y="32350"/>
                </a:lnTo>
                <a:cubicBezTo>
                  <a:pt x="967715" y="32620"/>
                  <a:pt x="967769" y="33348"/>
                  <a:pt x="967823" y="34535"/>
                </a:cubicBezTo>
                <a:cubicBezTo>
                  <a:pt x="967876" y="35721"/>
                  <a:pt x="967943" y="37082"/>
                  <a:pt x="968024" y="38619"/>
                </a:cubicBezTo>
                <a:cubicBezTo>
                  <a:pt x="968104" y="40157"/>
                  <a:pt x="968172" y="41722"/>
                  <a:pt x="968225" y="43315"/>
                </a:cubicBezTo>
                <a:cubicBezTo>
                  <a:pt x="968279" y="44906"/>
                  <a:pt x="968306" y="46240"/>
                  <a:pt x="968306" y="47318"/>
                </a:cubicBezTo>
                <a:lnTo>
                  <a:pt x="968547" y="47318"/>
                </a:lnTo>
                <a:cubicBezTo>
                  <a:pt x="969942" y="44785"/>
                  <a:pt x="971471" y="42494"/>
                  <a:pt x="973134" y="40445"/>
                </a:cubicBezTo>
                <a:cubicBezTo>
                  <a:pt x="974797" y="38396"/>
                  <a:pt x="976728" y="36658"/>
                  <a:pt x="978928" y="35230"/>
                </a:cubicBezTo>
                <a:cubicBezTo>
                  <a:pt x="981128" y="33801"/>
                  <a:pt x="983649" y="32696"/>
                  <a:pt x="986492" y="31915"/>
                </a:cubicBezTo>
                <a:cubicBezTo>
                  <a:pt x="989336" y="31132"/>
                  <a:pt x="992635" y="30741"/>
                  <a:pt x="996391" y="30741"/>
                </a:cubicBezTo>
                <a:cubicBezTo>
                  <a:pt x="1001219" y="30741"/>
                  <a:pt x="1005377" y="31331"/>
                  <a:pt x="1008864" y="32511"/>
                </a:cubicBezTo>
                <a:cubicBezTo>
                  <a:pt x="1012351" y="33691"/>
                  <a:pt x="1015221" y="35515"/>
                  <a:pt x="1017475" y="37983"/>
                </a:cubicBezTo>
                <a:cubicBezTo>
                  <a:pt x="1019728" y="40451"/>
                  <a:pt x="1021377" y="43630"/>
                  <a:pt x="1022424" y="47519"/>
                </a:cubicBezTo>
                <a:cubicBezTo>
                  <a:pt x="1023470" y="51409"/>
                  <a:pt x="1023993" y="56036"/>
                  <a:pt x="1023993" y="61401"/>
                </a:cubicBezTo>
                <a:lnTo>
                  <a:pt x="1023993" y="119422"/>
                </a:lnTo>
                <a:lnTo>
                  <a:pt x="1009427" y="119422"/>
                </a:lnTo>
                <a:close/>
                <a:moveTo>
                  <a:pt x="1056801" y="75524"/>
                </a:moveTo>
                <a:cubicBezTo>
                  <a:pt x="1056801" y="80508"/>
                  <a:pt x="1057163" y="85090"/>
                  <a:pt x="1057887" y="89270"/>
                </a:cubicBezTo>
                <a:cubicBezTo>
                  <a:pt x="1058612" y="93449"/>
                  <a:pt x="1059832" y="97053"/>
                  <a:pt x="1061549" y="100081"/>
                </a:cubicBezTo>
                <a:cubicBezTo>
                  <a:pt x="1063266" y="103107"/>
                  <a:pt x="1065532" y="105450"/>
                  <a:pt x="1068349" y="107112"/>
                </a:cubicBezTo>
                <a:cubicBezTo>
                  <a:pt x="1071165" y="108773"/>
                  <a:pt x="1074639" y="109604"/>
                  <a:pt x="1078770" y="109604"/>
                </a:cubicBezTo>
                <a:cubicBezTo>
                  <a:pt x="1083920" y="109604"/>
                  <a:pt x="1088226" y="108209"/>
                  <a:pt x="1091686" y="105419"/>
                </a:cubicBezTo>
                <a:cubicBezTo>
                  <a:pt x="1095146" y="102630"/>
                  <a:pt x="1097279" y="98338"/>
                  <a:pt x="1098083" y="92544"/>
                </a:cubicBezTo>
                <a:lnTo>
                  <a:pt x="1112730" y="93509"/>
                </a:lnTo>
                <a:cubicBezTo>
                  <a:pt x="1112247" y="97104"/>
                  <a:pt x="1111201" y="100564"/>
                  <a:pt x="1109591" y="103890"/>
                </a:cubicBezTo>
                <a:cubicBezTo>
                  <a:pt x="1107982" y="107217"/>
                  <a:pt x="1105795" y="110140"/>
                  <a:pt x="1103033" y="112662"/>
                </a:cubicBezTo>
                <a:cubicBezTo>
                  <a:pt x="1100270" y="115183"/>
                  <a:pt x="1096903" y="117209"/>
                  <a:pt x="1092933" y="118738"/>
                </a:cubicBezTo>
                <a:cubicBezTo>
                  <a:pt x="1088963" y="120267"/>
                  <a:pt x="1084376" y="121031"/>
                  <a:pt x="1079172" y="121031"/>
                </a:cubicBezTo>
                <a:cubicBezTo>
                  <a:pt x="1072359" y="121031"/>
                  <a:pt x="1066565" y="119878"/>
                  <a:pt x="1061790" y="117571"/>
                </a:cubicBezTo>
                <a:cubicBezTo>
                  <a:pt x="1057016" y="115264"/>
                  <a:pt x="1053139" y="112085"/>
                  <a:pt x="1050162" y="108035"/>
                </a:cubicBezTo>
                <a:cubicBezTo>
                  <a:pt x="1047184" y="103984"/>
                  <a:pt x="1045025" y="99210"/>
                  <a:pt x="1043684" y="93711"/>
                </a:cubicBezTo>
                <a:cubicBezTo>
                  <a:pt x="1042343" y="88212"/>
                  <a:pt x="1041672" y="82243"/>
                  <a:pt x="1041672" y="75805"/>
                </a:cubicBezTo>
                <a:cubicBezTo>
                  <a:pt x="1041672" y="69958"/>
                  <a:pt x="1042155" y="64794"/>
                  <a:pt x="1043121" y="60314"/>
                </a:cubicBezTo>
                <a:cubicBezTo>
                  <a:pt x="1044086" y="55835"/>
                  <a:pt x="1045441" y="51918"/>
                  <a:pt x="1047184" y="48565"/>
                </a:cubicBezTo>
                <a:cubicBezTo>
                  <a:pt x="1048928" y="45212"/>
                  <a:pt x="1050980" y="42396"/>
                  <a:pt x="1053341" y="40116"/>
                </a:cubicBezTo>
                <a:cubicBezTo>
                  <a:pt x="1055701" y="37836"/>
                  <a:pt x="1058263" y="36012"/>
                  <a:pt x="1061026" y="34644"/>
                </a:cubicBezTo>
                <a:cubicBezTo>
                  <a:pt x="1063789" y="33276"/>
                  <a:pt x="1066699" y="32283"/>
                  <a:pt x="1069757" y="31666"/>
                </a:cubicBezTo>
                <a:cubicBezTo>
                  <a:pt x="1072815" y="31049"/>
                  <a:pt x="1075900" y="30741"/>
                  <a:pt x="1079011" y="30741"/>
                </a:cubicBezTo>
                <a:cubicBezTo>
                  <a:pt x="1083893" y="30741"/>
                  <a:pt x="1088239" y="31410"/>
                  <a:pt x="1092048" y="32747"/>
                </a:cubicBezTo>
                <a:cubicBezTo>
                  <a:pt x="1095857" y="34084"/>
                  <a:pt x="1099143" y="35915"/>
                  <a:pt x="1101906" y="38242"/>
                </a:cubicBezTo>
                <a:cubicBezTo>
                  <a:pt x="1104669" y="40569"/>
                  <a:pt x="1106909" y="43311"/>
                  <a:pt x="1108625" y="46468"/>
                </a:cubicBezTo>
                <a:cubicBezTo>
                  <a:pt x="1110342" y="49623"/>
                  <a:pt x="1111549" y="53019"/>
                  <a:pt x="1112247" y="56655"/>
                </a:cubicBezTo>
                <a:lnTo>
                  <a:pt x="1097359" y="57779"/>
                </a:lnTo>
                <a:cubicBezTo>
                  <a:pt x="1096608" y="53000"/>
                  <a:pt x="1094704" y="49203"/>
                  <a:pt x="1091646" y="46390"/>
                </a:cubicBezTo>
                <a:cubicBezTo>
                  <a:pt x="1088588" y="43575"/>
                  <a:pt x="1084242" y="42168"/>
                  <a:pt x="1078609" y="42168"/>
                </a:cubicBezTo>
                <a:cubicBezTo>
                  <a:pt x="1074478" y="42168"/>
                  <a:pt x="1071031" y="42851"/>
                  <a:pt x="1068268" y="44217"/>
                </a:cubicBezTo>
                <a:cubicBezTo>
                  <a:pt x="1065505" y="45584"/>
                  <a:pt x="1063266" y="47647"/>
                  <a:pt x="1061549" y="50406"/>
                </a:cubicBezTo>
                <a:cubicBezTo>
                  <a:pt x="1059832" y="53166"/>
                  <a:pt x="1058612" y="56635"/>
                  <a:pt x="1057887" y="60815"/>
                </a:cubicBezTo>
                <a:cubicBezTo>
                  <a:pt x="1057163" y="64994"/>
                  <a:pt x="1056801" y="69897"/>
                  <a:pt x="1056801" y="75524"/>
                </a:cubicBezTo>
                <a:close/>
                <a:moveTo>
                  <a:pt x="1139286" y="78863"/>
                </a:moveTo>
                <a:cubicBezTo>
                  <a:pt x="1139286" y="83424"/>
                  <a:pt x="1139755" y="87622"/>
                  <a:pt x="1140694" y="91457"/>
                </a:cubicBezTo>
                <a:cubicBezTo>
                  <a:pt x="1141633" y="95293"/>
                  <a:pt x="1143081" y="98593"/>
                  <a:pt x="1145040" y="101356"/>
                </a:cubicBezTo>
                <a:cubicBezTo>
                  <a:pt x="1146998" y="104118"/>
                  <a:pt x="1149506" y="106264"/>
                  <a:pt x="1152564" y="107793"/>
                </a:cubicBezTo>
                <a:cubicBezTo>
                  <a:pt x="1155622" y="109322"/>
                  <a:pt x="1159297" y="110087"/>
                  <a:pt x="1163588" y="110087"/>
                </a:cubicBezTo>
                <a:cubicBezTo>
                  <a:pt x="1169865" y="110087"/>
                  <a:pt x="1174895" y="108826"/>
                  <a:pt x="1178677" y="106305"/>
                </a:cubicBezTo>
                <a:cubicBezTo>
                  <a:pt x="1182459" y="103783"/>
                  <a:pt x="1185021" y="100591"/>
                  <a:pt x="1186362" y="96728"/>
                </a:cubicBezTo>
                <a:lnTo>
                  <a:pt x="1199077" y="100362"/>
                </a:lnTo>
                <a:cubicBezTo>
                  <a:pt x="1198165" y="102785"/>
                  <a:pt x="1196891" y="105221"/>
                  <a:pt x="1195255" y="107670"/>
                </a:cubicBezTo>
                <a:cubicBezTo>
                  <a:pt x="1193618" y="110118"/>
                  <a:pt x="1191432" y="112324"/>
                  <a:pt x="1188696" y="114289"/>
                </a:cubicBezTo>
                <a:cubicBezTo>
                  <a:pt x="1185960" y="116254"/>
                  <a:pt x="1182540" y="117869"/>
                  <a:pt x="1178436" y="119135"/>
                </a:cubicBezTo>
                <a:cubicBezTo>
                  <a:pt x="1174332" y="120399"/>
                  <a:pt x="1169383" y="121031"/>
                  <a:pt x="1163588" y="121031"/>
                </a:cubicBezTo>
                <a:cubicBezTo>
                  <a:pt x="1150713" y="121031"/>
                  <a:pt x="1140909" y="117195"/>
                  <a:pt x="1134176" y="109524"/>
                </a:cubicBezTo>
                <a:cubicBezTo>
                  <a:pt x="1127443" y="101852"/>
                  <a:pt x="1124076" y="90451"/>
                  <a:pt x="1124076" y="75323"/>
                </a:cubicBezTo>
                <a:cubicBezTo>
                  <a:pt x="1124076" y="67168"/>
                  <a:pt x="1125096" y="60261"/>
                  <a:pt x="1127134" y="54601"/>
                </a:cubicBezTo>
                <a:cubicBezTo>
                  <a:pt x="1129173" y="48941"/>
                  <a:pt x="1131963" y="44341"/>
                  <a:pt x="1135503" y="40800"/>
                </a:cubicBezTo>
                <a:cubicBezTo>
                  <a:pt x="1139044" y="37259"/>
                  <a:pt x="1143175" y="34697"/>
                  <a:pt x="1147896" y="33115"/>
                </a:cubicBezTo>
                <a:cubicBezTo>
                  <a:pt x="1152617" y="31532"/>
                  <a:pt x="1157660" y="30741"/>
                  <a:pt x="1163025" y="30741"/>
                </a:cubicBezTo>
                <a:cubicBezTo>
                  <a:pt x="1170321" y="30741"/>
                  <a:pt x="1176424" y="31919"/>
                  <a:pt x="1181333" y="34276"/>
                </a:cubicBezTo>
                <a:cubicBezTo>
                  <a:pt x="1186242" y="36632"/>
                  <a:pt x="1190185" y="39885"/>
                  <a:pt x="1193162" y="44036"/>
                </a:cubicBezTo>
                <a:cubicBezTo>
                  <a:pt x="1196140" y="48187"/>
                  <a:pt x="1198259" y="53075"/>
                  <a:pt x="1199520" y="58700"/>
                </a:cubicBezTo>
                <a:cubicBezTo>
                  <a:pt x="1200780" y="64323"/>
                  <a:pt x="1201411" y="70401"/>
                  <a:pt x="1201411" y="76935"/>
                </a:cubicBezTo>
                <a:lnTo>
                  <a:pt x="1201411" y="78863"/>
                </a:lnTo>
                <a:lnTo>
                  <a:pt x="1139286" y="78863"/>
                </a:lnTo>
                <a:moveTo>
                  <a:pt x="1186443" y="67758"/>
                </a:moveTo>
                <a:cubicBezTo>
                  <a:pt x="1185638" y="58640"/>
                  <a:pt x="1183304" y="51988"/>
                  <a:pt x="1179442" y="47803"/>
                </a:cubicBezTo>
                <a:cubicBezTo>
                  <a:pt x="1175579" y="43617"/>
                  <a:pt x="1170026" y="41524"/>
                  <a:pt x="1162784" y="41524"/>
                </a:cubicBezTo>
                <a:cubicBezTo>
                  <a:pt x="1160370" y="41524"/>
                  <a:pt x="1157835" y="41910"/>
                  <a:pt x="1155179" y="42683"/>
                </a:cubicBezTo>
                <a:cubicBezTo>
                  <a:pt x="1152523" y="43456"/>
                  <a:pt x="1150069" y="44829"/>
                  <a:pt x="1147816" y="46802"/>
                </a:cubicBezTo>
                <a:cubicBezTo>
                  <a:pt x="1145563" y="48776"/>
                  <a:pt x="1143658" y="51456"/>
                  <a:pt x="1142102" y="54842"/>
                </a:cubicBezTo>
                <a:cubicBezTo>
                  <a:pt x="1140546" y="58227"/>
                  <a:pt x="1139661" y="62532"/>
                  <a:pt x="1139447" y="67758"/>
                </a:cubicBezTo>
                <a:lnTo>
                  <a:pt x="1186443" y="67758"/>
                </a:lnTo>
                <a:close/>
                <a:moveTo>
                  <a:pt x="1223757" y="119422"/>
                </a:moveTo>
                <a:lnTo>
                  <a:pt x="1223757" y="101718"/>
                </a:lnTo>
                <a:lnTo>
                  <a:pt x="1239449" y="101718"/>
                </a:lnTo>
                <a:lnTo>
                  <a:pt x="1239449" y="119422"/>
                </a:lnTo>
                <a:lnTo>
                  <a:pt x="1223757" y="119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CA1EF-22CD-4915-9B60-F891CCA6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031" y="1974389"/>
            <a:ext cx="3296169" cy="618031"/>
          </a:xfrm>
          <a:custGeom xmlns:a="http://schemas.openxmlformats.org/drawingml/2006/main">
            <a:pathLst>
              <a:path w="3296169" h="618031">
                <a:moveTo>
                  <a:pt x="92705" y="0"/>
                </a:moveTo>
                <a:lnTo>
                  <a:pt x="3203463" y="0"/>
                </a:lnTo>
                <a:cubicBezTo>
                  <a:pt x="3209550" y="0"/>
                  <a:pt x="3215579" y="594"/>
                  <a:pt x="3221548" y="1781"/>
                </a:cubicBezTo>
                <a:cubicBezTo>
                  <a:pt x="3227518" y="2969"/>
                  <a:pt x="3233314" y="4727"/>
                  <a:pt x="3238938" y="7057"/>
                </a:cubicBezTo>
                <a:cubicBezTo>
                  <a:pt x="3244562" y="9386"/>
                  <a:pt x="3249905" y="12241"/>
                  <a:pt x="3254966" y="15623"/>
                </a:cubicBezTo>
                <a:cubicBezTo>
                  <a:pt x="3260027" y="19005"/>
                  <a:pt x="3264711" y="22849"/>
                  <a:pt x="3269015" y="27153"/>
                </a:cubicBezTo>
                <a:cubicBezTo>
                  <a:pt x="3273318" y="31456"/>
                  <a:pt x="3277161" y="36140"/>
                  <a:pt x="3280544" y="41201"/>
                </a:cubicBezTo>
                <a:cubicBezTo>
                  <a:pt x="3283926" y="46262"/>
                  <a:pt x="3286781" y="51604"/>
                  <a:pt x="3289111" y="57228"/>
                </a:cubicBezTo>
                <a:cubicBezTo>
                  <a:pt x="3291440" y="62851"/>
                  <a:pt x="3293198" y="68648"/>
                  <a:pt x="3294386" y="74619"/>
                </a:cubicBezTo>
                <a:cubicBezTo>
                  <a:pt x="3295574" y="80589"/>
                  <a:pt x="3296169" y="86618"/>
                  <a:pt x="3296168" y="92705"/>
                </a:cubicBezTo>
                <a:lnTo>
                  <a:pt x="3296168" y="525327"/>
                </a:lnTo>
                <a:cubicBezTo>
                  <a:pt x="3296169" y="531414"/>
                  <a:pt x="3295574" y="537443"/>
                  <a:pt x="3294386" y="543412"/>
                </a:cubicBezTo>
                <a:cubicBezTo>
                  <a:pt x="3293198" y="549382"/>
                  <a:pt x="3291440" y="555179"/>
                  <a:pt x="3289111" y="560803"/>
                </a:cubicBezTo>
                <a:cubicBezTo>
                  <a:pt x="3286781" y="566426"/>
                  <a:pt x="3283926" y="571769"/>
                  <a:pt x="3280544" y="576830"/>
                </a:cubicBezTo>
                <a:cubicBezTo>
                  <a:pt x="3277162" y="581891"/>
                  <a:pt x="3273318" y="586574"/>
                  <a:pt x="3269015" y="590878"/>
                </a:cubicBezTo>
                <a:cubicBezTo>
                  <a:pt x="3264711" y="595182"/>
                  <a:pt x="3260027" y="599025"/>
                  <a:pt x="3254966" y="602408"/>
                </a:cubicBezTo>
                <a:cubicBezTo>
                  <a:pt x="3249905" y="605789"/>
                  <a:pt x="3244562" y="608645"/>
                  <a:pt x="3238938" y="610974"/>
                </a:cubicBezTo>
                <a:cubicBezTo>
                  <a:pt x="3233314" y="613304"/>
                  <a:pt x="3227518" y="615062"/>
                  <a:pt x="3221548" y="616250"/>
                </a:cubicBezTo>
                <a:cubicBezTo>
                  <a:pt x="3215579" y="617437"/>
                  <a:pt x="3209550" y="618031"/>
                  <a:pt x="3203463" y="618031"/>
                </a:cubicBezTo>
                <a:lnTo>
                  <a:pt x="92705" y="618031"/>
                </a:lnTo>
                <a:cubicBezTo>
                  <a:pt x="86618" y="618031"/>
                  <a:pt x="80589" y="617437"/>
                  <a:pt x="74619" y="616250"/>
                </a:cubicBezTo>
                <a:cubicBezTo>
                  <a:pt x="68649" y="615062"/>
                  <a:pt x="62852" y="613304"/>
                  <a:pt x="57228" y="610974"/>
                </a:cubicBezTo>
                <a:cubicBezTo>
                  <a:pt x="51603" y="608645"/>
                  <a:pt x="46262" y="605789"/>
                  <a:pt x="41201" y="602407"/>
                </a:cubicBezTo>
                <a:cubicBezTo>
                  <a:pt x="36140" y="599025"/>
                  <a:pt x="31457" y="595182"/>
                  <a:pt x="27153" y="590878"/>
                </a:cubicBezTo>
                <a:cubicBezTo>
                  <a:pt x="22848" y="586574"/>
                  <a:pt x="19004" y="581891"/>
                  <a:pt x="15623" y="576830"/>
                </a:cubicBezTo>
                <a:cubicBezTo>
                  <a:pt x="12242" y="571769"/>
                  <a:pt x="9386" y="566426"/>
                  <a:pt x="7057" y="560803"/>
                </a:cubicBezTo>
                <a:cubicBezTo>
                  <a:pt x="4726" y="555179"/>
                  <a:pt x="2968" y="549382"/>
                  <a:pt x="1781" y="543412"/>
                </a:cubicBezTo>
                <a:cubicBezTo>
                  <a:pt x="594" y="537443"/>
                  <a:pt x="0" y="531414"/>
                  <a:pt x="1" y="525327"/>
                </a:cubicBezTo>
                <a:lnTo>
                  <a:pt x="1" y="92705"/>
                </a:lnTo>
                <a:cubicBezTo>
                  <a:pt x="0" y="86618"/>
                  <a:pt x="594" y="80589"/>
                  <a:pt x="1781" y="74619"/>
                </a:cubicBezTo>
                <a:cubicBezTo>
                  <a:pt x="2968" y="68648"/>
                  <a:pt x="4726" y="62851"/>
                  <a:pt x="7057" y="57228"/>
                </a:cubicBezTo>
                <a:cubicBezTo>
                  <a:pt x="9386" y="51604"/>
                  <a:pt x="12242" y="46262"/>
                  <a:pt x="15623" y="41201"/>
                </a:cubicBezTo>
                <a:cubicBezTo>
                  <a:pt x="19004" y="36140"/>
                  <a:pt x="22848" y="31456"/>
                  <a:pt x="27153" y="27153"/>
                </a:cubicBezTo>
                <a:cubicBezTo>
                  <a:pt x="31457" y="22849"/>
                  <a:pt x="36140" y="19005"/>
                  <a:pt x="41200" y="15623"/>
                </a:cubicBezTo>
                <a:cubicBezTo>
                  <a:pt x="46262" y="12241"/>
                  <a:pt x="51603" y="9386"/>
                  <a:pt x="57228" y="7057"/>
                </a:cubicBezTo>
                <a:cubicBezTo>
                  <a:pt x="62852" y="4727"/>
                  <a:pt x="68649" y="2969"/>
                  <a:pt x="74619" y="1781"/>
                </a:cubicBezTo>
                <a:cubicBezTo>
                  <a:pt x="80589" y="594"/>
                  <a:pt x="86618" y="0"/>
                  <a:pt x="9270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5294D-548E-41D7-8025-97C2AF0D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031" y="1974389"/>
            <a:ext cx="3296169" cy="618031"/>
          </a:xfrm>
          <a:custGeom xmlns:a="http://schemas.openxmlformats.org/drawingml/2006/main">
            <a:pathLst>
              <a:path w="3296169" h="618031" fill="none">
                <a:moveTo>
                  <a:pt x="92705" y="0"/>
                </a:moveTo>
                <a:lnTo>
                  <a:pt x="3203463" y="0"/>
                </a:lnTo>
                <a:cubicBezTo>
                  <a:pt x="3209550" y="0"/>
                  <a:pt x="3215579" y="594"/>
                  <a:pt x="3221548" y="1781"/>
                </a:cubicBezTo>
                <a:cubicBezTo>
                  <a:pt x="3227518" y="2969"/>
                  <a:pt x="3233314" y="4727"/>
                  <a:pt x="3238938" y="7057"/>
                </a:cubicBezTo>
                <a:cubicBezTo>
                  <a:pt x="3244562" y="9386"/>
                  <a:pt x="3249905" y="12241"/>
                  <a:pt x="3254966" y="15623"/>
                </a:cubicBezTo>
                <a:cubicBezTo>
                  <a:pt x="3260027" y="19005"/>
                  <a:pt x="3264711" y="22849"/>
                  <a:pt x="3269015" y="27153"/>
                </a:cubicBezTo>
                <a:cubicBezTo>
                  <a:pt x="3273318" y="31456"/>
                  <a:pt x="3277161" y="36140"/>
                  <a:pt x="3280544" y="41201"/>
                </a:cubicBezTo>
                <a:cubicBezTo>
                  <a:pt x="3283926" y="46262"/>
                  <a:pt x="3286781" y="51604"/>
                  <a:pt x="3289111" y="57228"/>
                </a:cubicBezTo>
                <a:cubicBezTo>
                  <a:pt x="3291440" y="62851"/>
                  <a:pt x="3293198" y="68648"/>
                  <a:pt x="3294386" y="74619"/>
                </a:cubicBezTo>
                <a:cubicBezTo>
                  <a:pt x="3295574" y="80589"/>
                  <a:pt x="3296169" y="86618"/>
                  <a:pt x="3296168" y="92705"/>
                </a:cubicBezTo>
                <a:lnTo>
                  <a:pt x="3296168" y="525327"/>
                </a:lnTo>
                <a:cubicBezTo>
                  <a:pt x="3296169" y="531414"/>
                  <a:pt x="3295574" y="537443"/>
                  <a:pt x="3294386" y="543412"/>
                </a:cubicBezTo>
                <a:cubicBezTo>
                  <a:pt x="3293198" y="549382"/>
                  <a:pt x="3291440" y="555179"/>
                  <a:pt x="3289111" y="560803"/>
                </a:cubicBezTo>
                <a:cubicBezTo>
                  <a:pt x="3286781" y="566426"/>
                  <a:pt x="3283926" y="571769"/>
                  <a:pt x="3280544" y="576830"/>
                </a:cubicBezTo>
                <a:cubicBezTo>
                  <a:pt x="3277162" y="581891"/>
                  <a:pt x="3273318" y="586574"/>
                  <a:pt x="3269015" y="590878"/>
                </a:cubicBezTo>
                <a:cubicBezTo>
                  <a:pt x="3264711" y="595182"/>
                  <a:pt x="3260027" y="599025"/>
                  <a:pt x="3254966" y="602408"/>
                </a:cubicBezTo>
                <a:cubicBezTo>
                  <a:pt x="3249905" y="605789"/>
                  <a:pt x="3244562" y="608645"/>
                  <a:pt x="3238938" y="610974"/>
                </a:cubicBezTo>
                <a:cubicBezTo>
                  <a:pt x="3233314" y="613304"/>
                  <a:pt x="3227518" y="615062"/>
                  <a:pt x="3221548" y="616250"/>
                </a:cubicBezTo>
                <a:cubicBezTo>
                  <a:pt x="3215579" y="617437"/>
                  <a:pt x="3209550" y="618031"/>
                  <a:pt x="3203463" y="618031"/>
                </a:cubicBezTo>
                <a:lnTo>
                  <a:pt x="92705" y="618031"/>
                </a:lnTo>
                <a:cubicBezTo>
                  <a:pt x="86618" y="618031"/>
                  <a:pt x="80589" y="617437"/>
                  <a:pt x="74619" y="616250"/>
                </a:cubicBezTo>
                <a:cubicBezTo>
                  <a:pt x="68649" y="615062"/>
                  <a:pt x="62852" y="613304"/>
                  <a:pt x="57228" y="610974"/>
                </a:cubicBezTo>
                <a:cubicBezTo>
                  <a:pt x="51603" y="608645"/>
                  <a:pt x="46262" y="605789"/>
                  <a:pt x="41201" y="602407"/>
                </a:cubicBezTo>
                <a:cubicBezTo>
                  <a:pt x="36140" y="599025"/>
                  <a:pt x="31457" y="595182"/>
                  <a:pt x="27153" y="590878"/>
                </a:cubicBezTo>
                <a:cubicBezTo>
                  <a:pt x="22848" y="586574"/>
                  <a:pt x="19004" y="581891"/>
                  <a:pt x="15623" y="576830"/>
                </a:cubicBezTo>
                <a:cubicBezTo>
                  <a:pt x="12242" y="571769"/>
                  <a:pt x="9386" y="566426"/>
                  <a:pt x="7057" y="560803"/>
                </a:cubicBezTo>
                <a:cubicBezTo>
                  <a:pt x="4726" y="555179"/>
                  <a:pt x="2968" y="549382"/>
                  <a:pt x="1781" y="543412"/>
                </a:cubicBezTo>
                <a:cubicBezTo>
                  <a:pt x="594" y="537443"/>
                  <a:pt x="0" y="531414"/>
                  <a:pt x="1" y="525327"/>
                </a:cubicBezTo>
                <a:lnTo>
                  <a:pt x="1" y="92705"/>
                </a:lnTo>
                <a:cubicBezTo>
                  <a:pt x="0" y="86618"/>
                  <a:pt x="594" y="80589"/>
                  <a:pt x="1781" y="74619"/>
                </a:cubicBezTo>
                <a:cubicBezTo>
                  <a:pt x="2968" y="68648"/>
                  <a:pt x="4726" y="62851"/>
                  <a:pt x="7057" y="57228"/>
                </a:cubicBezTo>
                <a:cubicBezTo>
                  <a:pt x="9386" y="51604"/>
                  <a:pt x="12242" y="46262"/>
                  <a:pt x="15623" y="41201"/>
                </a:cubicBezTo>
                <a:cubicBezTo>
                  <a:pt x="19004" y="36140"/>
                  <a:pt x="22848" y="31456"/>
                  <a:pt x="27153" y="27153"/>
                </a:cubicBezTo>
                <a:cubicBezTo>
                  <a:pt x="31457" y="22849"/>
                  <a:pt x="36140" y="19005"/>
                  <a:pt x="41200" y="15623"/>
                </a:cubicBezTo>
                <a:cubicBezTo>
                  <a:pt x="46262" y="12241"/>
                  <a:pt x="51603" y="9386"/>
                  <a:pt x="57228" y="7057"/>
                </a:cubicBezTo>
                <a:cubicBezTo>
                  <a:pt x="62852" y="4727"/>
                  <a:pt x="68649" y="2969"/>
                  <a:pt x="74619" y="1781"/>
                </a:cubicBezTo>
                <a:cubicBezTo>
                  <a:pt x="80589" y="594"/>
                  <a:pt x="86618" y="0"/>
                  <a:pt x="9270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16" name="Text Thecitystaffreachesouttoresidents">
            <a:extLst xmlns:a="http://schemas.openxmlformats.org/drawingml/2006/main">
              <a:ext uri="{FF2B5EF4-FFF2-40B4-BE49-F238E27FC236}">
                <a16:creationId xmlns:a16="http://schemas.microsoft.com/office/drawing/2014/main" id="{9371D427-F9C5-4362-9FEB-6679325C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911" y="2026643"/>
            <a:ext cx="2726252" cy="153703"/>
          </a:xfrm>
          <a:custGeom xmlns:a="http://schemas.openxmlformats.org/drawingml/2006/main">
            <a:pathLst>
              <a:path w="2726252" h="153703">
                <a:moveTo>
                  <a:pt x="433994" y="13841"/>
                </a:moveTo>
                <a:lnTo>
                  <a:pt x="433994" y="0"/>
                </a:lnTo>
                <a:lnTo>
                  <a:pt x="419509" y="0"/>
                </a:lnTo>
                <a:lnTo>
                  <a:pt x="419509" y="13841"/>
                </a:lnTo>
                <a:lnTo>
                  <a:pt x="433994" y="13841"/>
                </a:lnTo>
                <a:close/>
                <a:moveTo>
                  <a:pt x="868013" y="24574"/>
                </a:moveTo>
                <a:lnTo>
                  <a:pt x="868014" y="24315"/>
                </a:lnTo>
                <a:lnTo>
                  <a:pt x="868016" y="24058"/>
                </a:lnTo>
                <a:lnTo>
                  <a:pt x="868020" y="23804"/>
                </a:lnTo>
                <a:lnTo>
                  <a:pt x="868026" y="23552"/>
                </a:lnTo>
                <a:lnTo>
                  <a:pt x="868033" y="23303"/>
                </a:lnTo>
                <a:lnTo>
                  <a:pt x="868041" y="23057"/>
                </a:lnTo>
                <a:lnTo>
                  <a:pt x="868051" y="22812"/>
                </a:lnTo>
                <a:lnTo>
                  <a:pt x="868063" y="22571"/>
                </a:lnTo>
                <a:lnTo>
                  <a:pt x="868076" y="22331"/>
                </a:lnTo>
                <a:lnTo>
                  <a:pt x="868090" y="22095"/>
                </a:lnTo>
                <a:lnTo>
                  <a:pt x="868106" y="21861"/>
                </a:lnTo>
                <a:lnTo>
                  <a:pt x="868124" y="21629"/>
                </a:lnTo>
                <a:lnTo>
                  <a:pt x="868143" y="21400"/>
                </a:lnTo>
                <a:lnTo>
                  <a:pt x="868164" y="21173"/>
                </a:lnTo>
                <a:lnTo>
                  <a:pt x="868186" y="20949"/>
                </a:lnTo>
                <a:lnTo>
                  <a:pt x="868210" y="20727"/>
                </a:lnTo>
                <a:lnTo>
                  <a:pt x="868235" y="20508"/>
                </a:lnTo>
                <a:lnTo>
                  <a:pt x="868262" y="20292"/>
                </a:lnTo>
                <a:lnTo>
                  <a:pt x="868291" y="20077"/>
                </a:lnTo>
                <a:lnTo>
                  <a:pt x="868321" y="19866"/>
                </a:lnTo>
                <a:lnTo>
                  <a:pt x="868352" y="19657"/>
                </a:lnTo>
                <a:lnTo>
                  <a:pt x="868385" y="19450"/>
                </a:lnTo>
                <a:lnTo>
                  <a:pt x="868420" y="19246"/>
                </a:lnTo>
                <a:lnTo>
                  <a:pt x="868456" y="19044"/>
                </a:lnTo>
                <a:lnTo>
                  <a:pt x="868494" y="18845"/>
                </a:lnTo>
                <a:lnTo>
                  <a:pt x="868535" y="18649"/>
                </a:lnTo>
                <a:lnTo>
                  <a:pt x="868578" y="18455"/>
                </a:lnTo>
                <a:lnTo>
                  <a:pt x="868624" y="18263"/>
                </a:lnTo>
                <a:lnTo>
                  <a:pt x="868672" y="18075"/>
                </a:lnTo>
                <a:lnTo>
                  <a:pt x="868723" y="17889"/>
                </a:lnTo>
                <a:lnTo>
                  <a:pt x="868776" y="17706"/>
                </a:lnTo>
                <a:lnTo>
                  <a:pt x="868832" y="17525"/>
                </a:lnTo>
                <a:lnTo>
                  <a:pt x="868890" y="17347"/>
                </a:lnTo>
                <a:lnTo>
                  <a:pt x="868951" y="17172"/>
                </a:lnTo>
                <a:lnTo>
                  <a:pt x="869014" y="16999"/>
                </a:lnTo>
                <a:lnTo>
                  <a:pt x="869080" y="16829"/>
                </a:lnTo>
                <a:lnTo>
                  <a:pt x="869148" y="16662"/>
                </a:lnTo>
                <a:lnTo>
                  <a:pt x="869219" y="16497"/>
                </a:lnTo>
                <a:lnTo>
                  <a:pt x="869292" y="16335"/>
                </a:lnTo>
                <a:lnTo>
                  <a:pt x="869368" y="16175"/>
                </a:lnTo>
                <a:lnTo>
                  <a:pt x="869446" y="16019"/>
                </a:lnTo>
                <a:lnTo>
                  <a:pt x="869527" y="15864"/>
                </a:lnTo>
                <a:lnTo>
                  <a:pt x="869611" y="15713"/>
                </a:lnTo>
                <a:lnTo>
                  <a:pt x="869697" y="15564"/>
                </a:lnTo>
                <a:lnTo>
                  <a:pt x="869785" y="15418"/>
                </a:lnTo>
                <a:lnTo>
                  <a:pt x="869876" y="15275"/>
                </a:lnTo>
                <a:lnTo>
                  <a:pt x="869969" y="15134"/>
                </a:lnTo>
                <a:lnTo>
                  <a:pt x="870065" y="14996"/>
                </a:lnTo>
                <a:lnTo>
                  <a:pt x="870164" y="14860"/>
                </a:lnTo>
                <a:lnTo>
                  <a:pt x="870266" y="14727"/>
                </a:lnTo>
                <a:lnTo>
                  <a:pt x="870371" y="14596"/>
                </a:lnTo>
                <a:lnTo>
                  <a:pt x="870479" y="14469"/>
                </a:lnTo>
                <a:lnTo>
                  <a:pt x="870590" y="14344"/>
                </a:lnTo>
                <a:lnTo>
                  <a:pt x="870704" y="14221"/>
                </a:lnTo>
                <a:lnTo>
                  <a:pt x="870821" y="14101"/>
                </a:lnTo>
                <a:lnTo>
                  <a:pt x="870942" y="13984"/>
                </a:lnTo>
                <a:lnTo>
                  <a:pt x="871065" y="13870"/>
                </a:lnTo>
                <a:lnTo>
                  <a:pt x="871192" y="13758"/>
                </a:lnTo>
                <a:lnTo>
                  <a:pt x="871321" y="13649"/>
                </a:lnTo>
                <a:lnTo>
                  <a:pt x="871454" y="13542"/>
                </a:lnTo>
                <a:lnTo>
                  <a:pt x="871589" y="13438"/>
                </a:lnTo>
                <a:lnTo>
                  <a:pt x="871728" y="13337"/>
                </a:lnTo>
                <a:lnTo>
                  <a:pt x="871870" y="13238"/>
                </a:lnTo>
                <a:lnTo>
                  <a:pt x="872015" y="13142"/>
                </a:lnTo>
                <a:lnTo>
                  <a:pt x="872163" y="13049"/>
                </a:lnTo>
                <a:lnTo>
                  <a:pt x="872314" y="12959"/>
                </a:lnTo>
                <a:lnTo>
                  <a:pt x="872468" y="12871"/>
                </a:lnTo>
                <a:lnTo>
                  <a:pt x="872625" y="12785"/>
                </a:lnTo>
                <a:lnTo>
                  <a:pt x="872785" y="12703"/>
                </a:lnTo>
                <a:lnTo>
                  <a:pt x="872949" y="12623"/>
                </a:lnTo>
                <a:lnTo>
                  <a:pt x="873115" y="12545"/>
                </a:lnTo>
                <a:lnTo>
                  <a:pt x="873284" y="12471"/>
                </a:lnTo>
                <a:lnTo>
                  <a:pt x="873457" y="12399"/>
                </a:lnTo>
                <a:lnTo>
                  <a:pt x="873634" y="12330"/>
                </a:lnTo>
                <a:lnTo>
                  <a:pt x="873816" y="12264"/>
                </a:lnTo>
                <a:lnTo>
                  <a:pt x="874001" y="12201"/>
                </a:lnTo>
                <a:lnTo>
                  <a:pt x="874190" y="12141"/>
                </a:lnTo>
                <a:lnTo>
                  <a:pt x="874383" y="12085"/>
                </a:lnTo>
                <a:lnTo>
                  <a:pt x="874581" y="12031"/>
                </a:lnTo>
                <a:lnTo>
                  <a:pt x="874782" y="11980"/>
                </a:lnTo>
                <a:lnTo>
                  <a:pt x="874988" y="11933"/>
                </a:lnTo>
                <a:lnTo>
                  <a:pt x="875197" y="11888"/>
                </a:lnTo>
                <a:lnTo>
                  <a:pt x="875411" y="11847"/>
                </a:lnTo>
                <a:lnTo>
                  <a:pt x="875628" y="11809"/>
                </a:lnTo>
                <a:lnTo>
                  <a:pt x="875850" y="11774"/>
                </a:lnTo>
                <a:lnTo>
                  <a:pt x="876075" y="11741"/>
                </a:lnTo>
                <a:lnTo>
                  <a:pt x="876305" y="11712"/>
                </a:lnTo>
                <a:lnTo>
                  <a:pt x="876539" y="11686"/>
                </a:lnTo>
                <a:lnTo>
                  <a:pt x="876777" y="11663"/>
                </a:lnTo>
                <a:lnTo>
                  <a:pt x="877019" y="11643"/>
                </a:lnTo>
                <a:lnTo>
                  <a:pt x="877265" y="11626"/>
                </a:lnTo>
                <a:lnTo>
                  <a:pt x="877515" y="11613"/>
                </a:lnTo>
                <a:lnTo>
                  <a:pt x="877769" y="11602"/>
                </a:lnTo>
                <a:lnTo>
                  <a:pt x="878027" y="11594"/>
                </a:lnTo>
                <a:lnTo>
                  <a:pt x="878289" y="11590"/>
                </a:lnTo>
                <a:lnTo>
                  <a:pt x="878555" y="11588"/>
                </a:lnTo>
                <a:lnTo>
                  <a:pt x="878677" y="11588"/>
                </a:lnTo>
                <a:lnTo>
                  <a:pt x="878799" y="11589"/>
                </a:lnTo>
                <a:lnTo>
                  <a:pt x="878923" y="11591"/>
                </a:lnTo>
                <a:lnTo>
                  <a:pt x="879048" y="11594"/>
                </a:lnTo>
                <a:lnTo>
                  <a:pt x="879175" y="11597"/>
                </a:lnTo>
                <a:lnTo>
                  <a:pt x="879302" y="11601"/>
                </a:lnTo>
                <a:lnTo>
                  <a:pt x="879431" y="11605"/>
                </a:lnTo>
                <a:lnTo>
                  <a:pt x="879561" y="11610"/>
                </a:lnTo>
                <a:lnTo>
                  <a:pt x="879693" y="11616"/>
                </a:lnTo>
                <a:lnTo>
                  <a:pt x="879825" y="11623"/>
                </a:lnTo>
                <a:lnTo>
                  <a:pt x="879959" y="11630"/>
                </a:lnTo>
                <a:lnTo>
                  <a:pt x="880094" y="11638"/>
                </a:lnTo>
                <a:lnTo>
                  <a:pt x="880231" y="11647"/>
                </a:lnTo>
                <a:lnTo>
                  <a:pt x="880369" y="11657"/>
                </a:lnTo>
                <a:lnTo>
                  <a:pt x="880507" y="11667"/>
                </a:lnTo>
                <a:lnTo>
                  <a:pt x="880648" y="11678"/>
                </a:lnTo>
                <a:lnTo>
                  <a:pt x="880789" y="11689"/>
                </a:lnTo>
                <a:lnTo>
                  <a:pt x="880932" y="11701"/>
                </a:lnTo>
                <a:lnTo>
                  <a:pt x="881076" y="11714"/>
                </a:lnTo>
                <a:lnTo>
                  <a:pt x="881221" y="11728"/>
                </a:lnTo>
                <a:lnTo>
                  <a:pt x="881367" y="11742"/>
                </a:lnTo>
                <a:lnTo>
                  <a:pt x="881515" y="11757"/>
                </a:lnTo>
                <a:lnTo>
                  <a:pt x="881664" y="11773"/>
                </a:lnTo>
                <a:lnTo>
                  <a:pt x="881814" y="11789"/>
                </a:lnTo>
                <a:lnTo>
                  <a:pt x="881965" y="11806"/>
                </a:lnTo>
                <a:lnTo>
                  <a:pt x="882113" y="11823"/>
                </a:lnTo>
                <a:lnTo>
                  <a:pt x="882260" y="11840"/>
                </a:lnTo>
                <a:lnTo>
                  <a:pt x="882406" y="11857"/>
                </a:lnTo>
                <a:lnTo>
                  <a:pt x="882550" y="11875"/>
                </a:lnTo>
                <a:lnTo>
                  <a:pt x="882692" y="11892"/>
                </a:lnTo>
                <a:lnTo>
                  <a:pt x="882833" y="11910"/>
                </a:lnTo>
                <a:lnTo>
                  <a:pt x="882972" y="11928"/>
                </a:lnTo>
                <a:lnTo>
                  <a:pt x="883110" y="11946"/>
                </a:lnTo>
                <a:lnTo>
                  <a:pt x="883247" y="11964"/>
                </a:lnTo>
                <a:lnTo>
                  <a:pt x="883381" y="11982"/>
                </a:lnTo>
                <a:lnTo>
                  <a:pt x="883514" y="12001"/>
                </a:lnTo>
                <a:lnTo>
                  <a:pt x="883646" y="12019"/>
                </a:lnTo>
                <a:lnTo>
                  <a:pt x="883776" y="12038"/>
                </a:lnTo>
                <a:lnTo>
                  <a:pt x="883905" y="12056"/>
                </a:lnTo>
                <a:lnTo>
                  <a:pt x="884032" y="12075"/>
                </a:lnTo>
                <a:lnTo>
                  <a:pt x="884157" y="12094"/>
                </a:lnTo>
                <a:lnTo>
                  <a:pt x="884281" y="12114"/>
                </a:lnTo>
                <a:lnTo>
                  <a:pt x="884404" y="12133"/>
                </a:lnTo>
                <a:lnTo>
                  <a:pt x="884525" y="12153"/>
                </a:lnTo>
                <a:lnTo>
                  <a:pt x="884644" y="12172"/>
                </a:lnTo>
                <a:lnTo>
                  <a:pt x="884762" y="12192"/>
                </a:lnTo>
                <a:lnTo>
                  <a:pt x="884878" y="12212"/>
                </a:lnTo>
                <a:lnTo>
                  <a:pt x="884993" y="12232"/>
                </a:lnTo>
                <a:lnTo>
                  <a:pt x="884993" y="1134"/>
                </a:lnTo>
                <a:lnTo>
                  <a:pt x="884818" y="1094"/>
                </a:lnTo>
                <a:lnTo>
                  <a:pt x="884640" y="1055"/>
                </a:lnTo>
                <a:lnTo>
                  <a:pt x="884459" y="1016"/>
                </a:lnTo>
                <a:lnTo>
                  <a:pt x="884277" y="978"/>
                </a:lnTo>
                <a:lnTo>
                  <a:pt x="884092" y="942"/>
                </a:lnTo>
                <a:lnTo>
                  <a:pt x="883904" y="906"/>
                </a:lnTo>
                <a:lnTo>
                  <a:pt x="883714" y="871"/>
                </a:lnTo>
                <a:lnTo>
                  <a:pt x="883522" y="836"/>
                </a:lnTo>
                <a:lnTo>
                  <a:pt x="883328" y="803"/>
                </a:lnTo>
                <a:lnTo>
                  <a:pt x="883131" y="770"/>
                </a:lnTo>
                <a:lnTo>
                  <a:pt x="882932" y="739"/>
                </a:lnTo>
                <a:lnTo>
                  <a:pt x="882730" y="708"/>
                </a:lnTo>
                <a:lnTo>
                  <a:pt x="882526" y="678"/>
                </a:lnTo>
                <a:lnTo>
                  <a:pt x="882319" y="649"/>
                </a:lnTo>
                <a:lnTo>
                  <a:pt x="882111" y="621"/>
                </a:lnTo>
                <a:lnTo>
                  <a:pt x="881899" y="593"/>
                </a:lnTo>
                <a:lnTo>
                  <a:pt x="881686" y="567"/>
                </a:lnTo>
                <a:lnTo>
                  <a:pt x="881470" y="541"/>
                </a:lnTo>
                <a:lnTo>
                  <a:pt x="881252" y="516"/>
                </a:lnTo>
                <a:lnTo>
                  <a:pt x="881031" y="492"/>
                </a:lnTo>
                <a:lnTo>
                  <a:pt x="880808" y="469"/>
                </a:lnTo>
                <a:lnTo>
                  <a:pt x="880583" y="447"/>
                </a:lnTo>
                <a:lnTo>
                  <a:pt x="880355" y="425"/>
                </a:lnTo>
                <a:lnTo>
                  <a:pt x="880125" y="405"/>
                </a:lnTo>
                <a:lnTo>
                  <a:pt x="879894" y="385"/>
                </a:lnTo>
                <a:lnTo>
                  <a:pt x="879663" y="366"/>
                </a:lnTo>
                <a:lnTo>
                  <a:pt x="879434" y="348"/>
                </a:lnTo>
                <a:lnTo>
                  <a:pt x="879205" y="330"/>
                </a:lnTo>
                <a:lnTo>
                  <a:pt x="878977" y="314"/>
                </a:lnTo>
                <a:lnTo>
                  <a:pt x="878749" y="298"/>
                </a:lnTo>
                <a:lnTo>
                  <a:pt x="878522" y="283"/>
                </a:lnTo>
                <a:lnTo>
                  <a:pt x="878296" y="269"/>
                </a:lnTo>
                <a:lnTo>
                  <a:pt x="878071" y="256"/>
                </a:lnTo>
                <a:lnTo>
                  <a:pt x="877846" y="244"/>
                </a:lnTo>
                <a:lnTo>
                  <a:pt x="877622" y="233"/>
                </a:lnTo>
                <a:lnTo>
                  <a:pt x="877399" y="222"/>
                </a:lnTo>
                <a:lnTo>
                  <a:pt x="877176" y="212"/>
                </a:lnTo>
                <a:lnTo>
                  <a:pt x="876954" y="203"/>
                </a:lnTo>
                <a:lnTo>
                  <a:pt x="876733" y="195"/>
                </a:lnTo>
                <a:lnTo>
                  <a:pt x="876512" y="188"/>
                </a:lnTo>
                <a:lnTo>
                  <a:pt x="876292" y="182"/>
                </a:lnTo>
                <a:lnTo>
                  <a:pt x="876073" y="176"/>
                </a:lnTo>
                <a:lnTo>
                  <a:pt x="875855" y="172"/>
                </a:lnTo>
                <a:lnTo>
                  <a:pt x="875637" y="168"/>
                </a:lnTo>
                <a:lnTo>
                  <a:pt x="875420" y="165"/>
                </a:lnTo>
                <a:lnTo>
                  <a:pt x="875204" y="163"/>
                </a:lnTo>
                <a:lnTo>
                  <a:pt x="874988" y="161"/>
                </a:lnTo>
                <a:lnTo>
                  <a:pt x="874773" y="161"/>
                </a:lnTo>
                <a:lnTo>
                  <a:pt x="874234" y="164"/>
                </a:lnTo>
                <a:lnTo>
                  <a:pt x="873704" y="173"/>
                </a:lnTo>
                <a:lnTo>
                  <a:pt x="873181" y="188"/>
                </a:lnTo>
                <a:lnTo>
                  <a:pt x="872667" y="209"/>
                </a:lnTo>
                <a:lnTo>
                  <a:pt x="872162" y="236"/>
                </a:lnTo>
                <a:lnTo>
                  <a:pt x="871665" y="269"/>
                </a:lnTo>
                <a:lnTo>
                  <a:pt x="871176" y="308"/>
                </a:lnTo>
                <a:lnTo>
                  <a:pt x="870696" y="353"/>
                </a:lnTo>
                <a:lnTo>
                  <a:pt x="870224" y="404"/>
                </a:lnTo>
                <a:lnTo>
                  <a:pt x="869760" y="461"/>
                </a:lnTo>
                <a:lnTo>
                  <a:pt x="869305" y="524"/>
                </a:lnTo>
                <a:lnTo>
                  <a:pt x="868858" y="593"/>
                </a:lnTo>
                <a:lnTo>
                  <a:pt x="868420" y="669"/>
                </a:lnTo>
                <a:lnTo>
                  <a:pt x="867990" y="750"/>
                </a:lnTo>
                <a:lnTo>
                  <a:pt x="867568" y="837"/>
                </a:lnTo>
                <a:lnTo>
                  <a:pt x="867155" y="930"/>
                </a:lnTo>
                <a:lnTo>
                  <a:pt x="866750" y="1029"/>
                </a:lnTo>
                <a:lnTo>
                  <a:pt x="866354" y="1134"/>
                </a:lnTo>
                <a:lnTo>
                  <a:pt x="865966" y="1245"/>
                </a:lnTo>
                <a:lnTo>
                  <a:pt x="865586" y="1362"/>
                </a:lnTo>
                <a:lnTo>
                  <a:pt x="865214" y="1486"/>
                </a:lnTo>
                <a:lnTo>
                  <a:pt x="864851" y="1615"/>
                </a:lnTo>
                <a:lnTo>
                  <a:pt x="864497" y="1750"/>
                </a:lnTo>
                <a:lnTo>
                  <a:pt x="864151" y="1891"/>
                </a:lnTo>
                <a:lnTo>
                  <a:pt x="863812" y="2038"/>
                </a:lnTo>
                <a:lnTo>
                  <a:pt x="863479" y="2188"/>
                </a:lnTo>
                <a:lnTo>
                  <a:pt x="863152" y="2344"/>
                </a:lnTo>
                <a:lnTo>
                  <a:pt x="862831" y="2504"/>
                </a:lnTo>
                <a:lnTo>
                  <a:pt x="862516" y="2668"/>
                </a:lnTo>
                <a:lnTo>
                  <a:pt x="862207" y="2837"/>
                </a:lnTo>
                <a:lnTo>
                  <a:pt x="861904" y="3010"/>
                </a:lnTo>
                <a:lnTo>
                  <a:pt x="861607" y="3188"/>
                </a:lnTo>
                <a:lnTo>
                  <a:pt x="861316" y="3370"/>
                </a:lnTo>
                <a:lnTo>
                  <a:pt x="861031" y="3556"/>
                </a:lnTo>
                <a:lnTo>
                  <a:pt x="860752" y="3748"/>
                </a:lnTo>
                <a:lnTo>
                  <a:pt x="860479" y="3943"/>
                </a:lnTo>
                <a:lnTo>
                  <a:pt x="860212" y="4143"/>
                </a:lnTo>
                <a:lnTo>
                  <a:pt x="859951" y="4348"/>
                </a:lnTo>
                <a:lnTo>
                  <a:pt x="859696" y="4557"/>
                </a:lnTo>
                <a:lnTo>
                  <a:pt x="859448" y="4770"/>
                </a:lnTo>
                <a:lnTo>
                  <a:pt x="859205" y="4988"/>
                </a:lnTo>
                <a:lnTo>
                  <a:pt x="858968" y="5211"/>
                </a:lnTo>
                <a:lnTo>
                  <a:pt x="858737" y="5438"/>
                </a:lnTo>
                <a:lnTo>
                  <a:pt x="858512" y="5669"/>
                </a:lnTo>
                <a:lnTo>
                  <a:pt x="858293" y="5905"/>
                </a:lnTo>
                <a:lnTo>
                  <a:pt x="858080" y="6145"/>
                </a:lnTo>
                <a:lnTo>
                  <a:pt x="857873" y="6390"/>
                </a:lnTo>
                <a:lnTo>
                  <a:pt x="857673" y="6639"/>
                </a:lnTo>
                <a:lnTo>
                  <a:pt x="857477" y="6892"/>
                </a:lnTo>
                <a:lnTo>
                  <a:pt x="857287" y="7149"/>
                </a:lnTo>
                <a:lnTo>
                  <a:pt x="857102" y="7410"/>
                </a:lnTo>
                <a:lnTo>
                  <a:pt x="856923" y="7674"/>
                </a:lnTo>
                <a:lnTo>
                  <a:pt x="856748" y="7942"/>
                </a:lnTo>
                <a:lnTo>
                  <a:pt x="856579" y="8213"/>
                </a:lnTo>
                <a:lnTo>
                  <a:pt x="856414" y="8488"/>
                </a:lnTo>
                <a:lnTo>
                  <a:pt x="856255" y="8767"/>
                </a:lnTo>
                <a:lnTo>
                  <a:pt x="856102" y="9049"/>
                </a:lnTo>
                <a:lnTo>
                  <a:pt x="855953" y="9335"/>
                </a:lnTo>
                <a:lnTo>
                  <a:pt x="855809" y="9625"/>
                </a:lnTo>
                <a:lnTo>
                  <a:pt x="855671" y="9918"/>
                </a:lnTo>
                <a:lnTo>
                  <a:pt x="855538" y="10215"/>
                </a:lnTo>
                <a:lnTo>
                  <a:pt x="855410" y="10516"/>
                </a:lnTo>
                <a:lnTo>
                  <a:pt x="855287" y="10820"/>
                </a:lnTo>
                <a:lnTo>
                  <a:pt x="855169" y="11128"/>
                </a:lnTo>
                <a:lnTo>
                  <a:pt x="855057" y="11439"/>
                </a:lnTo>
                <a:lnTo>
                  <a:pt x="854949" y="11754"/>
                </a:lnTo>
                <a:lnTo>
                  <a:pt x="854847" y="12073"/>
                </a:lnTo>
                <a:lnTo>
                  <a:pt x="854750" y="12395"/>
                </a:lnTo>
                <a:lnTo>
                  <a:pt x="854658" y="12721"/>
                </a:lnTo>
                <a:lnTo>
                  <a:pt x="854571" y="13051"/>
                </a:lnTo>
                <a:lnTo>
                  <a:pt x="854490" y="13384"/>
                </a:lnTo>
                <a:lnTo>
                  <a:pt x="854413" y="13721"/>
                </a:lnTo>
                <a:lnTo>
                  <a:pt x="854341" y="14060"/>
                </a:lnTo>
                <a:lnTo>
                  <a:pt x="854272" y="14403"/>
                </a:lnTo>
                <a:lnTo>
                  <a:pt x="854206" y="14747"/>
                </a:lnTo>
                <a:lnTo>
                  <a:pt x="854143" y="15094"/>
                </a:lnTo>
                <a:lnTo>
                  <a:pt x="854083" y="15444"/>
                </a:lnTo>
                <a:lnTo>
                  <a:pt x="854026" y="15795"/>
                </a:lnTo>
                <a:lnTo>
                  <a:pt x="853972" y="16149"/>
                </a:lnTo>
                <a:lnTo>
                  <a:pt x="853922" y="16506"/>
                </a:lnTo>
                <a:lnTo>
                  <a:pt x="853874" y="16865"/>
                </a:lnTo>
                <a:lnTo>
                  <a:pt x="853830" y="17226"/>
                </a:lnTo>
                <a:lnTo>
                  <a:pt x="853788" y="17590"/>
                </a:lnTo>
                <a:lnTo>
                  <a:pt x="853750" y="17956"/>
                </a:lnTo>
                <a:lnTo>
                  <a:pt x="853714" y="18324"/>
                </a:lnTo>
                <a:lnTo>
                  <a:pt x="853682" y="18695"/>
                </a:lnTo>
                <a:lnTo>
                  <a:pt x="853653" y="19068"/>
                </a:lnTo>
                <a:lnTo>
                  <a:pt x="853627" y="19443"/>
                </a:lnTo>
                <a:lnTo>
                  <a:pt x="853604" y="19821"/>
                </a:lnTo>
                <a:lnTo>
                  <a:pt x="853584" y="20201"/>
                </a:lnTo>
                <a:lnTo>
                  <a:pt x="853567" y="20584"/>
                </a:lnTo>
                <a:lnTo>
                  <a:pt x="853553" y="20969"/>
                </a:lnTo>
                <a:lnTo>
                  <a:pt x="853542" y="21356"/>
                </a:lnTo>
                <a:lnTo>
                  <a:pt x="853534" y="21746"/>
                </a:lnTo>
                <a:lnTo>
                  <a:pt x="853530" y="22138"/>
                </a:lnTo>
                <a:lnTo>
                  <a:pt x="853528" y="22532"/>
                </a:lnTo>
                <a:lnTo>
                  <a:pt x="853528" y="32350"/>
                </a:lnTo>
                <a:lnTo>
                  <a:pt x="841296" y="32350"/>
                </a:lnTo>
                <a:lnTo>
                  <a:pt x="841296" y="42972"/>
                </a:lnTo>
                <a:lnTo>
                  <a:pt x="853528" y="42972"/>
                </a:lnTo>
                <a:lnTo>
                  <a:pt x="853528" y="119422"/>
                </a:lnTo>
                <a:lnTo>
                  <a:pt x="868013" y="119422"/>
                </a:lnTo>
                <a:lnTo>
                  <a:pt x="868013" y="42972"/>
                </a:lnTo>
                <a:lnTo>
                  <a:pt x="884074" y="42972"/>
                </a:lnTo>
                <a:lnTo>
                  <a:pt x="884993" y="42972"/>
                </a:lnTo>
                <a:lnTo>
                  <a:pt x="896306" y="42972"/>
                </a:lnTo>
                <a:lnTo>
                  <a:pt x="896306" y="119422"/>
                </a:lnTo>
                <a:lnTo>
                  <a:pt x="910791" y="119422"/>
                </a:lnTo>
                <a:lnTo>
                  <a:pt x="910791" y="42972"/>
                </a:lnTo>
                <a:lnTo>
                  <a:pt x="927771" y="42972"/>
                </a:lnTo>
                <a:lnTo>
                  <a:pt x="927771" y="32350"/>
                </a:lnTo>
                <a:lnTo>
                  <a:pt x="910791" y="32350"/>
                </a:lnTo>
                <a:lnTo>
                  <a:pt x="910791" y="24574"/>
                </a:lnTo>
                <a:lnTo>
                  <a:pt x="910792" y="24315"/>
                </a:lnTo>
                <a:lnTo>
                  <a:pt x="910794" y="24058"/>
                </a:lnTo>
                <a:lnTo>
                  <a:pt x="910798" y="23804"/>
                </a:lnTo>
                <a:lnTo>
                  <a:pt x="910804" y="23552"/>
                </a:lnTo>
                <a:lnTo>
                  <a:pt x="910811" y="23303"/>
                </a:lnTo>
                <a:lnTo>
                  <a:pt x="910819" y="23057"/>
                </a:lnTo>
                <a:lnTo>
                  <a:pt x="910829" y="22812"/>
                </a:lnTo>
                <a:lnTo>
                  <a:pt x="910841" y="22571"/>
                </a:lnTo>
                <a:lnTo>
                  <a:pt x="910854" y="22331"/>
                </a:lnTo>
                <a:lnTo>
                  <a:pt x="910868" y="22095"/>
                </a:lnTo>
                <a:lnTo>
                  <a:pt x="910884" y="21861"/>
                </a:lnTo>
                <a:lnTo>
                  <a:pt x="910902" y="21629"/>
                </a:lnTo>
                <a:lnTo>
                  <a:pt x="910921" y="21400"/>
                </a:lnTo>
                <a:lnTo>
                  <a:pt x="910942" y="21173"/>
                </a:lnTo>
                <a:lnTo>
                  <a:pt x="910964" y="20949"/>
                </a:lnTo>
                <a:lnTo>
                  <a:pt x="910988" y="20727"/>
                </a:lnTo>
                <a:lnTo>
                  <a:pt x="911013" y="20508"/>
                </a:lnTo>
                <a:lnTo>
                  <a:pt x="911040" y="20292"/>
                </a:lnTo>
                <a:lnTo>
                  <a:pt x="911069" y="20077"/>
                </a:lnTo>
                <a:lnTo>
                  <a:pt x="911099" y="19866"/>
                </a:lnTo>
                <a:lnTo>
                  <a:pt x="911130" y="19657"/>
                </a:lnTo>
                <a:lnTo>
                  <a:pt x="911163" y="19450"/>
                </a:lnTo>
                <a:lnTo>
                  <a:pt x="911198" y="19246"/>
                </a:lnTo>
                <a:lnTo>
                  <a:pt x="911234" y="19044"/>
                </a:lnTo>
                <a:lnTo>
                  <a:pt x="911272" y="18845"/>
                </a:lnTo>
                <a:lnTo>
                  <a:pt x="911313" y="18649"/>
                </a:lnTo>
                <a:lnTo>
                  <a:pt x="911356" y="18455"/>
                </a:lnTo>
                <a:lnTo>
                  <a:pt x="911402" y="18263"/>
                </a:lnTo>
                <a:lnTo>
                  <a:pt x="911450" y="18075"/>
                </a:lnTo>
                <a:lnTo>
                  <a:pt x="911500" y="17889"/>
                </a:lnTo>
                <a:lnTo>
                  <a:pt x="911554" y="17706"/>
                </a:lnTo>
                <a:lnTo>
                  <a:pt x="911609" y="17525"/>
                </a:lnTo>
                <a:lnTo>
                  <a:pt x="911668" y="17347"/>
                </a:lnTo>
                <a:lnTo>
                  <a:pt x="911728" y="17172"/>
                </a:lnTo>
                <a:lnTo>
                  <a:pt x="911792" y="16999"/>
                </a:lnTo>
                <a:lnTo>
                  <a:pt x="911858" y="16829"/>
                </a:lnTo>
                <a:lnTo>
                  <a:pt x="911926" y="16662"/>
                </a:lnTo>
                <a:lnTo>
                  <a:pt x="911997" y="16497"/>
                </a:lnTo>
                <a:lnTo>
                  <a:pt x="912070" y="16335"/>
                </a:lnTo>
                <a:lnTo>
                  <a:pt x="912146" y="16175"/>
                </a:lnTo>
                <a:lnTo>
                  <a:pt x="912224" y="16019"/>
                </a:lnTo>
                <a:lnTo>
                  <a:pt x="912305" y="15864"/>
                </a:lnTo>
                <a:lnTo>
                  <a:pt x="912389" y="15713"/>
                </a:lnTo>
                <a:lnTo>
                  <a:pt x="912475" y="15564"/>
                </a:lnTo>
                <a:lnTo>
                  <a:pt x="912563" y="15418"/>
                </a:lnTo>
                <a:lnTo>
                  <a:pt x="912654" y="15275"/>
                </a:lnTo>
                <a:lnTo>
                  <a:pt x="912747" y="15134"/>
                </a:lnTo>
                <a:lnTo>
                  <a:pt x="912843" y="14996"/>
                </a:lnTo>
                <a:lnTo>
                  <a:pt x="912942" y="14860"/>
                </a:lnTo>
                <a:lnTo>
                  <a:pt x="913044" y="14727"/>
                </a:lnTo>
                <a:lnTo>
                  <a:pt x="913149" y="14596"/>
                </a:lnTo>
                <a:lnTo>
                  <a:pt x="913257" y="14469"/>
                </a:lnTo>
                <a:lnTo>
                  <a:pt x="913368" y="14344"/>
                </a:lnTo>
                <a:lnTo>
                  <a:pt x="913482" y="14221"/>
                </a:lnTo>
                <a:lnTo>
                  <a:pt x="913599" y="14101"/>
                </a:lnTo>
                <a:lnTo>
                  <a:pt x="913720" y="13984"/>
                </a:lnTo>
                <a:lnTo>
                  <a:pt x="913843" y="13870"/>
                </a:lnTo>
                <a:lnTo>
                  <a:pt x="913969" y="13758"/>
                </a:lnTo>
                <a:lnTo>
                  <a:pt x="914099" y="13649"/>
                </a:lnTo>
                <a:lnTo>
                  <a:pt x="914232" y="13542"/>
                </a:lnTo>
                <a:lnTo>
                  <a:pt x="914367" y="13438"/>
                </a:lnTo>
                <a:lnTo>
                  <a:pt x="914506" y="13337"/>
                </a:lnTo>
                <a:lnTo>
                  <a:pt x="914648" y="13238"/>
                </a:lnTo>
                <a:lnTo>
                  <a:pt x="914793" y="13142"/>
                </a:lnTo>
                <a:lnTo>
                  <a:pt x="914941" y="13049"/>
                </a:lnTo>
                <a:lnTo>
                  <a:pt x="915092" y="12959"/>
                </a:lnTo>
                <a:lnTo>
                  <a:pt x="915246" y="12871"/>
                </a:lnTo>
                <a:lnTo>
                  <a:pt x="915403" y="12785"/>
                </a:lnTo>
                <a:lnTo>
                  <a:pt x="915563" y="12703"/>
                </a:lnTo>
                <a:lnTo>
                  <a:pt x="915726" y="12623"/>
                </a:lnTo>
                <a:lnTo>
                  <a:pt x="915893" y="12545"/>
                </a:lnTo>
                <a:lnTo>
                  <a:pt x="916062" y="12471"/>
                </a:lnTo>
                <a:lnTo>
                  <a:pt x="916235" y="12399"/>
                </a:lnTo>
                <a:lnTo>
                  <a:pt x="916412" y="12330"/>
                </a:lnTo>
                <a:lnTo>
                  <a:pt x="916594" y="12264"/>
                </a:lnTo>
                <a:lnTo>
                  <a:pt x="916779" y="12201"/>
                </a:lnTo>
                <a:lnTo>
                  <a:pt x="916968" y="12141"/>
                </a:lnTo>
                <a:lnTo>
                  <a:pt x="917161" y="12085"/>
                </a:lnTo>
                <a:lnTo>
                  <a:pt x="917359" y="12031"/>
                </a:lnTo>
                <a:lnTo>
                  <a:pt x="917560" y="11980"/>
                </a:lnTo>
                <a:lnTo>
                  <a:pt x="917765" y="11933"/>
                </a:lnTo>
                <a:lnTo>
                  <a:pt x="917975" y="11888"/>
                </a:lnTo>
                <a:lnTo>
                  <a:pt x="918188" y="11847"/>
                </a:lnTo>
                <a:lnTo>
                  <a:pt x="918406" y="11809"/>
                </a:lnTo>
                <a:lnTo>
                  <a:pt x="918628" y="11774"/>
                </a:lnTo>
                <a:lnTo>
                  <a:pt x="918853" y="11741"/>
                </a:lnTo>
                <a:lnTo>
                  <a:pt x="919083" y="11712"/>
                </a:lnTo>
                <a:lnTo>
                  <a:pt x="919317" y="11686"/>
                </a:lnTo>
                <a:lnTo>
                  <a:pt x="919555" y="11663"/>
                </a:lnTo>
                <a:lnTo>
                  <a:pt x="919797" y="11643"/>
                </a:lnTo>
                <a:lnTo>
                  <a:pt x="920043" y="11626"/>
                </a:lnTo>
                <a:lnTo>
                  <a:pt x="920293" y="11613"/>
                </a:lnTo>
                <a:lnTo>
                  <a:pt x="920547" y="11602"/>
                </a:lnTo>
                <a:lnTo>
                  <a:pt x="920805" y="11594"/>
                </a:lnTo>
                <a:lnTo>
                  <a:pt x="921067" y="11590"/>
                </a:lnTo>
                <a:lnTo>
                  <a:pt x="921333" y="11588"/>
                </a:lnTo>
                <a:lnTo>
                  <a:pt x="921455" y="11588"/>
                </a:lnTo>
                <a:lnTo>
                  <a:pt x="921577" y="11589"/>
                </a:lnTo>
                <a:lnTo>
                  <a:pt x="921701" y="11591"/>
                </a:lnTo>
                <a:lnTo>
                  <a:pt x="921826" y="11594"/>
                </a:lnTo>
                <a:lnTo>
                  <a:pt x="921953" y="11597"/>
                </a:lnTo>
                <a:lnTo>
                  <a:pt x="922080" y="11601"/>
                </a:lnTo>
                <a:lnTo>
                  <a:pt x="922209" y="11605"/>
                </a:lnTo>
                <a:lnTo>
                  <a:pt x="922339" y="11610"/>
                </a:lnTo>
                <a:lnTo>
                  <a:pt x="922471" y="11616"/>
                </a:lnTo>
                <a:lnTo>
                  <a:pt x="922603" y="11623"/>
                </a:lnTo>
                <a:lnTo>
                  <a:pt x="922737" y="11630"/>
                </a:lnTo>
                <a:lnTo>
                  <a:pt x="922872" y="11638"/>
                </a:lnTo>
                <a:lnTo>
                  <a:pt x="923009" y="11647"/>
                </a:lnTo>
                <a:lnTo>
                  <a:pt x="923146" y="11657"/>
                </a:lnTo>
                <a:lnTo>
                  <a:pt x="923285" y="11667"/>
                </a:lnTo>
                <a:lnTo>
                  <a:pt x="923426" y="11678"/>
                </a:lnTo>
                <a:lnTo>
                  <a:pt x="923567" y="11689"/>
                </a:lnTo>
                <a:lnTo>
                  <a:pt x="923710" y="11701"/>
                </a:lnTo>
                <a:lnTo>
                  <a:pt x="923854" y="11714"/>
                </a:lnTo>
                <a:lnTo>
                  <a:pt x="923999" y="11728"/>
                </a:lnTo>
                <a:lnTo>
                  <a:pt x="924145" y="11742"/>
                </a:lnTo>
                <a:lnTo>
                  <a:pt x="924293" y="11757"/>
                </a:lnTo>
                <a:lnTo>
                  <a:pt x="924442" y="11773"/>
                </a:lnTo>
                <a:lnTo>
                  <a:pt x="924592" y="11789"/>
                </a:lnTo>
                <a:lnTo>
                  <a:pt x="924743" y="11806"/>
                </a:lnTo>
                <a:lnTo>
                  <a:pt x="924891" y="11823"/>
                </a:lnTo>
                <a:lnTo>
                  <a:pt x="925038" y="11840"/>
                </a:lnTo>
                <a:lnTo>
                  <a:pt x="925184" y="11857"/>
                </a:lnTo>
                <a:lnTo>
                  <a:pt x="925328" y="11875"/>
                </a:lnTo>
                <a:lnTo>
                  <a:pt x="925470" y="11892"/>
                </a:lnTo>
                <a:lnTo>
                  <a:pt x="925611" y="11910"/>
                </a:lnTo>
                <a:lnTo>
                  <a:pt x="925750" y="11928"/>
                </a:lnTo>
                <a:lnTo>
                  <a:pt x="925888" y="11946"/>
                </a:lnTo>
                <a:lnTo>
                  <a:pt x="926024" y="11964"/>
                </a:lnTo>
                <a:lnTo>
                  <a:pt x="926159" y="11982"/>
                </a:lnTo>
                <a:lnTo>
                  <a:pt x="926292" y="12001"/>
                </a:lnTo>
                <a:lnTo>
                  <a:pt x="926424" y="12019"/>
                </a:lnTo>
                <a:lnTo>
                  <a:pt x="926554" y="12038"/>
                </a:lnTo>
                <a:lnTo>
                  <a:pt x="926683" y="12056"/>
                </a:lnTo>
                <a:lnTo>
                  <a:pt x="926810" y="12075"/>
                </a:lnTo>
                <a:lnTo>
                  <a:pt x="926935" y="12094"/>
                </a:lnTo>
                <a:lnTo>
                  <a:pt x="927059" y="12114"/>
                </a:lnTo>
                <a:lnTo>
                  <a:pt x="927182" y="12133"/>
                </a:lnTo>
                <a:lnTo>
                  <a:pt x="927303" y="12153"/>
                </a:lnTo>
                <a:lnTo>
                  <a:pt x="927422" y="12172"/>
                </a:lnTo>
                <a:lnTo>
                  <a:pt x="927540" y="12192"/>
                </a:lnTo>
                <a:lnTo>
                  <a:pt x="927656" y="12212"/>
                </a:lnTo>
                <a:lnTo>
                  <a:pt x="927771" y="12232"/>
                </a:lnTo>
                <a:lnTo>
                  <a:pt x="927771" y="1134"/>
                </a:lnTo>
                <a:lnTo>
                  <a:pt x="927596" y="1094"/>
                </a:lnTo>
                <a:lnTo>
                  <a:pt x="927418" y="1055"/>
                </a:lnTo>
                <a:lnTo>
                  <a:pt x="927237" y="1016"/>
                </a:lnTo>
                <a:lnTo>
                  <a:pt x="927055" y="978"/>
                </a:lnTo>
                <a:lnTo>
                  <a:pt x="926870" y="942"/>
                </a:lnTo>
                <a:lnTo>
                  <a:pt x="926682" y="906"/>
                </a:lnTo>
                <a:lnTo>
                  <a:pt x="926492" y="871"/>
                </a:lnTo>
                <a:lnTo>
                  <a:pt x="926300" y="836"/>
                </a:lnTo>
                <a:lnTo>
                  <a:pt x="926106" y="803"/>
                </a:lnTo>
                <a:lnTo>
                  <a:pt x="925909" y="770"/>
                </a:lnTo>
                <a:lnTo>
                  <a:pt x="925709" y="739"/>
                </a:lnTo>
                <a:lnTo>
                  <a:pt x="925508" y="708"/>
                </a:lnTo>
                <a:lnTo>
                  <a:pt x="925304" y="678"/>
                </a:lnTo>
                <a:lnTo>
                  <a:pt x="925097" y="649"/>
                </a:lnTo>
                <a:lnTo>
                  <a:pt x="924889" y="621"/>
                </a:lnTo>
                <a:lnTo>
                  <a:pt x="924677" y="593"/>
                </a:lnTo>
                <a:lnTo>
                  <a:pt x="924464" y="567"/>
                </a:lnTo>
                <a:lnTo>
                  <a:pt x="924248" y="541"/>
                </a:lnTo>
                <a:lnTo>
                  <a:pt x="924030" y="516"/>
                </a:lnTo>
                <a:lnTo>
                  <a:pt x="923809" y="492"/>
                </a:lnTo>
                <a:lnTo>
                  <a:pt x="923586" y="469"/>
                </a:lnTo>
                <a:lnTo>
                  <a:pt x="923360" y="447"/>
                </a:lnTo>
                <a:lnTo>
                  <a:pt x="923133" y="425"/>
                </a:lnTo>
                <a:lnTo>
                  <a:pt x="922902" y="405"/>
                </a:lnTo>
                <a:lnTo>
                  <a:pt x="922671" y="385"/>
                </a:lnTo>
                <a:lnTo>
                  <a:pt x="922441" y="366"/>
                </a:lnTo>
                <a:lnTo>
                  <a:pt x="922212" y="348"/>
                </a:lnTo>
                <a:lnTo>
                  <a:pt x="921983" y="330"/>
                </a:lnTo>
                <a:lnTo>
                  <a:pt x="921754" y="314"/>
                </a:lnTo>
                <a:lnTo>
                  <a:pt x="921527" y="298"/>
                </a:lnTo>
                <a:lnTo>
                  <a:pt x="921300" y="283"/>
                </a:lnTo>
                <a:lnTo>
                  <a:pt x="921074" y="269"/>
                </a:lnTo>
                <a:lnTo>
                  <a:pt x="920849" y="256"/>
                </a:lnTo>
                <a:lnTo>
                  <a:pt x="920624" y="244"/>
                </a:lnTo>
                <a:lnTo>
                  <a:pt x="920400" y="233"/>
                </a:lnTo>
                <a:lnTo>
                  <a:pt x="920176" y="222"/>
                </a:lnTo>
                <a:lnTo>
                  <a:pt x="919954" y="212"/>
                </a:lnTo>
                <a:lnTo>
                  <a:pt x="919732" y="203"/>
                </a:lnTo>
                <a:lnTo>
                  <a:pt x="919511" y="195"/>
                </a:lnTo>
                <a:lnTo>
                  <a:pt x="919290" y="188"/>
                </a:lnTo>
                <a:lnTo>
                  <a:pt x="919070" y="182"/>
                </a:lnTo>
                <a:lnTo>
                  <a:pt x="918851" y="176"/>
                </a:lnTo>
                <a:lnTo>
                  <a:pt x="918633" y="172"/>
                </a:lnTo>
                <a:lnTo>
                  <a:pt x="918415" y="168"/>
                </a:lnTo>
                <a:lnTo>
                  <a:pt x="918198" y="165"/>
                </a:lnTo>
                <a:lnTo>
                  <a:pt x="917982" y="163"/>
                </a:lnTo>
                <a:lnTo>
                  <a:pt x="917766" y="161"/>
                </a:lnTo>
                <a:lnTo>
                  <a:pt x="917551" y="161"/>
                </a:lnTo>
                <a:lnTo>
                  <a:pt x="917012" y="164"/>
                </a:lnTo>
                <a:lnTo>
                  <a:pt x="916481" y="173"/>
                </a:lnTo>
                <a:lnTo>
                  <a:pt x="915959" y="188"/>
                </a:lnTo>
                <a:lnTo>
                  <a:pt x="915445" y="209"/>
                </a:lnTo>
                <a:lnTo>
                  <a:pt x="914940" y="236"/>
                </a:lnTo>
                <a:lnTo>
                  <a:pt x="914443" y="269"/>
                </a:lnTo>
                <a:lnTo>
                  <a:pt x="913954" y="308"/>
                </a:lnTo>
                <a:lnTo>
                  <a:pt x="913474" y="353"/>
                </a:lnTo>
                <a:lnTo>
                  <a:pt x="913002" y="404"/>
                </a:lnTo>
                <a:lnTo>
                  <a:pt x="912538" y="461"/>
                </a:lnTo>
                <a:lnTo>
                  <a:pt x="912083" y="524"/>
                </a:lnTo>
                <a:lnTo>
                  <a:pt x="911636" y="593"/>
                </a:lnTo>
                <a:lnTo>
                  <a:pt x="911198" y="669"/>
                </a:lnTo>
                <a:lnTo>
                  <a:pt x="910768" y="750"/>
                </a:lnTo>
                <a:lnTo>
                  <a:pt x="910346" y="837"/>
                </a:lnTo>
                <a:lnTo>
                  <a:pt x="909933" y="930"/>
                </a:lnTo>
                <a:lnTo>
                  <a:pt x="909528" y="1029"/>
                </a:lnTo>
                <a:lnTo>
                  <a:pt x="909132" y="1134"/>
                </a:lnTo>
                <a:lnTo>
                  <a:pt x="908743" y="1245"/>
                </a:lnTo>
                <a:lnTo>
                  <a:pt x="908364" y="1362"/>
                </a:lnTo>
                <a:lnTo>
                  <a:pt x="907992" y="1486"/>
                </a:lnTo>
                <a:lnTo>
                  <a:pt x="907629" y="1615"/>
                </a:lnTo>
                <a:lnTo>
                  <a:pt x="907275" y="1750"/>
                </a:lnTo>
                <a:lnTo>
                  <a:pt x="906929" y="1891"/>
                </a:lnTo>
                <a:lnTo>
                  <a:pt x="906590" y="2038"/>
                </a:lnTo>
                <a:lnTo>
                  <a:pt x="906257" y="2188"/>
                </a:lnTo>
                <a:lnTo>
                  <a:pt x="905930" y="2344"/>
                </a:lnTo>
                <a:lnTo>
                  <a:pt x="905609" y="2504"/>
                </a:lnTo>
                <a:lnTo>
                  <a:pt x="905294" y="2668"/>
                </a:lnTo>
                <a:lnTo>
                  <a:pt x="904985" y="2837"/>
                </a:lnTo>
                <a:lnTo>
                  <a:pt x="904682" y="3010"/>
                </a:lnTo>
                <a:lnTo>
                  <a:pt x="904385" y="3188"/>
                </a:lnTo>
                <a:lnTo>
                  <a:pt x="904094" y="3370"/>
                </a:lnTo>
                <a:lnTo>
                  <a:pt x="903809" y="3556"/>
                </a:lnTo>
                <a:lnTo>
                  <a:pt x="903530" y="3748"/>
                </a:lnTo>
                <a:lnTo>
                  <a:pt x="903257" y="3943"/>
                </a:lnTo>
                <a:lnTo>
                  <a:pt x="902990" y="4143"/>
                </a:lnTo>
                <a:lnTo>
                  <a:pt x="902729" y="4348"/>
                </a:lnTo>
                <a:lnTo>
                  <a:pt x="902474" y="4557"/>
                </a:lnTo>
                <a:lnTo>
                  <a:pt x="902225" y="4770"/>
                </a:lnTo>
                <a:lnTo>
                  <a:pt x="901983" y="4988"/>
                </a:lnTo>
                <a:lnTo>
                  <a:pt x="901746" y="5211"/>
                </a:lnTo>
                <a:lnTo>
                  <a:pt x="901515" y="5438"/>
                </a:lnTo>
                <a:lnTo>
                  <a:pt x="901290" y="5669"/>
                </a:lnTo>
                <a:lnTo>
                  <a:pt x="901071" y="5905"/>
                </a:lnTo>
                <a:lnTo>
                  <a:pt x="900858" y="6145"/>
                </a:lnTo>
                <a:lnTo>
                  <a:pt x="900651" y="6390"/>
                </a:lnTo>
                <a:lnTo>
                  <a:pt x="900451" y="6639"/>
                </a:lnTo>
                <a:lnTo>
                  <a:pt x="900255" y="6892"/>
                </a:lnTo>
                <a:lnTo>
                  <a:pt x="900065" y="7149"/>
                </a:lnTo>
                <a:lnTo>
                  <a:pt x="899880" y="7410"/>
                </a:lnTo>
                <a:lnTo>
                  <a:pt x="899701" y="7674"/>
                </a:lnTo>
                <a:lnTo>
                  <a:pt x="899526" y="7942"/>
                </a:lnTo>
                <a:lnTo>
                  <a:pt x="899357" y="8213"/>
                </a:lnTo>
                <a:lnTo>
                  <a:pt x="899192" y="8488"/>
                </a:lnTo>
                <a:lnTo>
                  <a:pt x="899033" y="8767"/>
                </a:lnTo>
                <a:lnTo>
                  <a:pt x="898879" y="9049"/>
                </a:lnTo>
                <a:lnTo>
                  <a:pt x="898731" y="9335"/>
                </a:lnTo>
                <a:lnTo>
                  <a:pt x="898587" y="9625"/>
                </a:lnTo>
                <a:lnTo>
                  <a:pt x="898449" y="9918"/>
                </a:lnTo>
                <a:lnTo>
                  <a:pt x="898316" y="10215"/>
                </a:lnTo>
                <a:lnTo>
                  <a:pt x="898188" y="10516"/>
                </a:lnTo>
                <a:lnTo>
                  <a:pt x="898065" y="10820"/>
                </a:lnTo>
                <a:lnTo>
                  <a:pt x="897947" y="11128"/>
                </a:lnTo>
                <a:lnTo>
                  <a:pt x="897834" y="11439"/>
                </a:lnTo>
                <a:lnTo>
                  <a:pt x="897727" y="11754"/>
                </a:lnTo>
                <a:lnTo>
                  <a:pt x="897625" y="12073"/>
                </a:lnTo>
                <a:lnTo>
                  <a:pt x="897528" y="12395"/>
                </a:lnTo>
                <a:lnTo>
                  <a:pt x="897436" y="12721"/>
                </a:lnTo>
                <a:lnTo>
                  <a:pt x="897349" y="13051"/>
                </a:lnTo>
                <a:lnTo>
                  <a:pt x="897268" y="13384"/>
                </a:lnTo>
                <a:lnTo>
                  <a:pt x="897191" y="13721"/>
                </a:lnTo>
                <a:lnTo>
                  <a:pt x="897119" y="14060"/>
                </a:lnTo>
                <a:lnTo>
                  <a:pt x="897050" y="14403"/>
                </a:lnTo>
                <a:lnTo>
                  <a:pt x="896984" y="14747"/>
                </a:lnTo>
                <a:lnTo>
                  <a:pt x="896921" y="15094"/>
                </a:lnTo>
                <a:lnTo>
                  <a:pt x="896861" y="15444"/>
                </a:lnTo>
                <a:lnTo>
                  <a:pt x="896804" y="15795"/>
                </a:lnTo>
                <a:lnTo>
                  <a:pt x="896750" y="16149"/>
                </a:lnTo>
                <a:lnTo>
                  <a:pt x="896700" y="16506"/>
                </a:lnTo>
                <a:lnTo>
                  <a:pt x="896652" y="16865"/>
                </a:lnTo>
                <a:lnTo>
                  <a:pt x="896607" y="17226"/>
                </a:lnTo>
                <a:lnTo>
                  <a:pt x="896566" y="17590"/>
                </a:lnTo>
                <a:lnTo>
                  <a:pt x="896528" y="17956"/>
                </a:lnTo>
                <a:lnTo>
                  <a:pt x="896492" y="18324"/>
                </a:lnTo>
                <a:lnTo>
                  <a:pt x="896460" y="18695"/>
                </a:lnTo>
                <a:lnTo>
                  <a:pt x="896431" y="19068"/>
                </a:lnTo>
                <a:lnTo>
                  <a:pt x="896405" y="19443"/>
                </a:lnTo>
                <a:lnTo>
                  <a:pt x="896382" y="19821"/>
                </a:lnTo>
                <a:lnTo>
                  <a:pt x="896362" y="20201"/>
                </a:lnTo>
                <a:lnTo>
                  <a:pt x="896345" y="20584"/>
                </a:lnTo>
                <a:lnTo>
                  <a:pt x="896331" y="20969"/>
                </a:lnTo>
                <a:lnTo>
                  <a:pt x="896320" y="21356"/>
                </a:lnTo>
                <a:lnTo>
                  <a:pt x="896312" y="21746"/>
                </a:lnTo>
                <a:lnTo>
                  <a:pt x="896308" y="22138"/>
                </a:lnTo>
                <a:lnTo>
                  <a:pt x="896306" y="22532"/>
                </a:lnTo>
                <a:lnTo>
                  <a:pt x="896306" y="32350"/>
                </a:lnTo>
                <a:lnTo>
                  <a:pt x="884993" y="32350"/>
                </a:lnTo>
                <a:lnTo>
                  <a:pt x="884074" y="32350"/>
                </a:lnTo>
                <a:lnTo>
                  <a:pt x="868013" y="32350"/>
                </a:lnTo>
                <a:lnTo>
                  <a:pt x="868013" y="24574"/>
                </a:lnTo>
                <a:close/>
                <a:moveTo>
                  <a:pt x="122291" y="47102"/>
                </a:moveTo>
                <a:lnTo>
                  <a:pt x="122297" y="47040"/>
                </a:lnTo>
                <a:lnTo>
                  <a:pt x="122304" y="46973"/>
                </a:lnTo>
                <a:lnTo>
                  <a:pt x="122311" y="46904"/>
                </a:lnTo>
                <a:lnTo>
                  <a:pt x="122318" y="46830"/>
                </a:lnTo>
                <a:lnTo>
                  <a:pt x="122324" y="46754"/>
                </a:lnTo>
                <a:lnTo>
                  <a:pt x="122331" y="46674"/>
                </a:lnTo>
                <a:lnTo>
                  <a:pt x="122338" y="46590"/>
                </a:lnTo>
                <a:lnTo>
                  <a:pt x="122344" y="46503"/>
                </a:lnTo>
                <a:lnTo>
                  <a:pt x="122351" y="46412"/>
                </a:lnTo>
                <a:lnTo>
                  <a:pt x="122358" y="46318"/>
                </a:lnTo>
                <a:lnTo>
                  <a:pt x="122364" y="46220"/>
                </a:lnTo>
                <a:lnTo>
                  <a:pt x="122371" y="46119"/>
                </a:lnTo>
                <a:lnTo>
                  <a:pt x="122378" y="46014"/>
                </a:lnTo>
                <a:lnTo>
                  <a:pt x="122385" y="45906"/>
                </a:lnTo>
                <a:lnTo>
                  <a:pt x="122391" y="45794"/>
                </a:lnTo>
                <a:lnTo>
                  <a:pt x="122398" y="45679"/>
                </a:lnTo>
                <a:lnTo>
                  <a:pt x="122405" y="45560"/>
                </a:lnTo>
                <a:lnTo>
                  <a:pt x="122411" y="45438"/>
                </a:lnTo>
                <a:lnTo>
                  <a:pt x="122418" y="45312"/>
                </a:lnTo>
                <a:lnTo>
                  <a:pt x="122425" y="45183"/>
                </a:lnTo>
                <a:lnTo>
                  <a:pt x="122432" y="45051"/>
                </a:lnTo>
                <a:lnTo>
                  <a:pt x="122439" y="44916"/>
                </a:lnTo>
                <a:lnTo>
                  <a:pt x="122446" y="44779"/>
                </a:lnTo>
                <a:lnTo>
                  <a:pt x="122453" y="44639"/>
                </a:lnTo>
                <a:lnTo>
                  <a:pt x="122460" y="44497"/>
                </a:lnTo>
                <a:lnTo>
                  <a:pt x="122468" y="44353"/>
                </a:lnTo>
                <a:lnTo>
                  <a:pt x="122475" y="44207"/>
                </a:lnTo>
                <a:lnTo>
                  <a:pt x="122483" y="44058"/>
                </a:lnTo>
                <a:lnTo>
                  <a:pt x="122491" y="43906"/>
                </a:lnTo>
                <a:lnTo>
                  <a:pt x="122499" y="43753"/>
                </a:lnTo>
                <a:lnTo>
                  <a:pt x="122507" y="43597"/>
                </a:lnTo>
                <a:lnTo>
                  <a:pt x="122515" y="43438"/>
                </a:lnTo>
                <a:lnTo>
                  <a:pt x="122524" y="43278"/>
                </a:lnTo>
                <a:lnTo>
                  <a:pt x="122532" y="43114"/>
                </a:lnTo>
                <a:lnTo>
                  <a:pt x="122541" y="42949"/>
                </a:lnTo>
                <a:lnTo>
                  <a:pt x="122550" y="42781"/>
                </a:lnTo>
                <a:lnTo>
                  <a:pt x="122559" y="42611"/>
                </a:lnTo>
                <a:lnTo>
                  <a:pt x="122568" y="42438"/>
                </a:lnTo>
                <a:lnTo>
                  <a:pt x="122577" y="42263"/>
                </a:lnTo>
                <a:lnTo>
                  <a:pt x="122587" y="42086"/>
                </a:lnTo>
                <a:lnTo>
                  <a:pt x="122596" y="41906"/>
                </a:lnTo>
                <a:lnTo>
                  <a:pt x="122606" y="41724"/>
                </a:lnTo>
                <a:lnTo>
                  <a:pt x="122616" y="41540"/>
                </a:lnTo>
                <a:lnTo>
                  <a:pt x="122626" y="41353"/>
                </a:lnTo>
                <a:lnTo>
                  <a:pt x="122636" y="41164"/>
                </a:lnTo>
                <a:lnTo>
                  <a:pt x="122646" y="40974"/>
                </a:lnTo>
                <a:lnTo>
                  <a:pt x="122656" y="40782"/>
                </a:lnTo>
                <a:lnTo>
                  <a:pt x="122665" y="40589"/>
                </a:lnTo>
                <a:lnTo>
                  <a:pt x="122675" y="40395"/>
                </a:lnTo>
                <a:lnTo>
                  <a:pt x="122684" y="40199"/>
                </a:lnTo>
                <a:lnTo>
                  <a:pt x="122693" y="40002"/>
                </a:lnTo>
                <a:lnTo>
                  <a:pt x="122702" y="39803"/>
                </a:lnTo>
                <a:lnTo>
                  <a:pt x="122711" y="39603"/>
                </a:lnTo>
                <a:lnTo>
                  <a:pt x="122720" y="39402"/>
                </a:lnTo>
                <a:lnTo>
                  <a:pt x="122728" y="39199"/>
                </a:lnTo>
                <a:lnTo>
                  <a:pt x="122737" y="38995"/>
                </a:lnTo>
                <a:lnTo>
                  <a:pt x="122745" y="38789"/>
                </a:lnTo>
                <a:lnTo>
                  <a:pt x="122753" y="38582"/>
                </a:lnTo>
                <a:lnTo>
                  <a:pt x="122761" y="38374"/>
                </a:lnTo>
                <a:lnTo>
                  <a:pt x="122769" y="38164"/>
                </a:lnTo>
                <a:lnTo>
                  <a:pt x="122777" y="37953"/>
                </a:lnTo>
                <a:lnTo>
                  <a:pt x="122784" y="37741"/>
                </a:lnTo>
                <a:lnTo>
                  <a:pt x="122792" y="37527"/>
                </a:lnTo>
                <a:lnTo>
                  <a:pt x="122799" y="37312"/>
                </a:lnTo>
                <a:lnTo>
                  <a:pt x="122806" y="37095"/>
                </a:lnTo>
                <a:lnTo>
                  <a:pt x="122813" y="36877"/>
                </a:lnTo>
                <a:lnTo>
                  <a:pt x="122820" y="36657"/>
                </a:lnTo>
                <a:lnTo>
                  <a:pt x="122827" y="36437"/>
                </a:lnTo>
                <a:lnTo>
                  <a:pt x="122834" y="36215"/>
                </a:lnTo>
                <a:lnTo>
                  <a:pt x="122840" y="35993"/>
                </a:lnTo>
                <a:lnTo>
                  <a:pt x="122846" y="35771"/>
                </a:lnTo>
                <a:lnTo>
                  <a:pt x="122852" y="35550"/>
                </a:lnTo>
                <a:lnTo>
                  <a:pt x="122857" y="35328"/>
                </a:lnTo>
                <a:lnTo>
                  <a:pt x="122862" y="35106"/>
                </a:lnTo>
                <a:lnTo>
                  <a:pt x="122867" y="34885"/>
                </a:lnTo>
                <a:lnTo>
                  <a:pt x="122872" y="34663"/>
                </a:lnTo>
                <a:lnTo>
                  <a:pt x="122876" y="34441"/>
                </a:lnTo>
                <a:lnTo>
                  <a:pt x="122880" y="34219"/>
                </a:lnTo>
                <a:lnTo>
                  <a:pt x="122884" y="33998"/>
                </a:lnTo>
                <a:lnTo>
                  <a:pt x="122888" y="33776"/>
                </a:lnTo>
                <a:lnTo>
                  <a:pt x="122891" y="33554"/>
                </a:lnTo>
                <a:lnTo>
                  <a:pt x="122894" y="33333"/>
                </a:lnTo>
                <a:lnTo>
                  <a:pt x="122896" y="33111"/>
                </a:lnTo>
                <a:lnTo>
                  <a:pt x="122899" y="32889"/>
                </a:lnTo>
                <a:lnTo>
                  <a:pt x="122901" y="32667"/>
                </a:lnTo>
                <a:lnTo>
                  <a:pt x="122903" y="32446"/>
                </a:lnTo>
                <a:lnTo>
                  <a:pt x="122904" y="32224"/>
                </a:lnTo>
                <a:lnTo>
                  <a:pt x="122905" y="32002"/>
                </a:lnTo>
                <a:lnTo>
                  <a:pt x="122906" y="31780"/>
                </a:lnTo>
                <a:lnTo>
                  <a:pt x="122907" y="31559"/>
                </a:lnTo>
                <a:lnTo>
                  <a:pt x="122908" y="31337"/>
                </a:lnTo>
                <a:lnTo>
                  <a:pt x="122908" y="31115"/>
                </a:lnTo>
                <a:lnTo>
                  <a:pt x="122908" y="0"/>
                </a:lnTo>
                <a:lnTo>
                  <a:pt x="108423" y="0"/>
                </a:lnTo>
                <a:lnTo>
                  <a:pt x="108423" y="119422"/>
                </a:lnTo>
                <a:lnTo>
                  <a:pt x="122908" y="119422"/>
                </a:lnTo>
                <a:lnTo>
                  <a:pt x="122908" y="68133"/>
                </a:lnTo>
                <a:lnTo>
                  <a:pt x="122910" y="67633"/>
                </a:lnTo>
                <a:lnTo>
                  <a:pt x="122919" y="67137"/>
                </a:lnTo>
                <a:lnTo>
                  <a:pt x="122933" y="66645"/>
                </a:lnTo>
                <a:lnTo>
                  <a:pt x="122952" y="66157"/>
                </a:lnTo>
                <a:lnTo>
                  <a:pt x="122978" y="65673"/>
                </a:lnTo>
                <a:lnTo>
                  <a:pt x="123008" y="65194"/>
                </a:lnTo>
                <a:lnTo>
                  <a:pt x="123045" y="64719"/>
                </a:lnTo>
                <a:lnTo>
                  <a:pt x="123086" y="64248"/>
                </a:lnTo>
                <a:lnTo>
                  <a:pt x="123134" y="63781"/>
                </a:lnTo>
                <a:lnTo>
                  <a:pt x="123187" y="63319"/>
                </a:lnTo>
                <a:lnTo>
                  <a:pt x="123246" y="62860"/>
                </a:lnTo>
                <a:lnTo>
                  <a:pt x="123310" y="62406"/>
                </a:lnTo>
                <a:lnTo>
                  <a:pt x="123380" y="61956"/>
                </a:lnTo>
                <a:lnTo>
                  <a:pt x="123455" y="61510"/>
                </a:lnTo>
                <a:lnTo>
                  <a:pt x="123536" y="61068"/>
                </a:lnTo>
                <a:lnTo>
                  <a:pt x="123623" y="60631"/>
                </a:lnTo>
                <a:lnTo>
                  <a:pt x="123715" y="60198"/>
                </a:lnTo>
                <a:lnTo>
                  <a:pt x="123813" y="59769"/>
                </a:lnTo>
                <a:lnTo>
                  <a:pt x="123916" y="59344"/>
                </a:lnTo>
                <a:lnTo>
                  <a:pt x="124025" y="58923"/>
                </a:lnTo>
                <a:lnTo>
                  <a:pt x="124140" y="58506"/>
                </a:lnTo>
                <a:lnTo>
                  <a:pt x="124260" y="58094"/>
                </a:lnTo>
                <a:lnTo>
                  <a:pt x="124386" y="57686"/>
                </a:lnTo>
                <a:lnTo>
                  <a:pt x="124517" y="57282"/>
                </a:lnTo>
                <a:lnTo>
                  <a:pt x="124654" y="56882"/>
                </a:lnTo>
                <a:lnTo>
                  <a:pt x="124795" y="56488"/>
                </a:lnTo>
                <a:lnTo>
                  <a:pt x="124940" y="56098"/>
                </a:lnTo>
                <a:lnTo>
                  <a:pt x="125090" y="55714"/>
                </a:lnTo>
                <a:lnTo>
                  <a:pt x="125245" y="55335"/>
                </a:lnTo>
                <a:lnTo>
                  <a:pt x="125405" y="54960"/>
                </a:lnTo>
                <a:lnTo>
                  <a:pt x="125569" y="54591"/>
                </a:lnTo>
                <a:lnTo>
                  <a:pt x="125738" y="54227"/>
                </a:lnTo>
                <a:lnTo>
                  <a:pt x="125911" y="53867"/>
                </a:lnTo>
                <a:lnTo>
                  <a:pt x="126089" y="53513"/>
                </a:lnTo>
                <a:lnTo>
                  <a:pt x="126271" y="53164"/>
                </a:lnTo>
                <a:lnTo>
                  <a:pt x="126459" y="52820"/>
                </a:lnTo>
                <a:lnTo>
                  <a:pt x="126650" y="52481"/>
                </a:lnTo>
                <a:lnTo>
                  <a:pt x="126847" y="52146"/>
                </a:lnTo>
                <a:lnTo>
                  <a:pt x="127048" y="51817"/>
                </a:lnTo>
                <a:lnTo>
                  <a:pt x="127253" y="51493"/>
                </a:lnTo>
                <a:lnTo>
                  <a:pt x="127463" y="51174"/>
                </a:lnTo>
                <a:lnTo>
                  <a:pt x="127678" y="50860"/>
                </a:lnTo>
                <a:lnTo>
                  <a:pt x="127898" y="50551"/>
                </a:lnTo>
                <a:lnTo>
                  <a:pt x="128122" y="50247"/>
                </a:lnTo>
                <a:lnTo>
                  <a:pt x="128350" y="49948"/>
                </a:lnTo>
                <a:lnTo>
                  <a:pt x="128584" y="49654"/>
                </a:lnTo>
                <a:lnTo>
                  <a:pt x="128821" y="49365"/>
                </a:lnTo>
                <a:lnTo>
                  <a:pt x="129064" y="49081"/>
                </a:lnTo>
                <a:lnTo>
                  <a:pt x="129311" y="48802"/>
                </a:lnTo>
                <a:lnTo>
                  <a:pt x="129562" y="48529"/>
                </a:lnTo>
                <a:lnTo>
                  <a:pt x="129817" y="48260"/>
                </a:lnTo>
                <a:lnTo>
                  <a:pt x="130076" y="47998"/>
                </a:lnTo>
                <a:lnTo>
                  <a:pt x="130340" y="47740"/>
                </a:lnTo>
                <a:lnTo>
                  <a:pt x="130608" y="47488"/>
                </a:lnTo>
                <a:lnTo>
                  <a:pt x="130880" y="47241"/>
                </a:lnTo>
                <a:lnTo>
                  <a:pt x="131156" y="46999"/>
                </a:lnTo>
                <a:lnTo>
                  <a:pt x="131437" y="46763"/>
                </a:lnTo>
                <a:lnTo>
                  <a:pt x="131721" y="46532"/>
                </a:lnTo>
                <a:lnTo>
                  <a:pt x="132010" y="46306"/>
                </a:lnTo>
                <a:lnTo>
                  <a:pt x="132303" y="46086"/>
                </a:lnTo>
                <a:lnTo>
                  <a:pt x="132600" y="45871"/>
                </a:lnTo>
                <a:lnTo>
                  <a:pt x="132901" y="45661"/>
                </a:lnTo>
                <a:lnTo>
                  <a:pt x="133207" y="45456"/>
                </a:lnTo>
                <a:lnTo>
                  <a:pt x="133517" y="45257"/>
                </a:lnTo>
                <a:lnTo>
                  <a:pt x="133831" y="45063"/>
                </a:lnTo>
                <a:lnTo>
                  <a:pt x="134149" y="44875"/>
                </a:lnTo>
                <a:lnTo>
                  <a:pt x="134471" y="44692"/>
                </a:lnTo>
                <a:lnTo>
                  <a:pt x="134798" y="44514"/>
                </a:lnTo>
                <a:lnTo>
                  <a:pt x="135128" y="44341"/>
                </a:lnTo>
                <a:lnTo>
                  <a:pt x="135463" y="44174"/>
                </a:lnTo>
                <a:lnTo>
                  <a:pt x="135802" y="44012"/>
                </a:lnTo>
                <a:lnTo>
                  <a:pt x="136145" y="43855"/>
                </a:lnTo>
                <a:lnTo>
                  <a:pt x="136493" y="43704"/>
                </a:lnTo>
                <a:lnTo>
                  <a:pt x="136843" y="43560"/>
                </a:lnTo>
                <a:lnTo>
                  <a:pt x="137197" y="43422"/>
                </a:lnTo>
                <a:lnTo>
                  <a:pt x="137555" y="43290"/>
                </a:lnTo>
                <a:lnTo>
                  <a:pt x="137916" y="43165"/>
                </a:lnTo>
                <a:lnTo>
                  <a:pt x="138280" y="43047"/>
                </a:lnTo>
                <a:lnTo>
                  <a:pt x="138649" y="42934"/>
                </a:lnTo>
                <a:lnTo>
                  <a:pt x="139020" y="42828"/>
                </a:lnTo>
                <a:lnTo>
                  <a:pt x="139395" y="42729"/>
                </a:lnTo>
                <a:lnTo>
                  <a:pt x="139774" y="42636"/>
                </a:lnTo>
                <a:lnTo>
                  <a:pt x="140156" y="42549"/>
                </a:lnTo>
                <a:lnTo>
                  <a:pt x="140541" y="42469"/>
                </a:lnTo>
                <a:lnTo>
                  <a:pt x="140930" y="42395"/>
                </a:lnTo>
                <a:lnTo>
                  <a:pt x="141323" y="42328"/>
                </a:lnTo>
                <a:lnTo>
                  <a:pt x="141719" y="42267"/>
                </a:lnTo>
                <a:lnTo>
                  <a:pt x="142118" y="42212"/>
                </a:lnTo>
                <a:lnTo>
                  <a:pt x="142521" y="42164"/>
                </a:lnTo>
                <a:lnTo>
                  <a:pt x="142928" y="42122"/>
                </a:lnTo>
                <a:lnTo>
                  <a:pt x="143338" y="42087"/>
                </a:lnTo>
                <a:lnTo>
                  <a:pt x="143751" y="42058"/>
                </a:lnTo>
                <a:lnTo>
                  <a:pt x="144168" y="42036"/>
                </a:lnTo>
                <a:lnTo>
                  <a:pt x="144589" y="42020"/>
                </a:lnTo>
                <a:lnTo>
                  <a:pt x="145013" y="42010"/>
                </a:lnTo>
                <a:lnTo>
                  <a:pt x="145440" y="42007"/>
                </a:lnTo>
                <a:lnTo>
                  <a:pt x="145906" y="42009"/>
                </a:lnTo>
                <a:lnTo>
                  <a:pt x="146364" y="42017"/>
                </a:lnTo>
                <a:lnTo>
                  <a:pt x="146816" y="42029"/>
                </a:lnTo>
                <a:lnTo>
                  <a:pt x="147260" y="42046"/>
                </a:lnTo>
                <a:lnTo>
                  <a:pt x="147696" y="42068"/>
                </a:lnTo>
                <a:lnTo>
                  <a:pt x="148126" y="42095"/>
                </a:lnTo>
                <a:lnTo>
                  <a:pt x="148548" y="42127"/>
                </a:lnTo>
                <a:lnTo>
                  <a:pt x="148963" y="42163"/>
                </a:lnTo>
                <a:lnTo>
                  <a:pt x="149371" y="42205"/>
                </a:lnTo>
                <a:lnTo>
                  <a:pt x="149771" y="42251"/>
                </a:lnTo>
                <a:lnTo>
                  <a:pt x="150164" y="42303"/>
                </a:lnTo>
                <a:lnTo>
                  <a:pt x="150550" y="42359"/>
                </a:lnTo>
                <a:lnTo>
                  <a:pt x="150929" y="42420"/>
                </a:lnTo>
                <a:lnTo>
                  <a:pt x="151300" y="42486"/>
                </a:lnTo>
                <a:lnTo>
                  <a:pt x="151664" y="42557"/>
                </a:lnTo>
                <a:lnTo>
                  <a:pt x="152021" y="42633"/>
                </a:lnTo>
                <a:lnTo>
                  <a:pt x="152370" y="42713"/>
                </a:lnTo>
                <a:lnTo>
                  <a:pt x="152713" y="42799"/>
                </a:lnTo>
                <a:lnTo>
                  <a:pt x="153048" y="42889"/>
                </a:lnTo>
                <a:lnTo>
                  <a:pt x="153376" y="42985"/>
                </a:lnTo>
                <a:lnTo>
                  <a:pt x="153696" y="43085"/>
                </a:lnTo>
                <a:lnTo>
                  <a:pt x="154009" y="43190"/>
                </a:lnTo>
                <a:lnTo>
                  <a:pt x="154315" y="43300"/>
                </a:lnTo>
                <a:lnTo>
                  <a:pt x="154614" y="43415"/>
                </a:lnTo>
                <a:lnTo>
                  <a:pt x="154906" y="43535"/>
                </a:lnTo>
                <a:lnTo>
                  <a:pt x="155193" y="43659"/>
                </a:lnTo>
                <a:lnTo>
                  <a:pt x="155474" y="43788"/>
                </a:lnTo>
                <a:lnTo>
                  <a:pt x="155750" y="43922"/>
                </a:lnTo>
                <a:lnTo>
                  <a:pt x="156019" y="44060"/>
                </a:lnTo>
                <a:lnTo>
                  <a:pt x="156284" y="44203"/>
                </a:lnTo>
                <a:lnTo>
                  <a:pt x="156543" y="44352"/>
                </a:lnTo>
                <a:lnTo>
                  <a:pt x="156796" y="44504"/>
                </a:lnTo>
                <a:lnTo>
                  <a:pt x="157043" y="44662"/>
                </a:lnTo>
                <a:lnTo>
                  <a:pt x="157285" y="44824"/>
                </a:lnTo>
                <a:lnTo>
                  <a:pt x="157522" y="44991"/>
                </a:lnTo>
                <a:lnTo>
                  <a:pt x="157752" y="45163"/>
                </a:lnTo>
                <a:lnTo>
                  <a:pt x="157978" y="45339"/>
                </a:lnTo>
                <a:lnTo>
                  <a:pt x="158197" y="45521"/>
                </a:lnTo>
                <a:lnTo>
                  <a:pt x="158411" y="45707"/>
                </a:lnTo>
                <a:lnTo>
                  <a:pt x="158620" y="45897"/>
                </a:lnTo>
                <a:lnTo>
                  <a:pt x="158823" y="46093"/>
                </a:lnTo>
                <a:lnTo>
                  <a:pt x="159020" y="46293"/>
                </a:lnTo>
                <a:lnTo>
                  <a:pt x="159212" y="46498"/>
                </a:lnTo>
                <a:lnTo>
                  <a:pt x="159398" y="46708"/>
                </a:lnTo>
                <a:lnTo>
                  <a:pt x="159578" y="46923"/>
                </a:lnTo>
                <a:lnTo>
                  <a:pt x="159753" y="47142"/>
                </a:lnTo>
                <a:lnTo>
                  <a:pt x="159922" y="47366"/>
                </a:lnTo>
                <a:lnTo>
                  <a:pt x="160086" y="47595"/>
                </a:lnTo>
                <a:lnTo>
                  <a:pt x="160245" y="47828"/>
                </a:lnTo>
                <a:lnTo>
                  <a:pt x="160399" y="48067"/>
                </a:lnTo>
                <a:lnTo>
                  <a:pt x="160549" y="48310"/>
                </a:lnTo>
                <a:lnTo>
                  <a:pt x="160695" y="48558"/>
                </a:lnTo>
                <a:lnTo>
                  <a:pt x="160837" y="48811"/>
                </a:lnTo>
                <a:lnTo>
                  <a:pt x="160974" y="49069"/>
                </a:lnTo>
                <a:lnTo>
                  <a:pt x="161107" y="49332"/>
                </a:lnTo>
                <a:lnTo>
                  <a:pt x="161235" y="49600"/>
                </a:lnTo>
                <a:lnTo>
                  <a:pt x="161359" y="49873"/>
                </a:lnTo>
                <a:lnTo>
                  <a:pt x="161479" y="50150"/>
                </a:lnTo>
                <a:lnTo>
                  <a:pt x="161594" y="50433"/>
                </a:lnTo>
                <a:lnTo>
                  <a:pt x="161706" y="50720"/>
                </a:lnTo>
                <a:lnTo>
                  <a:pt x="161812" y="51012"/>
                </a:lnTo>
                <a:lnTo>
                  <a:pt x="161915" y="51309"/>
                </a:lnTo>
                <a:lnTo>
                  <a:pt x="162013" y="51611"/>
                </a:lnTo>
                <a:lnTo>
                  <a:pt x="162107" y="51918"/>
                </a:lnTo>
                <a:lnTo>
                  <a:pt x="162196" y="52230"/>
                </a:lnTo>
                <a:lnTo>
                  <a:pt x="162282" y="52546"/>
                </a:lnTo>
                <a:lnTo>
                  <a:pt x="162362" y="52868"/>
                </a:lnTo>
                <a:lnTo>
                  <a:pt x="162439" y="53194"/>
                </a:lnTo>
                <a:lnTo>
                  <a:pt x="162511" y="53525"/>
                </a:lnTo>
                <a:lnTo>
                  <a:pt x="162579" y="53861"/>
                </a:lnTo>
                <a:lnTo>
                  <a:pt x="162642" y="54202"/>
                </a:lnTo>
                <a:lnTo>
                  <a:pt x="162701" y="54548"/>
                </a:lnTo>
                <a:lnTo>
                  <a:pt x="162757" y="54899"/>
                </a:lnTo>
                <a:lnTo>
                  <a:pt x="162811" y="55254"/>
                </a:lnTo>
                <a:lnTo>
                  <a:pt x="162862" y="55614"/>
                </a:lnTo>
                <a:lnTo>
                  <a:pt x="162910" y="55979"/>
                </a:lnTo>
                <a:lnTo>
                  <a:pt x="162957" y="56349"/>
                </a:lnTo>
                <a:lnTo>
                  <a:pt x="163001" y="56723"/>
                </a:lnTo>
                <a:lnTo>
                  <a:pt x="163042" y="57102"/>
                </a:lnTo>
                <a:lnTo>
                  <a:pt x="163081" y="57486"/>
                </a:lnTo>
                <a:lnTo>
                  <a:pt x="163118" y="57875"/>
                </a:lnTo>
                <a:lnTo>
                  <a:pt x="163153" y="58268"/>
                </a:lnTo>
                <a:lnTo>
                  <a:pt x="163185" y="58667"/>
                </a:lnTo>
                <a:lnTo>
                  <a:pt x="163214" y="59070"/>
                </a:lnTo>
                <a:lnTo>
                  <a:pt x="163242" y="59477"/>
                </a:lnTo>
                <a:lnTo>
                  <a:pt x="163267" y="59890"/>
                </a:lnTo>
                <a:lnTo>
                  <a:pt x="163289" y="60307"/>
                </a:lnTo>
                <a:lnTo>
                  <a:pt x="163309" y="60729"/>
                </a:lnTo>
                <a:lnTo>
                  <a:pt x="163327" y="61155"/>
                </a:lnTo>
                <a:lnTo>
                  <a:pt x="163343" y="61587"/>
                </a:lnTo>
                <a:lnTo>
                  <a:pt x="163356" y="62023"/>
                </a:lnTo>
                <a:lnTo>
                  <a:pt x="163366" y="62464"/>
                </a:lnTo>
                <a:lnTo>
                  <a:pt x="163375" y="62910"/>
                </a:lnTo>
                <a:lnTo>
                  <a:pt x="163381" y="63360"/>
                </a:lnTo>
                <a:lnTo>
                  <a:pt x="163384" y="63815"/>
                </a:lnTo>
                <a:lnTo>
                  <a:pt x="163385" y="64275"/>
                </a:lnTo>
                <a:lnTo>
                  <a:pt x="163385" y="119422"/>
                </a:lnTo>
                <a:lnTo>
                  <a:pt x="177951" y="119422"/>
                </a:lnTo>
                <a:lnTo>
                  <a:pt x="177951" y="61401"/>
                </a:lnTo>
                <a:lnTo>
                  <a:pt x="177949" y="60839"/>
                </a:lnTo>
                <a:lnTo>
                  <a:pt x="177943" y="60282"/>
                </a:lnTo>
                <a:lnTo>
                  <a:pt x="177933" y="59728"/>
                </a:lnTo>
                <a:lnTo>
                  <a:pt x="177919" y="59179"/>
                </a:lnTo>
                <a:lnTo>
                  <a:pt x="177900" y="58633"/>
                </a:lnTo>
                <a:lnTo>
                  <a:pt x="177878" y="58091"/>
                </a:lnTo>
                <a:lnTo>
                  <a:pt x="177852" y="57553"/>
                </a:lnTo>
                <a:lnTo>
                  <a:pt x="177821" y="57019"/>
                </a:lnTo>
                <a:lnTo>
                  <a:pt x="177787" y="56489"/>
                </a:lnTo>
                <a:lnTo>
                  <a:pt x="177748" y="55963"/>
                </a:lnTo>
                <a:lnTo>
                  <a:pt x="177706" y="55441"/>
                </a:lnTo>
                <a:lnTo>
                  <a:pt x="177659" y="54923"/>
                </a:lnTo>
                <a:lnTo>
                  <a:pt x="177609" y="54408"/>
                </a:lnTo>
                <a:lnTo>
                  <a:pt x="177554" y="53898"/>
                </a:lnTo>
                <a:lnTo>
                  <a:pt x="177495" y="53391"/>
                </a:lnTo>
                <a:lnTo>
                  <a:pt x="177432" y="52889"/>
                </a:lnTo>
                <a:lnTo>
                  <a:pt x="177366" y="52390"/>
                </a:lnTo>
                <a:lnTo>
                  <a:pt x="177295" y="51895"/>
                </a:lnTo>
                <a:lnTo>
                  <a:pt x="177220" y="51404"/>
                </a:lnTo>
                <a:lnTo>
                  <a:pt x="177141" y="50917"/>
                </a:lnTo>
                <a:lnTo>
                  <a:pt x="177058" y="50434"/>
                </a:lnTo>
                <a:lnTo>
                  <a:pt x="176971" y="49955"/>
                </a:lnTo>
                <a:lnTo>
                  <a:pt x="176879" y="49479"/>
                </a:lnTo>
                <a:lnTo>
                  <a:pt x="176784" y="49008"/>
                </a:lnTo>
                <a:lnTo>
                  <a:pt x="176684" y="48541"/>
                </a:lnTo>
                <a:lnTo>
                  <a:pt x="176576" y="48080"/>
                </a:lnTo>
                <a:lnTo>
                  <a:pt x="176462" y="47624"/>
                </a:lnTo>
                <a:lnTo>
                  <a:pt x="176342" y="47174"/>
                </a:lnTo>
                <a:lnTo>
                  <a:pt x="176214" y="46729"/>
                </a:lnTo>
                <a:lnTo>
                  <a:pt x="176080" y="46289"/>
                </a:lnTo>
                <a:lnTo>
                  <a:pt x="175939" y="45855"/>
                </a:lnTo>
                <a:lnTo>
                  <a:pt x="175792" y="45427"/>
                </a:lnTo>
                <a:lnTo>
                  <a:pt x="175637" y="45004"/>
                </a:lnTo>
                <a:lnTo>
                  <a:pt x="175477" y="44586"/>
                </a:lnTo>
                <a:lnTo>
                  <a:pt x="175309" y="44174"/>
                </a:lnTo>
                <a:lnTo>
                  <a:pt x="175135" y="43767"/>
                </a:lnTo>
                <a:lnTo>
                  <a:pt x="174953" y="43366"/>
                </a:lnTo>
                <a:lnTo>
                  <a:pt x="174766" y="42970"/>
                </a:lnTo>
                <a:lnTo>
                  <a:pt x="174571" y="42580"/>
                </a:lnTo>
                <a:lnTo>
                  <a:pt x="174370" y="42195"/>
                </a:lnTo>
                <a:lnTo>
                  <a:pt x="174162" y="41815"/>
                </a:lnTo>
                <a:lnTo>
                  <a:pt x="173948" y="41441"/>
                </a:lnTo>
                <a:lnTo>
                  <a:pt x="173726" y="41072"/>
                </a:lnTo>
                <a:lnTo>
                  <a:pt x="173498" y="40709"/>
                </a:lnTo>
                <a:lnTo>
                  <a:pt x="173264" y="40351"/>
                </a:lnTo>
                <a:lnTo>
                  <a:pt x="173022" y="39999"/>
                </a:lnTo>
                <a:lnTo>
                  <a:pt x="172774" y="39652"/>
                </a:lnTo>
                <a:lnTo>
                  <a:pt x="172519" y="39311"/>
                </a:lnTo>
                <a:lnTo>
                  <a:pt x="172257" y="38975"/>
                </a:lnTo>
                <a:lnTo>
                  <a:pt x="171987" y="38646"/>
                </a:lnTo>
                <a:lnTo>
                  <a:pt x="171709" y="38323"/>
                </a:lnTo>
                <a:lnTo>
                  <a:pt x="171424" y="38007"/>
                </a:lnTo>
                <a:lnTo>
                  <a:pt x="171130" y="37696"/>
                </a:lnTo>
                <a:lnTo>
                  <a:pt x="170829" y="37392"/>
                </a:lnTo>
                <a:lnTo>
                  <a:pt x="170520" y="37094"/>
                </a:lnTo>
                <a:lnTo>
                  <a:pt x="170203" y="36803"/>
                </a:lnTo>
                <a:lnTo>
                  <a:pt x="169879" y="36518"/>
                </a:lnTo>
                <a:lnTo>
                  <a:pt x="169546" y="36239"/>
                </a:lnTo>
                <a:lnTo>
                  <a:pt x="169206" y="35966"/>
                </a:lnTo>
                <a:lnTo>
                  <a:pt x="168858" y="35700"/>
                </a:lnTo>
                <a:lnTo>
                  <a:pt x="168502" y="35440"/>
                </a:lnTo>
                <a:lnTo>
                  <a:pt x="168138" y="35186"/>
                </a:lnTo>
                <a:lnTo>
                  <a:pt x="167766" y="34938"/>
                </a:lnTo>
                <a:lnTo>
                  <a:pt x="167387" y="34697"/>
                </a:lnTo>
                <a:lnTo>
                  <a:pt x="167000" y="34462"/>
                </a:lnTo>
                <a:lnTo>
                  <a:pt x="166604" y="34234"/>
                </a:lnTo>
                <a:lnTo>
                  <a:pt x="166201" y="34011"/>
                </a:lnTo>
                <a:lnTo>
                  <a:pt x="165791" y="33795"/>
                </a:lnTo>
                <a:lnTo>
                  <a:pt x="165372" y="33585"/>
                </a:lnTo>
                <a:lnTo>
                  <a:pt x="164946" y="33382"/>
                </a:lnTo>
                <a:lnTo>
                  <a:pt x="164512" y="33185"/>
                </a:lnTo>
                <a:lnTo>
                  <a:pt x="164070" y="32994"/>
                </a:lnTo>
                <a:lnTo>
                  <a:pt x="163618" y="32810"/>
                </a:lnTo>
                <a:lnTo>
                  <a:pt x="163157" y="32634"/>
                </a:lnTo>
                <a:lnTo>
                  <a:pt x="162685" y="32466"/>
                </a:lnTo>
                <a:lnTo>
                  <a:pt x="162202" y="32305"/>
                </a:lnTo>
                <a:lnTo>
                  <a:pt x="161709" y="32153"/>
                </a:lnTo>
                <a:lnTo>
                  <a:pt x="161205" y="32008"/>
                </a:lnTo>
                <a:lnTo>
                  <a:pt x="160691" y="31871"/>
                </a:lnTo>
                <a:lnTo>
                  <a:pt x="160167" y="31742"/>
                </a:lnTo>
                <a:lnTo>
                  <a:pt x="159632" y="31621"/>
                </a:lnTo>
                <a:lnTo>
                  <a:pt x="159086" y="31507"/>
                </a:lnTo>
                <a:lnTo>
                  <a:pt x="158530" y="31402"/>
                </a:lnTo>
                <a:lnTo>
                  <a:pt x="157964" y="31304"/>
                </a:lnTo>
                <a:lnTo>
                  <a:pt x="157387" y="31214"/>
                </a:lnTo>
                <a:lnTo>
                  <a:pt x="156799" y="31132"/>
                </a:lnTo>
                <a:lnTo>
                  <a:pt x="156201" y="31057"/>
                </a:lnTo>
                <a:lnTo>
                  <a:pt x="155593" y="30991"/>
                </a:lnTo>
                <a:lnTo>
                  <a:pt x="154974" y="30932"/>
                </a:lnTo>
                <a:lnTo>
                  <a:pt x="154345" y="30881"/>
                </a:lnTo>
                <a:lnTo>
                  <a:pt x="153705" y="30838"/>
                </a:lnTo>
                <a:lnTo>
                  <a:pt x="153055" y="30803"/>
                </a:lnTo>
                <a:lnTo>
                  <a:pt x="152394" y="30776"/>
                </a:lnTo>
                <a:lnTo>
                  <a:pt x="151723" y="30756"/>
                </a:lnTo>
                <a:lnTo>
                  <a:pt x="151041" y="30745"/>
                </a:lnTo>
                <a:lnTo>
                  <a:pt x="150349" y="30741"/>
                </a:lnTo>
                <a:lnTo>
                  <a:pt x="149935" y="30742"/>
                </a:lnTo>
                <a:lnTo>
                  <a:pt x="149524" y="30747"/>
                </a:lnTo>
                <a:lnTo>
                  <a:pt x="149117" y="30755"/>
                </a:lnTo>
                <a:lnTo>
                  <a:pt x="148713" y="30766"/>
                </a:lnTo>
                <a:lnTo>
                  <a:pt x="148312" y="30781"/>
                </a:lnTo>
                <a:lnTo>
                  <a:pt x="147915" y="30799"/>
                </a:lnTo>
                <a:lnTo>
                  <a:pt x="147521" y="30820"/>
                </a:lnTo>
                <a:lnTo>
                  <a:pt x="147130" y="30844"/>
                </a:lnTo>
                <a:lnTo>
                  <a:pt x="146743" y="30871"/>
                </a:lnTo>
                <a:lnTo>
                  <a:pt x="146359" y="30902"/>
                </a:lnTo>
                <a:lnTo>
                  <a:pt x="145978" y="30936"/>
                </a:lnTo>
                <a:lnTo>
                  <a:pt x="145601" y="30973"/>
                </a:lnTo>
                <a:lnTo>
                  <a:pt x="145227" y="31014"/>
                </a:lnTo>
                <a:lnTo>
                  <a:pt x="144857" y="31057"/>
                </a:lnTo>
                <a:lnTo>
                  <a:pt x="144489" y="31104"/>
                </a:lnTo>
                <a:lnTo>
                  <a:pt x="144126" y="31154"/>
                </a:lnTo>
                <a:lnTo>
                  <a:pt x="143765" y="31207"/>
                </a:lnTo>
                <a:lnTo>
                  <a:pt x="143408" y="31264"/>
                </a:lnTo>
                <a:lnTo>
                  <a:pt x="143054" y="31324"/>
                </a:lnTo>
                <a:lnTo>
                  <a:pt x="142704" y="31387"/>
                </a:lnTo>
                <a:lnTo>
                  <a:pt x="142357" y="31453"/>
                </a:lnTo>
                <a:lnTo>
                  <a:pt x="142013" y="31522"/>
                </a:lnTo>
                <a:lnTo>
                  <a:pt x="141673" y="31595"/>
                </a:lnTo>
                <a:lnTo>
                  <a:pt x="141336" y="31671"/>
                </a:lnTo>
                <a:lnTo>
                  <a:pt x="141002" y="31751"/>
                </a:lnTo>
                <a:lnTo>
                  <a:pt x="140670" y="31834"/>
                </a:lnTo>
                <a:lnTo>
                  <a:pt x="140340" y="31921"/>
                </a:lnTo>
                <a:lnTo>
                  <a:pt x="140013" y="32012"/>
                </a:lnTo>
                <a:lnTo>
                  <a:pt x="139687" y="32106"/>
                </a:lnTo>
                <a:lnTo>
                  <a:pt x="139364" y="32205"/>
                </a:lnTo>
                <a:lnTo>
                  <a:pt x="139044" y="32307"/>
                </a:lnTo>
                <a:lnTo>
                  <a:pt x="138725" y="32413"/>
                </a:lnTo>
                <a:lnTo>
                  <a:pt x="138409" y="32522"/>
                </a:lnTo>
                <a:lnTo>
                  <a:pt x="138095" y="32636"/>
                </a:lnTo>
                <a:lnTo>
                  <a:pt x="137783" y="32753"/>
                </a:lnTo>
                <a:lnTo>
                  <a:pt x="137473" y="32874"/>
                </a:lnTo>
                <a:lnTo>
                  <a:pt x="137166" y="32999"/>
                </a:lnTo>
                <a:lnTo>
                  <a:pt x="136861" y="33128"/>
                </a:lnTo>
                <a:lnTo>
                  <a:pt x="136558" y="33261"/>
                </a:lnTo>
                <a:lnTo>
                  <a:pt x="136257" y="33397"/>
                </a:lnTo>
                <a:lnTo>
                  <a:pt x="135959" y="33537"/>
                </a:lnTo>
                <a:lnTo>
                  <a:pt x="135663" y="33681"/>
                </a:lnTo>
                <a:lnTo>
                  <a:pt x="135369" y="33828"/>
                </a:lnTo>
                <a:lnTo>
                  <a:pt x="135077" y="33980"/>
                </a:lnTo>
                <a:lnTo>
                  <a:pt x="134787" y="34135"/>
                </a:lnTo>
                <a:lnTo>
                  <a:pt x="134500" y="34294"/>
                </a:lnTo>
                <a:lnTo>
                  <a:pt x="134215" y="34457"/>
                </a:lnTo>
                <a:lnTo>
                  <a:pt x="133932" y="34623"/>
                </a:lnTo>
                <a:lnTo>
                  <a:pt x="133652" y="34794"/>
                </a:lnTo>
                <a:lnTo>
                  <a:pt x="133373" y="34968"/>
                </a:lnTo>
                <a:lnTo>
                  <a:pt x="133096" y="35145"/>
                </a:lnTo>
                <a:lnTo>
                  <a:pt x="132821" y="35327"/>
                </a:lnTo>
                <a:lnTo>
                  <a:pt x="132549" y="35512"/>
                </a:lnTo>
                <a:lnTo>
                  <a:pt x="132278" y="35701"/>
                </a:lnTo>
                <a:lnTo>
                  <a:pt x="132009" y="35894"/>
                </a:lnTo>
                <a:lnTo>
                  <a:pt x="131742" y="36091"/>
                </a:lnTo>
                <a:lnTo>
                  <a:pt x="131477" y="36292"/>
                </a:lnTo>
                <a:lnTo>
                  <a:pt x="131214" y="36496"/>
                </a:lnTo>
                <a:lnTo>
                  <a:pt x="130953" y="36704"/>
                </a:lnTo>
                <a:lnTo>
                  <a:pt x="130693" y="36916"/>
                </a:lnTo>
                <a:lnTo>
                  <a:pt x="130436" y="37132"/>
                </a:lnTo>
                <a:lnTo>
                  <a:pt x="130181" y="37352"/>
                </a:lnTo>
                <a:lnTo>
                  <a:pt x="129928" y="37575"/>
                </a:lnTo>
                <a:lnTo>
                  <a:pt x="129676" y="37802"/>
                </a:lnTo>
                <a:lnTo>
                  <a:pt x="129427" y="38033"/>
                </a:lnTo>
                <a:lnTo>
                  <a:pt x="129180" y="38268"/>
                </a:lnTo>
                <a:lnTo>
                  <a:pt x="128934" y="38506"/>
                </a:lnTo>
                <a:lnTo>
                  <a:pt x="128691" y="38749"/>
                </a:lnTo>
                <a:lnTo>
                  <a:pt x="128449" y="38995"/>
                </a:lnTo>
                <a:lnTo>
                  <a:pt x="128209" y="39245"/>
                </a:lnTo>
                <a:lnTo>
                  <a:pt x="127972" y="39499"/>
                </a:lnTo>
                <a:lnTo>
                  <a:pt x="127736" y="39756"/>
                </a:lnTo>
                <a:lnTo>
                  <a:pt x="127502" y="40018"/>
                </a:lnTo>
                <a:lnTo>
                  <a:pt x="127269" y="40284"/>
                </a:lnTo>
                <a:lnTo>
                  <a:pt x="127038" y="40555"/>
                </a:lnTo>
                <a:lnTo>
                  <a:pt x="126808" y="40831"/>
                </a:lnTo>
                <a:lnTo>
                  <a:pt x="126580" y="41111"/>
                </a:lnTo>
                <a:lnTo>
                  <a:pt x="126353" y="41396"/>
                </a:lnTo>
                <a:lnTo>
                  <a:pt x="126127" y="41686"/>
                </a:lnTo>
                <a:lnTo>
                  <a:pt x="125903" y="41980"/>
                </a:lnTo>
                <a:lnTo>
                  <a:pt x="125680" y="42279"/>
                </a:lnTo>
                <a:lnTo>
                  <a:pt x="125459" y="42582"/>
                </a:lnTo>
                <a:lnTo>
                  <a:pt x="125239" y="42890"/>
                </a:lnTo>
                <a:lnTo>
                  <a:pt x="125020" y="43203"/>
                </a:lnTo>
                <a:lnTo>
                  <a:pt x="124803" y="43521"/>
                </a:lnTo>
                <a:lnTo>
                  <a:pt x="124587" y="43843"/>
                </a:lnTo>
                <a:lnTo>
                  <a:pt x="124373" y="44169"/>
                </a:lnTo>
                <a:lnTo>
                  <a:pt x="124159" y="44501"/>
                </a:lnTo>
                <a:lnTo>
                  <a:pt x="123948" y="44837"/>
                </a:lnTo>
                <a:lnTo>
                  <a:pt x="123738" y="45177"/>
                </a:lnTo>
                <a:lnTo>
                  <a:pt x="123529" y="45522"/>
                </a:lnTo>
                <a:lnTo>
                  <a:pt x="123321" y="45872"/>
                </a:lnTo>
                <a:lnTo>
                  <a:pt x="123115" y="46227"/>
                </a:lnTo>
                <a:lnTo>
                  <a:pt x="122910" y="46586"/>
                </a:lnTo>
                <a:lnTo>
                  <a:pt x="122707" y="46950"/>
                </a:lnTo>
                <a:lnTo>
                  <a:pt x="122505" y="47318"/>
                </a:lnTo>
                <a:lnTo>
                  <a:pt x="122264" y="47318"/>
                </a:lnTo>
                <a:lnTo>
                  <a:pt x="122271" y="47269"/>
                </a:lnTo>
                <a:lnTo>
                  <a:pt x="122277" y="47217"/>
                </a:lnTo>
                <a:lnTo>
                  <a:pt x="122284" y="47161"/>
                </a:lnTo>
                <a:lnTo>
                  <a:pt x="122291" y="47102"/>
                </a:lnTo>
                <a:close/>
                <a:moveTo>
                  <a:pt x="38949" y="18509"/>
                </a:moveTo>
                <a:lnTo>
                  <a:pt x="38949" y="119422"/>
                </a:lnTo>
                <a:lnTo>
                  <a:pt x="54239" y="119422"/>
                </a:lnTo>
                <a:lnTo>
                  <a:pt x="54239" y="18509"/>
                </a:lnTo>
                <a:lnTo>
                  <a:pt x="93188" y="18509"/>
                </a:lnTo>
                <a:lnTo>
                  <a:pt x="93188" y="5955"/>
                </a:lnTo>
                <a:lnTo>
                  <a:pt x="0" y="5955"/>
                </a:lnTo>
                <a:lnTo>
                  <a:pt x="0" y="18509"/>
                </a:lnTo>
                <a:lnTo>
                  <a:pt x="38949" y="18509"/>
                </a:lnTo>
                <a:close/>
                <a:moveTo>
                  <a:pt x="488885" y="108151"/>
                </a:moveTo>
                <a:lnTo>
                  <a:pt x="488696" y="108189"/>
                </a:lnTo>
                <a:lnTo>
                  <a:pt x="488509" y="108226"/>
                </a:lnTo>
                <a:lnTo>
                  <a:pt x="488322" y="108263"/>
                </a:lnTo>
                <a:lnTo>
                  <a:pt x="488137" y="108299"/>
                </a:lnTo>
                <a:lnTo>
                  <a:pt x="487954" y="108334"/>
                </a:lnTo>
                <a:lnTo>
                  <a:pt x="487771" y="108369"/>
                </a:lnTo>
                <a:lnTo>
                  <a:pt x="487590" y="108403"/>
                </a:lnTo>
                <a:lnTo>
                  <a:pt x="487410" y="108437"/>
                </a:lnTo>
                <a:lnTo>
                  <a:pt x="487231" y="108470"/>
                </a:lnTo>
                <a:lnTo>
                  <a:pt x="487053" y="108503"/>
                </a:lnTo>
                <a:lnTo>
                  <a:pt x="486877" y="108535"/>
                </a:lnTo>
                <a:lnTo>
                  <a:pt x="486702" y="108567"/>
                </a:lnTo>
                <a:lnTo>
                  <a:pt x="486528" y="108598"/>
                </a:lnTo>
                <a:lnTo>
                  <a:pt x="486356" y="108628"/>
                </a:lnTo>
                <a:lnTo>
                  <a:pt x="486185" y="108658"/>
                </a:lnTo>
                <a:lnTo>
                  <a:pt x="486015" y="108688"/>
                </a:lnTo>
                <a:lnTo>
                  <a:pt x="485846" y="108716"/>
                </a:lnTo>
                <a:lnTo>
                  <a:pt x="485679" y="108745"/>
                </a:lnTo>
                <a:lnTo>
                  <a:pt x="485512" y="108772"/>
                </a:lnTo>
                <a:lnTo>
                  <a:pt x="485348" y="108799"/>
                </a:lnTo>
                <a:lnTo>
                  <a:pt x="485183" y="108826"/>
                </a:lnTo>
                <a:lnTo>
                  <a:pt x="485018" y="108851"/>
                </a:lnTo>
                <a:lnTo>
                  <a:pt x="484853" y="108875"/>
                </a:lnTo>
                <a:lnTo>
                  <a:pt x="484687" y="108898"/>
                </a:lnTo>
                <a:lnTo>
                  <a:pt x="484521" y="108919"/>
                </a:lnTo>
                <a:lnTo>
                  <a:pt x="484354" y="108940"/>
                </a:lnTo>
                <a:lnTo>
                  <a:pt x="484187" y="108960"/>
                </a:lnTo>
                <a:lnTo>
                  <a:pt x="484020" y="108978"/>
                </a:lnTo>
                <a:lnTo>
                  <a:pt x="483852" y="108995"/>
                </a:lnTo>
                <a:lnTo>
                  <a:pt x="483684" y="109012"/>
                </a:lnTo>
                <a:lnTo>
                  <a:pt x="483515" y="109027"/>
                </a:lnTo>
                <a:lnTo>
                  <a:pt x="483346" y="109041"/>
                </a:lnTo>
                <a:lnTo>
                  <a:pt x="483176" y="109054"/>
                </a:lnTo>
                <a:lnTo>
                  <a:pt x="483006" y="109065"/>
                </a:lnTo>
                <a:lnTo>
                  <a:pt x="482836" y="109076"/>
                </a:lnTo>
                <a:lnTo>
                  <a:pt x="482665" y="109085"/>
                </a:lnTo>
                <a:lnTo>
                  <a:pt x="482494" y="109094"/>
                </a:lnTo>
                <a:lnTo>
                  <a:pt x="482322" y="109101"/>
                </a:lnTo>
                <a:lnTo>
                  <a:pt x="482150" y="109107"/>
                </a:lnTo>
                <a:lnTo>
                  <a:pt x="481978" y="109112"/>
                </a:lnTo>
                <a:lnTo>
                  <a:pt x="481805" y="109116"/>
                </a:lnTo>
                <a:lnTo>
                  <a:pt x="481632" y="109119"/>
                </a:lnTo>
                <a:lnTo>
                  <a:pt x="481458" y="109121"/>
                </a:lnTo>
                <a:lnTo>
                  <a:pt x="481284" y="109121"/>
                </a:lnTo>
                <a:lnTo>
                  <a:pt x="480866" y="109117"/>
                </a:lnTo>
                <a:lnTo>
                  <a:pt x="480460" y="109104"/>
                </a:lnTo>
                <a:lnTo>
                  <a:pt x="480063" y="109082"/>
                </a:lnTo>
                <a:lnTo>
                  <a:pt x="479678" y="109051"/>
                </a:lnTo>
                <a:lnTo>
                  <a:pt x="479302" y="109011"/>
                </a:lnTo>
                <a:lnTo>
                  <a:pt x="478937" y="108963"/>
                </a:lnTo>
                <a:lnTo>
                  <a:pt x="478583" y="108906"/>
                </a:lnTo>
                <a:lnTo>
                  <a:pt x="478239" y="108840"/>
                </a:lnTo>
                <a:lnTo>
                  <a:pt x="477906" y="108766"/>
                </a:lnTo>
                <a:lnTo>
                  <a:pt x="477583" y="108682"/>
                </a:lnTo>
                <a:lnTo>
                  <a:pt x="477270" y="108590"/>
                </a:lnTo>
                <a:lnTo>
                  <a:pt x="476968" y="108489"/>
                </a:lnTo>
                <a:lnTo>
                  <a:pt x="476677" y="108380"/>
                </a:lnTo>
                <a:lnTo>
                  <a:pt x="476396" y="108261"/>
                </a:lnTo>
                <a:lnTo>
                  <a:pt x="476125" y="108134"/>
                </a:lnTo>
                <a:lnTo>
                  <a:pt x="475865" y="107998"/>
                </a:lnTo>
                <a:lnTo>
                  <a:pt x="475616" y="107853"/>
                </a:lnTo>
                <a:lnTo>
                  <a:pt x="475376" y="107700"/>
                </a:lnTo>
                <a:lnTo>
                  <a:pt x="475148" y="107537"/>
                </a:lnTo>
                <a:lnTo>
                  <a:pt x="474930" y="107366"/>
                </a:lnTo>
                <a:lnTo>
                  <a:pt x="474722" y="107186"/>
                </a:lnTo>
                <a:lnTo>
                  <a:pt x="474525" y="106997"/>
                </a:lnTo>
                <a:lnTo>
                  <a:pt x="474338" y="106800"/>
                </a:lnTo>
                <a:lnTo>
                  <a:pt x="474162" y="106594"/>
                </a:lnTo>
                <a:lnTo>
                  <a:pt x="473994" y="106377"/>
                </a:lnTo>
                <a:lnTo>
                  <a:pt x="473834" y="106146"/>
                </a:lnTo>
                <a:lnTo>
                  <a:pt x="473681" y="105903"/>
                </a:lnTo>
                <a:lnTo>
                  <a:pt x="473535" y="105647"/>
                </a:lnTo>
                <a:lnTo>
                  <a:pt x="473396" y="105378"/>
                </a:lnTo>
                <a:lnTo>
                  <a:pt x="473264" y="105096"/>
                </a:lnTo>
                <a:lnTo>
                  <a:pt x="473139" y="104801"/>
                </a:lnTo>
                <a:lnTo>
                  <a:pt x="473022" y="104493"/>
                </a:lnTo>
                <a:lnTo>
                  <a:pt x="472911" y="104172"/>
                </a:lnTo>
                <a:lnTo>
                  <a:pt x="472808" y="103838"/>
                </a:lnTo>
                <a:lnTo>
                  <a:pt x="472712" y="103491"/>
                </a:lnTo>
                <a:lnTo>
                  <a:pt x="472623" y="103131"/>
                </a:lnTo>
                <a:lnTo>
                  <a:pt x="472541" y="102758"/>
                </a:lnTo>
                <a:lnTo>
                  <a:pt x="472466" y="102372"/>
                </a:lnTo>
                <a:lnTo>
                  <a:pt x="472398" y="101974"/>
                </a:lnTo>
                <a:lnTo>
                  <a:pt x="472338" y="101562"/>
                </a:lnTo>
                <a:lnTo>
                  <a:pt x="472284" y="101137"/>
                </a:lnTo>
                <a:lnTo>
                  <a:pt x="472238" y="100700"/>
                </a:lnTo>
                <a:lnTo>
                  <a:pt x="472199" y="100249"/>
                </a:lnTo>
                <a:lnTo>
                  <a:pt x="472167" y="99786"/>
                </a:lnTo>
                <a:lnTo>
                  <a:pt x="472142" y="99309"/>
                </a:lnTo>
                <a:lnTo>
                  <a:pt x="472124" y="98820"/>
                </a:lnTo>
                <a:lnTo>
                  <a:pt x="472113" y="98317"/>
                </a:lnTo>
                <a:lnTo>
                  <a:pt x="472110" y="97802"/>
                </a:lnTo>
                <a:lnTo>
                  <a:pt x="472110" y="42972"/>
                </a:lnTo>
                <a:lnTo>
                  <a:pt x="488204" y="42972"/>
                </a:lnTo>
                <a:lnTo>
                  <a:pt x="488204" y="32350"/>
                </a:lnTo>
                <a:lnTo>
                  <a:pt x="472110" y="32350"/>
                </a:lnTo>
                <a:lnTo>
                  <a:pt x="472110" y="12876"/>
                </a:lnTo>
                <a:lnTo>
                  <a:pt x="462453" y="12876"/>
                </a:lnTo>
                <a:lnTo>
                  <a:pt x="458188" y="32350"/>
                </a:lnTo>
                <a:lnTo>
                  <a:pt x="447566" y="32350"/>
                </a:lnTo>
                <a:lnTo>
                  <a:pt x="447566" y="42972"/>
                </a:lnTo>
                <a:lnTo>
                  <a:pt x="457625" y="42972"/>
                </a:lnTo>
                <a:lnTo>
                  <a:pt x="457625" y="101014"/>
                </a:lnTo>
                <a:lnTo>
                  <a:pt x="457655" y="102621"/>
                </a:lnTo>
                <a:lnTo>
                  <a:pt x="457745" y="104159"/>
                </a:lnTo>
                <a:lnTo>
                  <a:pt x="457896" y="105630"/>
                </a:lnTo>
                <a:lnTo>
                  <a:pt x="458108" y="107032"/>
                </a:lnTo>
                <a:lnTo>
                  <a:pt x="458379" y="108365"/>
                </a:lnTo>
                <a:lnTo>
                  <a:pt x="458711" y="109630"/>
                </a:lnTo>
                <a:lnTo>
                  <a:pt x="459103" y="110827"/>
                </a:lnTo>
                <a:lnTo>
                  <a:pt x="459556" y="111956"/>
                </a:lnTo>
                <a:lnTo>
                  <a:pt x="460069" y="113016"/>
                </a:lnTo>
                <a:lnTo>
                  <a:pt x="460642" y="114007"/>
                </a:lnTo>
                <a:lnTo>
                  <a:pt x="461276" y="114930"/>
                </a:lnTo>
                <a:lnTo>
                  <a:pt x="461970" y="115785"/>
                </a:lnTo>
                <a:lnTo>
                  <a:pt x="462725" y="116572"/>
                </a:lnTo>
                <a:lnTo>
                  <a:pt x="463539" y="117290"/>
                </a:lnTo>
                <a:lnTo>
                  <a:pt x="464415" y="117940"/>
                </a:lnTo>
                <a:lnTo>
                  <a:pt x="465350" y="118521"/>
                </a:lnTo>
                <a:lnTo>
                  <a:pt x="466346" y="119034"/>
                </a:lnTo>
                <a:lnTo>
                  <a:pt x="467402" y="119478"/>
                </a:lnTo>
                <a:lnTo>
                  <a:pt x="468519" y="119854"/>
                </a:lnTo>
                <a:lnTo>
                  <a:pt x="469696" y="120162"/>
                </a:lnTo>
                <a:lnTo>
                  <a:pt x="470933" y="120402"/>
                </a:lnTo>
                <a:lnTo>
                  <a:pt x="472230" y="120572"/>
                </a:lnTo>
                <a:lnTo>
                  <a:pt x="473588" y="120675"/>
                </a:lnTo>
                <a:lnTo>
                  <a:pt x="475007" y="120709"/>
                </a:lnTo>
                <a:lnTo>
                  <a:pt x="475380" y="120708"/>
                </a:lnTo>
                <a:lnTo>
                  <a:pt x="475750" y="120706"/>
                </a:lnTo>
                <a:lnTo>
                  <a:pt x="476116" y="120701"/>
                </a:lnTo>
                <a:lnTo>
                  <a:pt x="476479" y="120695"/>
                </a:lnTo>
                <a:lnTo>
                  <a:pt x="476837" y="120686"/>
                </a:lnTo>
                <a:lnTo>
                  <a:pt x="477192" y="120676"/>
                </a:lnTo>
                <a:lnTo>
                  <a:pt x="477543" y="120664"/>
                </a:lnTo>
                <a:lnTo>
                  <a:pt x="477890" y="120651"/>
                </a:lnTo>
                <a:lnTo>
                  <a:pt x="478234" y="120635"/>
                </a:lnTo>
                <a:lnTo>
                  <a:pt x="478574" y="120618"/>
                </a:lnTo>
                <a:lnTo>
                  <a:pt x="478910" y="120598"/>
                </a:lnTo>
                <a:lnTo>
                  <a:pt x="479242" y="120577"/>
                </a:lnTo>
                <a:lnTo>
                  <a:pt x="479570" y="120554"/>
                </a:lnTo>
                <a:lnTo>
                  <a:pt x="479895" y="120530"/>
                </a:lnTo>
                <a:lnTo>
                  <a:pt x="480216" y="120503"/>
                </a:lnTo>
                <a:lnTo>
                  <a:pt x="480533" y="120475"/>
                </a:lnTo>
                <a:lnTo>
                  <a:pt x="480846" y="120444"/>
                </a:lnTo>
                <a:lnTo>
                  <a:pt x="481155" y="120412"/>
                </a:lnTo>
                <a:lnTo>
                  <a:pt x="481461" y="120378"/>
                </a:lnTo>
                <a:lnTo>
                  <a:pt x="481763" y="120343"/>
                </a:lnTo>
                <a:lnTo>
                  <a:pt x="482061" y="120305"/>
                </a:lnTo>
                <a:lnTo>
                  <a:pt x="482356" y="120265"/>
                </a:lnTo>
                <a:lnTo>
                  <a:pt x="482646" y="120224"/>
                </a:lnTo>
                <a:lnTo>
                  <a:pt x="482933" y="120181"/>
                </a:lnTo>
                <a:lnTo>
                  <a:pt x="483218" y="120137"/>
                </a:lnTo>
                <a:lnTo>
                  <a:pt x="483503" y="120091"/>
                </a:lnTo>
                <a:lnTo>
                  <a:pt x="483787" y="120044"/>
                </a:lnTo>
                <a:lnTo>
                  <a:pt x="484070" y="119996"/>
                </a:lnTo>
                <a:lnTo>
                  <a:pt x="484353" y="119946"/>
                </a:lnTo>
                <a:lnTo>
                  <a:pt x="484636" y="119896"/>
                </a:lnTo>
                <a:lnTo>
                  <a:pt x="484918" y="119844"/>
                </a:lnTo>
                <a:lnTo>
                  <a:pt x="485200" y="119790"/>
                </a:lnTo>
                <a:lnTo>
                  <a:pt x="485481" y="119736"/>
                </a:lnTo>
                <a:lnTo>
                  <a:pt x="485763" y="119680"/>
                </a:lnTo>
                <a:lnTo>
                  <a:pt x="486043" y="119623"/>
                </a:lnTo>
                <a:lnTo>
                  <a:pt x="486323" y="119564"/>
                </a:lnTo>
                <a:lnTo>
                  <a:pt x="486603" y="119505"/>
                </a:lnTo>
                <a:lnTo>
                  <a:pt x="486882" y="119444"/>
                </a:lnTo>
                <a:lnTo>
                  <a:pt x="487161" y="119382"/>
                </a:lnTo>
                <a:lnTo>
                  <a:pt x="487440" y="119318"/>
                </a:lnTo>
                <a:lnTo>
                  <a:pt x="487718" y="119254"/>
                </a:lnTo>
                <a:lnTo>
                  <a:pt x="487996" y="119188"/>
                </a:lnTo>
                <a:lnTo>
                  <a:pt x="488273" y="119120"/>
                </a:lnTo>
                <a:lnTo>
                  <a:pt x="488550" y="119052"/>
                </a:lnTo>
                <a:lnTo>
                  <a:pt x="488826" y="118982"/>
                </a:lnTo>
                <a:lnTo>
                  <a:pt x="489102" y="118911"/>
                </a:lnTo>
                <a:lnTo>
                  <a:pt x="489378" y="118839"/>
                </a:lnTo>
                <a:lnTo>
                  <a:pt x="489653" y="118765"/>
                </a:lnTo>
                <a:lnTo>
                  <a:pt x="489653" y="107995"/>
                </a:lnTo>
                <a:lnTo>
                  <a:pt x="489459" y="108035"/>
                </a:lnTo>
                <a:lnTo>
                  <a:pt x="489266" y="108074"/>
                </a:lnTo>
                <a:lnTo>
                  <a:pt x="489075" y="108113"/>
                </a:lnTo>
                <a:lnTo>
                  <a:pt x="488885" y="108151"/>
                </a:lnTo>
                <a:close/>
                <a:moveTo>
                  <a:pt x="745138" y="108189"/>
                </a:moveTo>
                <a:lnTo>
                  <a:pt x="744950" y="108226"/>
                </a:lnTo>
                <a:lnTo>
                  <a:pt x="744764" y="108263"/>
                </a:lnTo>
                <a:lnTo>
                  <a:pt x="744579" y="108299"/>
                </a:lnTo>
                <a:lnTo>
                  <a:pt x="744395" y="108334"/>
                </a:lnTo>
                <a:lnTo>
                  <a:pt x="744213" y="108369"/>
                </a:lnTo>
                <a:lnTo>
                  <a:pt x="744031" y="108403"/>
                </a:lnTo>
                <a:lnTo>
                  <a:pt x="743851" y="108437"/>
                </a:lnTo>
                <a:lnTo>
                  <a:pt x="743673" y="108470"/>
                </a:lnTo>
                <a:lnTo>
                  <a:pt x="743495" y="108503"/>
                </a:lnTo>
                <a:lnTo>
                  <a:pt x="743319" y="108535"/>
                </a:lnTo>
                <a:lnTo>
                  <a:pt x="743144" y="108567"/>
                </a:lnTo>
                <a:lnTo>
                  <a:pt x="742970" y="108598"/>
                </a:lnTo>
                <a:lnTo>
                  <a:pt x="742798" y="108628"/>
                </a:lnTo>
                <a:lnTo>
                  <a:pt x="742627" y="108658"/>
                </a:lnTo>
                <a:lnTo>
                  <a:pt x="742457" y="108688"/>
                </a:lnTo>
                <a:lnTo>
                  <a:pt x="742288" y="108716"/>
                </a:lnTo>
                <a:lnTo>
                  <a:pt x="742120" y="108745"/>
                </a:lnTo>
                <a:lnTo>
                  <a:pt x="741954" y="108772"/>
                </a:lnTo>
                <a:lnTo>
                  <a:pt x="741789" y="108799"/>
                </a:lnTo>
                <a:lnTo>
                  <a:pt x="741625" y="108826"/>
                </a:lnTo>
                <a:lnTo>
                  <a:pt x="741460" y="108851"/>
                </a:lnTo>
                <a:lnTo>
                  <a:pt x="741295" y="108875"/>
                </a:lnTo>
                <a:lnTo>
                  <a:pt x="741129" y="108898"/>
                </a:lnTo>
                <a:lnTo>
                  <a:pt x="740963" y="108919"/>
                </a:lnTo>
                <a:lnTo>
                  <a:pt x="740796" y="108940"/>
                </a:lnTo>
                <a:lnTo>
                  <a:pt x="740629" y="108960"/>
                </a:lnTo>
                <a:lnTo>
                  <a:pt x="740462" y="108978"/>
                </a:lnTo>
                <a:lnTo>
                  <a:pt x="740294" y="108995"/>
                </a:lnTo>
                <a:lnTo>
                  <a:pt x="740125" y="109012"/>
                </a:lnTo>
                <a:lnTo>
                  <a:pt x="739957" y="109027"/>
                </a:lnTo>
                <a:lnTo>
                  <a:pt x="739788" y="109041"/>
                </a:lnTo>
                <a:lnTo>
                  <a:pt x="739618" y="109054"/>
                </a:lnTo>
                <a:lnTo>
                  <a:pt x="739448" y="109065"/>
                </a:lnTo>
                <a:lnTo>
                  <a:pt x="739278" y="109076"/>
                </a:lnTo>
                <a:lnTo>
                  <a:pt x="739107" y="109085"/>
                </a:lnTo>
                <a:lnTo>
                  <a:pt x="738936" y="109094"/>
                </a:lnTo>
                <a:lnTo>
                  <a:pt x="738764" y="109101"/>
                </a:lnTo>
                <a:lnTo>
                  <a:pt x="738592" y="109107"/>
                </a:lnTo>
                <a:lnTo>
                  <a:pt x="738420" y="109112"/>
                </a:lnTo>
                <a:lnTo>
                  <a:pt x="738247" y="109116"/>
                </a:lnTo>
                <a:lnTo>
                  <a:pt x="738073" y="109119"/>
                </a:lnTo>
                <a:lnTo>
                  <a:pt x="737900" y="109121"/>
                </a:lnTo>
                <a:lnTo>
                  <a:pt x="737725" y="109121"/>
                </a:lnTo>
                <a:lnTo>
                  <a:pt x="737308" y="109117"/>
                </a:lnTo>
                <a:lnTo>
                  <a:pt x="736901" y="109104"/>
                </a:lnTo>
                <a:lnTo>
                  <a:pt x="736505" y="109082"/>
                </a:lnTo>
                <a:lnTo>
                  <a:pt x="736119" y="109051"/>
                </a:lnTo>
                <a:lnTo>
                  <a:pt x="735744" y="109011"/>
                </a:lnTo>
                <a:lnTo>
                  <a:pt x="735379" y="108963"/>
                </a:lnTo>
                <a:lnTo>
                  <a:pt x="735025" y="108906"/>
                </a:lnTo>
                <a:lnTo>
                  <a:pt x="734681" y="108840"/>
                </a:lnTo>
                <a:lnTo>
                  <a:pt x="734347" y="108766"/>
                </a:lnTo>
                <a:lnTo>
                  <a:pt x="734025" y="108682"/>
                </a:lnTo>
                <a:lnTo>
                  <a:pt x="733712" y="108590"/>
                </a:lnTo>
                <a:lnTo>
                  <a:pt x="733410" y="108489"/>
                </a:lnTo>
                <a:lnTo>
                  <a:pt x="733119" y="108380"/>
                </a:lnTo>
                <a:lnTo>
                  <a:pt x="732838" y="108261"/>
                </a:lnTo>
                <a:lnTo>
                  <a:pt x="732567" y="108134"/>
                </a:lnTo>
                <a:lnTo>
                  <a:pt x="732307" y="107998"/>
                </a:lnTo>
                <a:lnTo>
                  <a:pt x="732057" y="107853"/>
                </a:lnTo>
                <a:lnTo>
                  <a:pt x="731818" y="107700"/>
                </a:lnTo>
                <a:lnTo>
                  <a:pt x="731590" y="107537"/>
                </a:lnTo>
                <a:lnTo>
                  <a:pt x="731371" y="107366"/>
                </a:lnTo>
                <a:lnTo>
                  <a:pt x="731164" y="107186"/>
                </a:lnTo>
                <a:lnTo>
                  <a:pt x="730967" y="106997"/>
                </a:lnTo>
                <a:lnTo>
                  <a:pt x="730780" y="106800"/>
                </a:lnTo>
                <a:lnTo>
                  <a:pt x="730604" y="106594"/>
                </a:lnTo>
                <a:lnTo>
                  <a:pt x="730436" y="106377"/>
                </a:lnTo>
                <a:lnTo>
                  <a:pt x="730276" y="106146"/>
                </a:lnTo>
                <a:lnTo>
                  <a:pt x="730123" y="105903"/>
                </a:lnTo>
                <a:lnTo>
                  <a:pt x="729977" y="105647"/>
                </a:lnTo>
                <a:lnTo>
                  <a:pt x="729838" y="105378"/>
                </a:lnTo>
                <a:lnTo>
                  <a:pt x="729706" y="105096"/>
                </a:lnTo>
                <a:lnTo>
                  <a:pt x="729581" y="104801"/>
                </a:lnTo>
                <a:lnTo>
                  <a:pt x="729464" y="104493"/>
                </a:lnTo>
                <a:lnTo>
                  <a:pt x="729353" y="104172"/>
                </a:lnTo>
                <a:lnTo>
                  <a:pt x="729250" y="103838"/>
                </a:lnTo>
                <a:lnTo>
                  <a:pt x="729154" y="103491"/>
                </a:lnTo>
                <a:lnTo>
                  <a:pt x="729065" y="103131"/>
                </a:lnTo>
                <a:lnTo>
                  <a:pt x="728983" y="102758"/>
                </a:lnTo>
                <a:lnTo>
                  <a:pt x="728908" y="102372"/>
                </a:lnTo>
                <a:lnTo>
                  <a:pt x="728840" y="101974"/>
                </a:lnTo>
                <a:lnTo>
                  <a:pt x="728780" y="101562"/>
                </a:lnTo>
                <a:lnTo>
                  <a:pt x="728726" y="101137"/>
                </a:lnTo>
                <a:lnTo>
                  <a:pt x="728680" y="100700"/>
                </a:lnTo>
                <a:lnTo>
                  <a:pt x="728641" y="100249"/>
                </a:lnTo>
                <a:lnTo>
                  <a:pt x="728609" y="99786"/>
                </a:lnTo>
                <a:lnTo>
                  <a:pt x="728584" y="99309"/>
                </a:lnTo>
                <a:lnTo>
                  <a:pt x="728566" y="98820"/>
                </a:lnTo>
                <a:lnTo>
                  <a:pt x="728555" y="98317"/>
                </a:lnTo>
                <a:lnTo>
                  <a:pt x="728552" y="97802"/>
                </a:lnTo>
                <a:lnTo>
                  <a:pt x="728552" y="42972"/>
                </a:lnTo>
                <a:lnTo>
                  <a:pt x="744646" y="42972"/>
                </a:lnTo>
                <a:lnTo>
                  <a:pt x="744646" y="32350"/>
                </a:lnTo>
                <a:lnTo>
                  <a:pt x="728552" y="32350"/>
                </a:lnTo>
                <a:lnTo>
                  <a:pt x="728552" y="12876"/>
                </a:lnTo>
                <a:lnTo>
                  <a:pt x="718895" y="12876"/>
                </a:lnTo>
                <a:lnTo>
                  <a:pt x="714630" y="32350"/>
                </a:lnTo>
                <a:lnTo>
                  <a:pt x="704007" y="32350"/>
                </a:lnTo>
                <a:lnTo>
                  <a:pt x="704007" y="42972"/>
                </a:lnTo>
                <a:lnTo>
                  <a:pt x="714066" y="42972"/>
                </a:lnTo>
                <a:lnTo>
                  <a:pt x="714066" y="101014"/>
                </a:lnTo>
                <a:lnTo>
                  <a:pt x="714097" y="102621"/>
                </a:lnTo>
                <a:lnTo>
                  <a:pt x="714187" y="104159"/>
                </a:lnTo>
                <a:lnTo>
                  <a:pt x="714338" y="105630"/>
                </a:lnTo>
                <a:lnTo>
                  <a:pt x="714549" y="107032"/>
                </a:lnTo>
                <a:lnTo>
                  <a:pt x="714821" y="108365"/>
                </a:lnTo>
                <a:lnTo>
                  <a:pt x="715153" y="109630"/>
                </a:lnTo>
                <a:lnTo>
                  <a:pt x="715545" y="110827"/>
                </a:lnTo>
                <a:lnTo>
                  <a:pt x="715998" y="111956"/>
                </a:lnTo>
                <a:lnTo>
                  <a:pt x="716511" y="113016"/>
                </a:lnTo>
                <a:lnTo>
                  <a:pt x="717084" y="114007"/>
                </a:lnTo>
                <a:lnTo>
                  <a:pt x="717718" y="114930"/>
                </a:lnTo>
                <a:lnTo>
                  <a:pt x="718412" y="115785"/>
                </a:lnTo>
                <a:lnTo>
                  <a:pt x="719166" y="116572"/>
                </a:lnTo>
                <a:lnTo>
                  <a:pt x="719981" y="117290"/>
                </a:lnTo>
                <a:lnTo>
                  <a:pt x="720856" y="117940"/>
                </a:lnTo>
                <a:lnTo>
                  <a:pt x="721792" y="118521"/>
                </a:lnTo>
                <a:lnTo>
                  <a:pt x="722788" y="119034"/>
                </a:lnTo>
                <a:lnTo>
                  <a:pt x="723844" y="119478"/>
                </a:lnTo>
                <a:lnTo>
                  <a:pt x="724960" y="119854"/>
                </a:lnTo>
                <a:lnTo>
                  <a:pt x="726137" y="120162"/>
                </a:lnTo>
                <a:lnTo>
                  <a:pt x="727375" y="120402"/>
                </a:lnTo>
                <a:lnTo>
                  <a:pt x="728672" y="120572"/>
                </a:lnTo>
                <a:lnTo>
                  <a:pt x="730030" y="120675"/>
                </a:lnTo>
                <a:lnTo>
                  <a:pt x="731449" y="120709"/>
                </a:lnTo>
                <a:lnTo>
                  <a:pt x="731822" y="120708"/>
                </a:lnTo>
                <a:lnTo>
                  <a:pt x="732192" y="120706"/>
                </a:lnTo>
                <a:lnTo>
                  <a:pt x="732558" y="120701"/>
                </a:lnTo>
                <a:lnTo>
                  <a:pt x="732921" y="120695"/>
                </a:lnTo>
                <a:lnTo>
                  <a:pt x="733279" y="120686"/>
                </a:lnTo>
                <a:lnTo>
                  <a:pt x="733634" y="120676"/>
                </a:lnTo>
                <a:lnTo>
                  <a:pt x="733985" y="120664"/>
                </a:lnTo>
                <a:lnTo>
                  <a:pt x="734332" y="120651"/>
                </a:lnTo>
                <a:lnTo>
                  <a:pt x="734676" y="120635"/>
                </a:lnTo>
                <a:lnTo>
                  <a:pt x="735015" y="120618"/>
                </a:lnTo>
                <a:lnTo>
                  <a:pt x="735351" y="120598"/>
                </a:lnTo>
                <a:lnTo>
                  <a:pt x="735683" y="120577"/>
                </a:lnTo>
                <a:lnTo>
                  <a:pt x="736012" y="120554"/>
                </a:lnTo>
                <a:lnTo>
                  <a:pt x="736336" y="120530"/>
                </a:lnTo>
                <a:lnTo>
                  <a:pt x="736657" y="120503"/>
                </a:lnTo>
                <a:lnTo>
                  <a:pt x="736974" y="120475"/>
                </a:lnTo>
                <a:lnTo>
                  <a:pt x="737288" y="120444"/>
                </a:lnTo>
                <a:lnTo>
                  <a:pt x="737597" y="120412"/>
                </a:lnTo>
                <a:lnTo>
                  <a:pt x="737903" y="120378"/>
                </a:lnTo>
                <a:lnTo>
                  <a:pt x="738205" y="120343"/>
                </a:lnTo>
                <a:lnTo>
                  <a:pt x="738503" y="120305"/>
                </a:lnTo>
                <a:lnTo>
                  <a:pt x="738798" y="120265"/>
                </a:lnTo>
                <a:lnTo>
                  <a:pt x="739088" y="120224"/>
                </a:lnTo>
                <a:lnTo>
                  <a:pt x="739375" y="120181"/>
                </a:lnTo>
                <a:lnTo>
                  <a:pt x="739660" y="120137"/>
                </a:lnTo>
                <a:lnTo>
                  <a:pt x="739944" y="120091"/>
                </a:lnTo>
                <a:lnTo>
                  <a:pt x="740228" y="120044"/>
                </a:lnTo>
                <a:lnTo>
                  <a:pt x="740512" y="119996"/>
                </a:lnTo>
                <a:lnTo>
                  <a:pt x="740795" y="119946"/>
                </a:lnTo>
                <a:lnTo>
                  <a:pt x="741078" y="119896"/>
                </a:lnTo>
                <a:lnTo>
                  <a:pt x="741360" y="119844"/>
                </a:lnTo>
                <a:lnTo>
                  <a:pt x="741642" y="119790"/>
                </a:lnTo>
                <a:lnTo>
                  <a:pt x="741923" y="119736"/>
                </a:lnTo>
                <a:lnTo>
                  <a:pt x="742204" y="119680"/>
                </a:lnTo>
                <a:lnTo>
                  <a:pt x="742485" y="119623"/>
                </a:lnTo>
                <a:lnTo>
                  <a:pt x="742765" y="119564"/>
                </a:lnTo>
                <a:lnTo>
                  <a:pt x="743045" y="119505"/>
                </a:lnTo>
                <a:lnTo>
                  <a:pt x="743324" y="119444"/>
                </a:lnTo>
                <a:lnTo>
                  <a:pt x="743603" y="119382"/>
                </a:lnTo>
                <a:lnTo>
                  <a:pt x="743882" y="119318"/>
                </a:lnTo>
                <a:lnTo>
                  <a:pt x="744160" y="119254"/>
                </a:lnTo>
                <a:lnTo>
                  <a:pt x="744437" y="119188"/>
                </a:lnTo>
                <a:lnTo>
                  <a:pt x="744715" y="119120"/>
                </a:lnTo>
                <a:lnTo>
                  <a:pt x="744991" y="119052"/>
                </a:lnTo>
                <a:lnTo>
                  <a:pt x="745268" y="118982"/>
                </a:lnTo>
                <a:lnTo>
                  <a:pt x="745544" y="118911"/>
                </a:lnTo>
                <a:lnTo>
                  <a:pt x="745819" y="118839"/>
                </a:lnTo>
                <a:lnTo>
                  <a:pt x="746095" y="118765"/>
                </a:lnTo>
                <a:lnTo>
                  <a:pt x="746095" y="107995"/>
                </a:lnTo>
                <a:lnTo>
                  <a:pt x="745901" y="108035"/>
                </a:lnTo>
                <a:lnTo>
                  <a:pt x="745708" y="108074"/>
                </a:lnTo>
                <a:lnTo>
                  <a:pt x="745517" y="108113"/>
                </a:lnTo>
                <a:lnTo>
                  <a:pt x="745327" y="108151"/>
                </a:lnTo>
                <a:lnTo>
                  <a:pt x="745138" y="108189"/>
                </a:lnTo>
                <a:close/>
                <a:moveTo>
                  <a:pt x="999316" y="71940"/>
                </a:moveTo>
                <a:lnTo>
                  <a:pt x="999332" y="71414"/>
                </a:lnTo>
                <a:lnTo>
                  <a:pt x="999352" y="70890"/>
                </a:lnTo>
                <a:lnTo>
                  <a:pt x="999376" y="70370"/>
                </a:lnTo>
                <a:lnTo>
                  <a:pt x="999403" y="69854"/>
                </a:lnTo>
                <a:lnTo>
                  <a:pt x="999434" y="69341"/>
                </a:lnTo>
                <a:lnTo>
                  <a:pt x="999468" y="68832"/>
                </a:lnTo>
                <a:lnTo>
                  <a:pt x="999506" y="68326"/>
                </a:lnTo>
                <a:lnTo>
                  <a:pt x="999548" y="67824"/>
                </a:lnTo>
                <a:lnTo>
                  <a:pt x="999594" y="67325"/>
                </a:lnTo>
                <a:lnTo>
                  <a:pt x="999643" y="66829"/>
                </a:lnTo>
                <a:lnTo>
                  <a:pt x="999695" y="66337"/>
                </a:lnTo>
                <a:lnTo>
                  <a:pt x="999752" y="65849"/>
                </a:lnTo>
                <a:lnTo>
                  <a:pt x="999812" y="65364"/>
                </a:lnTo>
                <a:lnTo>
                  <a:pt x="999875" y="64882"/>
                </a:lnTo>
                <a:lnTo>
                  <a:pt x="999942" y="64405"/>
                </a:lnTo>
                <a:lnTo>
                  <a:pt x="1000013" y="63930"/>
                </a:lnTo>
                <a:lnTo>
                  <a:pt x="1000088" y="63459"/>
                </a:lnTo>
                <a:lnTo>
                  <a:pt x="1000166" y="62992"/>
                </a:lnTo>
                <a:lnTo>
                  <a:pt x="1000247" y="62528"/>
                </a:lnTo>
                <a:lnTo>
                  <a:pt x="1000333" y="62067"/>
                </a:lnTo>
                <a:lnTo>
                  <a:pt x="1000422" y="61611"/>
                </a:lnTo>
                <a:lnTo>
                  <a:pt x="1000515" y="61160"/>
                </a:lnTo>
                <a:lnTo>
                  <a:pt x="1000613" y="60714"/>
                </a:lnTo>
                <a:lnTo>
                  <a:pt x="1000714" y="60274"/>
                </a:lnTo>
                <a:lnTo>
                  <a:pt x="1000819" y="59839"/>
                </a:lnTo>
                <a:lnTo>
                  <a:pt x="1000929" y="59409"/>
                </a:lnTo>
                <a:lnTo>
                  <a:pt x="1001042" y="58985"/>
                </a:lnTo>
                <a:lnTo>
                  <a:pt x="1001160" y="58566"/>
                </a:lnTo>
                <a:lnTo>
                  <a:pt x="1001281" y="58152"/>
                </a:lnTo>
                <a:lnTo>
                  <a:pt x="1001407" y="57743"/>
                </a:lnTo>
                <a:lnTo>
                  <a:pt x="1001537" y="57340"/>
                </a:lnTo>
                <a:lnTo>
                  <a:pt x="1001671" y="56942"/>
                </a:lnTo>
                <a:lnTo>
                  <a:pt x="1001808" y="56549"/>
                </a:lnTo>
                <a:lnTo>
                  <a:pt x="1001950" y="56162"/>
                </a:lnTo>
                <a:lnTo>
                  <a:pt x="1002096" y="55780"/>
                </a:lnTo>
                <a:lnTo>
                  <a:pt x="1002246" y="55404"/>
                </a:lnTo>
                <a:lnTo>
                  <a:pt x="1002400" y="55032"/>
                </a:lnTo>
                <a:lnTo>
                  <a:pt x="1002558" y="54666"/>
                </a:lnTo>
                <a:lnTo>
                  <a:pt x="1002720" y="54305"/>
                </a:lnTo>
                <a:lnTo>
                  <a:pt x="1002887" y="53950"/>
                </a:lnTo>
                <a:lnTo>
                  <a:pt x="1003057" y="53600"/>
                </a:lnTo>
                <a:lnTo>
                  <a:pt x="1003231" y="53255"/>
                </a:lnTo>
                <a:lnTo>
                  <a:pt x="1003410" y="52916"/>
                </a:lnTo>
                <a:lnTo>
                  <a:pt x="1003592" y="52581"/>
                </a:lnTo>
                <a:lnTo>
                  <a:pt x="1003779" y="52253"/>
                </a:lnTo>
                <a:lnTo>
                  <a:pt x="1003970" y="51930"/>
                </a:lnTo>
                <a:lnTo>
                  <a:pt x="1004165" y="51613"/>
                </a:lnTo>
                <a:lnTo>
                  <a:pt x="1004365" y="51303"/>
                </a:lnTo>
                <a:lnTo>
                  <a:pt x="1004570" y="50998"/>
                </a:lnTo>
                <a:lnTo>
                  <a:pt x="1004779" y="50699"/>
                </a:lnTo>
                <a:lnTo>
                  <a:pt x="1004992" y="50406"/>
                </a:lnTo>
                <a:lnTo>
                  <a:pt x="1005210" y="50120"/>
                </a:lnTo>
                <a:lnTo>
                  <a:pt x="1005433" y="49839"/>
                </a:lnTo>
                <a:lnTo>
                  <a:pt x="1005660" y="49564"/>
                </a:lnTo>
                <a:lnTo>
                  <a:pt x="1005891" y="49296"/>
                </a:lnTo>
                <a:lnTo>
                  <a:pt x="1006127" y="49033"/>
                </a:lnTo>
                <a:lnTo>
                  <a:pt x="1006367" y="48776"/>
                </a:lnTo>
                <a:lnTo>
                  <a:pt x="1006612" y="48526"/>
                </a:lnTo>
                <a:lnTo>
                  <a:pt x="1006861" y="48281"/>
                </a:lnTo>
                <a:lnTo>
                  <a:pt x="1007115" y="48043"/>
                </a:lnTo>
                <a:lnTo>
                  <a:pt x="1007373" y="47810"/>
                </a:lnTo>
                <a:lnTo>
                  <a:pt x="1007636" y="47583"/>
                </a:lnTo>
                <a:lnTo>
                  <a:pt x="1007903" y="47363"/>
                </a:lnTo>
                <a:lnTo>
                  <a:pt x="1008174" y="47148"/>
                </a:lnTo>
                <a:lnTo>
                  <a:pt x="1008450" y="46940"/>
                </a:lnTo>
                <a:lnTo>
                  <a:pt x="1008731" y="46737"/>
                </a:lnTo>
                <a:lnTo>
                  <a:pt x="1009016" y="46540"/>
                </a:lnTo>
                <a:lnTo>
                  <a:pt x="1009305" y="46350"/>
                </a:lnTo>
                <a:lnTo>
                  <a:pt x="1009600" y="46166"/>
                </a:lnTo>
                <a:lnTo>
                  <a:pt x="1009899" y="45990"/>
                </a:lnTo>
                <a:lnTo>
                  <a:pt x="1010204" y="45822"/>
                </a:lnTo>
                <a:lnTo>
                  <a:pt x="1010514" y="45662"/>
                </a:lnTo>
                <a:lnTo>
                  <a:pt x="1010829" y="45510"/>
                </a:lnTo>
                <a:lnTo>
                  <a:pt x="1011149" y="45365"/>
                </a:lnTo>
                <a:lnTo>
                  <a:pt x="1011474" y="45228"/>
                </a:lnTo>
                <a:lnTo>
                  <a:pt x="1011805" y="45099"/>
                </a:lnTo>
                <a:lnTo>
                  <a:pt x="1012140" y="44978"/>
                </a:lnTo>
                <a:lnTo>
                  <a:pt x="1012481" y="44865"/>
                </a:lnTo>
                <a:lnTo>
                  <a:pt x="1012827" y="44759"/>
                </a:lnTo>
                <a:lnTo>
                  <a:pt x="1013178" y="44662"/>
                </a:lnTo>
                <a:lnTo>
                  <a:pt x="1013535" y="44572"/>
                </a:lnTo>
                <a:lnTo>
                  <a:pt x="1013896" y="44490"/>
                </a:lnTo>
                <a:lnTo>
                  <a:pt x="1014263" y="44416"/>
                </a:lnTo>
                <a:lnTo>
                  <a:pt x="1014635" y="44349"/>
                </a:lnTo>
                <a:lnTo>
                  <a:pt x="1015012" y="44291"/>
                </a:lnTo>
                <a:lnTo>
                  <a:pt x="1015394" y="44240"/>
                </a:lnTo>
                <a:lnTo>
                  <a:pt x="1015781" y="44197"/>
                </a:lnTo>
                <a:lnTo>
                  <a:pt x="1016174" y="44162"/>
                </a:lnTo>
                <a:lnTo>
                  <a:pt x="1016571" y="44134"/>
                </a:lnTo>
                <a:lnTo>
                  <a:pt x="1016974" y="44115"/>
                </a:lnTo>
                <a:lnTo>
                  <a:pt x="1017382" y="44103"/>
                </a:lnTo>
                <a:lnTo>
                  <a:pt x="1017795" y="44099"/>
                </a:lnTo>
                <a:lnTo>
                  <a:pt x="1017996" y="44099"/>
                </a:lnTo>
                <a:lnTo>
                  <a:pt x="1018194" y="44101"/>
                </a:lnTo>
                <a:lnTo>
                  <a:pt x="1018391" y="44102"/>
                </a:lnTo>
                <a:lnTo>
                  <a:pt x="1018587" y="44105"/>
                </a:lnTo>
                <a:lnTo>
                  <a:pt x="1018780" y="44108"/>
                </a:lnTo>
                <a:lnTo>
                  <a:pt x="1018972" y="44112"/>
                </a:lnTo>
                <a:lnTo>
                  <a:pt x="1019163" y="44116"/>
                </a:lnTo>
                <a:lnTo>
                  <a:pt x="1019351" y="44121"/>
                </a:lnTo>
                <a:lnTo>
                  <a:pt x="1019538" y="44127"/>
                </a:lnTo>
                <a:lnTo>
                  <a:pt x="1019723" y="44134"/>
                </a:lnTo>
                <a:lnTo>
                  <a:pt x="1019907" y="44141"/>
                </a:lnTo>
                <a:lnTo>
                  <a:pt x="1020089" y="44149"/>
                </a:lnTo>
                <a:lnTo>
                  <a:pt x="1020269" y="44158"/>
                </a:lnTo>
                <a:lnTo>
                  <a:pt x="1020448" y="44168"/>
                </a:lnTo>
                <a:lnTo>
                  <a:pt x="1020624" y="44178"/>
                </a:lnTo>
                <a:lnTo>
                  <a:pt x="1020800" y="44189"/>
                </a:lnTo>
                <a:lnTo>
                  <a:pt x="1020973" y="44200"/>
                </a:lnTo>
                <a:lnTo>
                  <a:pt x="1021145" y="44212"/>
                </a:lnTo>
                <a:lnTo>
                  <a:pt x="1021315" y="44225"/>
                </a:lnTo>
                <a:lnTo>
                  <a:pt x="1021484" y="44239"/>
                </a:lnTo>
                <a:lnTo>
                  <a:pt x="1021651" y="44253"/>
                </a:lnTo>
                <a:lnTo>
                  <a:pt x="1021816" y="44268"/>
                </a:lnTo>
                <a:lnTo>
                  <a:pt x="1021979" y="44284"/>
                </a:lnTo>
                <a:lnTo>
                  <a:pt x="1022141" y="44300"/>
                </a:lnTo>
                <a:lnTo>
                  <a:pt x="1022301" y="44317"/>
                </a:lnTo>
                <a:lnTo>
                  <a:pt x="1022459" y="44335"/>
                </a:lnTo>
                <a:lnTo>
                  <a:pt x="1022616" y="44354"/>
                </a:lnTo>
                <a:lnTo>
                  <a:pt x="1022771" y="44373"/>
                </a:lnTo>
                <a:lnTo>
                  <a:pt x="1022925" y="44393"/>
                </a:lnTo>
                <a:lnTo>
                  <a:pt x="1023076" y="44413"/>
                </a:lnTo>
                <a:lnTo>
                  <a:pt x="1023226" y="44435"/>
                </a:lnTo>
                <a:lnTo>
                  <a:pt x="1023375" y="44457"/>
                </a:lnTo>
                <a:lnTo>
                  <a:pt x="1023522" y="44479"/>
                </a:lnTo>
                <a:lnTo>
                  <a:pt x="1023667" y="44503"/>
                </a:lnTo>
                <a:lnTo>
                  <a:pt x="1023810" y="44527"/>
                </a:lnTo>
                <a:lnTo>
                  <a:pt x="1023952" y="44552"/>
                </a:lnTo>
                <a:lnTo>
                  <a:pt x="1024092" y="44577"/>
                </a:lnTo>
                <a:lnTo>
                  <a:pt x="1024230" y="44603"/>
                </a:lnTo>
                <a:lnTo>
                  <a:pt x="1024366" y="44630"/>
                </a:lnTo>
                <a:lnTo>
                  <a:pt x="1024501" y="44658"/>
                </a:lnTo>
                <a:lnTo>
                  <a:pt x="1024635" y="44686"/>
                </a:lnTo>
                <a:lnTo>
                  <a:pt x="1024766" y="44715"/>
                </a:lnTo>
                <a:lnTo>
                  <a:pt x="1024896" y="44745"/>
                </a:lnTo>
                <a:lnTo>
                  <a:pt x="1025025" y="44775"/>
                </a:lnTo>
                <a:lnTo>
                  <a:pt x="1025151" y="44806"/>
                </a:lnTo>
                <a:lnTo>
                  <a:pt x="1025276" y="44838"/>
                </a:lnTo>
                <a:lnTo>
                  <a:pt x="1025399" y="44871"/>
                </a:lnTo>
                <a:lnTo>
                  <a:pt x="1025521" y="44904"/>
                </a:lnTo>
                <a:lnTo>
                  <a:pt x="1025521" y="31550"/>
                </a:lnTo>
                <a:lnTo>
                  <a:pt x="1025446" y="31530"/>
                </a:lnTo>
                <a:lnTo>
                  <a:pt x="1025368" y="31509"/>
                </a:lnTo>
                <a:lnTo>
                  <a:pt x="1025288" y="31489"/>
                </a:lnTo>
                <a:lnTo>
                  <a:pt x="1025206" y="31468"/>
                </a:lnTo>
                <a:lnTo>
                  <a:pt x="1025120" y="31447"/>
                </a:lnTo>
                <a:lnTo>
                  <a:pt x="1025033" y="31426"/>
                </a:lnTo>
                <a:lnTo>
                  <a:pt x="1024943" y="31405"/>
                </a:lnTo>
                <a:lnTo>
                  <a:pt x="1024850" y="31384"/>
                </a:lnTo>
                <a:lnTo>
                  <a:pt x="1024755" y="31362"/>
                </a:lnTo>
                <a:lnTo>
                  <a:pt x="1024657" y="31341"/>
                </a:lnTo>
                <a:lnTo>
                  <a:pt x="1024557" y="31319"/>
                </a:lnTo>
                <a:lnTo>
                  <a:pt x="1024455" y="31297"/>
                </a:lnTo>
                <a:lnTo>
                  <a:pt x="1024349" y="31275"/>
                </a:lnTo>
                <a:lnTo>
                  <a:pt x="1024242" y="31253"/>
                </a:lnTo>
                <a:lnTo>
                  <a:pt x="1024131" y="31231"/>
                </a:lnTo>
                <a:lnTo>
                  <a:pt x="1024019" y="31208"/>
                </a:lnTo>
                <a:lnTo>
                  <a:pt x="1023903" y="31186"/>
                </a:lnTo>
                <a:lnTo>
                  <a:pt x="1023786" y="31163"/>
                </a:lnTo>
                <a:lnTo>
                  <a:pt x="1023665" y="31141"/>
                </a:lnTo>
                <a:lnTo>
                  <a:pt x="1023542" y="31118"/>
                </a:lnTo>
                <a:lnTo>
                  <a:pt x="1023417" y="31095"/>
                </a:lnTo>
                <a:lnTo>
                  <a:pt x="1023289" y="31071"/>
                </a:lnTo>
                <a:lnTo>
                  <a:pt x="1023159" y="31048"/>
                </a:lnTo>
                <a:lnTo>
                  <a:pt x="1023026" y="31025"/>
                </a:lnTo>
                <a:lnTo>
                  <a:pt x="1022892" y="31002"/>
                </a:lnTo>
                <a:lnTo>
                  <a:pt x="1022757" y="30979"/>
                </a:lnTo>
                <a:lnTo>
                  <a:pt x="1022621" y="30958"/>
                </a:lnTo>
                <a:lnTo>
                  <a:pt x="1022485" y="30938"/>
                </a:lnTo>
                <a:lnTo>
                  <a:pt x="1022349" y="30919"/>
                </a:lnTo>
                <a:lnTo>
                  <a:pt x="1022211" y="30900"/>
                </a:lnTo>
                <a:lnTo>
                  <a:pt x="1022074" y="30883"/>
                </a:lnTo>
                <a:lnTo>
                  <a:pt x="1021935" y="30867"/>
                </a:lnTo>
                <a:lnTo>
                  <a:pt x="1021796" y="30852"/>
                </a:lnTo>
                <a:lnTo>
                  <a:pt x="1021657" y="30837"/>
                </a:lnTo>
                <a:lnTo>
                  <a:pt x="1021517" y="30824"/>
                </a:lnTo>
                <a:lnTo>
                  <a:pt x="1021376" y="30812"/>
                </a:lnTo>
                <a:lnTo>
                  <a:pt x="1021235" y="30800"/>
                </a:lnTo>
                <a:lnTo>
                  <a:pt x="1021094" y="30790"/>
                </a:lnTo>
                <a:lnTo>
                  <a:pt x="1020951" y="30781"/>
                </a:lnTo>
                <a:lnTo>
                  <a:pt x="1020809" y="30772"/>
                </a:lnTo>
                <a:lnTo>
                  <a:pt x="1020665" y="30765"/>
                </a:lnTo>
                <a:lnTo>
                  <a:pt x="1020521" y="30758"/>
                </a:lnTo>
                <a:lnTo>
                  <a:pt x="1020377" y="30753"/>
                </a:lnTo>
                <a:lnTo>
                  <a:pt x="1020232" y="30749"/>
                </a:lnTo>
                <a:lnTo>
                  <a:pt x="1020086" y="30745"/>
                </a:lnTo>
                <a:lnTo>
                  <a:pt x="1019940" y="30743"/>
                </a:lnTo>
                <a:lnTo>
                  <a:pt x="1019794" y="30741"/>
                </a:lnTo>
                <a:lnTo>
                  <a:pt x="1019646" y="30741"/>
                </a:lnTo>
                <a:lnTo>
                  <a:pt x="1019266" y="30743"/>
                </a:lnTo>
                <a:lnTo>
                  <a:pt x="1018891" y="30749"/>
                </a:lnTo>
                <a:lnTo>
                  <a:pt x="1018521" y="30759"/>
                </a:lnTo>
                <a:lnTo>
                  <a:pt x="1018155" y="30773"/>
                </a:lnTo>
                <a:lnTo>
                  <a:pt x="1017794" y="30791"/>
                </a:lnTo>
                <a:lnTo>
                  <a:pt x="1017438" y="30814"/>
                </a:lnTo>
                <a:lnTo>
                  <a:pt x="1017087" y="30840"/>
                </a:lnTo>
                <a:lnTo>
                  <a:pt x="1016740" y="30870"/>
                </a:lnTo>
                <a:lnTo>
                  <a:pt x="1016398" y="30905"/>
                </a:lnTo>
                <a:lnTo>
                  <a:pt x="1016061" y="30943"/>
                </a:lnTo>
                <a:lnTo>
                  <a:pt x="1015729" y="30986"/>
                </a:lnTo>
                <a:lnTo>
                  <a:pt x="1015401" y="31032"/>
                </a:lnTo>
                <a:lnTo>
                  <a:pt x="1015078" y="31083"/>
                </a:lnTo>
                <a:lnTo>
                  <a:pt x="1014760" y="31138"/>
                </a:lnTo>
                <a:lnTo>
                  <a:pt x="1014447" y="31196"/>
                </a:lnTo>
                <a:lnTo>
                  <a:pt x="1014138" y="31259"/>
                </a:lnTo>
                <a:lnTo>
                  <a:pt x="1013834" y="31326"/>
                </a:lnTo>
                <a:lnTo>
                  <a:pt x="1013535" y="31397"/>
                </a:lnTo>
                <a:lnTo>
                  <a:pt x="1013241" y="31472"/>
                </a:lnTo>
                <a:lnTo>
                  <a:pt x="1012951" y="31551"/>
                </a:lnTo>
                <a:lnTo>
                  <a:pt x="1012666" y="31634"/>
                </a:lnTo>
                <a:lnTo>
                  <a:pt x="1012386" y="31721"/>
                </a:lnTo>
                <a:lnTo>
                  <a:pt x="1012111" y="31812"/>
                </a:lnTo>
                <a:lnTo>
                  <a:pt x="1011840" y="31907"/>
                </a:lnTo>
                <a:lnTo>
                  <a:pt x="1011574" y="32007"/>
                </a:lnTo>
                <a:lnTo>
                  <a:pt x="1011310" y="32110"/>
                </a:lnTo>
                <a:lnTo>
                  <a:pt x="1011049" y="32218"/>
                </a:lnTo>
                <a:lnTo>
                  <a:pt x="1010792" y="32330"/>
                </a:lnTo>
                <a:lnTo>
                  <a:pt x="1010538" y="32446"/>
                </a:lnTo>
                <a:lnTo>
                  <a:pt x="1010286" y="32566"/>
                </a:lnTo>
                <a:lnTo>
                  <a:pt x="1010038" y="32691"/>
                </a:lnTo>
                <a:lnTo>
                  <a:pt x="1009793" y="32820"/>
                </a:lnTo>
                <a:lnTo>
                  <a:pt x="1009551" y="32952"/>
                </a:lnTo>
                <a:lnTo>
                  <a:pt x="1009312" y="33089"/>
                </a:lnTo>
                <a:lnTo>
                  <a:pt x="1009076" y="33231"/>
                </a:lnTo>
                <a:lnTo>
                  <a:pt x="1008843" y="33376"/>
                </a:lnTo>
                <a:lnTo>
                  <a:pt x="1008613" y="33526"/>
                </a:lnTo>
                <a:lnTo>
                  <a:pt x="1008386" y="33680"/>
                </a:lnTo>
                <a:lnTo>
                  <a:pt x="1008163" y="33838"/>
                </a:lnTo>
                <a:lnTo>
                  <a:pt x="1007942" y="34000"/>
                </a:lnTo>
                <a:lnTo>
                  <a:pt x="1007724" y="34166"/>
                </a:lnTo>
                <a:lnTo>
                  <a:pt x="1007510" y="34337"/>
                </a:lnTo>
                <a:lnTo>
                  <a:pt x="1007299" y="34512"/>
                </a:lnTo>
                <a:lnTo>
                  <a:pt x="1007090" y="34691"/>
                </a:lnTo>
                <a:lnTo>
                  <a:pt x="1006885" y="34874"/>
                </a:lnTo>
                <a:lnTo>
                  <a:pt x="1006683" y="35061"/>
                </a:lnTo>
                <a:lnTo>
                  <a:pt x="1006484" y="35253"/>
                </a:lnTo>
                <a:lnTo>
                  <a:pt x="1006288" y="35448"/>
                </a:lnTo>
                <a:lnTo>
                  <a:pt x="1006094" y="35648"/>
                </a:lnTo>
                <a:lnTo>
                  <a:pt x="1005903" y="35853"/>
                </a:lnTo>
                <a:lnTo>
                  <a:pt x="1005714" y="36062"/>
                </a:lnTo>
                <a:lnTo>
                  <a:pt x="1005527" y="36275"/>
                </a:lnTo>
                <a:lnTo>
                  <a:pt x="1005342" y="36493"/>
                </a:lnTo>
                <a:lnTo>
                  <a:pt x="1005159" y="36716"/>
                </a:lnTo>
                <a:lnTo>
                  <a:pt x="1004978" y="36943"/>
                </a:lnTo>
                <a:lnTo>
                  <a:pt x="1004799" y="37174"/>
                </a:lnTo>
                <a:lnTo>
                  <a:pt x="1004622" y="37410"/>
                </a:lnTo>
                <a:lnTo>
                  <a:pt x="1004448" y="37650"/>
                </a:lnTo>
                <a:lnTo>
                  <a:pt x="1004275" y="37895"/>
                </a:lnTo>
                <a:lnTo>
                  <a:pt x="1004105" y="38144"/>
                </a:lnTo>
                <a:lnTo>
                  <a:pt x="1003937" y="38398"/>
                </a:lnTo>
                <a:lnTo>
                  <a:pt x="1003770" y="38656"/>
                </a:lnTo>
                <a:lnTo>
                  <a:pt x="1003606" y="38919"/>
                </a:lnTo>
                <a:lnTo>
                  <a:pt x="1003444" y="39186"/>
                </a:lnTo>
                <a:lnTo>
                  <a:pt x="1003284" y="39457"/>
                </a:lnTo>
                <a:lnTo>
                  <a:pt x="1003127" y="39733"/>
                </a:lnTo>
                <a:lnTo>
                  <a:pt x="1002971" y="40014"/>
                </a:lnTo>
                <a:lnTo>
                  <a:pt x="1002817" y="40299"/>
                </a:lnTo>
                <a:lnTo>
                  <a:pt x="1002666" y="40588"/>
                </a:lnTo>
                <a:lnTo>
                  <a:pt x="1002516" y="40882"/>
                </a:lnTo>
                <a:lnTo>
                  <a:pt x="1002369" y="41181"/>
                </a:lnTo>
                <a:lnTo>
                  <a:pt x="1002224" y="41484"/>
                </a:lnTo>
                <a:lnTo>
                  <a:pt x="1002080" y="41791"/>
                </a:lnTo>
                <a:lnTo>
                  <a:pt x="1001937" y="42103"/>
                </a:lnTo>
                <a:lnTo>
                  <a:pt x="1001794" y="42420"/>
                </a:lnTo>
                <a:lnTo>
                  <a:pt x="1001653" y="42741"/>
                </a:lnTo>
                <a:lnTo>
                  <a:pt x="1001512" y="43067"/>
                </a:lnTo>
                <a:lnTo>
                  <a:pt x="1001371" y="43397"/>
                </a:lnTo>
                <a:lnTo>
                  <a:pt x="1001232" y="43733"/>
                </a:lnTo>
                <a:lnTo>
                  <a:pt x="1001093" y="44072"/>
                </a:lnTo>
                <a:lnTo>
                  <a:pt x="1000955" y="44417"/>
                </a:lnTo>
                <a:lnTo>
                  <a:pt x="1000817" y="44766"/>
                </a:lnTo>
                <a:lnTo>
                  <a:pt x="1000680" y="45119"/>
                </a:lnTo>
                <a:lnTo>
                  <a:pt x="1000544" y="45477"/>
                </a:lnTo>
                <a:lnTo>
                  <a:pt x="1000409" y="45840"/>
                </a:lnTo>
                <a:lnTo>
                  <a:pt x="1000274" y="46207"/>
                </a:lnTo>
                <a:lnTo>
                  <a:pt x="1000140" y="46579"/>
                </a:lnTo>
                <a:lnTo>
                  <a:pt x="1000006" y="46956"/>
                </a:lnTo>
                <a:lnTo>
                  <a:pt x="999874" y="47337"/>
                </a:lnTo>
                <a:lnTo>
                  <a:pt x="999742" y="47723"/>
                </a:lnTo>
                <a:lnTo>
                  <a:pt x="999611" y="48113"/>
                </a:lnTo>
                <a:lnTo>
                  <a:pt x="999480" y="48508"/>
                </a:lnTo>
                <a:lnTo>
                  <a:pt x="999350" y="48908"/>
                </a:lnTo>
                <a:lnTo>
                  <a:pt x="999221" y="49312"/>
                </a:lnTo>
                <a:lnTo>
                  <a:pt x="999092" y="49721"/>
                </a:lnTo>
                <a:lnTo>
                  <a:pt x="998965" y="50135"/>
                </a:lnTo>
                <a:lnTo>
                  <a:pt x="998643" y="50135"/>
                </a:lnTo>
                <a:lnTo>
                  <a:pt x="998643" y="49999"/>
                </a:lnTo>
                <a:lnTo>
                  <a:pt x="998643" y="49862"/>
                </a:lnTo>
                <a:lnTo>
                  <a:pt x="998642" y="49722"/>
                </a:lnTo>
                <a:lnTo>
                  <a:pt x="998642" y="49579"/>
                </a:lnTo>
                <a:lnTo>
                  <a:pt x="998641" y="49434"/>
                </a:lnTo>
                <a:lnTo>
                  <a:pt x="998640" y="49287"/>
                </a:lnTo>
                <a:lnTo>
                  <a:pt x="998639" y="49138"/>
                </a:lnTo>
                <a:lnTo>
                  <a:pt x="998638" y="48986"/>
                </a:lnTo>
                <a:lnTo>
                  <a:pt x="998637" y="48831"/>
                </a:lnTo>
                <a:lnTo>
                  <a:pt x="998636" y="48675"/>
                </a:lnTo>
                <a:lnTo>
                  <a:pt x="998634" y="48516"/>
                </a:lnTo>
                <a:lnTo>
                  <a:pt x="998633" y="48354"/>
                </a:lnTo>
                <a:lnTo>
                  <a:pt x="998631" y="48190"/>
                </a:lnTo>
                <a:lnTo>
                  <a:pt x="998629" y="48024"/>
                </a:lnTo>
                <a:lnTo>
                  <a:pt x="998627" y="47856"/>
                </a:lnTo>
                <a:lnTo>
                  <a:pt x="998625" y="47685"/>
                </a:lnTo>
                <a:lnTo>
                  <a:pt x="998623" y="47511"/>
                </a:lnTo>
                <a:lnTo>
                  <a:pt x="998620" y="47336"/>
                </a:lnTo>
                <a:lnTo>
                  <a:pt x="998618" y="47158"/>
                </a:lnTo>
                <a:lnTo>
                  <a:pt x="998615" y="46977"/>
                </a:lnTo>
                <a:lnTo>
                  <a:pt x="998612" y="46794"/>
                </a:lnTo>
                <a:lnTo>
                  <a:pt x="998609" y="46609"/>
                </a:lnTo>
                <a:lnTo>
                  <a:pt x="998606" y="46422"/>
                </a:lnTo>
                <a:lnTo>
                  <a:pt x="998603" y="46232"/>
                </a:lnTo>
                <a:lnTo>
                  <a:pt x="998599" y="46040"/>
                </a:lnTo>
                <a:lnTo>
                  <a:pt x="998595" y="45848"/>
                </a:lnTo>
                <a:lnTo>
                  <a:pt x="998591" y="45655"/>
                </a:lnTo>
                <a:lnTo>
                  <a:pt x="998587" y="45462"/>
                </a:lnTo>
                <a:lnTo>
                  <a:pt x="998582" y="45267"/>
                </a:lnTo>
                <a:lnTo>
                  <a:pt x="998577" y="45072"/>
                </a:lnTo>
                <a:lnTo>
                  <a:pt x="998572" y="44877"/>
                </a:lnTo>
                <a:lnTo>
                  <a:pt x="998567" y="44680"/>
                </a:lnTo>
                <a:lnTo>
                  <a:pt x="998561" y="44483"/>
                </a:lnTo>
                <a:lnTo>
                  <a:pt x="998555" y="44285"/>
                </a:lnTo>
                <a:lnTo>
                  <a:pt x="998549" y="44087"/>
                </a:lnTo>
                <a:lnTo>
                  <a:pt x="998542" y="43888"/>
                </a:lnTo>
                <a:lnTo>
                  <a:pt x="998535" y="43688"/>
                </a:lnTo>
                <a:lnTo>
                  <a:pt x="998528" y="43487"/>
                </a:lnTo>
                <a:lnTo>
                  <a:pt x="998521" y="43286"/>
                </a:lnTo>
                <a:lnTo>
                  <a:pt x="998513" y="43084"/>
                </a:lnTo>
                <a:lnTo>
                  <a:pt x="998505" y="42882"/>
                </a:lnTo>
                <a:lnTo>
                  <a:pt x="998497" y="42678"/>
                </a:lnTo>
                <a:lnTo>
                  <a:pt x="998488" y="42474"/>
                </a:lnTo>
                <a:lnTo>
                  <a:pt x="998480" y="42269"/>
                </a:lnTo>
                <a:lnTo>
                  <a:pt x="998471" y="42064"/>
                </a:lnTo>
                <a:lnTo>
                  <a:pt x="998461" y="41858"/>
                </a:lnTo>
                <a:lnTo>
                  <a:pt x="998452" y="41651"/>
                </a:lnTo>
                <a:lnTo>
                  <a:pt x="998442" y="41444"/>
                </a:lnTo>
                <a:lnTo>
                  <a:pt x="998432" y="41236"/>
                </a:lnTo>
                <a:lnTo>
                  <a:pt x="998422" y="41029"/>
                </a:lnTo>
                <a:lnTo>
                  <a:pt x="998411" y="40822"/>
                </a:lnTo>
                <a:lnTo>
                  <a:pt x="998401" y="40615"/>
                </a:lnTo>
                <a:lnTo>
                  <a:pt x="998391" y="40409"/>
                </a:lnTo>
                <a:lnTo>
                  <a:pt x="998381" y="40204"/>
                </a:lnTo>
                <a:lnTo>
                  <a:pt x="998371" y="39999"/>
                </a:lnTo>
                <a:lnTo>
                  <a:pt x="998361" y="39794"/>
                </a:lnTo>
                <a:lnTo>
                  <a:pt x="998351" y="39589"/>
                </a:lnTo>
                <a:lnTo>
                  <a:pt x="998341" y="39386"/>
                </a:lnTo>
                <a:lnTo>
                  <a:pt x="998331" y="39182"/>
                </a:lnTo>
                <a:lnTo>
                  <a:pt x="998321" y="38979"/>
                </a:lnTo>
                <a:lnTo>
                  <a:pt x="998311" y="38776"/>
                </a:lnTo>
                <a:lnTo>
                  <a:pt x="998301" y="38574"/>
                </a:lnTo>
                <a:lnTo>
                  <a:pt x="998291" y="38372"/>
                </a:lnTo>
                <a:lnTo>
                  <a:pt x="998281" y="38171"/>
                </a:lnTo>
                <a:lnTo>
                  <a:pt x="998271" y="37970"/>
                </a:lnTo>
                <a:lnTo>
                  <a:pt x="998261" y="37769"/>
                </a:lnTo>
                <a:lnTo>
                  <a:pt x="998251" y="37569"/>
                </a:lnTo>
                <a:lnTo>
                  <a:pt x="998240" y="37370"/>
                </a:lnTo>
                <a:lnTo>
                  <a:pt x="998230" y="37170"/>
                </a:lnTo>
                <a:lnTo>
                  <a:pt x="998220" y="36971"/>
                </a:lnTo>
                <a:lnTo>
                  <a:pt x="998210" y="36773"/>
                </a:lnTo>
                <a:lnTo>
                  <a:pt x="998200" y="36575"/>
                </a:lnTo>
                <a:lnTo>
                  <a:pt x="998190" y="36378"/>
                </a:lnTo>
                <a:lnTo>
                  <a:pt x="998180" y="36183"/>
                </a:lnTo>
                <a:lnTo>
                  <a:pt x="998171" y="35990"/>
                </a:lnTo>
                <a:lnTo>
                  <a:pt x="998161" y="35798"/>
                </a:lnTo>
                <a:lnTo>
                  <a:pt x="998152" y="35608"/>
                </a:lnTo>
                <a:lnTo>
                  <a:pt x="998142" y="35421"/>
                </a:lnTo>
                <a:lnTo>
                  <a:pt x="998133" y="35235"/>
                </a:lnTo>
                <a:lnTo>
                  <a:pt x="998124" y="35050"/>
                </a:lnTo>
                <a:lnTo>
                  <a:pt x="998115" y="34868"/>
                </a:lnTo>
                <a:lnTo>
                  <a:pt x="998107" y="34687"/>
                </a:lnTo>
                <a:lnTo>
                  <a:pt x="998098" y="34509"/>
                </a:lnTo>
                <a:lnTo>
                  <a:pt x="998090" y="34332"/>
                </a:lnTo>
                <a:lnTo>
                  <a:pt x="998081" y="34157"/>
                </a:lnTo>
                <a:lnTo>
                  <a:pt x="998073" y="33983"/>
                </a:lnTo>
                <a:lnTo>
                  <a:pt x="998065" y="33812"/>
                </a:lnTo>
                <a:lnTo>
                  <a:pt x="998057" y="33642"/>
                </a:lnTo>
                <a:lnTo>
                  <a:pt x="998049" y="33474"/>
                </a:lnTo>
                <a:lnTo>
                  <a:pt x="998042" y="33308"/>
                </a:lnTo>
                <a:lnTo>
                  <a:pt x="998034" y="33144"/>
                </a:lnTo>
                <a:lnTo>
                  <a:pt x="998027" y="32982"/>
                </a:lnTo>
                <a:lnTo>
                  <a:pt x="998020" y="32821"/>
                </a:lnTo>
                <a:lnTo>
                  <a:pt x="998013" y="32662"/>
                </a:lnTo>
                <a:lnTo>
                  <a:pt x="998006" y="32505"/>
                </a:lnTo>
                <a:lnTo>
                  <a:pt x="997999" y="32350"/>
                </a:lnTo>
                <a:lnTo>
                  <a:pt x="984319" y="32350"/>
                </a:lnTo>
                <a:lnTo>
                  <a:pt x="984325" y="32505"/>
                </a:lnTo>
                <a:lnTo>
                  <a:pt x="984332" y="32662"/>
                </a:lnTo>
                <a:lnTo>
                  <a:pt x="984339" y="32820"/>
                </a:lnTo>
                <a:lnTo>
                  <a:pt x="984345" y="32980"/>
                </a:lnTo>
                <a:lnTo>
                  <a:pt x="984352" y="33142"/>
                </a:lnTo>
                <a:lnTo>
                  <a:pt x="984359" y="33306"/>
                </a:lnTo>
                <a:lnTo>
                  <a:pt x="984366" y="33471"/>
                </a:lnTo>
                <a:lnTo>
                  <a:pt x="984372" y="33638"/>
                </a:lnTo>
                <a:lnTo>
                  <a:pt x="984379" y="33806"/>
                </a:lnTo>
                <a:lnTo>
                  <a:pt x="984386" y="33976"/>
                </a:lnTo>
                <a:lnTo>
                  <a:pt x="984392" y="34148"/>
                </a:lnTo>
                <a:lnTo>
                  <a:pt x="984399" y="34322"/>
                </a:lnTo>
                <a:lnTo>
                  <a:pt x="984406" y="34497"/>
                </a:lnTo>
                <a:lnTo>
                  <a:pt x="984413" y="34674"/>
                </a:lnTo>
                <a:lnTo>
                  <a:pt x="984419" y="34852"/>
                </a:lnTo>
                <a:lnTo>
                  <a:pt x="984426" y="35033"/>
                </a:lnTo>
                <a:lnTo>
                  <a:pt x="984433" y="35214"/>
                </a:lnTo>
                <a:lnTo>
                  <a:pt x="984439" y="35398"/>
                </a:lnTo>
                <a:lnTo>
                  <a:pt x="984446" y="35583"/>
                </a:lnTo>
                <a:lnTo>
                  <a:pt x="984453" y="35770"/>
                </a:lnTo>
                <a:lnTo>
                  <a:pt x="984460" y="35959"/>
                </a:lnTo>
                <a:lnTo>
                  <a:pt x="984466" y="36149"/>
                </a:lnTo>
                <a:lnTo>
                  <a:pt x="984473" y="36341"/>
                </a:lnTo>
                <a:lnTo>
                  <a:pt x="984480" y="36535"/>
                </a:lnTo>
                <a:lnTo>
                  <a:pt x="984486" y="36730"/>
                </a:lnTo>
                <a:lnTo>
                  <a:pt x="984493" y="36926"/>
                </a:lnTo>
                <a:lnTo>
                  <a:pt x="984500" y="37123"/>
                </a:lnTo>
                <a:lnTo>
                  <a:pt x="984506" y="37322"/>
                </a:lnTo>
                <a:lnTo>
                  <a:pt x="984513" y="37521"/>
                </a:lnTo>
                <a:lnTo>
                  <a:pt x="984520" y="37722"/>
                </a:lnTo>
                <a:lnTo>
                  <a:pt x="984527" y="37923"/>
                </a:lnTo>
                <a:lnTo>
                  <a:pt x="984533" y="38126"/>
                </a:lnTo>
                <a:lnTo>
                  <a:pt x="984540" y="38330"/>
                </a:lnTo>
                <a:lnTo>
                  <a:pt x="984547" y="38535"/>
                </a:lnTo>
                <a:lnTo>
                  <a:pt x="984553" y="38742"/>
                </a:lnTo>
                <a:lnTo>
                  <a:pt x="984560" y="38949"/>
                </a:lnTo>
                <a:lnTo>
                  <a:pt x="984567" y="39157"/>
                </a:lnTo>
                <a:lnTo>
                  <a:pt x="984574" y="39367"/>
                </a:lnTo>
                <a:lnTo>
                  <a:pt x="984580" y="39578"/>
                </a:lnTo>
                <a:lnTo>
                  <a:pt x="984587" y="39789"/>
                </a:lnTo>
                <a:lnTo>
                  <a:pt x="984594" y="40002"/>
                </a:lnTo>
                <a:lnTo>
                  <a:pt x="984600" y="40216"/>
                </a:lnTo>
                <a:lnTo>
                  <a:pt x="984607" y="40431"/>
                </a:lnTo>
                <a:lnTo>
                  <a:pt x="984614" y="40648"/>
                </a:lnTo>
                <a:lnTo>
                  <a:pt x="984620" y="40865"/>
                </a:lnTo>
                <a:lnTo>
                  <a:pt x="984627" y="41084"/>
                </a:lnTo>
                <a:lnTo>
                  <a:pt x="984634" y="41303"/>
                </a:lnTo>
                <a:lnTo>
                  <a:pt x="984641" y="41524"/>
                </a:lnTo>
                <a:lnTo>
                  <a:pt x="984647" y="41746"/>
                </a:lnTo>
                <a:lnTo>
                  <a:pt x="984654" y="41968"/>
                </a:lnTo>
                <a:lnTo>
                  <a:pt x="984660" y="42191"/>
                </a:lnTo>
                <a:lnTo>
                  <a:pt x="984666" y="42415"/>
                </a:lnTo>
                <a:lnTo>
                  <a:pt x="984672" y="42639"/>
                </a:lnTo>
                <a:lnTo>
                  <a:pt x="984678" y="42864"/>
                </a:lnTo>
                <a:lnTo>
                  <a:pt x="984684" y="43090"/>
                </a:lnTo>
                <a:lnTo>
                  <a:pt x="984690" y="43317"/>
                </a:lnTo>
                <a:lnTo>
                  <a:pt x="984695" y="43544"/>
                </a:lnTo>
                <a:lnTo>
                  <a:pt x="984701" y="43772"/>
                </a:lnTo>
                <a:lnTo>
                  <a:pt x="984706" y="44001"/>
                </a:lnTo>
                <a:lnTo>
                  <a:pt x="984711" y="44230"/>
                </a:lnTo>
                <a:lnTo>
                  <a:pt x="984716" y="44460"/>
                </a:lnTo>
                <a:lnTo>
                  <a:pt x="984721" y="44691"/>
                </a:lnTo>
                <a:lnTo>
                  <a:pt x="984725" y="44922"/>
                </a:lnTo>
                <a:lnTo>
                  <a:pt x="984730" y="45154"/>
                </a:lnTo>
                <a:lnTo>
                  <a:pt x="984734" y="45387"/>
                </a:lnTo>
                <a:lnTo>
                  <a:pt x="984739" y="45621"/>
                </a:lnTo>
                <a:lnTo>
                  <a:pt x="984743" y="45855"/>
                </a:lnTo>
                <a:lnTo>
                  <a:pt x="984747" y="46090"/>
                </a:lnTo>
                <a:lnTo>
                  <a:pt x="984751" y="46325"/>
                </a:lnTo>
                <a:lnTo>
                  <a:pt x="984754" y="46562"/>
                </a:lnTo>
                <a:lnTo>
                  <a:pt x="984758" y="46799"/>
                </a:lnTo>
                <a:lnTo>
                  <a:pt x="984761" y="47036"/>
                </a:lnTo>
                <a:lnTo>
                  <a:pt x="984765" y="47274"/>
                </a:lnTo>
                <a:lnTo>
                  <a:pt x="984768" y="47512"/>
                </a:lnTo>
                <a:lnTo>
                  <a:pt x="984771" y="47749"/>
                </a:lnTo>
                <a:lnTo>
                  <a:pt x="984774" y="47985"/>
                </a:lnTo>
                <a:lnTo>
                  <a:pt x="984776" y="48221"/>
                </a:lnTo>
                <a:lnTo>
                  <a:pt x="984779" y="48457"/>
                </a:lnTo>
                <a:lnTo>
                  <a:pt x="984781" y="48693"/>
                </a:lnTo>
                <a:lnTo>
                  <a:pt x="984784" y="48927"/>
                </a:lnTo>
                <a:lnTo>
                  <a:pt x="984786" y="49162"/>
                </a:lnTo>
                <a:lnTo>
                  <a:pt x="984788" y="49396"/>
                </a:lnTo>
                <a:lnTo>
                  <a:pt x="984790" y="49630"/>
                </a:lnTo>
                <a:lnTo>
                  <a:pt x="984791" y="49863"/>
                </a:lnTo>
                <a:lnTo>
                  <a:pt x="984793" y="50096"/>
                </a:lnTo>
                <a:lnTo>
                  <a:pt x="984795" y="50328"/>
                </a:lnTo>
                <a:lnTo>
                  <a:pt x="984796" y="50560"/>
                </a:lnTo>
                <a:lnTo>
                  <a:pt x="984797" y="50792"/>
                </a:lnTo>
                <a:lnTo>
                  <a:pt x="984798" y="51023"/>
                </a:lnTo>
                <a:lnTo>
                  <a:pt x="984799" y="51254"/>
                </a:lnTo>
                <a:lnTo>
                  <a:pt x="984800" y="51484"/>
                </a:lnTo>
                <a:lnTo>
                  <a:pt x="984800" y="51714"/>
                </a:lnTo>
                <a:lnTo>
                  <a:pt x="984801" y="51943"/>
                </a:lnTo>
                <a:lnTo>
                  <a:pt x="984801" y="52172"/>
                </a:lnTo>
                <a:lnTo>
                  <a:pt x="984801" y="52401"/>
                </a:lnTo>
                <a:lnTo>
                  <a:pt x="984802" y="52629"/>
                </a:lnTo>
                <a:lnTo>
                  <a:pt x="984802" y="119422"/>
                </a:lnTo>
                <a:lnTo>
                  <a:pt x="999287" y="119422"/>
                </a:lnTo>
                <a:lnTo>
                  <a:pt x="999287" y="74083"/>
                </a:lnTo>
                <a:lnTo>
                  <a:pt x="999288" y="73542"/>
                </a:lnTo>
                <a:lnTo>
                  <a:pt x="999294" y="73005"/>
                </a:lnTo>
                <a:lnTo>
                  <a:pt x="999303" y="72471"/>
                </a:lnTo>
                <a:lnTo>
                  <a:pt x="999316" y="71940"/>
                </a:lnTo>
                <a:close/>
                <a:moveTo>
                  <a:pt x="272935" y="74506"/>
                </a:moveTo>
                <a:lnTo>
                  <a:pt x="272912" y="73706"/>
                </a:lnTo>
                <a:lnTo>
                  <a:pt x="272883" y="72910"/>
                </a:lnTo>
                <a:lnTo>
                  <a:pt x="272846" y="72120"/>
                </a:lnTo>
                <a:lnTo>
                  <a:pt x="272804" y="71334"/>
                </a:lnTo>
                <a:lnTo>
                  <a:pt x="272755" y="70553"/>
                </a:lnTo>
                <a:lnTo>
                  <a:pt x="272699" y="69777"/>
                </a:lnTo>
                <a:lnTo>
                  <a:pt x="272636" y="69005"/>
                </a:lnTo>
                <a:lnTo>
                  <a:pt x="272567" y="68238"/>
                </a:lnTo>
                <a:lnTo>
                  <a:pt x="272492" y="67476"/>
                </a:lnTo>
                <a:lnTo>
                  <a:pt x="272410" y="66718"/>
                </a:lnTo>
                <a:lnTo>
                  <a:pt x="272321" y="65966"/>
                </a:lnTo>
                <a:lnTo>
                  <a:pt x="272226" y="65218"/>
                </a:lnTo>
                <a:lnTo>
                  <a:pt x="272124" y="64475"/>
                </a:lnTo>
                <a:lnTo>
                  <a:pt x="272016" y="63736"/>
                </a:lnTo>
                <a:lnTo>
                  <a:pt x="271901" y="63003"/>
                </a:lnTo>
                <a:lnTo>
                  <a:pt x="271779" y="62274"/>
                </a:lnTo>
                <a:lnTo>
                  <a:pt x="271651" y="61549"/>
                </a:lnTo>
                <a:lnTo>
                  <a:pt x="271517" y="60830"/>
                </a:lnTo>
                <a:lnTo>
                  <a:pt x="271376" y="60115"/>
                </a:lnTo>
                <a:lnTo>
                  <a:pt x="271228" y="59405"/>
                </a:lnTo>
                <a:lnTo>
                  <a:pt x="271074" y="58700"/>
                </a:lnTo>
                <a:lnTo>
                  <a:pt x="270912" y="58001"/>
                </a:lnTo>
                <a:lnTo>
                  <a:pt x="270740" y="57309"/>
                </a:lnTo>
                <a:lnTo>
                  <a:pt x="270561" y="56625"/>
                </a:lnTo>
                <a:lnTo>
                  <a:pt x="270372" y="55949"/>
                </a:lnTo>
                <a:lnTo>
                  <a:pt x="270174" y="55280"/>
                </a:lnTo>
                <a:lnTo>
                  <a:pt x="269967" y="54620"/>
                </a:lnTo>
                <a:lnTo>
                  <a:pt x="269751" y="53966"/>
                </a:lnTo>
                <a:lnTo>
                  <a:pt x="269527" y="53321"/>
                </a:lnTo>
                <a:lnTo>
                  <a:pt x="269293" y="52683"/>
                </a:lnTo>
                <a:lnTo>
                  <a:pt x="269051" y="52053"/>
                </a:lnTo>
                <a:lnTo>
                  <a:pt x="268799" y="51430"/>
                </a:lnTo>
                <a:lnTo>
                  <a:pt x="268539" y="50815"/>
                </a:lnTo>
                <a:lnTo>
                  <a:pt x="268269" y="50208"/>
                </a:lnTo>
                <a:lnTo>
                  <a:pt x="267991" y="49609"/>
                </a:lnTo>
                <a:lnTo>
                  <a:pt x="267704" y="49017"/>
                </a:lnTo>
                <a:lnTo>
                  <a:pt x="267408" y="48433"/>
                </a:lnTo>
                <a:lnTo>
                  <a:pt x="267102" y="47856"/>
                </a:lnTo>
                <a:lnTo>
                  <a:pt x="266788" y="47288"/>
                </a:lnTo>
                <a:lnTo>
                  <a:pt x="266465" y="46727"/>
                </a:lnTo>
                <a:lnTo>
                  <a:pt x="266133" y="46173"/>
                </a:lnTo>
                <a:lnTo>
                  <a:pt x="265793" y="45627"/>
                </a:lnTo>
                <a:lnTo>
                  <a:pt x="265443" y="45089"/>
                </a:lnTo>
                <a:lnTo>
                  <a:pt x="265084" y="44559"/>
                </a:lnTo>
                <a:lnTo>
                  <a:pt x="264716" y="44036"/>
                </a:lnTo>
                <a:lnTo>
                  <a:pt x="264339" y="43522"/>
                </a:lnTo>
                <a:lnTo>
                  <a:pt x="263952" y="43017"/>
                </a:lnTo>
                <a:lnTo>
                  <a:pt x="263554" y="42522"/>
                </a:lnTo>
                <a:lnTo>
                  <a:pt x="263147" y="42036"/>
                </a:lnTo>
                <a:lnTo>
                  <a:pt x="262730" y="41559"/>
                </a:lnTo>
                <a:lnTo>
                  <a:pt x="262302" y="41091"/>
                </a:lnTo>
                <a:lnTo>
                  <a:pt x="261864" y="40633"/>
                </a:lnTo>
                <a:lnTo>
                  <a:pt x="261417" y="40184"/>
                </a:lnTo>
                <a:lnTo>
                  <a:pt x="260959" y="39745"/>
                </a:lnTo>
                <a:lnTo>
                  <a:pt x="260491" y="39315"/>
                </a:lnTo>
                <a:lnTo>
                  <a:pt x="260014" y="38894"/>
                </a:lnTo>
                <a:lnTo>
                  <a:pt x="259526" y="38483"/>
                </a:lnTo>
                <a:lnTo>
                  <a:pt x="259028" y="38081"/>
                </a:lnTo>
                <a:lnTo>
                  <a:pt x="258520" y="37688"/>
                </a:lnTo>
                <a:lnTo>
                  <a:pt x="258002" y="37305"/>
                </a:lnTo>
                <a:lnTo>
                  <a:pt x="257474" y="36931"/>
                </a:lnTo>
                <a:lnTo>
                  <a:pt x="256935" y="36567"/>
                </a:lnTo>
                <a:lnTo>
                  <a:pt x="256387" y="36211"/>
                </a:lnTo>
                <a:lnTo>
                  <a:pt x="255829" y="35865"/>
                </a:lnTo>
                <a:lnTo>
                  <a:pt x="255261" y="35529"/>
                </a:lnTo>
                <a:lnTo>
                  <a:pt x="254682" y="35202"/>
                </a:lnTo>
                <a:lnTo>
                  <a:pt x="254094" y="34884"/>
                </a:lnTo>
                <a:lnTo>
                  <a:pt x="253495" y="34576"/>
                </a:lnTo>
                <a:lnTo>
                  <a:pt x="252887" y="34276"/>
                </a:lnTo>
                <a:lnTo>
                  <a:pt x="252267" y="33988"/>
                </a:lnTo>
                <a:lnTo>
                  <a:pt x="251635" y="33712"/>
                </a:lnTo>
                <a:lnTo>
                  <a:pt x="250990" y="33448"/>
                </a:lnTo>
                <a:lnTo>
                  <a:pt x="250333" y="33196"/>
                </a:lnTo>
                <a:lnTo>
                  <a:pt x="249663" y="32957"/>
                </a:lnTo>
                <a:lnTo>
                  <a:pt x="248981" y="32729"/>
                </a:lnTo>
                <a:lnTo>
                  <a:pt x="248287" y="32515"/>
                </a:lnTo>
                <a:lnTo>
                  <a:pt x="247580" y="32312"/>
                </a:lnTo>
                <a:lnTo>
                  <a:pt x="246861" y="32122"/>
                </a:lnTo>
                <a:lnTo>
                  <a:pt x="246129" y="31944"/>
                </a:lnTo>
                <a:lnTo>
                  <a:pt x="245385" y="31778"/>
                </a:lnTo>
                <a:lnTo>
                  <a:pt x="244628" y="31625"/>
                </a:lnTo>
                <a:lnTo>
                  <a:pt x="243859" y="31483"/>
                </a:lnTo>
                <a:lnTo>
                  <a:pt x="243078" y="31354"/>
                </a:lnTo>
                <a:lnTo>
                  <a:pt x="242284" y="31238"/>
                </a:lnTo>
                <a:lnTo>
                  <a:pt x="241477" y="31133"/>
                </a:lnTo>
                <a:lnTo>
                  <a:pt x="240659" y="31041"/>
                </a:lnTo>
                <a:lnTo>
                  <a:pt x="239827" y="30962"/>
                </a:lnTo>
                <a:lnTo>
                  <a:pt x="238984" y="30894"/>
                </a:lnTo>
                <a:lnTo>
                  <a:pt x="238128" y="30839"/>
                </a:lnTo>
                <a:lnTo>
                  <a:pt x="237259" y="30796"/>
                </a:lnTo>
                <a:lnTo>
                  <a:pt x="236378" y="30765"/>
                </a:lnTo>
                <a:lnTo>
                  <a:pt x="235485" y="30747"/>
                </a:lnTo>
                <a:lnTo>
                  <a:pt x="234579" y="30741"/>
                </a:lnTo>
                <a:lnTo>
                  <a:pt x="233910" y="30745"/>
                </a:lnTo>
                <a:lnTo>
                  <a:pt x="233245" y="30757"/>
                </a:lnTo>
                <a:lnTo>
                  <a:pt x="232582" y="30778"/>
                </a:lnTo>
                <a:lnTo>
                  <a:pt x="231924" y="30807"/>
                </a:lnTo>
                <a:lnTo>
                  <a:pt x="231268" y="30844"/>
                </a:lnTo>
                <a:lnTo>
                  <a:pt x="230616" y="30889"/>
                </a:lnTo>
                <a:lnTo>
                  <a:pt x="229967" y="30943"/>
                </a:lnTo>
                <a:lnTo>
                  <a:pt x="229322" y="31004"/>
                </a:lnTo>
                <a:lnTo>
                  <a:pt x="228679" y="31074"/>
                </a:lnTo>
                <a:lnTo>
                  <a:pt x="228041" y="31153"/>
                </a:lnTo>
                <a:lnTo>
                  <a:pt x="227405" y="31239"/>
                </a:lnTo>
                <a:lnTo>
                  <a:pt x="226773" y="31334"/>
                </a:lnTo>
                <a:lnTo>
                  <a:pt x="226145" y="31437"/>
                </a:lnTo>
                <a:lnTo>
                  <a:pt x="225519" y="31548"/>
                </a:lnTo>
                <a:lnTo>
                  <a:pt x="224897" y="31668"/>
                </a:lnTo>
                <a:lnTo>
                  <a:pt x="224279" y="31796"/>
                </a:lnTo>
                <a:lnTo>
                  <a:pt x="223663" y="31932"/>
                </a:lnTo>
                <a:lnTo>
                  <a:pt x="223051" y="32076"/>
                </a:lnTo>
                <a:lnTo>
                  <a:pt x="222443" y="32228"/>
                </a:lnTo>
                <a:lnTo>
                  <a:pt x="221838" y="32389"/>
                </a:lnTo>
                <a:lnTo>
                  <a:pt x="221236" y="32558"/>
                </a:lnTo>
                <a:lnTo>
                  <a:pt x="220637" y="32735"/>
                </a:lnTo>
                <a:lnTo>
                  <a:pt x="220042" y="32921"/>
                </a:lnTo>
                <a:lnTo>
                  <a:pt x="219450" y="33115"/>
                </a:lnTo>
                <a:lnTo>
                  <a:pt x="218863" y="33317"/>
                </a:lnTo>
                <a:lnTo>
                  <a:pt x="218282" y="33531"/>
                </a:lnTo>
                <a:lnTo>
                  <a:pt x="217708" y="33754"/>
                </a:lnTo>
                <a:lnTo>
                  <a:pt x="217139" y="33987"/>
                </a:lnTo>
                <a:lnTo>
                  <a:pt x="216576" y="34231"/>
                </a:lnTo>
                <a:lnTo>
                  <a:pt x="216020" y="34485"/>
                </a:lnTo>
                <a:lnTo>
                  <a:pt x="215470" y="34749"/>
                </a:lnTo>
                <a:lnTo>
                  <a:pt x="214926" y="35024"/>
                </a:lnTo>
                <a:lnTo>
                  <a:pt x="214388" y="35308"/>
                </a:lnTo>
                <a:lnTo>
                  <a:pt x="213856" y="35603"/>
                </a:lnTo>
                <a:lnTo>
                  <a:pt x="213331" y="35908"/>
                </a:lnTo>
                <a:lnTo>
                  <a:pt x="212811" y="36223"/>
                </a:lnTo>
                <a:lnTo>
                  <a:pt x="212298" y="36548"/>
                </a:lnTo>
                <a:lnTo>
                  <a:pt x="211791" y="36884"/>
                </a:lnTo>
                <a:lnTo>
                  <a:pt x="211290" y="37229"/>
                </a:lnTo>
                <a:lnTo>
                  <a:pt x="210795" y="37585"/>
                </a:lnTo>
                <a:lnTo>
                  <a:pt x="210306" y="37951"/>
                </a:lnTo>
                <a:lnTo>
                  <a:pt x="209824" y="38328"/>
                </a:lnTo>
                <a:lnTo>
                  <a:pt x="209347" y="38714"/>
                </a:lnTo>
                <a:lnTo>
                  <a:pt x="208877" y="39111"/>
                </a:lnTo>
                <a:lnTo>
                  <a:pt x="208413" y="39518"/>
                </a:lnTo>
                <a:lnTo>
                  <a:pt x="207955" y="39935"/>
                </a:lnTo>
                <a:lnTo>
                  <a:pt x="207503" y="40362"/>
                </a:lnTo>
                <a:lnTo>
                  <a:pt x="207057" y="40800"/>
                </a:lnTo>
                <a:lnTo>
                  <a:pt x="206619" y="41248"/>
                </a:lnTo>
                <a:lnTo>
                  <a:pt x="206188" y="41707"/>
                </a:lnTo>
                <a:lnTo>
                  <a:pt x="205765" y="42177"/>
                </a:lnTo>
                <a:lnTo>
                  <a:pt x="205350" y="42658"/>
                </a:lnTo>
                <a:lnTo>
                  <a:pt x="204942" y="43151"/>
                </a:lnTo>
                <a:lnTo>
                  <a:pt x="204543" y="43654"/>
                </a:lnTo>
                <a:lnTo>
                  <a:pt x="204151" y="44168"/>
                </a:lnTo>
                <a:lnTo>
                  <a:pt x="203767" y="44694"/>
                </a:lnTo>
                <a:lnTo>
                  <a:pt x="203391" y="45230"/>
                </a:lnTo>
                <a:lnTo>
                  <a:pt x="203023" y="45778"/>
                </a:lnTo>
                <a:lnTo>
                  <a:pt x="202662" y="46336"/>
                </a:lnTo>
                <a:lnTo>
                  <a:pt x="202310" y="46906"/>
                </a:lnTo>
                <a:lnTo>
                  <a:pt x="201965" y="47486"/>
                </a:lnTo>
                <a:lnTo>
                  <a:pt x="201628" y="48078"/>
                </a:lnTo>
                <a:lnTo>
                  <a:pt x="201299" y="48680"/>
                </a:lnTo>
                <a:lnTo>
                  <a:pt x="200977" y="49294"/>
                </a:lnTo>
                <a:lnTo>
                  <a:pt x="200664" y="49919"/>
                </a:lnTo>
                <a:lnTo>
                  <a:pt x="200358" y="50555"/>
                </a:lnTo>
                <a:lnTo>
                  <a:pt x="200060" y="51201"/>
                </a:lnTo>
                <a:lnTo>
                  <a:pt x="199770" y="51859"/>
                </a:lnTo>
                <a:lnTo>
                  <a:pt x="199488" y="52528"/>
                </a:lnTo>
                <a:lnTo>
                  <a:pt x="199214" y="53208"/>
                </a:lnTo>
                <a:lnTo>
                  <a:pt x="198947" y="53899"/>
                </a:lnTo>
                <a:lnTo>
                  <a:pt x="198688" y="54601"/>
                </a:lnTo>
                <a:lnTo>
                  <a:pt x="198439" y="55315"/>
                </a:lnTo>
                <a:lnTo>
                  <a:pt x="198200" y="56042"/>
                </a:lnTo>
                <a:lnTo>
                  <a:pt x="197972" y="56782"/>
                </a:lnTo>
                <a:lnTo>
                  <a:pt x="197754" y="57535"/>
                </a:lnTo>
                <a:lnTo>
                  <a:pt x="197547" y="58301"/>
                </a:lnTo>
                <a:lnTo>
                  <a:pt x="197350" y="59080"/>
                </a:lnTo>
                <a:lnTo>
                  <a:pt x="197165" y="59872"/>
                </a:lnTo>
                <a:lnTo>
                  <a:pt x="196989" y="60677"/>
                </a:lnTo>
                <a:lnTo>
                  <a:pt x="196825" y="61494"/>
                </a:lnTo>
                <a:lnTo>
                  <a:pt x="196671" y="62325"/>
                </a:lnTo>
                <a:lnTo>
                  <a:pt x="196527" y="63169"/>
                </a:lnTo>
                <a:lnTo>
                  <a:pt x="196395" y="64026"/>
                </a:lnTo>
                <a:lnTo>
                  <a:pt x="196273" y="64896"/>
                </a:lnTo>
                <a:lnTo>
                  <a:pt x="196161" y="65779"/>
                </a:lnTo>
                <a:lnTo>
                  <a:pt x="196060" y="66675"/>
                </a:lnTo>
                <a:lnTo>
                  <a:pt x="195970" y="67584"/>
                </a:lnTo>
                <a:lnTo>
                  <a:pt x="195890" y="68506"/>
                </a:lnTo>
                <a:lnTo>
                  <a:pt x="195821" y="69441"/>
                </a:lnTo>
                <a:lnTo>
                  <a:pt x="195763" y="70388"/>
                </a:lnTo>
                <a:lnTo>
                  <a:pt x="195715" y="71349"/>
                </a:lnTo>
                <a:lnTo>
                  <a:pt x="195678" y="72323"/>
                </a:lnTo>
                <a:lnTo>
                  <a:pt x="195652" y="73310"/>
                </a:lnTo>
                <a:lnTo>
                  <a:pt x="195636" y="74310"/>
                </a:lnTo>
                <a:lnTo>
                  <a:pt x="195630" y="75323"/>
                </a:lnTo>
                <a:lnTo>
                  <a:pt x="195648" y="77194"/>
                </a:lnTo>
                <a:lnTo>
                  <a:pt x="195700" y="79027"/>
                </a:lnTo>
                <a:lnTo>
                  <a:pt x="195788" y="80821"/>
                </a:lnTo>
                <a:lnTo>
                  <a:pt x="195911" y="82576"/>
                </a:lnTo>
                <a:lnTo>
                  <a:pt x="196069" y="84293"/>
                </a:lnTo>
                <a:lnTo>
                  <a:pt x="196261" y="85970"/>
                </a:lnTo>
                <a:lnTo>
                  <a:pt x="196489" y="87609"/>
                </a:lnTo>
                <a:lnTo>
                  <a:pt x="196752" y="89209"/>
                </a:lnTo>
                <a:lnTo>
                  <a:pt x="197051" y="90770"/>
                </a:lnTo>
                <a:lnTo>
                  <a:pt x="197384" y="92292"/>
                </a:lnTo>
                <a:lnTo>
                  <a:pt x="197752" y="93775"/>
                </a:lnTo>
                <a:lnTo>
                  <a:pt x="198155" y="95219"/>
                </a:lnTo>
                <a:lnTo>
                  <a:pt x="198593" y="96625"/>
                </a:lnTo>
                <a:lnTo>
                  <a:pt x="199067" y="97992"/>
                </a:lnTo>
                <a:lnTo>
                  <a:pt x="199575" y="99320"/>
                </a:lnTo>
                <a:lnTo>
                  <a:pt x="200119" y="100609"/>
                </a:lnTo>
                <a:lnTo>
                  <a:pt x="200697" y="101859"/>
                </a:lnTo>
                <a:lnTo>
                  <a:pt x="201311" y="103071"/>
                </a:lnTo>
                <a:lnTo>
                  <a:pt x="201960" y="104243"/>
                </a:lnTo>
                <a:lnTo>
                  <a:pt x="202644" y="105377"/>
                </a:lnTo>
                <a:lnTo>
                  <a:pt x="203363" y="106472"/>
                </a:lnTo>
                <a:lnTo>
                  <a:pt x="204117" y="107528"/>
                </a:lnTo>
                <a:lnTo>
                  <a:pt x="204906" y="108545"/>
                </a:lnTo>
                <a:lnTo>
                  <a:pt x="205730" y="109524"/>
                </a:lnTo>
                <a:lnTo>
                  <a:pt x="206587" y="110463"/>
                </a:lnTo>
                <a:lnTo>
                  <a:pt x="207477" y="111362"/>
                </a:lnTo>
                <a:lnTo>
                  <a:pt x="208398" y="112221"/>
                </a:lnTo>
                <a:lnTo>
                  <a:pt x="209352" y="113040"/>
                </a:lnTo>
                <a:lnTo>
                  <a:pt x="210338" y="113819"/>
                </a:lnTo>
                <a:lnTo>
                  <a:pt x="211355" y="114558"/>
                </a:lnTo>
                <a:lnTo>
                  <a:pt x="212405" y="115257"/>
                </a:lnTo>
                <a:lnTo>
                  <a:pt x="213486" y="115917"/>
                </a:lnTo>
                <a:lnTo>
                  <a:pt x="214600" y="116536"/>
                </a:lnTo>
                <a:lnTo>
                  <a:pt x="215745" y="117115"/>
                </a:lnTo>
                <a:lnTo>
                  <a:pt x="216923" y="117655"/>
                </a:lnTo>
                <a:lnTo>
                  <a:pt x="218132" y="118154"/>
                </a:lnTo>
                <a:lnTo>
                  <a:pt x="219374" y="118614"/>
                </a:lnTo>
                <a:lnTo>
                  <a:pt x="220648" y="119033"/>
                </a:lnTo>
                <a:lnTo>
                  <a:pt x="221953" y="119413"/>
                </a:lnTo>
                <a:lnTo>
                  <a:pt x="223291" y="119753"/>
                </a:lnTo>
                <a:lnTo>
                  <a:pt x="224660" y="120052"/>
                </a:lnTo>
                <a:lnTo>
                  <a:pt x="226062" y="120312"/>
                </a:lnTo>
                <a:lnTo>
                  <a:pt x="227495" y="120532"/>
                </a:lnTo>
                <a:lnTo>
                  <a:pt x="228961" y="120711"/>
                </a:lnTo>
                <a:lnTo>
                  <a:pt x="230458" y="120851"/>
                </a:lnTo>
                <a:lnTo>
                  <a:pt x="231988" y="120951"/>
                </a:lnTo>
                <a:lnTo>
                  <a:pt x="233549" y="121011"/>
                </a:lnTo>
                <a:lnTo>
                  <a:pt x="235142" y="121031"/>
                </a:lnTo>
                <a:lnTo>
                  <a:pt x="235862" y="121028"/>
                </a:lnTo>
                <a:lnTo>
                  <a:pt x="236573" y="121018"/>
                </a:lnTo>
                <a:lnTo>
                  <a:pt x="237276" y="121002"/>
                </a:lnTo>
                <a:lnTo>
                  <a:pt x="237969" y="120978"/>
                </a:lnTo>
                <a:lnTo>
                  <a:pt x="238654" y="120949"/>
                </a:lnTo>
                <a:lnTo>
                  <a:pt x="239330" y="120913"/>
                </a:lnTo>
                <a:lnTo>
                  <a:pt x="239997" y="120870"/>
                </a:lnTo>
                <a:lnTo>
                  <a:pt x="240655" y="120820"/>
                </a:lnTo>
                <a:lnTo>
                  <a:pt x="241304" y="120764"/>
                </a:lnTo>
                <a:lnTo>
                  <a:pt x="241945" y="120702"/>
                </a:lnTo>
                <a:lnTo>
                  <a:pt x="242577" y="120633"/>
                </a:lnTo>
                <a:lnTo>
                  <a:pt x="243200" y="120557"/>
                </a:lnTo>
                <a:lnTo>
                  <a:pt x="243814" y="120475"/>
                </a:lnTo>
                <a:lnTo>
                  <a:pt x="244419" y="120386"/>
                </a:lnTo>
                <a:lnTo>
                  <a:pt x="245016" y="120290"/>
                </a:lnTo>
                <a:lnTo>
                  <a:pt x="245604" y="120188"/>
                </a:lnTo>
                <a:lnTo>
                  <a:pt x="246183" y="120080"/>
                </a:lnTo>
                <a:lnTo>
                  <a:pt x="246753" y="119965"/>
                </a:lnTo>
                <a:lnTo>
                  <a:pt x="247315" y="119843"/>
                </a:lnTo>
                <a:lnTo>
                  <a:pt x="247867" y="119714"/>
                </a:lnTo>
                <a:lnTo>
                  <a:pt x="248411" y="119579"/>
                </a:lnTo>
                <a:lnTo>
                  <a:pt x="248946" y="119438"/>
                </a:lnTo>
                <a:lnTo>
                  <a:pt x="249472" y="119290"/>
                </a:lnTo>
                <a:lnTo>
                  <a:pt x="249990" y="119135"/>
                </a:lnTo>
                <a:lnTo>
                  <a:pt x="250499" y="118975"/>
                </a:lnTo>
                <a:lnTo>
                  <a:pt x="251001" y="118811"/>
                </a:lnTo>
                <a:lnTo>
                  <a:pt x="251497" y="118644"/>
                </a:lnTo>
                <a:lnTo>
                  <a:pt x="251985" y="118473"/>
                </a:lnTo>
                <a:lnTo>
                  <a:pt x="252466" y="118298"/>
                </a:lnTo>
                <a:lnTo>
                  <a:pt x="252940" y="118120"/>
                </a:lnTo>
                <a:lnTo>
                  <a:pt x="253406" y="117938"/>
                </a:lnTo>
                <a:lnTo>
                  <a:pt x="253866" y="117753"/>
                </a:lnTo>
                <a:lnTo>
                  <a:pt x="254318" y="117564"/>
                </a:lnTo>
                <a:lnTo>
                  <a:pt x="254764" y="117371"/>
                </a:lnTo>
                <a:lnTo>
                  <a:pt x="255202" y="117174"/>
                </a:lnTo>
                <a:lnTo>
                  <a:pt x="255633" y="116974"/>
                </a:lnTo>
                <a:lnTo>
                  <a:pt x="256057" y="116770"/>
                </a:lnTo>
                <a:lnTo>
                  <a:pt x="256474" y="116563"/>
                </a:lnTo>
                <a:lnTo>
                  <a:pt x="256883" y="116352"/>
                </a:lnTo>
                <a:lnTo>
                  <a:pt x="257286" y="116137"/>
                </a:lnTo>
                <a:lnTo>
                  <a:pt x="257681" y="115919"/>
                </a:lnTo>
                <a:lnTo>
                  <a:pt x="258070" y="115697"/>
                </a:lnTo>
                <a:lnTo>
                  <a:pt x="258451" y="115472"/>
                </a:lnTo>
                <a:lnTo>
                  <a:pt x="258825" y="115242"/>
                </a:lnTo>
                <a:lnTo>
                  <a:pt x="259192" y="115009"/>
                </a:lnTo>
                <a:lnTo>
                  <a:pt x="259552" y="114773"/>
                </a:lnTo>
                <a:lnTo>
                  <a:pt x="259904" y="114533"/>
                </a:lnTo>
                <a:lnTo>
                  <a:pt x="260250" y="114289"/>
                </a:lnTo>
                <a:lnTo>
                  <a:pt x="260589" y="114042"/>
                </a:lnTo>
                <a:lnTo>
                  <a:pt x="260923" y="113793"/>
                </a:lnTo>
                <a:lnTo>
                  <a:pt x="261250" y="113541"/>
                </a:lnTo>
                <a:lnTo>
                  <a:pt x="261572" y="113286"/>
                </a:lnTo>
                <a:lnTo>
                  <a:pt x="261888" y="113030"/>
                </a:lnTo>
                <a:lnTo>
                  <a:pt x="262199" y="112770"/>
                </a:lnTo>
                <a:lnTo>
                  <a:pt x="262504" y="112508"/>
                </a:lnTo>
                <a:lnTo>
                  <a:pt x="262803" y="112244"/>
                </a:lnTo>
                <a:lnTo>
                  <a:pt x="263096" y="111977"/>
                </a:lnTo>
                <a:lnTo>
                  <a:pt x="263384" y="111707"/>
                </a:lnTo>
                <a:lnTo>
                  <a:pt x="263666" y="111435"/>
                </a:lnTo>
                <a:lnTo>
                  <a:pt x="263942" y="111161"/>
                </a:lnTo>
                <a:lnTo>
                  <a:pt x="264212" y="110884"/>
                </a:lnTo>
                <a:lnTo>
                  <a:pt x="264477" y="110604"/>
                </a:lnTo>
                <a:lnTo>
                  <a:pt x="264736" y="110322"/>
                </a:lnTo>
                <a:lnTo>
                  <a:pt x="264989" y="110037"/>
                </a:lnTo>
                <a:lnTo>
                  <a:pt x="265236" y="109750"/>
                </a:lnTo>
                <a:lnTo>
                  <a:pt x="265478" y="109461"/>
                </a:lnTo>
                <a:lnTo>
                  <a:pt x="265714" y="109169"/>
                </a:lnTo>
                <a:lnTo>
                  <a:pt x="265945" y="108874"/>
                </a:lnTo>
                <a:lnTo>
                  <a:pt x="266169" y="108577"/>
                </a:lnTo>
                <a:lnTo>
                  <a:pt x="266388" y="108277"/>
                </a:lnTo>
                <a:lnTo>
                  <a:pt x="266601" y="107975"/>
                </a:lnTo>
                <a:lnTo>
                  <a:pt x="266809" y="107670"/>
                </a:lnTo>
                <a:lnTo>
                  <a:pt x="267011" y="107364"/>
                </a:lnTo>
                <a:lnTo>
                  <a:pt x="267210" y="107058"/>
                </a:lnTo>
                <a:lnTo>
                  <a:pt x="267405" y="106752"/>
                </a:lnTo>
                <a:lnTo>
                  <a:pt x="267596" y="106447"/>
                </a:lnTo>
                <a:lnTo>
                  <a:pt x="267784" y="106141"/>
                </a:lnTo>
                <a:lnTo>
                  <a:pt x="267968" y="105836"/>
                </a:lnTo>
                <a:lnTo>
                  <a:pt x="268148" y="105530"/>
                </a:lnTo>
                <a:lnTo>
                  <a:pt x="268324" y="105225"/>
                </a:lnTo>
                <a:lnTo>
                  <a:pt x="268497" y="104920"/>
                </a:lnTo>
                <a:lnTo>
                  <a:pt x="268665" y="104615"/>
                </a:lnTo>
                <a:lnTo>
                  <a:pt x="268830" y="104311"/>
                </a:lnTo>
                <a:lnTo>
                  <a:pt x="268991" y="104006"/>
                </a:lnTo>
                <a:lnTo>
                  <a:pt x="269149" y="103702"/>
                </a:lnTo>
                <a:lnTo>
                  <a:pt x="269302" y="103397"/>
                </a:lnTo>
                <a:lnTo>
                  <a:pt x="269452" y="103093"/>
                </a:lnTo>
                <a:lnTo>
                  <a:pt x="269598" y="102789"/>
                </a:lnTo>
                <a:lnTo>
                  <a:pt x="269741" y="102485"/>
                </a:lnTo>
                <a:lnTo>
                  <a:pt x="269879" y="102182"/>
                </a:lnTo>
                <a:lnTo>
                  <a:pt x="270014" y="101878"/>
                </a:lnTo>
                <a:lnTo>
                  <a:pt x="270145" y="101575"/>
                </a:lnTo>
                <a:lnTo>
                  <a:pt x="270272" y="101271"/>
                </a:lnTo>
                <a:lnTo>
                  <a:pt x="270395" y="100968"/>
                </a:lnTo>
                <a:lnTo>
                  <a:pt x="270515" y="100665"/>
                </a:lnTo>
                <a:lnTo>
                  <a:pt x="270631" y="100362"/>
                </a:lnTo>
                <a:lnTo>
                  <a:pt x="257916" y="96728"/>
                </a:lnTo>
                <a:lnTo>
                  <a:pt x="257742" y="97208"/>
                </a:lnTo>
                <a:lnTo>
                  <a:pt x="257556" y="97680"/>
                </a:lnTo>
                <a:lnTo>
                  <a:pt x="257356" y="98145"/>
                </a:lnTo>
                <a:lnTo>
                  <a:pt x="257144" y="98604"/>
                </a:lnTo>
                <a:lnTo>
                  <a:pt x="256919" y="99055"/>
                </a:lnTo>
                <a:lnTo>
                  <a:pt x="256681" y="99500"/>
                </a:lnTo>
                <a:lnTo>
                  <a:pt x="256431" y="99937"/>
                </a:lnTo>
                <a:lnTo>
                  <a:pt x="256168" y="100368"/>
                </a:lnTo>
                <a:lnTo>
                  <a:pt x="255892" y="100791"/>
                </a:lnTo>
                <a:lnTo>
                  <a:pt x="255604" y="101207"/>
                </a:lnTo>
                <a:lnTo>
                  <a:pt x="255303" y="101617"/>
                </a:lnTo>
                <a:lnTo>
                  <a:pt x="254989" y="102019"/>
                </a:lnTo>
                <a:lnTo>
                  <a:pt x="254662" y="102415"/>
                </a:lnTo>
                <a:lnTo>
                  <a:pt x="254323" y="102803"/>
                </a:lnTo>
                <a:lnTo>
                  <a:pt x="253971" y="103185"/>
                </a:lnTo>
                <a:lnTo>
                  <a:pt x="253606" y="103560"/>
                </a:lnTo>
                <a:lnTo>
                  <a:pt x="253229" y="103927"/>
                </a:lnTo>
                <a:lnTo>
                  <a:pt x="252839" y="104288"/>
                </a:lnTo>
                <a:lnTo>
                  <a:pt x="252436" y="104641"/>
                </a:lnTo>
                <a:lnTo>
                  <a:pt x="252021" y="104988"/>
                </a:lnTo>
                <a:lnTo>
                  <a:pt x="251592" y="105328"/>
                </a:lnTo>
                <a:lnTo>
                  <a:pt x="251151" y="105660"/>
                </a:lnTo>
                <a:lnTo>
                  <a:pt x="250698" y="105986"/>
                </a:lnTo>
                <a:lnTo>
                  <a:pt x="250231" y="106305"/>
                </a:lnTo>
                <a:lnTo>
                  <a:pt x="249752" y="106613"/>
                </a:lnTo>
                <a:lnTo>
                  <a:pt x="249260" y="106909"/>
                </a:lnTo>
                <a:lnTo>
                  <a:pt x="248754" y="107191"/>
                </a:lnTo>
                <a:lnTo>
                  <a:pt x="248236" y="107460"/>
                </a:lnTo>
                <a:lnTo>
                  <a:pt x="247705" y="107716"/>
                </a:lnTo>
                <a:lnTo>
                  <a:pt x="247161" y="107959"/>
                </a:lnTo>
                <a:lnTo>
                  <a:pt x="246603" y="108189"/>
                </a:lnTo>
                <a:lnTo>
                  <a:pt x="246033" y="108406"/>
                </a:lnTo>
                <a:lnTo>
                  <a:pt x="245450" y="108609"/>
                </a:lnTo>
                <a:lnTo>
                  <a:pt x="244854" y="108800"/>
                </a:lnTo>
                <a:lnTo>
                  <a:pt x="244244" y="108977"/>
                </a:lnTo>
                <a:lnTo>
                  <a:pt x="243622" y="109141"/>
                </a:lnTo>
                <a:lnTo>
                  <a:pt x="242987" y="109292"/>
                </a:lnTo>
                <a:lnTo>
                  <a:pt x="242339" y="109430"/>
                </a:lnTo>
                <a:lnTo>
                  <a:pt x="241678" y="109555"/>
                </a:lnTo>
                <a:lnTo>
                  <a:pt x="241004" y="109667"/>
                </a:lnTo>
                <a:lnTo>
                  <a:pt x="240316" y="109765"/>
                </a:lnTo>
                <a:lnTo>
                  <a:pt x="239616" y="109850"/>
                </a:lnTo>
                <a:lnTo>
                  <a:pt x="238903" y="109923"/>
                </a:lnTo>
                <a:lnTo>
                  <a:pt x="238177" y="109982"/>
                </a:lnTo>
                <a:lnTo>
                  <a:pt x="237438" y="110028"/>
                </a:lnTo>
                <a:lnTo>
                  <a:pt x="236686" y="110061"/>
                </a:lnTo>
                <a:lnTo>
                  <a:pt x="235921" y="110080"/>
                </a:lnTo>
                <a:lnTo>
                  <a:pt x="235142" y="110087"/>
                </a:lnTo>
                <a:lnTo>
                  <a:pt x="234609" y="110083"/>
                </a:lnTo>
                <a:lnTo>
                  <a:pt x="234082" y="110071"/>
                </a:lnTo>
                <a:lnTo>
                  <a:pt x="233562" y="110051"/>
                </a:lnTo>
                <a:lnTo>
                  <a:pt x="233048" y="110023"/>
                </a:lnTo>
                <a:lnTo>
                  <a:pt x="232540" y="109987"/>
                </a:lnTo>
                <a:lnTo>
                  <a:pt x="232039" y="109943"/>
                </a:lnTo>
                <a:lnTo>
                  <a:pt x="231544" y="109892"/>
                </a:lnTo>
                <a:lnTo>
                  <a:pt x="231056" y="109832"/>
                </a:lnTo>
                <a:lnTo>
                  <a:pt x="230574" y="109764"/>
                </a:lnTo>
                <a:lnTo>
                  <a:pt x="230099" y="109689"/>
                </a:lnTo>
                <a:lnTo>
                  <a:pt x="229630" y="109605"/>
                </a:lnTo>
                <a:lnTo>
                  <a:pt x="229167" y="109513"/>
                </a:lnTo>
                <a:lnTo>
                  <a:pt x="228711" y="109414"/>
                </a:lnTo>
                <a:lnTo>
                  <a:pt x="228261" y="109306"/>
                </a:lnTo>
                <a:lnTo>
                  <a:pt x="227818" y="109191"/>
                </a:lnTo>
                <a:lnTo>
                  <a:pt x="227381" y="109068"/>
                </a:lnTo>
                <a:lnTo>
                  <a:pt x="226951" y="108936"/>
                </a:lnTo>
                <a:lnTo>
                  <a:pt x="226527" y="108797"/>
                </a:lnTo>
                <a:lnTo>
                  <a:pt x="226109" y="108649"/>
                </a:lnTo>
                <a:lnTo>
                  <a:pt x="225698" y="108494"/>
                </a:lnTo>
                <a:lnTo>
                  <a:pt x="225293" y="108331"/>
                </a:lnTo>
                <a:lnTo>
                  <a:pt x="224895" y="108160"/>
                </a:lnTo>
                <a:lnTo>
                  <a:pt x="224503" y="107981"/>
                </a:lnTo>
                <a:lnTo>
                  <a:pt x="224118" y="107793"/>
                </a:lnTo>
                <a:lnTo>
                  <a:pt x="223738" y="107599"/>
                </a:lnTo>
                <a:lnTo>
                  <a:pt x="223365" y="107398"/>
                </a:lnTo>
                <a:lnTo>
                  <a:pt x="222997" y="107191"/>
                </a:lnTo>
                <a:lnTo>
                  <a:pt x="222635" y="106977"/>
                </a:lnTo>
                <a:lnTo>
                  <a:pt x="222278" y="106757"/>
                </a:lnTo>
                <a:lnTo>
                  <a:pt x="221927" y="106531"/>
                </a:lnTo>
                <a:lnTo>
                  <a:pt x="221582" y="106298"/>
                </a:lnTo>
                <a:lnTo>
                  <a:pt x="221243" y="106059"/>
                </a:lnTo>
                <a:lnTo>
                  <a:pt x="220909" y="105813"/>
                </a:lnTo>
                <a:lnTo>
                  <a:pt x="220582" y="105561"/>
                </a:lnTo>
                <a:lnTo>
                  <a:pt x="220260" y="105302"/>
                </a:lnTo>
                <a:lnTo>
                  <a:pt x="219943" y="105037"/>
                </a:lnTo>
                <a:lnTo>
                  <a:pt x="219632" y="104766"/>
                </a:lnTo>
                <a:lnTo>
                  <a:pt x="219328" y="104488"/>
                </a:lnTo>
                <a:lnTo>
                  <a:pt x="219028" y="104204"/>
                </a:lnTo>
                <a:lnTo>
                  <a:pt x="218735" y="103913"/>
                </a:lnTo>
                <a:lnTo>
                  <a:pt x="218447" y="103616"/>
                </a:lnTo>
                <a:lnTo>
                  <a:pt x="218165" y="103312"/>
                </a:lnTo>
                <a:lnTo>
                  <a:pt x="217889" y="103002"/>
                </a:lnTo>
                <a:lnTo>
                  <a:pt x="217618" y="102686"/>
                </a:lnTo>
                <a:lnTo>
                  <a:pt x="217354" y="102363"/>
                </a:lnTo>
                <a:lnTo>
                  <a:pt x="217094" y="102033"/>
                </a:lnTo>
                <a:lnTo>
                  <a:pt x="216841" y="101698"/>
                </a:lnTo>
                <a:lnTo>
                  <a:pt x="216593" y="101356"/>
                </a:lnTo>
                <a:lnTo>
                  <a:pt x="216351" y="101007"/>
                </a:lnTo>
                <a:lnTo>
                  <a:pt x="216115" y="100654"/>
                </a:lnTo>
                <a:lnTo>
                  <a:pt x="215883" y="100294"/>
                </a:lnTo>
                <a:lnTo>
                  <a:pt x="215657" y="99929"/>
                </a:lnTo>
                <a:lnTo>
                  <a:pt x="215436" y="99559"/>
                </a:lnTo>
                <a:lnTo>
                  <a:pt x="215220" y="99183"/>
                </a:lnTo>
                <a:lnTo>
                  <a:pt x="215010" y="98801"/>
                </a:lnTo>
                <a:lnTo>
                  <a:pt x="214805" y="98414"/>
                </a:lnTo>
                <a:lnTo>
                  <a:pt x="214606" y="98021"/>
                </a:lnTo>
                <a:lnTo>
                  <a:pt x="214411" y="97622"/>
                </a:lnTo>
                <a:lnTo>
                  <a:pt x="214222" y="97218"/>
                </a:lnTo>
                <a:lnTo>
                  <a:pt x="214038" y="96809"/>
                </a:lnTo>
                <a:lnTo>
                  <a:pt x="213860" y="96394"/>
                </a:lnTo>
                <a:lnTo>
                  <a:pt x="213687" y="95973"/>
                </a:lnTo>
                <a:lnTo>
                  <a:pt x="213519" y="95546"/>
                </a:lnTo>
                <a:lnTo>
                  <a:pt x="213357" y="95114"/>
                </a:lnTo>
                <a:lnTo>
                  <a:pt x="213199" y="94677"/>
                </a:lnTo>
                <a:lnTo>
                  <a:pt x="213048" y="94234"/>
                </a:lnTo>
                <a:lnTo>
                  <a:pt x="212901" y="93785"/>
                </a:lnTo>
                <a:lnTo>
                  <a:pt x="212760" y="93331"/>
                </a:lnTo>
                <a:lnTo>
                  <a:pt x="212624" y="92871"/>
                </a:lnTo>
                <a:lnTo>
                  <a:pt x="212493" y="92405"/>
                </a:lnTo>
                <a:lnTo>
                  <a:pt x="212368" y="91934"/>
                </a:lnTo>
                <a:lnTo>
                  <a:pt x="212248" y="91457"/>
                </a:lnTo>
                <a:lnTo>
                  <a:pt x="212133" y="90976"/>
                </a:lnTo>
                <a:lnTo>
                  <a:pt x="212023" y="90491"/>
                </a:lnTo>
                <a:lnTo>
                  <a:pt x="211918" y="90002"/>
                </a:lnTo>
                <a:lnTo>
                  <a:pt x="211818" y="89509"/>
                </a:lnTo>
                <a:lnTo>
                  <a:pt x="211722" y="89013"/>
                </a:lnTo>
                <a:lnTo>
                  <a:pt x="211632" y="88513"/>
                </a:lnTo>
                <a:lnTo>
                  <a:pt x="211546" y="88009"/>
                </a:lnTo>
                <a:lnTo>
                  <a:pt x="211466" y="87501"/>
                </a:lnTo>
                <a:lnTo>
                  <a:pt x="211390" y="86989"/>
                </a:lnTo>
                <a:lnTo>
                  <a:pt x="211319" y="86474"/>
                </a:lnTo>
                <a:lnTo>
                  <a:pt x="211253" y="85955"/>
                </a:lnTo>
                <a:lnTo>
                  <a:pt x="211192" y="85432"/>
                </a:lnTo>
                <a:lnTo>
                  <a:pt x="211135" y="84905"/>
                </a:lnTo>
                <a:lnTo>
                  <a:pt x="211084" y="84375"/>
                </a:lnTo>
                <a:lnTo>
                  <a:pt x="211038" y="83841"/>
                </a:lnTo>
                <a:lnTo>
                  <a:pt x="210996" y="83303"/>
                </a:lnTo>
                <a:lnTo>
                  <a:pt x="210959" y="82761"/>
                </a:lnTo>
                <a:lnTo>
                  <a:pt x="210928" y="82216"/>
                </a:lnTo>
                <a:lnTo>
                  <a:pt x="210901" y="81666"/>
                </a:lnTo>
                <a:lnTo>
                  <a:pt x="210879" y="81113"/>
                </a:lnTo>
                <a:lnTo>
                  <a:pt x="210862" y="80556"/>
                </a:lnTo>
                <a:lnTo>
                  <a:pt x="210849" y="79996"/>
                </a:lnTo>
                <a:lnTo>
                  <a:pt x="210842" y="79432"/>
                </a:lnTo>
                <a:lnTo>
                  <a:pt x="210840" y="78863"/>
                </a:lnTo>
                <a:lnTo>
                  <a:pt x="272965" y="78863"/>
                </a:lnTo>
                <a:lnTo>
                  <a:pt x="272965" y="76935"/>
                </a:lnTo>
                <a:lnTo>
                  <a:pt x="272961" y="76120"/>
                </a:lnTo>
                <a:lnTo>
                  <a:pt x="272952" y="75311"/>
                </a:lnTo>
                <a:lnTo>
                  <a:pt x="272935" y="74506"/>
                </a:lnTo>
                <a:close/>
                <a:moveTo>
                  <a:pt x="211164" y="65222"/>
                </a:moveTo>
                <a:lnTo>
                  <a:pt x="211222" y="64612"/>
                </a:lnTo>
                <a:lnTo>
                  <a:pt x="211287" y="64011"/>
                </a:lnTo>
                <a:lnTo>
                  <a:pt x="211360" y="63421"/>
                </a:lnTo>
                <a:lnTo>
                  <a:pt x="211439" y="62839"/>
                </a:lnTo>
                <a:lnTo>
                  <a:pt x="211525" y="62268"/>
                </a:lnTo>
                <a:lnTo>
                  <a:pt x="211618" y="61705"/>
                </a:lnTo>
                <a:lnTo>
                  <a:pt x="211718" y="61153"/>
                </a:lnTo>
                <a:lnTo>
                  <a:pt x="211825" y="60610"/>
                </a:lnTo>
                <a:lnTo>
                  <a:pt x="211940" y="60077"/>
                </a:lnTo>
                <a:lnTo>
                  <a:pt x="212061" y="59553"/>
                </a:lnTo>
                <a:lnTo>
                  <a:pt x="212189" y="59039"/>
                </a:lnTo>
                <a:lnTo>
                  <a:pt x="212324" y="58534"/>
                </a:lnTo>
                <a:lnTo>
                  <a:pt x="212466" y="58039"/>
                </a:lnTo>
                <a:lnTo>
                  <a:pt x="212615" y="57553"/>
                </a:lnTo>
                <a:lnTo>
                  <a:pt x="212771" y="57078"/>
                </a:lnTo>
                <a:lnTo>
                  <a:pt x="212934" y="56611"/>
                </a:lnTo>
                <a:lnTo>
                  <a:pt x="213104" y="56155"/>
                </a:lnTo>
                <a:lnTo>
                  <a:pt x="213281" y="55708"/>
                </a:lnTo>
                <a:lnTo>
                  <a:pt x="213465" y="55270"/>
                </a:lnTo>
                <a:lnTo>
                  <a:pt x="213656" y="54842"/>
                </a:lnTo>
                <a:lnTo>
                  <a:pt x="213852" y="54423"/>
                </a:lnTo>
                <a:lnTo>
                  <a:pt x="214052" y="54010"/>
                </a:lnTo>
                <a:lnTo>
                  <a:pt x="214256" y="53605"/>
                </a:lnTo>
                <a:lnTo>
                  <a:pt x="214463" y="53208"/>
                </a:lnTo>
                <a:lnTo>
                  <a:pt x="214674" y="52818"/>
                </a:lnTo>
                <a:lnTo>
                  <a:pt x="214888" y="52435"/>
                </a:lnTo>
                <a:lnTo>
                  <a:pt x="215107" y="52059"/>
                </a:lnTo>
                <a:lnTo>
                  <a:pt x="215328" y="51691"/>
                </a:lnTo>
                <a:lnTo>
                  <a:pt x="215554" y="51330"/>
                </a:lnTo>
                <a:lnTo>
                  <a:pt x="215783" y="50977"/>
                </a:lnTo>
                <a:lnTo>
                  <a:pt x="216015" y="50631"/>
                </a:lnTo>
                <a:lnTo>
                  <a:pt x="216251" y="50292"/>
                </a:lnTo>
                <a:lnTo>
                  <a:pt x="216491" y="49961"/>
                </a:lnTo>
                <a:lnTo>
                  <a:pt x="216735" y="49637"/>
                </a:lnTo>
                <a:lnTo>
                  <a:pt x="216982" y="49321"/>
                </a:lnTo>
                <a:lnTo>
                  <a:pt x="217233" y="49011"/>
                </a:lnTo>
                <a:lnTo>
                  <a:pt x="217487" y="48709"/>
                </a:lnTo>
                <a:lnTo>
                  <a:pt x="217745" y="48415"/>
                </a:lnTo>
                <a:lnTo>
                  <a:pt x="218007" y="48128"/>
                </a:lnTo>
                <a:lnTo>
                  <a:pt x="218272" y="47848"/>
                </a:lnTo>
                <a:lnTo>
                  <a:pt x="218541" y="47576"/>
                </a:lnTo>
                <a:lnTo>
                  <a:pt x="218814" y="47311"/>
                </a:lnTo>
                <a:lnTo>
                  <a:pt x="219090" y="47053"/>
                </a:lnTo>
                <a:lnTo>
                  <a:pt x="219370" y="46802"/>
                </a:lnTo>
                <a:lnTo>
                  <a:pt x="219652" y="46559"/>
                </a:lnTo>
                <a:lnTo>
                  <a:pt x="219937" y="46322"/>
                </a:lnTo>
                <a:lnTo>
                  <a:pt x="220224" y="46091"/>
                </a:lnTo>
                <a:lnTo>
                  <a:pt x="220513" y="45866"/>
                </a:lnTo>
                <a:lnTo>
                  <a:pt x="220804" y="45647"/>
                </a:lnTo>
                <a:lnTo>
                  <a:pt x="221097" y="45435"/>
                </a:lnTo>
                <a:lnTo>
                  <a:pt x="221393" y="45229"/>
                </a:lnTo>
                <a:lnTo>
                  <a:pt x="221690" y="45029"/>
                </a:lnTo>
                <a:lnTo>
                  <a:pt x="221990" y="44836"/>
                </a:lnTo>
                <a:lnTo>
                  <a:pt x="222291" y="44649"/>
                </a:lnTo>
                <a:lnTo>
                  <a:pt x="222595" y="44468"/>
                </a:lnTo>
                <a:lnTo>
                  <a:pt x="222901" y="44293"/>
                </a:lnTo>
                <a:lnTo>
                  <a:pt x="223208" y="44124"/>
                </a:lnTo>
                <a:lnTo>
                  <a:pt x="223518" y="43962"/>
                </a:lnTo>
                <a:lnTo>
                  <a:pt x="223830" y="43806"/>
                </a:lnTo>
                <a:lnTo>
                  <a:pt x="224144" y="43656"/>
                </a:lnTo>
                <a:lnTo>
                  <a:pt x="224461" y="43513"/>
                </a:lnTo>
                <a:lnTo>
                  <a:pt x="224779" y="43375"/>
                </a:lnTo>
                <a:lnTo>
                  <a:pt x="225099" y="43244"/>
                </a:lnTo>
                <a:lnTo>
                  <a:pt x="225422" y="43120"/>
                </a:lnTo>
                <a:lnTo>
                  <a:pt x="225747" y="43001"/>
                </a:lnTo>
                <a:lnTo>
                  <a:pt x="226073" y="42889"/>
                </a:lnTo>
                <a:lnTo>
                  <a:pt x="226402" y="42783"/>
                </a:lnTo>
                <a:lnTo>
                  <a:pt x="226733" y="42683"/>
                </a:lnTo>
                <a:lnTo>
                  <a:pt x="227064" y="42589"/>
                </a:lnTo>
                <a:lnTo>
                  <a:pt x="227394" y="42498"/>
                </a:lnTo>
                <a:lnTo>
                  <a:pt x="227723" y="42412"/>
                </a:lnTo>
                <a:lnTo>
                  <a:pt x="228051" y="42329"/>
                </a:lnTo>
                <a:lnTo>
                  <a:pt x="228377" y="42251"/>
                </a:lnTo>
                <a:lnTo>
                  <a:pt x="228702" y="42176"/>
                </a:lnTo>
                <a:lnTo>
                  <a:pt x="229026" y="42106"/>
                </a:lnTo>
                <a:lnTo>
                  <a:pt x="229348" y="42039"/>
                </a:lnTo>
                <a:lnTo>
                  <a:pt x="229670" y="41977"/>
                </a:lnTo>
                <a:lnTo>
                  <a:pt x="229990" y="41918"/>
                </a:lnTo>
                <a:lnTo>
                  <a:pt x="230308" y="41864"/>
                </a:lnTo>
                <a:lnTo>
                  <a:pt x="230626" y="41814"/>
                </a:lnTo>
                <a:lnTo>
                  <a:pt x="230942" y="41768"/>
                </a:lnTo>
                <a:lnTo>
                  <a:pt x="231257" y="41725"/>
                </a:lnTo>
                <a:lnTo>
                  <a:pt x="231571" y="41687"/>
                </a:lnTo>
                <a:lnTo>
                  <a:pt x="231883" y="41653"/>
                </a:lnTo>
                <a:lnTo>
                  <a:pt x="232194" y="41623"/>
                </a:lnTo>
                <a:lnTo>
                  <a:pt x="232504" y="41596"/>
                </a:lnTo>
                <a:lnTo>
                  <a:pt x="232813" y="41574"/>
                </a:lnTo>
                <a:lnTo>
                  <a:pt x="233121" y="41556"/>
                </a:lnTo>
                <a:lnTo>
                  <a:pt x="233427" y="41542"/>
                </a:lnTo>
                <a:lnTo>
                  <a:pt x="233732" y="41532"/>
                </a:lnTo>
                <a:lnTo>
                  <a:pt x="234035" y="41526"/>
                </a:lnTo>
                <a:lnTo>
                  <a:pt x="234338" y="41524"/>
                </a:lnTo>
                <a:lnTo>
                  <a:pt x="235234" y="41535"/>
                </a:lnTo>
                <a:lnTo>
                  <a:pt x="236113" y="41568"/>
                </a:lnTo>
                <a:lnTo>
                  <a:pt x="236974" y="41622"/>
                </a:lnTo>
                <a:lnTo>
                  <a:pt x="237818" y="41698"/>
                </a:lnTo>
                <a:lnTo>
                  <a:pt x="238644" y="41797"/>
                </a:lnTo>
                <a:lnTo>
                  <a:pt x="239453" y="41916"/>
                </a:lnTo>
                <a:lnTo>
                  <a:pt x="240244" y="42058"/>
                </a:lnTo>
                <a:lnTo>
                  <a:pt x="241017" y="42222"/>
                </a:lnTo>
                <a:lnTo>
                  <a:pt x="241773" y="42407"/>
                </a:lnTo>
                <a:lnTo>
                  <a:pt x="242511" y="42614"/>
                </a:lnTo>
                <a:lnTo>
                  <a:pt x="243231" y="42843"/>
                </a:lnTo>
                <a:lnTo>
                  <a:pt x="243934" y="43094"/>
                </a:lnTo>
                <a:lnTo>
                  <a:pt x="244619" y="43366"/>
                </a:lnTo>
                <a:lnTo>
                  <a:pt x="245287" y="43661"/>
                </a:lnTo>
                <a:lnTo>
                  <a:pt x="245937" y="43977"/>
                </a:lnTo>
                <a:lnTo>
                  <a:pt x="246570" y="44315"/>
                </a:lnTo>
                <a:lnTo>
                  <a:pt x="247184" y="44675"/>
                </a:lnTo>
                <a:lnTo>
                  <a:pt x="247782" y="45056"/>
                </a:lnTo>
                <a:lnTo>
                  <a:pt x="248361" y="45460"/>
                </a:lnTo>
                <a:lnTo>
                  <a:pt x="248923" y="45885"/>
                </a:lnTo>
                <a:lnTo>
                  <a:pt x="249468" y="46332"/>
                </a:lnTo>
                <a:lnTo>
                  <a:pt x="249995" y="46800"/>
                </a:lnTo>
                <a:lnTo>
                  <a:pt x="250504" y="47291"/>
                </a:lnTo>
                <a:lnTo>
                  <a:pt x="250996" y="47803"/>
                </a:lnTo>
                <a:lnTo>
                  <a:pt x="251470" y="48339"/>
                </a:lnTo>
                <a:lnTo>
                  <a:pt x="251929" y="48901"/>
                </a:lnTo>
                <a:lnTo>
                  <a:pt x="252372" y="49488"/>
                </a:lnTo>
                <a:lnTo>
                  <a:pt x="252800" y="50101"/>
                </a:lnTo>
                <a:lnTo>
                  <a:pt x="253211" y="50740"/>
                </a:lnTo>
                <a:lnTo>
                  <a:pt x="253606" y="51404"/>
                </a:lnTo>
                <a:lnTo>
                  <a:pt x="253985" y="52094"/>
                </a:lnTo>
                <a:lnTo>
                  <a:pt x="254349" y="52810"/>
                </a:lnTo>
                <a:lnTo>
                  <a:pt x="254696" y="53552"/>
                </a:lnTo>
                <a:lnTo>
                  <a:pt x="255028" y="54319"/>
                </a:lnTo>
                <a:lnTo>
                  <a:pt x="255343" y="55112"/>
                </a:lnTo>
                <a:lnTo>
                  <a:pt x="255643" y="55931"/>
                </a:lnTo>
                <a:lnTo>
                  <a:pt x="255927" y="56775"/>
                </a:lnTo>
                <a:lnTo>
                  <a:pt x="256194" y="57645"/>
                </a:lnTo>
                <a:lnTo>
                  <a:pt x="256446" y="58540"/>
                </a:lnTo>
                <a:lnTo>
                  <a:pt x="256682" y="59462"/>
                </a:lnTo>
                <a:lnTo>
                  <a:pt x="256902" y="60409"/>
                </a:lnTo>
                <a:lnTo>
                  <a:pt x="257106" y="61382"/>
                </a:lnTo>
                <a:lnTo>
                  <a:pt x="257295" y="62380"/>
                </a:lnTo>
                <a:lnTo>
                  <a:pt x="257467" y="63404"/>
                </a:lnTo>
                <a:lnTo>
                  <a:pt x="257623" y="64454"/>
                </a:lnTo>
                <a:lnTo>
                  <a:pt x="257764" y="65530"/>
                </a:lnTo>
                <a:lnTo>
                  <a:pt x="257888" y="66631"/>
                </a:lnTo>
                <a:lnTo>
                  <a:pt x="257997" y="67758"/>
                </a:lnTo>
                <a:lnTo>
                  <a:pt x="211001" y="67758"/>
                </a:lnTo>
                <a:lnTo>
                  <a:pt x="211031" y="67110"/>
                </a:lnTo>
                <a:lnTo>
                  <a:pt x="211068" y="66471"/>
                </a:lnTo>
                <a:lnTo>
                  <a:pt x="211113" y="65842"/>
                </a:lnTo>
                <a:lnTo>
                  <a:pt x="211164" y="65222"/>
                </a:lnTo>
                <a:close/>
                <a:moveTo>
                  <a:pt x="348257" y="72101"/>
                </a:moveTo>
                <a:lnTo>
                  <a:pt x="348277" y="71440"/>
                </a:lnTo>
                <a:lnTo>
                  <a:pt x="348302" y="70785"/>
                </a:lnTo>
                <a:lnTo>
                  <a:pt x="348330" y="70139"/>
                </a:lnTo>
                <a:lnTo>
                  <a:pt x="348362" y="69499"/>
                </a:lnTo>
                <a:lnTo>
                  <a:pt x="348398" y="68868"/>
                </a:lnTo>
                <a:lnTo>
                  <a:pt x="348438" y="68243"/>
                </a:lnTo>
                <a:lnTo>
                  <a:pt x="348481" y="67627"/>
                </a:lnTo>
                <a:lnTo>
                  <a:pt x="348528" y="67018"/>
                </a:lnTo>
                <a:lnTo>
                  <a:pt x="348579" y="66416"/>
                </a:lnTo>
                <a:lnTo>
                  <a:pt x="348634" y="65822"/>
                </a:lnTo>
                <a:lnTo>
                  <a:pt x="348692" y="65236"/>
                </a:lnTo>
                <a:lnTo>
                  <a:pt x="348755" y="64657"/>
                </a:lnTo>
                <a:lnTo>
                  <a:pt x="348821" y="64085"/>
                </a:lnTo>
                <a:lnTo>
                  <a:pt x="348890" y="63521"/>
                </a:lnTo>
                <a:lnTo>
                  <a:pt x="348964" y="62965"/>
                </a:lnTo>
                <a:lnTo>
                  <a:pt x="349041" y="62416"/>
                </a:lnTo>
                <a:lnTo>
                  <a:pt x="349122" y="61875"/>
                </a:lnTo>
                <a:lnTo>
                  <a:pt x="349207" y="61341"/>
                </a:lnTo>
                <a:lnTo>
                  <a:pt x="349296" y="60815"/>
                </a:lnTo>
                <a:lnTo>
                  <a:pt x="349389" y="60296"/>
                </a:lnTo>
                <a:lnTo>
                  <a:pt x="349487" y="59785"/>
                </a:lnTo>
                <a:lnTo>
                  <a:pt x="349591" y="59281"/>
                </a:lnTo>
                <a:lnTo>
                  <a:pt x="349699" y="58784"/>
                </a:lnTo>
                <a:lnTo>
                  <a:pt x="349813" y="58295"/>
                </a:lnTo>
                <a:lnTo>
                  <a:pt x="349932" y="57813"/>
                </a:lnTo>
                <a:lnTo>
                  <a:pt x="350056" y="57339"/>
                </a:lnTo>
                <a:lnTo>
                  <a:pt x="350186" y="56872"/>
                </a:lnTo>
                <a:lnTo>
                  <a:pt x="350320" y="56412"/>
                </a:lnTo>
                <a:lnTo>
                  <a:pt x="350460" y="55960"/>
                </a:lnTo>
                <a:lnTo>
                  <a:pt x="350604" y="55515"/>
                </a:lnTo>
                <a:lnTo>
                  <a:pt x="350754" y="55078"/>
                </a:lnTo>
                <a:lnTo>
                  <a:pt x="350910" y="54648"/>
                </a:lnTo>
                <a:lnTo>
                  <a:pt x="351070" y="54225"/>
                </a:lnTo>
                <a:lnTo>
                  <a:pt x="351235" y="53810"/>
                </a:lnTo>
                <a:lnTo>
                  <a:pt x="351406" y="53402"/>
                </a:lnTo>
                <a:lnTo>
                  <a:pt x="351582" y="53002"/>
                </a:lnTo>
                <a:lnTo>
                  <a:pt x="351763" y="52609"/>
                </a:lnTo>
                <a:lnTo>
                  <a:pt x="351949" y="52223"/>
                </a:lnTo>
                <a:lnTo>
                  <a:pt x="352140" y="51845"/>
                </a:lnTo>
                <a:lnTo>
                  <a:pt x="352337" y="51474"/>
                </a:lnTo>
                <a:lnTo>
                  <a:pt x="352539" y="51111"/>
                </a:lnTo>
                <a:lnTo>
                  <a:pt x="352745" y="50755"/>
                </a:lnTo>
                <a:lnTo>
                  <a:pt x="352957" y="50406"/>
                </a:lnTo>
                <a:lnTo>
                  <a:pt x="353175" y="50065"/>
                </a:lnTo>
                <a:lnTo>
                  <a:pt x="353397" y="49731"/>
                </a:lnTo>
                <a:lnTo>
                  <a:pt x="353626" y="49404"/>
                </a:lnTo>
                <a:lnTo>
                  <a:pt x="353859" y="49084"/>
                </a:lnTo>
                <a:lnTo>
                  <a:pt x="354098" y="48772"/>
                </a:lnTo>
                <a:lnTo>
                  <a:pt x="354343" y="48467"/>
                </a:lnTo>
                <a:lnTo>
                  <a:pt x="354593" y="48169"/>
                </a:lnTo>
                <a:lnTo>
                  <a:pt x="354849" y="47879"/>
                </a:lnTo>
                <a:lnTo>
                  <a:pt x="355109" y="47596"/>
                </a:lnTo>
                <a:lnTo>
                  <a:pt x="355376" y="47320"/>
                </a:lnTo>
                <a:lnTo>
                  <a:pt x="355648" y="47051"/>
                </a:lnTo>
                <a:lnTo>
                  <a:pt x="355925" y="46789"/>
                </a:lnTo>
                <a:lnTo>
                  <a:pt x="356208" y="46535"/>
                </a:lnTo>
                <a:lnTo>
                  <a:pt x="356496" y="46288"/>
                </a:lnTo>
                <a:lnTo>
                  <a:pt x="356789" y="46048"/>
                </a:lnTo>
                <a:lnTo>
                  <a:pt x="357088" y="45816"/>
                </a:lnTo>
                <a:lnTo>
                  <a:pt x="357393" y="45591"/>
                </a:lnTo>
                <a:lnTo>
                  <a:pt x="357703" y="45373"/>
                </a:lnTo>
                <a:lnTo>
                  <a:pt x="358018" y="45162"/>
                </a:lnTo>
                <a:lnTo>
                  <a:pt x="358339" y="44959"/>
                </a:lnTo>
                <a:lnTo>
                  <a:pt x="358665" y="44762"/>
                </a:lnTo>
                <a:lnTo>
                  <a:pt x="358997" y="44573"/>
                </a:lnTo>
                <a:lnTo>
                  <a:pt x="359334" y="44392"/>
                </a:lnTo>
                <a:lnTo>
                  <a:pt x="359677" y="44217"/>
                </a:lnTo>
                <a:lnTo>
                  <a:pt x="360026" y="44050"/>
                </a:lnTo>
                <a:lnTo>
                  <a:pt x="360382" y="43890"/>
                </a:lnTo>
                <a:lnTo>
                  <a:pt x="360745" y="43737"/>
                </a:lnTo>
                <a:lnTo>
                  <a:pt x="361115" y="43591"/>
                </a:lnTo>
                <a:lnTo>
                  <a:pt x="361493" y="43452"/>
                </a:lnTo>
                <a:lnTo>
                  <a:pt x="361877" y="43321"/>
                </a:lnTo>
                <a:lnTo>
                  <a:pt x="362269" y="43196"/>
                </a:lnTo>
                <a:lnTo>
                  <a:pt x="362668" y="43079"/>
                </a:lnTo>
                <a:lnTo>
                  <a:pt x="363074" y="42968"/>
                </a:lnTo>
                <a:lnTo>
                  <a:pt x="363487" y="42865"/>
                </a:lnTo>
                <a:lnTo>
                  <a:pt x="363907" y="42769"/>
                </a:lnTo>
                <a:lnTo>
                  <a:pt x="364334" y="42680"/>
                </a:lnTo>
                <a:lnTo>
                  <a:pt x="364769" y="42598"/>
                </a:lnTo>
                <a:lnTo>
                  <a:pt x="365210" y="42524"/>
                </a:lnTo>
                <a:lnTo>
                  <a:pt x="365659" y="42456"/>
                </a:lnTo>
                <a:lnTo>
                  <a:pt x="366115" y="42395"/>
                </a:lnTo>
                <a:lnTo>
                  <a:pt x="366578" y="42342"/>
                </a:lnTo>
                <a:lnTo>
                  <a:pt x="367048" y="42296"/>
                </a:lnTo>
                <a:lnTo>
                  <a:pt x="367525" y="42257"/>
                </a:lnTo>
                <a:lnTo>
                  <a:pt x="368009" y="42225"/>
                </a:lnTo>
                <a:lnTo>
                  <a:pt x="368501" y="42200"/>
                </a:lnTo>
                <a:lnTo>
                  <a:pt x="368999" y="42182"/>
                </a:lnTo>
                <a:lnTo>
                  <a:pt x="369505" y="42171"/>
                </a:lnTo>
                <a:lnTo>
                  <a:pt x="370018" y="42168"/>
                </a:lnTo>
                <a:lnTo>
                  <a:pt x="370715" y="42175"/>
                </a:lnTo>
                <a:lnTo>
                  <a:pt x="371399" y="42197"/>
                </a:lnTo>
                <a:lnTo>
                  <a:pt x="372070" y="42234"/>
                </a:lnTo>
                <a:lnTo>
                  <a:pt x="372727" y="42285"/>
                </a:lnTo>
                <a:lnTo>
                  <a:pt x="373371" y="42351"/>
                </a:lnTo>
                <a:lnTo>
                  <a:pt x="374001" y="42432"/>
                </a:lnTo>
                <a:lnTo>
                  <a:pt x="374618" y="42527"/>
                </a:lnTo>
                <a:lnTo>
                  <a:pt x="375222" y="42637"/>
                </a:lnTo>
                <a:lnTo>
                  <a:pt x="375812" y="42762"/>
                </a:lnTo>
                <a:lnTo>
                  <a:pt x="376388" y="42901"/>
                </a:lnTo>
                <a:lnTo>
                  <a:pt x="376952" y="43055"/>
                </a:lnTo>
                <a:lnTo>
                  <a:pt x="377502" y="43223"/>
                </a:lnTo>
                <a:lnTo>
                  <a:pt x="378038" y="43407"/>
                </a:lnTo>
                <a:lnTo>
                  <a:pt x="378561" y="43605"/>
                </a:lnTo>
                <a:lnTo>
                  <a:pt x="379071" y="43817"/>
                </a:lnTo>
                <a:lnTo>
                  <a:pt x="379567" y="44044"/>
                </a:lnTo>
                <a:lnTo>
                  <a:pt x="380050" y="44286"/>
                </a:lnTo>
                <a:lnTo>
                  <a:pt x="380519" y="44543"/>
                </a:lnTo>
                <a:lnTo>
                  <a:pt x="380975" y="44814"/>
                </a:lnTo>
                <a:lnTo>
                  <a:pt x="381418" y="45100"/>
                </a:lnTo>
                <a:lnTo>
                  <a:pt x="381847" y="45400"/>
                </a:lnTo>
                <a:lnTo>
                  <a:pt x="382263" y="45716"/>
                </a:lnTo>
                <a:lnTo>
                  <a:pt x="382665" y="46046"/>
                </a:lnTo>
                <a:lnTo>
                  <a:pt x="383054" y="46390"/>
                </a:lnTo>
                <a:lnTo>
                  <a:pt x="383430" y="46747"/>
                </a:lnTo>
                <a:lnTo>
                  <a:pt x="383795" y="47114"/>
                </a:lnTo>
                <a:lnTo>
                  <a:pt x="384147" y="47491"/>
                </a:lnTo>
                <a:lnTo>
                  <a:pt x="384487" y="47879"/>
                </a:lnTo>
                <a:lnTo>
                  <a:pt x="384815" y="48276"/>
                </a:lnTo>
                <a:lnTo>
                  <a:pt x="385131" y="48684"/>
                </a:lnTo>
                <a:lnTo>
                  <a:pt x="385436" y="49103"/>
                </a:lnTo>
                <a:lnTo>
                  <a:pt x="385728" y="49531"/>
                </a:lnTo>
                <a:lnTo>
                  <a:pt x="386008" y="49970"/>
                </a:lnTo>
                <a:lnTo>
                  <a:pt x="386276" y="50419"/>
                </a:lnTo>
                <a:lnTo>
                  <a:pt x="386532" y="50878"/>
                </a:lnTo>
                <a:lnTo>
                  <a:pt x="386776" y="51347"/>
                </a:lnTo>
                <a:lnTo>
                  <a:pt x="387008" y="51827"/>
                </a:lnTo>
                <a:lnTo>
                  <a:pt x="387228" y="52317"/>
                </a:lnTo>
                <a:lnTo>
                  <a:pt x="387436" y="52817"/>
                </a:lnTo>
                <a:lnTo>
                  <a:pt x="387632" y="53328"/>
                </a:lnTo>
                <a:lnTo>
                  <a:pt x="387816" y="53848"/>
                </a:lnTo>
                <a:lnTo>
                  <a:pt x="387988" y="54379"/>
                </a:lnTo>
                <a:lnTo>
                  <a:pt x="388148" y="54920"/>
                </a:lnTo>
                <a:lnTo>
                  <a:pt x="388296" y="55472"/>
                </a:lnTo>
                <a:lnTo>
                  <a:pt x="388432" y="56033"/>
                </a:lnTo>
                <a:lnTo>
                  <a:pt x="388556" y="56605"/>
                </a:lnTo>
                <a:lnTo>
                  <a:pt x="388668" y="57187"/>
                </a:lnTo>
                <a:lnTo>
                  <a:pt x="388768" y="57779"/>
                </a:lnTo>
                <a:lnTo>
                  <a:pt x="403655" y="56655"/>
                </a:lnTo>
                <a:lnTo>
                  <a:pt x="403565" y="56202"/>
                </a:lnTo>
                <a:lnTo>
                  <a:pt x="403470" y="55751"/>
                </a:lnTo>
                <a:lnTo>
                  <a:pt x="403370" y="55303"/>
                </a:lnTo>
                <a:lnTo>
                  <a:pt x="403264" y="54857"/>
                </a:lnTo>
                <a:lnTo>
                  <a:pt x="403153" y="54414"/>
                </a:lnTo>
                <a:lnTo>
                  <a:pt x="403037" y="53973"/>
                </a:lnTo>
                <a:lnTo>
                  <a:pt x="402915" y="53535"/>
                </a:lnTo>
                <a:lnTo>
                  <a:pt x="402788" y="53099"/>
                </a:lnTo>
                <a:lnTo>
                  <a:pt x="402656" y="52666"/>
                </a:lnTo>
                <a:lnTo>
                  <a:pt x="402518" y="52235"/>
                </a:lnTo>
                <a:lnTo>
                  <a:pt x="402375" y="51807"/>
                </a:lnTo>
                <a:lnTo>
                  <a:pt x="402227" y="51381"/>
                </a:lnTo>
                <a:lnTo>
                  <a:pt x="402073" y="50958"/>
                </a:lnTo>
                <a:lnTo>
                  <a:pt x="401914" y="50537"/>
                </a:lnTo>
                <a:lnTo>
                  <a:pt x="401750" y="50119"/>
                </a:lnTo>
                <a:lnTo>
                  <a:pt x="401581" y="49703"/>
                </a:lnTo>
                <a:lnTo>
                  <a:pt x="401406" y="49290"/>
                </a:lnTo>
                <a:lnTo>
                  <a:pt x="401226" y="48880"/>
                </a:lnTo>
                <a:lnTo>
                  <a:pt x="401041" y="48471"/>
                </a:lnTo>
                <a:lnTo>
                  <a:pt x="400850" y="48066"/>
                </a:lnTo>
                <a:lnTo>
                  <a:pt x="400654" y="47663"/>
                </a:lnTo>
                <a:lnTo>
                  <a:pt x="400453" y="47262"/>
                </a:lnTo>
                <a:lnTo>
                  <a:pt x="400246" y="46864"/>
                </a:lnTo>
                <a:lnTo>
                  <a:pt x="400034" y="46468"/>
                </a:lnTo>
                <a:lnTo>
                  <a:pt x="399817" y="46076"/>
                </a:lnTo>
                <a:lnTo>
                  <a:pt x="399594" y="45687"/>
                </a:lnTo>
                <a:lnTo>
                  <a:pt x="399366" y="45304"/>
                </a:lnTo>
                <a:lnTo>
                  <a:pt x="399132" y="44924"/>
                </a:lnTo>
                <a:lnTo>
                  <a:pt x="398893" y="44549"/>
                </a:lnTo>
                <a:lnTo>
                  <a:pt x="398648" y="44178"/>
                </a:lnTo>
                <a:lnTo>
                  <a:pt x="398398" y="43812"/>
                </a:lnTo>
                <a:lnTo>
                  <a:pt x="398143" y="43449"/>
                </a:lnTo>
                <a:lnTo>
                  <a:pt x="397882" y="43092"/>
                </a:lnTo>
                <a:lnTo>
                  <a:pt x="397616" y="42738"/>
                </a:lnTo>
                <a:lnTo>
                  <a:pt x="397344" y="42389"/>
                </a:lnTo>
                <a:lnTo>
                  <a:pt x="397067" y="42044"/>
                </a:lnTo>
                <a:lnTo>
                  <a:pt x="396784" y="41703"/>
                </a:lnTo>
                <a:lnTo>
                  <a:pt x="396496" y="41367"/>
                </a:lnTo>
                <a:lnTo>
                  <a:pt x="396202" y="41035"/>
                </a:lnTo>
                <a:lnTo>
                  <a:pt x="395903" y="40708"/>
                </a:lnTo>
                <a:lnTo>
                  <a:pt x="395599" y="40384"/>
                </a:lnTo>
                <a:lnTo>
                  <a:pt x="395289" y="40065"/>
                </a:lnTo>
                <a:lnTo>
                  <a:pt x="394973" y="39751"/>
                </a:lnTo>
                <a:lnTo>
                  <a:pt x="394652" y="39440"/>
                </a:lnTo>
                <a:lnTo>
                  <a:pt x="394326" y="39134"/>
                </a:lnTo>
                <a:lnTo>
                  <a:pt x="393994" y="38833"/>
                </a:lnTo>
                <a:lnTo>
                  <a:pt x="393657" y="38535"/>
                </a:lnTo>
                <a:lnTo>
                  <a:pt x="393315" y="38242"/>
                </a:lnTo>
                <a:lnTo>
                  <a:pt x="392966" y="37954"/>
                </a:lnTo>
                <a:lnTo>
                  <a:pt x="392613" y="37671"/>
                </a:lnTo>
                <a:lnTo>
                  <a:pt x="392254" y="37393"/>
                </a:lnTo>
                <a:lnTo>
                  <a:pt x="391889" y="37120"/>
                </a:lnTo>
                <a:lnTo>
                  <a:pt x="391520" y="36852"/>
                </a:lnTo>
                <a:lnTo>
                  <a:pt x="391144" y="36590"/>
                </a:lnTo>
                <a:lnTo>
                  <a:pt x="390763" y="36333"/>
                </a:lnTo>
                <a:lnTo>
                  <a:pt x="390377" y="36080"/>
                </a:lnTo>
                <a:lnTo>
                  <a:pt x="389986" y="35833"/>
                </a:lnTo>
                <a:lnTo>
                  <a:pt x="389588" y="35591"/>
                </a:lnTo>
                <a:lnTo>
                  <a:pt x="389186" y="35355"/>
                </a:lnTo>
                <a:lnTo>
                  <a:pt x="388778" y="35123"/>
                </a:lnTo>
                <a:lnTo>
                  <a:pt x="388364" y="34897"/>
                </a:lnTo>
                <a:lnTo>
                  <a:pt x="387945" y="34676"/>
                </a:lnTo>
                <a:lnTo>
                  <a:pt x="387521" y="34460"/>
                </a:lnTo>
                <a:lnTo>
                  <a:pt x="387091" y="34249"/>
                </a:lnTo>
                <a:lnTo>
                  <a:pt x="386656" y="34043"/>
                </a:lnTo>
                <a:lnTo>
                  <a:pt x="386215" y="33842"/>
                </a:lnTo>
                <a:lnTo>
                  <a:pt x="385769" y="33647"/>
                </a:lnTo>
                <a:lnTo>
                  <a:pt x="385318" y="33457"/>
                </a:lnTo>
                <a:lnTo>
                  <a:pt x="384860" y="33272"/>
                </a:lnTo>
                <a:lnTo>
                  <a:pt x="384398" y="33092"/>
                </a:lnTo>
                <a:lnTo>
                  <a:pt x="383930" y="32917"/>
                </a:lnTo>
                <a:lnTo>
                  <a:pt x="383457" y="32747"/>
                </a:lnTo>
                <a:lnTo>
                  <a:pt x="382978" y="32584"/>
                </a:lnTo>
                <a:lnTo>
                  <a:pt x="382493" y="32427"/>
                </a:lnTo>
                <a:lnTo>
                  <a:pt x="382003" y="32277"/>
                </a:lnTo>
                <a:lnTo>
                  <a:pt x="381507" y="32134"/>
                </a:lnTo>
                <a:lnTo>
                  <a:pt x="381006" y="31998"/>
                </a:lnTo>
                <a:lnTo>
                  <a:pt x="380499" y="31869"/>
                </a:lnTo>
                <a:lnTo>
                  <a:pt x="379987" y="31748"/>
                </a:lnTo>
                <a:lnTo>
                  <a:pt x="379469" y="31633"/>
                </a:lnTo>
                <a:lnTo>
                  <a:pt x="378945" y="31525"/>
                </a:lnTo>
                <a:lnTo>
                  <a:pt x="378416" y="31423"/>
                </a:lnTo>
                <a:lnTo>
                  <a:pt x="377881" y="31329"/>
                </a:lnTo>
                <a:lnTo>
                  <a:pt x="377341" y="31242"/>
                </a:lnTo>
                <a:lnTo>
                  <a:pt x="376795" y="31162"/>
                </a:lnTo>
                <a:lnTo>
                  <a:pt x="376243" y="31089"/>
                </a:lnTo>
                <a:lnTo>
                  <a:pt x="375686" y="31023"/>
                </a:lnTo>
                <a:lnTo>
                  <a:pt x="375123" y="30964"/>
                </a:lnTo>
                <a:lnTo>
                  <a:pt x="374555" y="30911"/>
                </a:lnTo>
                <a:lnTo>
                  <a:pt x="373981" y="30866"/>
                </a:lnTo>
                <a:lnTo>
                  <a:pt x="373401" y="30828"/>
                </a:lnTo>
                <a:lnTo>
                  <a:pt x="372816" y="30796"/>
                </a:lnTo>
                <a:lnTo>
                  <a:pt x="372226" y="30772"/>
                </a:lnTo>
                <a:lnTo>
                  <a:pt x="371629" y="30755"/>
                </a:lnTo>
                <a:lnTo>
                  <a:pt x="371027" y="30744"/>
                </a:lnTo>
                <a:lnTo>
                  <a:pt x="370420" y="30741"/>
                </a:lnTo>
                <a:lnTo>
                  <a:pt x="370031" y="30742"/>
                </a:lnTo>
                <a:lnTo>
                  <a:pt x="369643" y="30747"/>
                </a:lnTo>
                <a:lnTo>
                  <a:pt x="369254" y="30755"/>
                </a:lnTo>
                <a:lnTo>
                  <a:pt x="368866" y="30766"/>
                </a:lnTo>
                <a:lnTo>
                  <a:pt x="368479" y="30781"/>
                </a:lnTo>
                <a:lnTo>
                  <a:pt x="368091" y="30798"/>
                </a:lnTo>
                <a:lnTo>
                  <a:pt x="367704" y="30819"/>
                </a:lnTo>
                <a:lnTo>
                  <a:pt x="367317" y="30843"/>
                </a:lnTo>
                <a:lnTo>
                  <a:pt x="366931" y="30871"/>
                </a:lnTo>
                <a:lnTo>
                  <a:pt x="366544" y="30901"/>
                </a:lnTo>
                <a:lnTo>
                  <a:pt x="366158" y="30935"/>
                </a:lnTo>
                <a:lnTo>
                  <a:pt x="365773" y="30972"/>
                </a:lnTo>
                <a:lnTo>
                  <a:pt x="365387" y="31012"/>
                </a:lnTo>
                <a:lnTo>
                  <a:pt x="365002" y="31056"/>
                </a:lnTo>
                <a:lnTo>
                  <a:pt x="364617" y="31102"/>
                </a:lnTo>
                <a:lnTo>
                  <a:pt x="364233" y="31152"/>
                </a:lnTo>
                <a:lnTo>
                  <a:pt x="363848" y="31205"/>
                </a:lnTo>
                <a:lnTo>
                  <a:pt x="363464" y="31261"/>
                </a:lnTo>
                <a:lnTo>
                  <a:pt x="363080" y="31321"/>
                </a:lnTo>
                <a:lnTo>
                  <a:pt x="362697" y="31383"/>
                </a:lnTo>
                <a:lnTo>
                  <a:pt x="362314" y="31449"/>
                </a:lnTo>
                <a:lnTo>
                  <a:pt x="361931" y="31518"/>
                </a:lnTo>
                <a:lnTo>
                  <a:pt x="361548" y="31591"/>
                </a:lnTo>
                <a:lnTo>
                  <a:pt x="361166" y="31666"/>
                </a:lnTo>
                <a:lnTo>
                  <a:pt x="360784" y="31745"/>
                </a:lnTo>
                <a:lnTo>
                  <a:pt x="360404" y="31828"/>
                </a:lnTo>
                <a:lnTo>
                  <a:pt x="360026" y="31915"/>
                </a:lnTo>
                <a:lnTo>
                  <a:pt x="359649" y="32006"/>
                </a:lnTo>
                <a:lnTo>
                  <a:pt x="359274" y="32101"/>
                </a:lnTo>
                <a:lnTo>
                  <a:pt x="358900" y="32199"/>
                </a:lnTo>
                <a:lnTo>
                  <a:pt x="358528" y="32302"/>
                </a:lnTo>
                <a:lnTo>
                  <a:pt x="358157" y="32408"/>
                </a:lnTo>
                <a:lnTo>
                  <a:pt x="357788" y="32519"/>
                </a:lnTo>
                <a:lnTo>
                  <a:pt x="357420" y="32633"/>
                </a:lnTo>
                <a:lnTo>
                  <a:pt x="357054" y="32751"/>
                </a:lnTo>
                <a:lnTo>
                  <a:pt x="356689" y="32873"/>
                </a:lnTo>
                <a:lnTo>
                  <a:pt x="356326" y="32999"/>
                </a:lnTo>
                <a:lnTo>
                  <a:pt x="355965" y="33129"/>
                </a:lnTo>
                <a:lnTo>
                  <a:pt x="355605" y="33263"/>
                </a:lnTo>
                <a:lnTo>
                  <a:pt x="355246" y="33401"/>
                </a:lnTo>
                <a:lnTo>
                  <a:pt x="354890" y="33542"/>
                </a:lnTo>
                <a:lnTo>
                  <a:pt x="354534" y="33688"/>
                </a:lnTo>
                <a:lnTo>
                  <a:pt x="354180" y="33837"/>
                </a:lnTo>
                <a:lnTo>
                  <a:pt x="353828" y="33991"/>
                </a:lnTo>
                <a:lnTo>
                  <a:pt x="353477" y="34148"/>
                </a:lnTo>
                <a:lnTo>
                  <a:pt x="353128" y="34309"/>
                </a:lnTo>
                <a:lnTo>
                  <a:pt x="352780" y="34475"/>
                </a:lnTo>
                <a:lnTo>
                  <a:pt x="352434" y="34644"/>
                </a:lnTo>
                <a:lnTo>
                  <a:pt x="352090" y="34817"/>
                </a:lnTo>
                <a:lnTo>
                  <a:pt x="351748" y="34995"/>
                </a:lnTo>
                <a:lnTo>
                  <a:pt x="351408" y="35178"/>
                </a:lnTo>
                <a:lnTo>
                  <a:pt x="351070" y="35366"/>
                </a:lnTo>
                <a:lnTo>
                  <a:pt x="350734" y="35558"/>
                </a:lnTo>
                <a:lnTo>
                  <a:pt x="350400" y="35755"/>
                </a:lnTo>
                <a:lnTo>
                  <a:pt x="350068" y="35957"/>
                </a:lnTo>
                <a:lnTo>
                  <a:pt x="349738" y="36164"/>
                </a:lnTo>
                <a:lnTo>
                  <a:pt x="349411" y="36375"/>
                </a:lnTo>
                <a:lnTo>
                  <a:pt x="349085" y="36591"/>
                </a:lnTo>
                <a:lnTo>
                  <a:pt x="348762" y="36812"/>
                </a:lnTo>
                <a:lnTo>
                  <a:pt x="348441" y="37038"/>
                </a:lnTo>
                <a:lnTo>
                  <a:pt x="348122" y="37268"/>
                </a:lnTo>
                <a:lnTo>
                  <a:pt x="347805" y="37503"/>
                </a:lnTo>
                <a:lnTo>
                  <a:pt x="347490" y="37743"/>
                </a:lnTo>
                <a:lnTo>
                  <a:pt x="347177" y="37988"/>
                </a:lnTo>
                <a:lnTo>
                  <a:pt x="346866" y="38237"/>
                </a:lnTo>
                <a:lnTo>
                  <a:pt x="346557" y="38491"/>
                </a:lnTo>
                <a:lnTo>
                  <a:pt x="346251" y="38750"/>
                </a:lnTo>
                <a:lnTo>
                  <a:pt x="345946" y="39014"/>
                </a:lnTo>
                <a:lnTo>
                  <a:pt x="345644" y="39282"/>
                </a:lnTo>
                <a:lnTo>
                  <a:pt x="345343" y="39555"/>
                </a:lnTo>
                <a:lnTo>
                  <a:pt x="345045" y="39833"/>
                </a:lnTo>
                <a:lnTo>
                  <a:pt x="344749" y="40116"/>
                </a:lnTo>
                <a:lnTo>
                  <a:pt x="344456" y="40404"/>
                </a:lnTo>
                <a:lnTo>
                  <a:pt x="344165" y="40697"/>
                </a:lnTo>
                <a:lnTo>
                  <a:pt x="343878" y="40996"/>
                </a:lnTo>
                <a:lnTo>
                  <a:pt x="343595" y="41300"/>
                </a:lnTo>
                <a:lnTo>
                  <a:pt x="343314" y="41611"/>
                </a:lnTo>
                <a:lnTo>
                  <a:pt x="343037" y="41926"/>
                </a:lnTo>
                <a:lnTo>
                  <a:pt x="342762" y="42248"/>
                </a:lnTo>
                <a:lnTo>
                  <a:pt x="342491" y="42575"/>
                </a:lnTo>
                <a:lnTo>
                  <a:pt x="342224" y="42907"/>
                </a:lnTo>
                <a:lnTo>
                  <a:pt x="341959" y="43245"/>
                </a:lnTo>
                <a:lnTo>
                  <a:pt x="341698" y="43589"/>
                </a:lnTo>
                <a:lnTo>
                  <a:pt x="341440" y="43938"/>
                </a:lnTo>
                <a:lnTo>
                  <a:pt x="341185" y="44293"/>
                </a:lnTo>
                <a:lnTo>
                  <a:pt x="340933" y="44653"/>
                </a:lnTo>
                <a:lnTo>
                  <a:pt x="340685" y="45020"/>
                </a:lnTo>
                <a:lnTo>
                  <a:pt x="340439" y="45391"/>
                </a:lnTo>
                <a:lnTo>
                  <a:pt x="340197" y="45768"/>
                </a:lnTo>
                <a:lnTo>
                  <a:pt x="339959" y="46151"/>
                </a:lnTo>
                <a:lnTo>
                  <a:pt x="339723" y="46540"/>
                </a:lnTo>
                <a:lnTo>
                  <a:pt x="339490" y="46934"/>
                </a:lnTo>
                <a:lnTo>
                  <a:pt x="339261" y="47333"/>
                </a:lnTo>
                <a:lnTo>
                  <a:pt x="339035" y="47738"/>
                </a:lnTo>
                <a:lnTo>
                  <a:pt x="338813" y="48149"/>
                </a:lnTo>
                <a:lnTo>
                  <a:pt x="338593" y="48565"/>
                </a:lnTo>
                <a:lnTo>
                  <a:pt x="338377" y="48987"/>
                </a:lnTo>
                <a:lnTo>
                  <a:pt x="338165" y="49415"/>
                </a:lnTo>
                <a:lnTo>
                  <a:pt x="337957" y="49849"/>
                </a:lnTo>
                <a:lnTo>
                  <a:pt x="337754" y="50289"/>
                </a:lnTo>
                <a:lnTo>
                  <a:pt x="337554" y="50734"/>
                </a:lnTo>
                <a:lnTo>
                  <a:pt x="337358" y="51186"/>
                </a:lnTo>
                <a:lnTo>
                  <a:pt x="337167" y="51643"/>
                </a:lnTo>
                <a:lnTo>
                  <a:pt x="336979" y="52106"/>
                </a:lnTo>
                <a:lnTo>
                  <a:pt x="336796" y="52575"/>
                </a:lnTo>
                <a:lnTo>
                  <a:pt x="336616" y="53050"/>
                </a:lnTo>
                <a:lnTo>
                  <a:pt x="336441" y="53531"/>
                </a:lnTo>
                <a:lnTo>
                  <a:pt x="336269" y="54017"/>
                </a:lnTo>
                <a:lnTo>
                  <a:pt x="336102" y="54510"/>
                </a:lnTo>
                <a:lnTo>
                  <a:pt x="335939" y="55008"/>
                </a:lnTo>
                <a:lnTo>
                  <a:pt x="335780" y="55512"/>
                </a:lnTo>
                <a:lnTo>
                  <a:pt x="335624" y="56023"/>
                </a:lnTo>
                <a:lnTo>
                  <a:pt x="335473" y="56538"/>
                </a:lnTo>
                <a:lnTo>
                  <a:pt x="335326" y="57060"/>
                </a:lnTo>
                <a:lnTo>
                  <a:pt x="335183" y="57588"/>
                </a:lnTo>
                <a:lnTo>
                  <a:pt x="335044" y="58122"/>
                </a:lnTo>
                <a:lnTo>
                  <a:pt x="334909" y="58661"/>
                </a:lnTo>
                <a:lnTo>
                  <a:pt x="334779" y="59206"/>
                </a:lnTo>
                <a:lnTo>
                  <a:pt x="334652" y="59757"/>
                </a:lnTo>
                <a:lnTo>
                  <a:pt x="334529" y="60314"/>
                </a:lnTo>
                <a:lnTo>
                  <a:pt x="334411" y="60878"/>
                </a:lnTo>
                <a:lnTo>
                  <a:pt x="334298" y="61449"/>
                </a:lnTo>
                <a:lnTo>
                  <a:pt x="334190" y="62026"/>
                </a:lnTo>
                <a:lnTo>
                  <a:pt x="334087" y="62611"/>
                </a:lnTo>
                <a:lnTo>
                  <a:pt x="333988" y="63203"/>
                </a:lnTo>
                <a:lnTo>
                  <a:pt x="333895" y="63802"/>
                </a:lnTo>
                <a:lnTo>
                  <a:pt x="333807" y="64409"/>
                </a:lnTo>
                <a:lnTo>
                  <a:pt x="333724" y="65022"/>
                </a:lnTo>
                <a:lnTo>
                  <a:pt x="333646" y="65643"/>
                </a:lnTo>
                <a:lnTo>
                  <a:pt x="333573" y="66270"/>
                </a:lnTo>
                <a:lnTo>
                  <a:pt x="333506" y="66905"/>
                </a:lnTo>
                <a:lnTo>
                  <a:pt x="333443" y="67547"/>
                </a:lnTo>
                <a:lnTo>
                  <a:pt x="333385" y="68196"/>
                </a:lnTo>
                <a:lnTo>
                  <a:pt x="333332" y="68852"/>
                </a:lnTo>
                <a:lnTo>
                  <a:pt x="333284" y="69515"/>
                </a:lnTo>
                <a:lnTo>
                  <a:pt x="333242" y="70186"/>
                </a:lnTo>
                <a:lnTo>
                  <a:pt x="333204" y="70863"/>
                </a:lnTo>
                <a:lnTo>
                  <a:pt x="333171" y="71548"/>
                </a:lnTo>
                <a:lnTo>
                  <a:pt x="333143" y="72240"/>
                </a:lnTo>
                <a:lnTo>
                  <a:pt x="333121" y="72939"/>
                </a:lnTo>
                <a:lnTo>
                  <a:pt x="333103" y="73645"/>
                </a:lnTo>
                <a:lnTo>
                  <a:pt x="333091" y="74358"/>
                </a:lnTo>
                <a:lnTo>
                  <a:pt x="333083" y="75078"/>
                </a:lnTo>
                <a:lnTo>
                  <a:pt x="333081" y="75805"/>
                </a:lnTo>
                <a:lnTo>
                  <a:pt x="333084" y="76608"/>
                </a:lnTo>
                <a:lnTo>
                  <a:pt x="333095" y="77405"/>
                </a:lnTo>
                <a:lnTo>
                  <a:pt x="333112" y="78198"/>
                </a:lnTo>
                <a:lnTo>
                  <a:pt x="333136" y="78985"/>
                </a:lnTo>
                <a:lnTo>
                  <a:pt x="333168" y="79768"/>
                </a:lnTo>
                <a:lnTo>
                  <a:pt x="333206" y="80546"/>
                </a:lnTo>
                <a:lnTo>
                  <a:pt x="333252" y="81319"/>
                </a:lnTo>
                <a:lnTo>
                  <a:pt x="333304" y="82087"/>
                </a:lnTo>
                <a:lnTo>
                  <a:pt x="333364" y="82850"/>
                </a:lnTo>
                <a:lnTo>
                  <a:pt x="333430" y="83608"/>
                </a:lnTo>
                <a:lnTo>
                  <a:pt x="333503" y="84362"/>
                </a:lnTo>
                <a:lnTo>
                  <a:pt x="333584" y="85110"/>
                </a:lnTo>
                <a:lnTo>
                  <a:pt x="333671" y="85854"/>
                </a:lnTo>
                <a:lnTo>
                  <a:pt x="333765" y="86592"/>
                </a:lnTo>
                <a:lnTo>
                  <a:pt x="333866" y="87326"/>
                </a:lnTo>
                <a:lnTo>
                  <a:pt x="333975" y="88055"/>
                </a:lnTo>
                <a:lnTo>
                  <a:pt x="334090" y="88779"/>
                </a:lnTo>
                <a:lnTo>
                  <a:pt x="334212" y="89498"/>
                </a:lnTo>
                <a:lnTo>
                  <a:pt x="334341" y="90213"/>
                </a:lnTo>
                <a:lnTo>
                  <a:pt x="334478" y="90922"/>
                </a:lnTo>
                <a:lnTo>
                  <a:pt x="334621" y="91626"/>
                </a:lnTo>
                <a:lnTo>
                  <a:pt x="334771" y="92326"/>
                </a:lnTo>
                <a:lnTo>
                  <a:pt x="334928" y="93021"/>
                </a:lnTo>
                <a:lnTo>
                  <a:pt x="335092" y="93711"/>
                </a:lnTo>
                <a:lnTo>
                  <a:pt x="335264" y="94394"/>
                </a:lnTo>
                <a:lnTo>
                  <a:pt x="335445" y="95070"/>
                </a:lnTo>
                <a:lnTo>
                  <a:pt x="335634" y="95739"/>
                </a:lnTo>
                <a:lnTo>
                  <a:pt x="335831" y="96400"/>
                </a:lnTo>
                <a:lnTo>
                  <a:pt x="336037" y="97053"/>
                </a:lnTo>
                <a:lnTo>
                  <a:pt x="336252" y="97699"/>
                </a:lnTo>
                <a:lnTo>
                  <a:pt x="336475" y="98337"/>
                </a:lnTo>
                <a:lnTo>
                  <a:pt x="336706" y="98968"/>
                </a:lnTo>
                <a:lnTo>
                  <a:pt x="336946" y="99591"/>
                </a:lnTo>
                <a:lnTo>
                  <a:pt x="337195" y="100207"/>
                </a:lnTo>
                <a:lnTo>
                  <a:pt x="337452" y="100815"/>
                </a:lnTo>
                <a:lnTo>
                  <a:pt x="337718" y="101416"/>
                </a:lnTo>
                <a:lnTo>
                  <a:pt x="337992" y="102009"/>
                </a:lnTo>
                <a:lnTo>
                  <a:pt x="338275" y="102594"/>
                </a:lnTo>
                <a:lnTo>
                  <a:pt x="338566" y="103172"/>
                </a:lnTo>
                <a:lnTo>
                  <a:pt x="338866" y="103743"/>
                </a:lnTo>
                <a:lnTo>
                  <a:pt x="339174" y="104306"/>
                </a:lnTo>
                <a:lnTo>
                  <a:pt x="339491" y="104861"/>
                </a:lnTo>
                <a:lnTo>
                  <a:pt x="339816" y="105409"/>
                </a:lnTo>
                <a:lnTo>
                  <a:pt x="340150" y="105949"/>
                </a:lnTo>
                <a:lnTo>
                  <a:pt x="340492" y="106482"/>
                </a:lnTo>
                <a:lnTo>
                  <a:pt x="340843" y="107007"/>
                </a:lnTo>
                <a:lnTo>
                  <a:pt x="341203" y="107525"/>
                </a:lnTo>
                <a:lnTo>
                  <a:pt x="341570" y="108035"/>
                </a:lnTo>
                <a:lnTo>
                  <a:pt x="341947" y="108537"/>
                </a:lnTo>
                <a:lnTo>
                  <a:pt x="342334" y="109029"/>
                </a:lnTo>
                <a:lnTo>
                  <a:pt x="342729" y="109513"/>
                </a:lnTo>
                <a:lnTo>
                  <a:pt x="343134" y="109987"/>
                </a:lnTo>
                <a:lnTo>
                  <a:pt x="343548" y="110453"/>
                </a:lnTo>
                <a:lnTo>
                  <a:pt x="343972" y="110909"/>
                </a:lnTo>
                <a:lnTo>
                  <a:pt x="344405" y="111356"/>
                </a:lnTo>
                <a:lnTo>
                  <a:pt x="344848" y="111795"/>
                </a:lnTo>
                <a:lnTo>
                  <a:pt x="345299" y="112224"/>
                </a:lnTo>
                <a:lnTo>
                  <a:pt x="345760" y="112644"/>
                </a:lnTo>
                <a:lnTo>
                  <a:pt x="346231" y="113055"/>
                </a:lnTo>
                <a:lnTo>
                  <a:pt x="346711" y="113457"/>
                </a:lnTo>
                <a:lnTo>
                  <a:pt x="347200" y="113849"/>
                </a:lnTo>
                <a:lnTo>
                  <a:pt x="347698" y="114233"/>
                </a:lnTo>
                <a:lnTo>
                  <a:pt x="348206" y="114608"/>
                </a:lnTo>
                <a:lnTo>
                  <a:pt x="348724" y="114973"/>
                </a:lnTo>
                <a:lnTo>
                  <a:pt x="349250" y="115330"/>
                </a:lnTo>
                <a:lnTo>
                  <a:pt x="349786" y="115677"/>
                </a:lnTo>
                <a:lnTo>
                  <a:pt x="350332" y="116015"/>
                </a:lnTo>
                <a:lnTo>
                  <a:pt x="350886" y="116345"/>
                </a:lnTo>
                <a:lnTo>
                  <a:pt x="351450" y="116665"/>
                </a:lnTo>
                <a:lnTo>
                  <a:pt x="352024" y="116976"/>
                </a:lnTo>
                <a:lnTo>
                  <a:pt x="352607" y="117278"/>
                </a:lnTo>
                <a:lnTo>
                  <a:pt x="353199" y="117571"/>
                </a:lnTo>
                <a:lnTo>
                  <a:pt x="353801" y="117853"/>
                </a:lnTo>
                <a:lnTo>
                  <a:pt x="354414" y="118124"/>
                </a:lnTo>
                <a:lnTo>
                  <a:pt x="355037" y="118382"/>
                </a:lnTo>
                <a:lnTo>
                  <a:pt x="355671" y="118628"/>
                </a:lnTo>
                <a:lnTo>
                  <a:pt x="356316" y="118862"/>
                </a:lnTo>
                <a:lnTo>
                  <a:pt x="356971" y="119085"/>
                </a:lnTo>
                <a:lnTo>
                  <a:pt x="357637" y="119295"/>
                </a:lnTo>
                <a:lnTo>
                  <a:pt x="358313" y="119493"/>
                </a:lnTo>
                <a:lnTo>
                  <a:pt x="359000" y="119679"/>
                </a:lnTo>
                <a:lnTo>
                  <a:pt x="359698" y="119854"/>
                </a:lnTo>
                <a:lnTo>
                  <a:pt x="360406" y="120016"/>
                </a:lnTo>
                <a:lnTo>
                  <a:pt x="361125" y="120166"/>
                </a:lnTo>
                <a:lnTo>
                  <a:pt x="361855" y="120304"/>
                </a:lnTo>
                <a:lnTo>
                  <a:pt x="362595" y="120430"/>
                </a:lnTo>
                <a:lnTo>
                  <a:pt x="363346" y="120545"/>
                </a:lnTo>
                <a:lnTo>
                  <a:pt x="364107" y="120647"/>
                </a:lnTo>
                <a:lnTo>
                  <a:pt x="364879" y="120737"/>
                </a:lnTo>
                <a:lnTo>
                  <a:pt x="365662" y="120815"/>
                </a:lnTo>
                <a:lnTo>
                  <a:pt x="366455" y="120881"/>
                </a:lnTo>
                <a:lnTo>
                  <a:pt x="367259" y="120935"/>
                </a:lnTo>
                <a:lnTo>
                  <a:pt x="368074" y="120977"/>
                </a:lnTo>
                <a:lnTo>
                  <a:pt x="368899" y="121007"/>
                </a:lnTo>
                <a:lnTo>
                  <a:pt x="369735" y="121025"/>
                </a:lnTo>
                <a:lnTo>
                  <a:pt x="370581" y="121031"/>
                </a:lnTo>
                <a:lnTo>
                  <a:pt x="371228" y="121027"/>
                </a:lnTo>
                <a:lnTo>
                  <a:pt x="371869" y="121015"/>
                </a:lnTo>
                <a:lnTo>
                  <a:pt x="372503" y="120995"/>
                </a:lnTo>
                <a:lnTo>
                  <a:pt x="373131" y="120967"/>
                </a:lnTo>
                <a:lnTo>
                  <a:pt x="373753" y="120932"/>
                </a:lnTo>
                <a:lnTo>
                  <a:pt x="374368" y="120888"/>
                </a:lnTo>
                <a:lnTo>
                  <a:pt x="374977" y="120836"/>
                </a:lnTo>
                <a:lnTo>
                  <a:pt x="375579" y="120776"/>
                </a:lnTo>
                <a:lnTo>
                  <a:pt x="376175" y="120709"/>
                </a:lnTo>
                <a:lnTo>
                  <a:pt x="376765" y="120633"/>
                </a:lnTo>
                <a:lnTo>
                  <a:pt x="377348" y="120549"/>
                </a:lnTo>
                <a:lnTo>
                  <a:pt x="377924" y="120458"/>
                </a:lnTo>
                <a:lnTo>
                  <a:pt x="378494" y="120358"/>
                </a:lnTo>
                <a:lnTo>
                  <a:pt x="379058" y="120251"/>
                </a:lnTo>
                <a:lnTo>
                  <a:pt x="379615" y="120135"/>
                </a:lnTo>
                <a:lnTo>
                  <a:pt x="380166" y="120012"/>
                </a:lnTo>
                <a:lnTo>
                  <a:pt x="380711" y="119880"/>
                </a:lnTo>
                <a:lnTo>
                  <a:pt x="381249" y="119741"/>
                </a:lnTo>
                <a:lnTo>
                  <a:pt x="381780" y="119594"/>
                </a:lnTo>
                <a:lnTo>
                  <a:pt x="382305" y="119438"/>
                </a:lnTo>
                <a:lnTo>
                  <a:pt x="382824" y="119275"/>
                </a:lnTo>
                <a:lnTo>
                  <a:pt x="383336" y="119104"/>
                </a:lnTo>
                <a:lnTo>
                  <a:pt x="383842" y="118925"/>
                </a:lnTo>
                <a:lnTo>
                  <a:pt x="384342" y="118738"/>
                </a:lnTo>
                <a:lnTo>
                  <a:pt x="384835" y="118544"/>
                </a:lnTo>
                <a:lnTo>
                  <a:pt x="385322" y="118345"/>
                </a:lnTo>
                <a:lnTo>
                  <a:pt x="385802" y="118141"/>
                </a:lnTo>
                <a:lnTo>
                  <a:pt x="386276" y="117932"/>
                </a:lnTo>
                <a:lnTo>
                  <a:pt x="386744" y="117717"/>
                </a:lnTo>
                <a:lnTo>
                  <a:pt x="387206" y="117498"/>
                </a:lnTo>
                <a:lnTo>
                  <a:pt x="387662" y="117273"/>
                </a:lnTo>
                <a:lnTo>
                  <a:pt x="388111" y="117043"/>
                </a:lnTo>
                <a:lnTo>
                  <a:pt x="388553" y="116808"/>
                </a:lnTo>
                <a:lnTo>
                  <a:pt x="388990" y="116568"/>
                </a:lnTo>
                <a:lnTo>
                  <a:pt x="389420" y="116323"/>
                </a:lnTo>
                <a:lnTo>
                  <a:pt x="389844" y="116072"/>
                </a:lnTo>
                <a:lnTo>
                  <a:pt x="390262" y="115816"/>
                </a:lnTo>
                <a:lnTo>
                  <a:pt x="390673" y="115555"/>
                </a:lnTo>
                <a:lnTo>
                  <a:pt x="391078" y="115289"/>
                </a:lnTo>
                <a:lnTo>
                  <a:pt x="391477" y="115018"/>
                </a:lnTo>
                <a:lnTo>
                  <a:pt x="391870" y="114742"/>
                </a:lnTo>
                <a:lnTo>
                  <a:pt x="392256" y="114460"/>
                </a:lnTo>
                <a:lnTo>
                  <a:pt x="392636" y="114173"/>
                </a:lnTo>
                <a:lnTo>
                  <a:pt x="393009" y="113881"/>
                </a:lnTo>
                <a:lnTo>
                  <a:pt x="393377" y="113584"/>
                </a:lnTo>
                <a:lnTo>
                  <a:pt x="393738" y="113282"/>
                </a:lnTo>
                <a:lnTo>
                  <a:pt x="394093" y="112975"/>
                </a:lnTo>
                <a:lnTo>
                  <a:pt x="394441" y="112662"/>
                </a:lnTo>
                <a:lnTo>
                  <a:pt x="394783" y="112345"/>
                </a:lnTo>
                <a:lnTo>
                  <a:pt x="395120" y="112023"/>
                </a:lnTo>
                <a:lnTo>
                  <a:pt x="395450" y="111698"/>
                </a:lnTo>
                <a:lnTo>
                  <a:pt x="395775" y="111368"/>
                </a:lnTo>
                <a:lnTo>
                  <a:pt x="396093" y="111034"/>
                </a:lnTo>
                <a:lnTo>
                  <a:pt x="396405" y="110695"/>
                </a:lnTo>
                <a:lnTo>
                  <a:pt x="396711" y="110353"/>
                </a:lnTo>
                <a:lnTo>
                  <a:pt x="397012" y="110006"/>
                </a:lnTo>
                <a:lnTo>
                  <a:pt x="397306" y="109656"/>
                </a:lnTo>
                <a:lnTo>
                  <a:pt x="397594" y="109301"/>
                </a:lnTo>
                <a:lnTo>
                  <a:pt x="397877" y="108941"/>
                </a:lnTo>
                <a:lnTo>
                  <a:pt x="398153" y="108578"/>
                </a:lnTo>
                <a:lnTo>
                  <a:pt x="398423" y="108210"/>
                </a:lnTo>
                <a:lnTo>
                  <a:pt x="398687" y="107839"/>
                </a:lnTo>
                <a:lnTo>
                  <a:pt x="398946" y="107463"/>
                </a:lnTo>
                <a:lnTo>
                  <a:pt x="399198" y="107083"/>
                </a:lnTo>
                <a:lnTo>
                  <a:pt x="399444" y="106698"/>
                </a:lnTo>
                <a:lnTo>
                  <a:pt x="399684" y="106310"/>
                </a:lnTo>
                <a:lnTo>
                  <a:pt x="399919" y="105917"/>
                </a:lnTo>
                <a:lnTo>
                  <a:pt x="400147" y="105520"/>
                </a:lnTo>
                <a:lnTo>
                  <a:pt x="400369" y="105119"/>
                </a:lnTo>
                <a:lnTo>
                  <a:pt x="400585" y="104714"/>
                </a:lnTo>
                <a:lnTo>
                  <a:pt x="400795" y="104304"/>
                </a:lnTo>
                <a:lnTo>
                  <a:pt x="401000" y="103890"/>
                </a:lnTo>
                <a:lnTo>
                  <a:pt x="401198" y="103474"/>
                </a:lnTo>
                <a:lnTo>
                  <a:pt x="401390" y="103056"/>
                </a:lnTo>
                <a:lnTo>
                  <a:pt x="401577" y="102637"/>
                </a:lnTo>
                <a:lnTo>
                  <a:pt x="401757" y="102216"/>
                </a:lnTo>
                <a:lnTo>
                  <a:pt x="401932" y="101794"/>
                </a:lnTo>
                <a:lnTo>
                  <a:pt x="402101" y="101371"/>
                </a:lnTo>
                <a:lnTo>
                  <a:pt x="402264" y="100946"/>
                </a:lnTo>
                <a:lnTo>
                  <a:pt x="402421" y="100520"/>
                </a:lnTo>
                <a:lnTo>
                  <a:pt x="402573" y="100092"/>
                </a:lnTo>
                <a:lnTo>
                  <a:pt x="402718" y="99663"/>
                </a:lnTo>
                <a:lnTo>
                  <a:pt x="402858" y="99232"/>
                </a:lnTo>
                <a:lnTo>
                  <a:pt x="402991" y="98801"/>
                </a:lnTo>
                <a:lnTo>
                  <a:pt x="403119" y="98367"/>
                </a:lnTo>
                <a:lnTo>
                  <a:pt x="403241" y="97933"/>
                </a:lnTo>
                <a:lnTo>
                  <a:pt x="403357" y="97497"/>
                </a:lnTo>
                <a:lnTo>
                  <a:pt x="403468" y="97059"/>
                </a:lnTo>
                <a:lnTo>
                  <a:pt x="403572" y="96620"/>
                </a:lnTo>
                <a:lnTo>
                  <a:pt x="403670" y="96180"/>
                </a:lnTo>
                <a:lnTo>
                  <a:pt x="403763" y="95739"/>
                </a:lnTo>
                <a:lnTo>
                  <a:pt x="403850" y="95295"/>
                </a:lnTo>
                <a:lnTo>
                  <a:pt x="403931" y="94851"/>
                </a:lnTo>
                <a:lnTo>
                  <a:pt x="404006" y="94405"/>
                </a:lnTo>
                <a:lnTo>
                  <a:pt x="404075" y="93958"/>
                </a:lnTo>
                <a:lnTo>
                  <a:pt x="404138" y="93509"/>
                </a:lnTo>
                <a:lnTo>
                  <a:pt x="389492" y="92544"/>
                </a:lnTo>
                <a:lnTo>
                  <a:pt x="389385" y="93260"/>
                </a:lnTo>
                <a:lnTo>
                  <a:pt x="389263" y="93961"/>
                </a:lnTo>
                <a:lnTo>
                  <a:pt x="389128" y="94646"/>
                </a:lnTo>
                <a:lnTo>
                  <a:pt x="388979" y="95316"/>
                </a:lnTo>
                <a:lnTo>
                  <a:pt x="388816" y="95969"/>
                </a:lnTo>
                <a:lnTo>
                  <a:pt x="388640" y="96608"/>
                </a:lnTo>
                <a:lnTo>
                  <a:pt x="388449" y="97230"/>
                </a:lnTo>
                <a:lnTo>
                  <a:pt x="388245" y="97837"/>
                </a:lnTo>
                <a:lnTo>
                  <a:pt x="388027" y="98428"/>
                </a:lnTo>
                <a:lnTo>
                  <a:pt x="387795" y="99004"/>
                </a:lnTo>
                <a:lnTo>
                  <a:pt x="387549" y="99564"/>
                </a:lnTo>
                <a:lnTo>
                  <a:pt x="387289" y="100108"/>
                </a:lnTo>
                <a:lnTo>
                  <a:pt x="387016" y="100637"/>
                </a:lnTo>
                <a:lnTo>
                  <a:pt x="386728" y="101150"/>
                </a:lnTo>
                <a:lnTo>
                  <a:pt x="386427" y="101647"/>
                </a:lnTo>
                <a:lnTo>
                  <a:pt x="386112" y="102129"/>
                </a:lnTo>
                <a:lnTo>
                  <a:pt x="385783" y="102595"/>
                </a:lnTo>
                <a:lnTo>
                  <a:pt x="385441" y="103045"/>
                </a:lnTo>
                <a:lnTo>
                  <a:pt x="385084" y="103480"/>
                </a:lnTo>
                <a:lnTo>
                  <a:pt x="384714" y="103899"/>
                </a:lnTo>
                <a:lnTo>
                  <a:pt x="384330" y="104303"/>
                </a:lnTo>
                <a:lnTo>
                  <a:pt x="383932" y="104691"/>
                </a:lnTo>
                <a:lnTo>
                  <a:pt x="383520" y="105063"/>
                </a:lnTo>
                <a:lnTo>
                  <a:pt x="383094" y="105419"/>
                </a:lnTo>
                <a:lnTo>
                  <a:pt x="382658" y="105761"/>
                </a:lnTo>
                <a:lnTo>
                  <a:pt x="382212" y="106088"/>
                </a:lnTo>
                <a:lnTo>
                  <a:pt x="381757" y="106400"/>
                </a:lnTo>
                <a:lnTo>
                  <a:pt x="381294" y="106698"/>
                </a:lnTo>
                <a:lnTo>
                  <a:pt x="380822" y="106981"/>
                </a:lnTo>
                <a:lnTo>
                  <a:pt x="380341" y="107250"/>
                </a:lnTo>
                <a:lnTo>
                  <a:pt x="379851" y="107504"/>
                </a:lnTo>
                <a:lnTo>
                  <a:pt x="379352" y="107744"/>
                </a:lnTo>
                <a:lnTo>
                  <a:pt x="378845" y="107969"/>
                </a:lnTo>
                <a:lnTo>
                  <a:pt x="378329" y="108180"/>
                </a:lnTo>
                <a:lnTo>
                  <a:pt x="377804" y="108376"/>
                </a:lnTo>
                <a:lnTo>
                  <a:pt x="377270" y="108558"/>
                </a:lnTo>
                <a:lnTo>
                  <a:pt x="376728" y="108725"/>
                </a:lnTo>
                <a:lnTo>
                  <a:pt x="376176" y="108878"/>
                </a:lnTo>
                <a:lnTo>
                  <a:pt x="375616" y="109016"/>
                </a:lnTo>
                <a:lnTo>
                  <a:pt x="375047" y="109139"/>
                </a:lnTo>
                <a:lnTo>
                  <a:pt x="374469" y="109248"/>
                </a:lnTo>
                <a:lnTo>
                  <a:pt x="373883" y="109342"/>
                </a:lnTo>
                <a:lnTo>
                  <a:pt x="373287" y="109422"/>
                </a:lnTo>
                <a:lnTo>
                  <a:pt x="372683" y="109488"/>
                </a:lnTo>
                <a:lnTo>
                  <a:pt x="372070" y="109539"/>
                </a:lnTo>
                <a:lnTo>
                  <a:pt x="371449" y="109575"/>
                </a:lnTo>
                <a:lnTo>
                  <a:pt x="370818" y="109597"/>
                </a:lnTo>
                <a:lnTo>
                  <a:pt x="370179" y="109604"/>
                </a:lnTo>
                <a:lnTo>
                  <a:pt x="369666" y="109600"/>
                </a:lnTo>
                <a:lnTo>
                  <a:pt x="369160" y="109587"/>
                </a:lnTo>
                <a:lnTo>
                  <a:pt x="368660" y="109565"/>
                </a:lnTo>
                <a:lnTo>
                  <a:pt x="368168" y="109535"/>
                </a:lnTo>
                <a:lnTo>
                  <a:pt x="367682" y="109496"/>
                </a:lnTo>
                <a:lnTo>
                  <a:pt x="367204" y="109448"/>
                </a:lnTo>
                <a:lnTo>
                  <a:pt x="366732" y="109392"/>
                </a:lnTo>
                <a:lnTo>
                  <a:pt x="366267" y="109327"/>
                </a:lnTo>
                <a:lnTo>
                  <a:pt x="365809" y="109254"/>
                </a:lnTo>
                <a:lnTo>
                  <a:pt x="365357" y="109171"/>
                </a:lnTo>
                <a:lnTo>
                  <a:pt x="364913" y="109080"/>
                </a:lnTo>
                <a:lnTo>
                  <a:pt x="364475" y="108981"/>
                </a:lnTo>
                <a:lnTo>
                  <a:pt x="364044" y="108873"/>
                </a:lnTo>
                <a:lnTo>
                  <a:pt x="363620" y="108756"/>
                </a:lnTo>
                <a:lnTo>
                  <a:pt x="363203" y="108631"/>
                </a:lnTo>
                <a:lnTo>
                  <a:pt x="362793" y="108496"/>
                </a:lnTo>
                <a:lnTo>
                  <a:pt x="362390" y="108354"/>
                </a:lnTo>
                <a:lnTo>
                  <a:pt x="361993" y="108202"/>
                </a:lnTo>
                <a:lnTo>
                  <a:pt x="361603" y="108042"/>
                </a:lnTo>
                <a:lnTo>
                  <a:pt x="361220" y="107873"/>
                </a:lnTo>
                <a:lnTo>
                  <a:pt x="360844" y="107696"/>
                </a:lnTo>
                <a:lnTo>
                  <a:pt x="360475" y="107510"/>
                </a:lnTo>
                <a:lnTo>
                  <a:pt x="360113" y="107315"/>
                </a:lnTo>
                <a:lnTo>
                  <a:pt x="359757" y="107112"/>
                </a:lnTo>
                <a:lnTo>
                  <a:pt x="359408" y="106901"/>
                </a:lnTo>
                <a:lnTo>
                  <a:pt x="359065" y="106682"/>
                </a:lnTo>
                <a:lnTo>
                  <a:pt x="358727" y="106457"/>
                </a:lnTo>
                <a:lnTo>
                  <a:pt x="358395" y="106224"/>
                </a:lnTo>
                <a:lnTo>
                  <a:pt x="358069" y="105985"/>
                </a:lnTo>
                <a:lnTo>
                  <a:pt x="357748" y="105738"/>
                </a:lnTo>
                <a:lnTo>
                  <a:pt x="357433" y="105484"/>
                </a:lnTo>
                <a:lnTo>
                  <a:pt x="357124" y="105223"/>
                </a:lnTo>
                <a:lnTo>
                  <a:pt x="356821" y="104955"/>
                </a:lnTo>
                <a:lnTo>
                  <a:pt x="356523" y="104680"/>
                </a:lnTo>
                <a:lnTo>
                  <a:pt x="356231" y="104397"/>
                </a:lnTo>
                <a:lnTo>
                  <a:pt x="355945" y="104108"/>
                </a:lnTo>
                <a:lnTo>
                  <a:pt x="355664" y="103811"/>
                </a:lnTo>
                <a:lnTo>
                  <a:pt x="355390" y="103508"/>
                </a:lnTo>
                <a:lnTo>
                  <a:pt x="355121" y="103197"/>
                </a:lnTo>
                <a:lnTo>
                  <a:pt x="354857" y="102879"/>
                </a:lnTo>
                <a:lnTo>
                  <a:pt x="354600" y="102554"/>
                </a:lnTo>
                <a:lnTo>
                  <a:pt x="354348" y="102222"/>
                </a:lnTo>
                <a:lnTo>
                  <a:pt x="354102" y="101883"/>
                </a:lnTo>
                <a:lnTo>
                  <a:pt x="353862" y="101537"/>
                </a:lnTo>
                <a:lnTo>
                  <a:pt x="353627" y="101183"/>
                </a:lnTo>
                <a:lnTo>
                  <a:pt x="353398" y="100823"/>
                </a:lnTo>
                <a:lnTo>
                  <a:pt x="353175" y="100455"/>
                </a:lnTo>
                <a:lnTo>
                  <a:pt x="352957" y="100081"/>
                </a:lnTo>
                <a:lnTo>
                  <a:pt x="352745" y="99699"/>
                </a:lnTo>
                <a:lnTo>
                  <a:pt x="352539" y="99312"/>
                </a:lnTo>
                <a:lnTo>
                  <a:pt x="352337" y="98918"/>
                </a:lnTo>
                <a:lnTo>
                  <a:pt x="352140" y="98519"/>
                </a:lnTo>
                <a:lnTo>
                  <a:pt x="351949" y="98113"/>
                </a:lnTo>
                <a:lnTo>
                  <a:pt x="351763" y="97702"/>
                </a:lnTo>
                <a:lnTo>
                  <a:pt x="351582" y="97284"/>
                </a:lnTo>
                <a:lnTo>
                  <a:pt x="351406" y="96861"/>
                </a:lnTo>
                <a:lnTo>
                  <a:pt x="351235" y="96431"/>
                </a:lnTo>
                <a:lnTo>
                  <a:pt x="351070" y="95996"/>
                </a:lnTo>
                <a:lnTo>
                  <a:pt x="350910" y="95554"/>
                </a:lnTo>
                <a:lnTo>
                  <a:pt x="350754" y="95107"/>
                </a:lnTo>
                <a:lnTo>
                  <a:pt x="350604" y="94653"/>
                </a:lnTo>
                <a:lnTo>
                  <a:pt x="350460" y="94194"/>
                </a:lnTo>
                <a:lnTo>
                  <a:pt x="350320" y="93729"/>
                </a:lnTo>
                <a:lnTo>
                  <a:pt x="350186" y="93257"/>
                </a:lnTo>
                <a:lnTo>
                  <a:pt x="350056" y="92780"/>
                </a:lnTo>
                <a:lnTo>
                  <a:pt x="349932" y="92296"/>
                </a:lnTo>
                <a:lnTo>
                  <a:pt x="349813" y="91807"/>
                </a:lnTo>
                <a:lnTo>
                  <a:pt x="349699" y="91311"/>
                </a:lnTo>
                <a:lnTo>
                  <a:pt x="349591" y="90810"/>
                </a:lnTo>
                <a:lnTo>
                  <a:pt x="349487" y="90302"/>
                </a:lnTo>
                <a:lnTo>
                  <a:pt x="349389" y="89789"/>
                </a:lnTo>
                <a:lnTo>
                  <a:pt x="349296" y="89270"/>
                </a:lnTo>
                <a:lnTo>
                  <a:pt x="349207" y="88745"/>
                </a:lnTo>
                <a:lnTo>
                  <a:pt x="349122" y="88216"/>
                </a:lnTo>
                <a:lnTo>
                  <a:pt x="349041" y="87683"/>
                </a:lnTo>
                <a:lnTo>
                  <a:pt x="348964" y="87146"/>
                </a:lnTo>
                <a:lnTo>
                  <a:pt x="348890" y="86605"/>
                </a:lnTo>
                <a:lnTo>
                  <a:pt x="348821" y="86059"/>
                </a:lnTo>
                <a:lnTo>
                  <a:pt x="348755" y="85510"/>
                </a:lnTo>
                <a:lnTo>
                  <a:pt x="348692" y="84956"/>
                </a:lnTo>
                <a:lnTo>
                  <a:pt x="348634" y="84398"/>
                </a:lnTo>
                <a:lnTo>
                  <a:pt x="348579" y="83836"/>
                </a:lnTo>
                <a:lnTo>
                  <a:pt x="348528" y="83269"/>
                </a:lnTo>
                <a:lnTo>
                  <a:pt x="348481" y="82698"/>
                </a:lnTo>
                <a:lnTo>
                  <a:pt x="348438" y="82124"/>
                </a:lnTo>
                <a:lnTo>
                  <a:pt x="348398" y="81545"/>
                </a:lnTo>
                <a:lnTo>
                  <a:pt x="348362" y="80961"/>
                </a:lnTo>
                <a:lnTo>
                  <a:pt x="348330" y="80374"/>
                </a:lnTo>
                <a:lnTo>
                  <a:pt x="348302" y="79782"/>
                </a:lnTo>
                <a:lnTo>
                  <a:pt x="348277" y="79187"/>
                </a:lnTo>
                <a:lnTo>
                  <a:pt x="348257" y="78587"/>
                </a:lnTo>
                <a:lnTo>
                  <a:pt x="348240" y="77982"/>
                </a:lnTo>
                <a:lnTo>
                  <a:pt x="348226" y="77374"/>
                </a:lnTo>
                <a:lnTo>
                  <a:pt x="348217" y="76761"/>
                </a:lnTo>
                <a:lnTo>
                  <a:pt x="348211" y="76145"/>
                </a:lnTo>
                <a:lnTo>
                  <a:pt x="348209" y="75524"/>
                </a:lnTo>
                <a:lnTo>
                  <a:pt x="348211" y="74824"/>
                </a:lnTo>
                <a:lnTo>
                  <a:pt x="348217" y="74132"/>
                </a:lnTo>
                <a:lnTo>
                  <a:pt x="348226" y="73448"/>
                </a:lnTo>
                <a:lnTo>
                  <a:pt x="348240" y="72771"/>
                </a:lnTo>
                <a:lnTo>
                  <a:pt x="348257" y="72101"/>
                </a:lnTo>
                <a:close/>
                <a:moveTo>
                  <a:pt x="783132" y="120975"/>
                </a:moveTo>
                <a:lnTo>
                  <a:pt x="783615" y="120950"/>
                </a:lnTo>
                <a:lnTo>
                  <a:pt x="784093" y="120921"/>
                </a:lnTo>
                <a:lnTo>
                  <a:pt x="784566" y="120887"/>
                </a:lnTo>
                <a:lnTo>
                  <a:pt x="785034" y="120849"/>
                </a:lnTo>
                <a:lnTo>
                  <a:pt x="785497" y="120806"/>
                </a:lnTo>
                <a:lnTo>
                  <a:pt x="785956" y="120759"/>
                </a:lnTo>
                <a:lnTo>
                  <a:pt x="786409" y="120707"/>
                </a:lnTo>
                <a:lnTo>
                  <a:pt x="786858" y="120651"/>
                </a:lnTo>
                <a:lnTo>
                  <a:pt x="787301" y="120590"/>
                </a:lnTo>
                <a:lnTo>
                  <a:pt x="787740" y="120525"/>
                </a:lnTo>
                <a:lnTo>
                  <a:pt x="788174" y="120456"/>
                </a:lnTo>
                <a:lnTo>
                  <a:pt x="788603" y="120381"/>
                </a:lnTo>
                <a:lnTo>
                  <a:pt x="789027" y="120303"/>
                </a:lnTo>
                <a:lnTo>
                  <a:pt x="789446" y="120219"/>
                </a:lnTo>
                <a:lnTo>
                  <a:pt x="789861" y="120132"/>
                </a:lnTo>
                <a:lnTo>
                  <a:pt x="790270" y="120040"/>
                </a:lnTo>
                <a:lnTo>
                  <a:pt x="790675" y="119943"/>
                </a:lnTo>
                <a:lnTo>
                  <a:pt x="791074" y="119842"/>
                </a:lnTo>
                <a:lnTo>
                  <a:pt x="791469" y="119736"/>
                </a:lnTo>
                <a:lnTo>
                  <a:pt x="791859" y="119626"/>
                </a:lnTo>
                <a:lnTo>
                  <a:pt x="792247" y="119513"/>
                </a:lnTo>
                <a:lnTo>
                  <a:pt x="792630" y="119396"/>
                </a:lnTo>
                <a:lnTo>
                  <a:pt x="793010" y="119275"/>
                </a:lnTo>
                <a:lnTo>
                  <a:pt x="793387" y="119150"/>
                </a:lnTo>
                <a:lnTo>
                  <a:pt x="793760" y="119022"/>
                </a:lnTo>
                <a:lnTo>
                  <a:pt x="794129" y="118889"/>
                </a:lnTo>
                <a:lnTo>
                  <a:pt x="794496" y="118753"/>
                </a:lnTo>
                <a:lnTo>
                  <a:pt x="794858" y="118613"/>
                </a:lnTo>
                <a:lnTo>
                  <a:pt x="795217" y="118469"/>
                </a:lnTo>
                <a:lnTo>
                  <a:pt x="795573" y="118322"/>
                </a:lnTo>
                <a:lnTo>
                  <a:pt x="795925" y="118171"/>
                </a:lnTo>
                <a:lnTo>
                  <a:pt x="796274" y="118015"/>
                </a:lnTo>
                <a:lnTo>
                  <a:pt x="796619" y="117857"/>
                </a:lnTo>
                <a:lnTo>
                  <a:pt x="796961" y="117694"/>
                </a:lnTo>
                <a:lnTo>
                  <a:pt x="797299" y="117528"/>
                </a:lnTo>
                <a:lnTo>
                  <a:pt x="797633" y="117357"/>
                </a:lnTo>
                <a:lnTo>
                  <a:pt x="797965" y="117183"/>
                </a:lnTo>
                <a:lnTo>
                  <a:pt x="798292" y="117005"/>
                </a:lnTo>
                <a:lnTo>
                  <a:pt x="798616" y="116824"/>
                </a:lnTo>
                <a:lnTo>
                  <a:pt x="798937" y="116638"/>
                </a:lnTo>
                <a:lnTo>
                  <a:pt x="799254" y="116449"/>
                </a:lnTo>
                <a:lnTo>
                  <a:pt x="799568" y="116256"/>
                </a:lnTo>
                <a:lnTo>
                  <a:pt x="799878" y="116059"/>
                </a:lnTo>
                <a:lnTo>
                  <a:pt x="800185" y="115859"/>
                </a:lnTo>
                <a:lnTo>
                  <a:pt x="800489" y="115655"/>
                </a:lnTo>
                <a:lnTo>
                  <a:pt x="800789" y="115448"/>
                </a:lnTo>
                <a:lnTo>
                  <a:pt x="801087" y="115237"/>
                </a:lnTo>
                <a:lnTo>
                  <a:pt x="801381" y="115022"/>
                </a:lnTo>
                <a:lnTo>
                  <a:pt x="801671" y="114804"/>
                </a:lnTo>
                <a:lnTo>
                  <a:pt x="801959" y="114583"/>
                </a:lnTo>
                <a:lnTo>
                  <a:pt x="802243" y="114358"/>
                </a:lnTo>
                <a:lnTo>
                  <a:pt x="802524" y="114129"/>
                </a:lnTo>
                <a:lnTo>
                  <a:pt x="802802" y="113897"/>
                </a:lnTo>
                <a:lnTo>
                  <a:pt x="803077" y="113662"/>
                </a:lnTo>
                <a:lnTo>
                  <a:pt x="803349" y="113423"/>
                </a:lnTo>
                <a:lnTo>
                  <a:pt x="803617" y="113180"/>
                </a:lnTo>
                <a:lnTo>
                  <a:pt x="803882" y="112934"/>
                </a:lnTo>
                <a:lnTo>
                  <a:pt x="804144" y="112685"/>
                </a:lnTo>
                <a:lnTo>
                  <a:pt x="804403" y="112431"/>
                </a:lnTo>
                <a:lnTo>
                  <a:pt x="804658" y="112175"/>
                </a:lnTo>
                <a:lnTo>
                  <a:pt x="804910" y="111915"/>
                </a:lnTo>
                <a:lnTo>
                  <a:pt x="805159" y="111651"/>
                </a:lnTo>
                <a:lnTo>
                  <a:pt x="805405" y="111384"/>
                </a:lnTo>
                <a:lnTo>
                  <a:pt x="805648" y="111113"/>
                </a:lnTo>
                <a:lnTo>
                  <a:pt x="805887" y="110839"/>
                </a:lnTo>
                <a:lnTo>
                  <a:pt x="806123" y="110562"/>
                </a:lnTo>
                <a:lnTo>
                  <a:pt x="806356" y="110280"/>
                </a:lnTo>
                <a:lnTo>
                  <a:pt x="806587" y="109996"/>
                </a:lnTo>
                <a:lnTo>
                  <a:pt x="806816" y="109709"/>
                </a:lnTo>
                <a:lnTo>
                  <a:pt x="807044" y="109419"/>
                </a:lnTo>
                <a:lnTo>
                  <a:pt x="807270" y="109126"/>
                </a:lnTo>
                <a:lnTo>
                  <a:pt x="807494" y="108831"/>
                </a:lnTo>
                <a:lnTo>
                  <a:pt x="807717" y="108533"/>
                </a:lnTo>
                <a:lnTo>
                  <a:pt x="807938" y="108231"/>
                </a:lnTo>
                <a:lnTo>
                  <a:pt x="808158" y="107927"/>
                </a:lnTo>
                <a:lnTo>
                  <a:pt x="808376" y="107621"/>
                </a:lnTo>
                <a:lnTo>
                  <a:pt x="808593" y="107311"/>
                </a:lnTo>
                <a:lnTo>
                  <a:pt x="808808" y="106999"/>
                </a:lnTo>
                <a:lnTo>
                  <a:pt x="809022" y="106684"/>
                </a:lnTo>
                <a:lnTo>
                  <a:pt x="809234" y="106366"/>
                </a:lnTo>
                <a:lnTo>
                  <a:pt x="809445" y="106045"/>
                </a:lnTo>
                <a:lnTo>
                  <a:pt x="809654" y="105721"/>
                </a:lnTo>
                <a:lnTo>
                  <a:pt x="809861" y="105395"/>
                </a:lnTo>
                <a:lnTo>
                  <a:pt x="810067" y="105066"/>
                </a:lnTo>
                <a:lnTo>
                  <a:pt x="810272" y="104734"/>
                </a:lnTo>
                <a:lnTo>
                  <a:pt x="810475" y="104399"/>
                </a:lnTo>
                <a:lnTo>
                  <a:pt x="810676" y="104062"/>
                </a:lnTo>
                <a:lnTo>
                  <a:pt x="810876" y="103721"/>
                </a:lnTo>
                <a:lnTo>
                  <a:pt x="811074" y="103378"/>
                </a:lnTo>
                <a:lnTo>
                  <a:pt x="811271" y="103032"/>
                </a:lnTo>
                <a:lnTo>
                  <a:pt x="811466" y="102683"/>
                </a:lnTo>
                <a:lnTo>
                  <a:pt x="811949" y="102683"/>
                </a:lnTo>
                <a:lnTo>
                  <a:pt x="811971" y="103045"/>
                </a:lnTo>
                <a:lnTo>
                  <a:pt x="811994" y="103403"/>
                </a:lnTo>
                <a:lnTo>
                  <a:pt x="812021" y="103758"/>
                </a:lnTo>
                <a:lnTo>
                  <a:pt x="812050" y="104108"/>
                </a:lnTo>
                <a:lnTo>
                  <a:pt x="812081" y="104455"/>
                </a:lnTo>
                <a:lnTo>
                  <a:pt x="812115" y="104798"/>
                </a:lnTo>
                <a:lnTo>
                  <a:pt x="812152" y="105137"/>
                </a:lnTo>
                <a:lnTo>
                  <a:pt x="812191" y="105473"/>
                </a:lnTo>
                <a:lnTo>
                  <a:pt x="812232" y="105804"/>
                </a:lnTo>
                <a:lnTo>
                  <a:pt x="812276" y="106132"/>
                </a:lnTo>
                <a:lnTo>
                  <a:pt x="812323" y="106456"/>
                </a:lnTo>
                <a:lnTo>
                  <a:pt x="812372" y="106776"/>
                </a:lnTo>
                <a:lnTo>
                  <a:pt x="812423" y="107093"/>
                </a:lnTo>
                <a:lnTo>
                  <a:pt x="812477" y="107405"/>
                </a:lnTo>
                <a:lnTo>
                  <a:pt x="812534" y="107714"/>
                </a:lnTo>
                <a:lnTo>
                  <a:pt x="812593" y="108019"/>
                </a:lnTo>
                <a:lnTo>
                  <a:pt x="812655" y="108320"/>
                </a:lnTo>
                <a:lnTo>
                  <a:pt x="812719" y="108618"/>
                </a:lnTo>
                <a:lnTo>
                  <a:pt x="812785" y="108912"/>
                </a:lnTo>
                <a:lnTo>
                  <a:pt x="812855" y="109201"/>
                </a:lnTo>
                <a:lnTo>
                  <a:pt x="812926" y="109488"/>
                </a:lnTo>
                <a:lnTo>
                  <a:pt x="813000" y="109770"/>
                </a:lnTo>
                <a:lnTo>
                  <a:pt x="813077" y="110048"/>
                </a:lnTo>
                <a:lnTo>
                  <a:pt x="813156" y="110323"/>
                </a:lnTo>
                <a:lnTo>
                  <a:pt x="813238" y="110594"/>
                </a:lnTo>
                <a:lnTo>
                  <a:pt x="813323" y="110862"/>
                </a:lnTo>
                <a:lnTo>
                  <a:pt x="813412" y="111125"/>
                </a:lnTo>
                <a:lnTo>
                  <a:pt x="813503" y="111385"/>
                </a:lnTo>
                <a:lnTo>
                  <a:pt x="813597" y="111642"/>
                </a:lnTo>
                <a:lnTo>
                  <a:pt x="813694" y="111895"/>
                </a:lnTo>
                <a:lnTo>
                  <a:pt x="813795" y="112144"/>
                </a:lnTo>
                <a:lnTo>
                  <a:pt x="813898" y="112389"/>
                </a:lnTo>
                <a:lnTo>
                  <a:pt x="814005" y="112631"/>
                </a:lnTo>
                <a:lnTo>
                  <a:pt x="814115" y="112869"/>
                </a:lnTo>
                <a:lnTo>
                  <a:pt x="814227" y="113104"/>
                </a:lnTo>
                <a:lnTo>
                  <a:pt x="814343" y="113335"/>
                </a:lnTo>
                <a:lnTo>
                  <a:pt x="814462" y="113562"/>
                </a:lnTo>
                <a:lnTo>
                  <a:pt x="814584" y="113785"/>
                </a:lnTo>
                <a:lnTo>
                  <a:pt x="814709" y="114005"/>
                </a:lnTo>
                <a:lnTo>
                  <a:pt x="814837" y="114222"/>
                </a:lnTo>
                <a:lnTo>
                  <a:pt x="814968" y="114434"/>
                </a:lnTo>
                <a:lnTo>
                  <a:pt x="815103" y="114643"/>
                </a:lnTo>
                <a:lnTo>
                  <a:pt x="815240" y="114849"/>
                </a:lnTo>
                <a:lnTo>
                  <a:pt x="815381" y="115050"/>
                </a:lnTo>
                <a:lnTo>
                  <a:pt x="815524" y="115248"/>
                </a:lnTo>
                <a:lnTo>
                  <a:pt x="815671" y="115443"/>
                </a:lnTo>
                <a:lnTo>
                  <a:pt x="815820" y="115633"/>
                </a:lnTo>
                <a:lnTo>
                  <a:pt x="815973" y="115821"/>
                </a:lnTo>
                <a:lnTo>
                  <a:pt x="816129" y="116004"/>
                </a:lnTo>
                <a:lnTo>
                  <a:pt x="816289" y="116183"/>
                </a:lnTo>
                <a:lnTo>
                  <a:pt x="816453" y="116359"/>
                </a:lnTo>
                <a:lnTo>
                  <a:pt x="816620" y="116530"/>
                </a:lnTo>
                <a:lnTo>
                  <a:pt x="816791" y="116698"/>
                </a:lnTo>
                <a:lnTo>
                  <a:pt x="816966" y="116861"/>
                </a:lnTo>
                <a:lnTo>
                  <a:pt x="817145" y="117021"/>
                </a:lnTo>
                <a:lnTo>
                  <a:pt x="817327" y="117177"/>
                </a:lnTo>
                <a:lnTo>
                  <a:pt x="817514" y="117329"/>
                </a:lnTo>
                <a:lnTo>
                  <a:pt x="817704" y="117477"/>
                </a:lnTo>
                <a:lnTo>
                  <a:pt x="817898" y="117621"/>
                </a:lnTo>
                <a:lnTo>
                  <a:pt x="818095" y="117761"/>
                </a:lnTo>
                <a:lnTo>
                  <a:pt x="818297" y="117897"/>
                </a:lnTo>
                <a:lnTo>
                  <a:pt x="818502" y="118029"/>
                </a:lnTo>
                <a:lnTo>
                  <a:pt x="818711" y="118157"/>
                </a:lnTo>
                <a:lnTo>
                  <a:pt x="818924" y="118282"/>
                </a:lnTo>
                <a:lnTo>
                  <a:pt x="819140" y="118402"/>
                </a:lnTo>
                <a:lnTo>
                  <a:pt x="819360" y="118519"/>
                </a:lnTo>
                <a:lnTo>
                  <a:pt x="819584" y="118631"/>
                </a:lnTo>
                <a:lnTo>
                  <a:pt x="819812" y="118740"/>
                </a:lnTo>
                <a:lnTo>
                  <a:pt x="820044" y="118844"/>
                </a:lnTo>
                <a:lnTo>
                  <a:pt x="820279" y="118945"/>
                </a:lnTo>
                <a:lnTo>
                  <a:pt x="820518" y="119042"/>
                </a:lnTo>
                <a:lnTo>
                  <a:pt x="820761" y="119135"/>
                </a:lnTo>
                <a:lnTo>
                  <a:pt x="821008" y="119224"/>
                </a:lnTo>
                <a:lnTo>
                  <a:pt x="821259" y="119309"/>
                </a:lnTo>
                <a:lnTo>
                  <a:pt x="821514" y="119391"/>
                </a:lnTo>
                <a:lnTo>
                  <a:pt x="821773" y="119468"/>
                </a:lnTo>
                <a:lnTo>
                  <a:pt x="822036" y="119542"/>
                </a:lnTo>
                <a:lnTo>
                  <a:pt x="822303" y="119612"/>
                </a:lnTo>
                <a:lnTo>
                  <a:pt x="822574" y="119679"/>
                </a:lnTo>
                <a:lnTo>
                  <a:pt x="822849" y="119741"/>
                </a:lnTo>
                <a:lnTo>
                  <a:pt x="823128" y="119800"/>
                </a:lnTo>
                <a:lnTo>
                  <a:pt x="823411" y="119855"/>
                </a:lnTo>
                <a:lnTo>
                  <a:pt x="823699" y="119906"/>
                </a:lnTo>
                <a:lnTo>
                  <a:pt x="823990" y="119954"/>
                </a:lnTo>
                <a:lnTo>
                  <a:pt x="824285" y="119997"/>
                </a:lnTo>
                <a:lnTo>
                  <a:pt x="824585" y="120037"/>
                </a:lnTo>
                <a:lnTo>
                  <a:pt x="824888" y="120073"/>
                </a:lnTo>
                <a:lnTo>
                  <a:pt x="825196" y="120105"/>
                </a:lnTo>
                <a:lnTo>
                  <a:pt x="825508" y="120134"/>
                </a:lnTo>
                <a:lnTo>
                  <a:pt x="825823" y="120158"/>
                </a:lnTo>
                <a:lnTo>
                  <a:pt x="826143" y="120179"/>
                </a:lnTo>
                <a:lnTo>
                  <a:pt x="826467" y="120196"/>
                </a:lnTo>
                <a:lnTo>
                  <a:pt x="826795" y="120209"/>
                </a:lnTo>
                <a:lnTo>
                  <a:pt x="827126" y="120219"/>
                </a:lnTo>
                <a:lnTo>
                  <a:pt x="827462" y="120225"/>
                </a:lnTo>
                <a:lnTo>
                  <a:pt x="827802" y="120226"/>
                </a:lnTo>
                <a:lnTo>
                  <a:pt x="828057" y="120226"/>
                </a:lnTo>
                <a:lnTo>
                  <a:pt x="828310" y="120224"/>
                </a:lnTo>
                <a:lnTo>
                  <a:pt x="828561" y="120221"/>
                </a:lnTo>
                <a:lnTo>
                  <a:pt x="828812" y="120217"/>
                </a:lnTo>
                <a:lnTo>
                  <a:pt x="829061" y="120212"/>
                </a:lnTo>
                <a:lnTo>
                  <a:pt x="829309" y="120206"/>
                </a:lnTo>
                <a:lnTo>
                  <a:pt x="829555" y="120199"/>
                </a:lnTo>
                <a:lnTo>
                  <a:pt x="829801" y="120190"/>
                </a:lnTo>
                <a:lnTo>
                  <a:pt x="830045" y="120181"/>
                </a:lnTo>
                <a:lnTo>
                  <a:pt x="830288" y="120170"/>
                </a:lnTo>
                <a:lnTo>
                  <a:pt x="830529" y="120158"/>
                </a:lnTo>
                <a:lnTo>
                  <a:pt x="830770" y="120145"/>
                </a:lnTo>
                <a:lnTo>
                  <a:pt x="831009" y="120131"/>
                </a:lnTo>
                <a:lnTo>
                  <a:pt x="831247" y="120116"/>
                </a:lnTo>
                <a:lnTo>
                  <a:pt x="831483" y="120100"/>
                </a:lnTo>
                <a:lnTo>
                  <a:pt x="831719" y="120082"/>
                </a:lnTo>
                <a:lnTo>
                  <a:pt x="831953" y="120064"/>
                </a:lnTo>
                <a:lnTo>
                  <a:pt x="832186" y="120044"/>
                </a:lnTo>
                <a:lnTo>
                  <a:pt x="832417" y="120023"/>
                </a:lnTo>
                <a:lnTo>
                  <a:pt x="832648" y="120001"/>
                </a:lnTo>
                <a:lnTo>
                  <a:pt x="832877" y="119978"/>
                </a:lnTo>
                <a:lnTo>
                  <a:pt x="833104" y="119954"/>
                </a:lnTo>
                <a:lnTo>
                  <a:pt x="833331" y="119928"/>
                </a:lnTo>
                <a:lnTo>
                  <a:pt x="833556" y="119902"/>
                </a:lnTo>
                <a:lnTo>
                  <a:pt x="833781" y="119874"/>
                </a:lnTo>
                <a:lnTo>
                  <a:pt x="834006" y="119846"/>
                </a:lnTo>
                <a:lnTo>
                  <a:pt x="834231" y="119816"/>
                </a:lnTo>
                <a:lnTo>
                  <a:pt x="834456" y="119785"/>
                </a:lnTo>
                <a:lnTo>
                  <a:pt x="834681" y="119753"/>
                </a:lnTo>
                <a:lnTo>
                  <a:pt x="834907" y="119720"/>
                </a:lnTo>
                <a:lnTo>
                  <a:pt x="835132" y="119685"/>
                </a:lnTo>
                <a:lnTo>
                  <a:pt x="835358" y="119650"/>
                </a:lnTo>
                <a:lnTo>
                  <a:pt x="835584" y="119613"/>
                </a:lnTo>
                <a:lnTo>
                  <a:pt x="835810" y="119575"/>
                </a:lnTo>
                <a:lnTo>
                  <a:pt x="836036" y="119536"/>
                </a:lnTo>
                <a:lnTo>
                  <a:pt x="836262" y="119497"/>
                </a:lnTo>
                <a:lnTo>
                  <a:pt x="836488" y="119455"/>
                </a:lnTo>
                <a:lnTo>
                  <a:pt x="836715" y="119413"/>
                </a:lnTo>
                <a:lnTo>
                  <a:pt x="836942" y="119370"/>
                </a:lnTo>
                <a:lnTo>
                  <a:pt x="837169" y="119325"/>
                </a:lnTo>
                <a:lnTo>
                  <a:pt x="837395" y="119280"/>
                </a:lnTo>
                <a:lnTo>
                  <a:pt x="837623" y="119233"/>
                </a:lnTo>
                <a:lnTo>
                  <a:pt x="837850" y="119185"/>
                </a:lnTo>
                <a:lnTo>
                  <a:pt x="838077" y="119136"/>
                </a:lnTo>
                <a:lnTo>
                  <a:pt x="838305" y="119086"/>
                </a:lnTo>
                <a:lnTo>
                  <a:pt x="838532" y="119035"/>
                </a:lnTo>
                <a:lnTo>
                  <a:pt x="838760" y="118982"/>
                </a:lnTo>
                <a:lnTo>
                  <a:pt x="838988" y="118929"/>
                </a:lnTo>
                <a:lnTo>
                  <a:pt x="838988" y="109845"/>
                </a:lnTo>
                <a:lnTo>
                  <a:pt x="838894" y="109865"/>
                </a:lnTo>
                <a:lnTo>
                  <a:pt x="838800" y="109885"/>
                </a:lnTo>
                <a:lnTo>
                  <a:pt x="838705" y="109905"/>
                </a:lnTo>
                <a:lnTo>
                  <a:pt x="838610" y="109924"/>
                </a:lnTo>
                <a:lnTo>
                  <a:pt x="838515" y="109943"/>
                </a:lnTo>
                <a:lnTo>
                  <a:pt x="838420" y="109961"/>
                </a:lnTo>
                <a:lnTo>
                  <a:pt x="838324" y="109979"/>
                </a:lnTo>
                <a:lnTo>
                  <a:pt x="838228" y="109997"/>
                </a:lnTo>
                <a:lnTo>
                  <a:pt x="838132" y="110015"/>
                </a:lnTo>
                <a:lnTo>
                  <a:pt x="838035" y="110033"/>
                </a:lnTo>
                <a:lnTo>
                  <a:pt x="837938" y="110050"/>
                </a:lnTo>
                <a:lnTo>
                  <a:pt x="837841" y="110067"/>
                </a:lnTo>
                <a:lnTo>
                  <a:pt x="837744" y="110083"/>
                </a:lnTo>
                <a:lnTo>
                  <a:pt x="837646" y="110100"/>
                </a:lnTo>
                <a:lnTo>
                  <a:pt x="837548" y="110116"/>
                </a:lnTo>
                <a:lnTo>
                  <a:pt x="837450" y="110132"/>
                </a:lnTo>
                <a:lnTo>
                  <a:pt x="837352" y="110147"/>
                </a:lnTo>
                <a:lnTo>
                  <a:pt x="837253" y="110162"/>
                </a:lnTo>
                <a:lnTo>
                  <a:pt x="837154" y="110177"/>
                </a:lnTo>
                <a:lnTo>
                  <a:pt x="837055" y="110192"/>
                </a:lnTo>
                <a:lnTo>
                  <a:pt x="836955" y="110206"/>
                </a:lnTo>
                <a:lnTo>
                  <a:pt x="836855" y="110220"/>
                </a:lnTo>
                <a:lnTo>
                  <a:pt x="836755" y="110234"/>
                </a:lnTo>
                <a:lnTo>
                  <a:pt x="836654" y="110248"/>
                </a:lnTo>
                <a:lnTo>
                  <a:pt x="836554" y="110261"/>
                </a:lnTo>
                <a:lnTo>
                  <a:pt x="836453" y="110273"/>
                </a:lnTo>
                <a:lnTo>
                  <a:pt x="836353" y="110286"/>
                </a:lnTo>
                <a:lnTo>
                  <a:pt x="836252" y="110297"/>
                </a:lnTo>
                <a:lnTo>
                  <a:pt x="836151" y="110308"/>
                </a:lnTo>
                <a:lnTo>
                  <a:pt x="836051" y="110318"/>
                </a:lnTo>
                <a:lnTo>
                  <a:pt x="835950" y="110328"/>
                </a:lnTo>
                <a:lnTo>
                  <a:pt x="835850" y="110337"/>
                </a:lnTo>
                <a:lnTo>
                  <a:pt x="835749" y="110346"/>
                </a:lnTo>
                <a:lnTo>
                  <a:pt x="835648" y="110354"/>
                </a:lnTo>
                <a:lnTo>
                  <a:pt x="835548" y="110362"/>
                </a:lnTo>
                <a:lnTo>
                  <a:pt x="835447" y="110368"/>
                </a:lnTo>
                <a:lnTo>
                  <a:pt x="835347" y="110375"/>
                </a:lnTo>
                <a:lnTo>
                  <a:pt x="835246" y="110381"/>
                </a:lnTo>
                <a:lnTo>
                  <a:pt x="835146" y="110386"/>
                </a:lnTo>
                <a:lnTo>
                  <a:pt x="835045" y="110391"/>
                </a:lnTo>
                <a:lnTo>
                  <a:pt x="834944" y="110395"/>
                </a:lnTo>
                <a:lnTo>
                  <a:pt x="834844" y="110399"/>
                </a:lnTo>
                <a:lnTo>
                  <a:pt x="834743" y="110402"/>
                </a:lnTo>
                <a:lnTo>
                  <a:pt x="834643" y="110404"/>
                </a:lnTo>
                <a:lnTo>
                  <a:pt x="834542" y="110406"/>
                </a:lnTo>
                <a:lnTo>
                  <a:pt x="834441" y="110408"/>
                </a:lnTo>
                <a:lnTo>
                  <a:pt x="834341" y="110408"/>
                </a:lnTo>
                <a:lnTo>
                  <a:pt x="834240" y="110409"/>
                </a:lnTo>
                <a:lnTo>
                  <a:pt x="833850" y="110403"/>
                </a:lnTo>
                <a:lnTo>
                  <a:pt x="833470" y="110386"/>
                </a:lnTo>
                <a:lnTo>
                  <a:pt x="833101" y="110358"/>
                </a:lnTo>
                <a:lnTo>
                  <a:pt x="832743" y="110318"/>
                </a:lnTo>
                <a:lnTo>
                  <a:pt x="832395" y="110267"/>
                </a:lnTo>
                <a:lnTo>
                  <a:pt x="832057" y="110205"/>
                </a:lnTo>
                <a:lnTo>
                  <a:pt x="831731" y="110132"/>
                </a:lnTo>
                <a:lnTo>
                  <a:pt x="831415" y="110047"/>
                </a:lnTo>
                <a:lnTo>
                  <a:pt x="831109" y="109951"/>
                </a:lnTo>
                <a:lnTo>
                  <a:pt x="830815" y="109844"/>
                </a:lnTo>
                <a:lnTo>
                  <a:pt x="830530" y="109725"/>
                </a:lnTo>
                <a:lnTo>
                  <a:pt x="830257" y="109595"/>
                </a:lnTo>
                <a:lnTo>
                  <a:pt x="829994" y="109454"/>
                </a:lnTo>
                <a:lnTo>
                  <a:pt x="829742" y="109301"/>
                </a:lnTo>
                <a:lnTo>
                  <a:pt x="829500" y="109138"/>
                </a:lnTo>
                <a:lnTo>
                  <a:pt x="829269" y="108962"/>
                </a:lnTo>
                <a:lnTo>
                  <a:pt x="829048" y="108776"/>
                </a:lnTo>
                <a:lnTo>
                  <a:pt x="828838" y="108578"/>
                </a:lnTo>
                <a:lnTo>
                  <a:pt x="828639" y="108369"/>
                </a:lnTo>
                <a:lnTo>
                  <a:pt x="828451" y="108149"/>
                </a:lnTo>
                <a:lnTo>
                  <a:pt x="828273" y="107917"/>
                </a:lnTo>
                <a:lnTo>
                  <a:pt x="828105" y="107674"/>
                </a:lnTo>
                <a:lnTo>
                  <a:pt x="827949" y="107420"/>
                </a:lnTo>
                <a:lnTo>
                  <a:pt x="827802" y="107155"/>
                </a:lnTo>
                <a:lnTo>
                  <a:pt x="827664" y="106878"/>
                </a:lnTo>
                <a:lnTo>
                  <a:pt x="827532" y="106590"/>
                </a:lnTo>
                <a:lnTo>
                  <a:pt x="827406" y="106291"/>
                </a:lnTo>
                <a:lnTo>
                  <a:pt x="827286" y="105981"/>
                </a:lnTo>
                <a:lnTo>
                  <a:pt x="827172" y="105660"/>
                </a:lnTo>
                <a:lnTo>
                  <a:pt x="827063" y="105328"/>
                </a:lnTo>
                <a:lnTo>
                  <a:pt x="826960" y="104985"/>
                </a:lnTo>
                <a:lnTo>
                  <a:pt x="826864" y="104631"/>
                </a:lnTo>
                <a:lnTo>
                  <a:pt x="826773" y="104265"/>
                </a:lnTo>
                <a:lnTo>
                  <a:pt x="826687" y="103889"/>
                </a:lnTo>
                <a:lnTo>
                  <a:pt x="826608" y="103502"/>
                </a:lnTo>
                <a:lnTo>
                  <a:pt x="826535" y="103104"/>
                </a:lnTo>
                <a:lnTo>
                  <a:pt x="826467" y="102695"/>
                </a:lnTo>
                <a:lnTo>
                  <a:pt x="826406" y="102274"/>
                </a:lnTo>
                <a:lnTo>
                  <a:pt x="826350" y="101843"/>
                </a:lnTo>
                <a:lnTo>
                  <a:pt x="826300" y="101401"/>
                </a:lnTo>
                <a:lnTo>
                  <a:pt x="826256" y="100947"/>
                </a:lnTo>
                <a:lnTo>
                  <a:pt x="826218" y="100483"/>
                </a:lnTo>
                <a:lnTo>
                  <a:pt x="826186" y="100008"/>
                </a:lnTo>
                <a:lnTo>
                  <a:pt x="826159" y="99521"/>
                </a:lnTo>
                <a:lnTo>
                  <a:pt x="826139" y="99024"/>
                </a:lnTo>
                <a:lnTo>
                  <a:pt x="826124" y="98515"/>
                </a:lnTo>
                <a:lnTo>
                  <a:pt x="826115" y="97996"/>
                </a:lnTo>
                <a:lnTo>
                  <a:pt x="826112" y="97465"/>
                </a:lnTo>
                <a:lnTo>
                  <a:pt x="826112" y="60003"/>
                </a:lnTo>
                <a:lnTo>
                  <a:pt x="826098" y="58828"/>
                </a:lnTo>
                <a:lnTo>
                  <a:pt x="826055" y="57678"/>
                </a:lnTo>
                <a:lnTo>
                  <a:pt x="825983" y="56550"/>
                </a:lnTo>
                <a:lnTo>
                  <a:pt x="825882" y="55446"/>
                </a:lnTo>
                <a:lnTo>
                  <a:pt x="825753" y="54365"/>
                </a:lnTo>
                <a:lnTo>
                  <a:pt x="825594" y="53308"/>
                </a:lnTo>
                <a:lnTo>
                  <a:pt x="825407" y="52274"/>
                </a:lnTo>
                <a:lnTo>
                  <a:pt x="825191" y="51263"/>
                </a:lnTo>
                <a:lnTo>
                  <a:pt x="824947" y="50275"/>
                </a:lnTo>
                <a:lnTo>
                  <a:pt x="824673" y="49311"/>
                </a:lnTo>
                <a:lnTo>
                  <a:pt x="824371" y="48370"/>
                </a:lnTo>
                <a:lnTo>
                  <a:pt x="824040" y="47452"/>
                </a:lnTo>
                <a:lnTo>
                  <a:pt x="823681" y="46558"/>
                </a:lnTo>
                <a:lnTo>
                  <a:pt x="823292" y="45686"/>
                </a:lnTo>
                <a:lnTo>
                  <a:pt x="822875" y="44839"/>
                </a:lnTo>
                <a:lnTo>
                  <a:pt x="822429" y="44014"/>
                </a:lnTo>
                <a:lnTo>
                  <a:pt x="821954" y="43213"/>
                </a:lnTo>
                <a:lnTo>
                  <a:pt x="821450" y="42435"/>
                </a:lnTo>
                <a:lnTo>
                  <a:pt x="820918" y="41681"/>
                </a:lnTo>
                <a:lnTo>
                  <a:pt x="820356" y="40949"/>
                </a:lnTo>
                <a:lnTo>
                  <a:pt x="819766" y="40241"/>
                </a:lnTo>
                <a:lnTo>
                  <a:pt x="819148" y="39557"/>
                </a:lnTo>
                <a:lnTo>
                  <a:pt x="818500" y="38895"/>
                </a:lnTo>
                <a:lnTo>
                  <a:pt x="817824" y="38257"/>
                </a:lnTo>
                <a:lnTo>
                  <a:pt x="817119" y="37644"/>
                </a:lnTo>
                <a:lnTo>
                  <a:pt x="816386" y="37057"/>
                </a:lnTo>
                <a:lnTo>
                  <a:pt x="815625" y="36496"/>
                </a:lnTo>
                <a:lnTo>
                  <a:pt x="814835" y="35961"/>
                </a:lnTo>
                <a:lnTo>
                  <a:pt x="814017" y="35452"/>
                </a:lnTo>
                <a:lnTo>
                  <a:pt x="813171" y="34969"/>
                </a:lnTo>
                <a:lnTo>
                  <a:pt x="812297" y="34512"/>
                </a:lnTo>
                <a:lnTo>
                  <a:pt x="811395" y="34081"/>
                </a:lnTo>
                <a:lnTo>
                  <a:pt x="810464" y="33677"/>
                </a:lnTo>
                <a:lnTo>
                  <a:pt x="809505" y="33298"/>
                </a:lnTo>
                <a:lnTo>
                  <a:pt x="808518" y="32946"/>
                </a:lnTo>
                <a:lnTo>
                  <a:pt x="807503" y="32620"/>
                </a:lnTo>
                <a:lnTo>
                  <a:pt x="806460" y="32320"/>
                </a:lnTo>
                <a:lnTo>
                  <a:pt x="805388" y="32046"/>
                </a:lnTo>
                <a:lnTo>
                  <a:pt x="804288" y="31798"/>
                </a:lnTo>
                <a:lnTo>
                  <a:pt x="803160" y="31576"/>
                </a:lnTo>
                <a:lnTo>
                  <a:pt x="802003" y="31380"/>
                </a:lnTo>
                <a:lnTo>
                  <a:pt x="800819" y="31210"/>
                </a:lnTo>
                <a:lnTo>
                  <a:pt x="799606" y="31067"/>
                </a:lnTo>
                <a:lnTo>
                  <a:pt x="798365" y="30949"/>
                </a:lnTo>
                <a:lnTo>
                  <a:pt x="797096" y="30858"/>
                </a:lnTo>
                <a:lnTo>
                  <a:pt x="795798" y="30793"/>
                </a:lnTo>
                <a:lnTo>
                  <a:pt x="794473" y="30754"/>
                </a:lnTo>
                <a:lnTo>
                  <a:pt x="793119" y="30741"/>
                </a:lnTo>
                <a:lnTo>
                  <a:pt x="792385" y="30744"/>
                </a:lnTo>
                <a:lnTo>
                  <a:pt x="791661" y="30753"/>
                </a:lnTo>
                <a:lnTo>
                  <a:pt x="790946" y="30768"/>
                </a:lnTo>
                <a:lnTo>
                  <a:pt x="790241" y="30789"/>
                </a:lnTo>
                <a:lnTo>
                  <a:pt x="789544" y="30815"/>
                </a:lnTo>
                <a:lnTo>
                  <a:pt x="788856" y="30848"/>
                </a:lnTo>
                <a:lnTo>
                  <a:pt x="788177" y="30887"/>
                </a:lnTo>
                <a:lnTo>
                  <a:pt x="787508" y="30932"/>
                </a:lnTo>
                <a:lnTo>
                  <a:pt x="786847" y="30983"/>
                </a:lnTo>
                <a:lnTo>
                  <a:pt x="786196" y="31040"/>
                </a:lnTo>
                <a:lnTo>
                  <a:pt x="785554" y="31103"/>
                </a:lnTo>
                <a:lnTo>
                  <a:pt x="784920" y="31172"/>
                </a:lnTo>
                <a:lnTo>
                  <a:pt x="784296" y="31247"/>
                </a:lnTo>
                <a:lnTo>
                  <a:pt x="783681" y="31328"/>
                </a:lnTo>
                <a:lnTo>
                  <a:pt x="783075" y="31415"/>
                </a:lnTo>
                <a:lnTo>
                  <a:pt x="782478" y="31507"/>
                </a:lnTo>
                <a:lnTo>
                  <a:pt x="781890" y="31606"/>
                </a:lnTo>
                <a:lnTo>
                  <a:pt x="781312" y="31711"/>
                </a:lnTo>
                <a:lnTo>
                  <a:pt x="780742" y="31822"/>
                </a:lnTo>
                <a:lnTo>
                  <a:pt x="780181" y="31939"/>
                </a:lnTo>
                <a:lnTo>
                  <a:pt x="779630" y="32061"/>
                </a:lnTo>
                <a:lnTo>
                  <a:pt x="779088" y="32190"/>
                </a:lnTo>
                <a:lnTo>
                  <a:pt x="778554" y="32325"/>
                </a:lnTo>
                <a:lnTo>
                  <a:pt x="778030" y="32466"/>
                </a:lnTo>
                <a:lnTo>
                  <a:pt x="777514" y="32612"/>
                </a:lnTo>
                <a:lnTo>
                  <a:pt x="777005" y="32763"/>
                </a:lnTo>
                <a:lnTo>
                  <a:pt x="776503" y="32919"/>
                </a:lnTo>
                <a:lnTo>
                  <a:pt x="776009" y="33080"/>
                </a:lnTo>
                <a:lnTo>
                  <a:pt x="775522" y="33245"/>
                </a:lnTo>
                <a:lnTo>
                  <a:pt x="775042" y="33416"/>
                </a:lnTo>
                <a:lnTo>
                  <a:pt x="774570" y="33591"/>
                </a:lnTo>
                <a:lnTo>
                  <a:pt x="774105" y="33772"/>
                </a:lnTo>
                <a:lnTo>
                  <a:pt x="773647" y="33957"/>
                </a:lnTo>
                <a:lnTo>
                  <a:pt x="773196" y="34147"/>
                </a:lnTo>
                <a:lnTo>
                  <a:pt x="772753" y="34342"/>
                </a:lnTo>
                <a:lnTo>
                  <a:pt x="772316" y="34542"/>
                </a:lnTo>
                <a:lnTo>
                  <a:pt x="771887" y="34746"/>
                </a:lnTo>
                <a:lnTo>
                  <a:pt x="771466" y="34956"/>
                </a:lnTo>
                <a:lnTo>
                  <a:pt x="771051" y="35170"/>
                </a:lnTo>
                <a:lnTo>
                  <a:pt x="770644" y="35390"/>
                </a:lnTo>
                <a:lnTo>
                  <a:pt x="770244" y="35614"/>
                </a:lnTo>
                <a:lnTo>
                  <a:pt x="769852" y="35843"/>
                </a:lnTo>
                <a:lnTo>
                  <a:pt x="769467" y="36077"/>
                </a:lnTo>
                <a:lnTo>
                  <a:pt x="769089" y="36315"/>
                </a:lnTo>
                <a:lnTo>
                  <a:pt x="768718" y="36559"/>
                </a:lnTo>
                <a:lnTo>
                  <a:pt x="768354" y="36808"/>
                </a:lnTo>
                <a:lnTo>
                  <a:pt x="767998" y="37061"/>
                </a:lnTo>
                <a:lnTo>
                  <a:pt x="767649" y="37319"/>
                </a:lnTo>
                <a:lnTo>
                  <a:pt x="767307" y="37582"/>
                </a:lnTo>
                <a:lnTo>
                  <a:pt x="766971" y="37848"/>
                </a:lnTo>
                <a:lnTo>
                  <a:pt x="766642" y="38119"/>
                </a:lnTo>
                <a:lnTo>
                  <a:pt x="766320" y="38394"/>
                </a:lnTo>
                <a:lnTo>
                  <a:pt x="766004" y="38672"/>
                </a:lnTo>
                <a:lnTo>
                  <a:pt x="765695" y="38955"/>
                </a:lnTo>
                <a:lnTo>
                  <a:pt x="765392" y="39242"/>
                </a:lnTo>
                <a:lnTo>
                  <a:pt x="765096" y="39533"/>
                </a:lnTo>
                <a:lnTo>
                  <a:pt x="764807" y="39828"/>
                </a:lnTo>
                <a:lnTo>
                  <a:pt x="764524" y="40127"/>
                </a:lnTo>
                <a:lnTo>
                  <a:pt x="764247" y="40430"/>
                </a:lnTo>
                <a:lnTo>
                  <a:pt x="763977" y="40737"/>
                </a:lnTo>
                <a:lnTo>
                  <a:pt x="763714" y="41048"/>
                </a:lnTo>
                <a:lnTo>
                  <a:pt x="763457" y="41363"/>
                </a:lnTo>
                <a:lnTo>
                  <a:pt x="763207" y="41682"/>
                </a:lnTo>
                <a:lnTo>
                  <a:pt x="762964" y="42006"/>
                </a:lnTo>
                <a:lnTo>
                  <a:pt x="762727" y="42333"/>
                </a:lnTo>
                <a:lnTo>
                  <a:pt x="762496" y="42664"/>
                </a:lnTo>
                <a:lnTo>
                  <a:pt x="762272" y="43000"/>
                </a:lnTo>
                <a:lnTo>
                  <a:pt x="762055" y="43339"/>
                </a:lnTo>
                <a:lnTo>
                  <a:pt x="761844" y="43683"/>
                </a:lnTo>
                <a:lnTo>
                  <a:pt x="761640" y="44031"/>
                </a:lnTo>
                <a:lnTo>
                  <a:pt x="761442" y="44382"/>
                </a:lnTo>
                <a:lnTo>
                  <a:pt x="761251" y="44738"/>
                </a:lnTo>
                <a:lnTo>
                  <a:pt x="761066" y="45097"/>
                </a:lnTo>
                <a:lnTo>
                  <a:pt x="760886" y="45459"/>
                </a:lnTo>
                <a:lnTo>
                  <a:pt x="760711" y="45824"/>
                </a:lnTo>
                <a:lnTo>
                  <a:pt x="760541" y="46191"/>
                </a:lnTo>
                <a:lnTo>
                  <a:pt x="760375" y="46562"/>
                </a:lnTo>
                <a:lnTo>
                  <a:pt x="760215" y="46936"/>
                </a:lnTo>
                <a:lnTo>
                  <a:pt x="760060" y="47312"/>
                </a:lnTo>
                <a:lnTo>
                  <a:pt x="759910" y="47692"/>
                </a:lnTo>
                <a:lnTo>
                  <a:pt x="759765" y="48074"/>
                </a:lnTo>
                <a:lnTo>
                  <a:pt x="759625" y="48460"/>
                </a:lnTo>
                <a:lnTo>
                  <a:pt x="759490" y="48848"/>
                </a:lnTo>
                <a:lnTo>
                  <a:pt x="759360" y="49239"/>
                </a:lnTo>
                <a:lnTo>
                  <a:pt x="759235" y="49634"/>
                </a:lnTo>
                <a:lnTo>
                  <a:pt x="759115" y="50031"/>
                </a:lnTo>
                <a:lnTo>
                  <a:pt x="759001" y="50431"/>
                </a:lnTo>
                <a:lnTo>
                  <a:pt x="758891" y="50834"/>
                </a:lnTo>
                <a:lnTo>
                  <a:pt x="758786" y="51240"/>
                </a:lnTo>
                <a:lnTo>
                  <a:pt x="758686" y="51648"/>
                </a:lnTo>
                <a:lnTo>
                  <a:pt x="758592" y="52060"/>
                </a:lnTo>
                <a:lnTo>
                  <a:pt x="758502" y="52475"/>
                </a:lnTo>
                <a:lnTo>
                  <a:pt x="758417" y="52893"/>
                </a:lnTo>
                <a:lnTo>
                  <a:pt x="758338" y="53313"/>
                </a:lnTo>
                <a:lnTo>
                  <a:pt x="758263" y="53737"/>
                </a:lnTo>
                <a:lnTo>
                  <a:pt x="758193" y="54163"/>
                </a:lnTo>
                <a:lnTo>
                  <a:pt x="773322" y="55526"/>
                </a:lnTo>
                <a:lnTo>
                  <a:pt x="773364" y="55191"/>
                </a:lnTo>
                <a:lnTo>
                  <a:pt x="773410" y="54860"/>
                </a:lnTo>
                <a:lnTo>
                  <a:pt x="773459" y="54534"/>
                </a:lnTo>
                <a:lnTo>
                  <a:pt x="773512" y="54213"/>
                </a:lnTo>
                <a:lnTo>
                  <a:pt x="773569" y="53897"/>
                </a:lnTo>
                <a:lnTo>
                  <a:pt x="773629" y="53585"/>
                </a:lnTo>
                <a:lnTo>
                  <a:pt x="773693" y="53279"/>
                </a:lnTo>
                <a:lnTo>
                  <a:pt x="773760" y="52977"/>
                </a:lnTo>
                <a:lnTo>
                  <a:pt x="773832" y="52680"/>
                </a:lnTo>
                <a:lnTo>
                  <a:pt x="773906" y="52388"/>
                </a:lnTo>
                <a:lnTo>
                  <a:pt x="773985" y="52101"/>
                </a:lnTo>
                <a:lnTo>
                  <a:pt x="774067" y="51818"/>
                </a:lnTo>
                <a:lnTo>
                  <a:pt x="774152" y="51541"/>
                </a:lnTo>
                <a:lnTo>
                  <a:pt x="774242" y="51268"/>
                </a:lnTo>
                <a:lnTo>
                  <a:pt x="774334" y="51000"/>
                </a:lnTo>
                <a:lnTo>
                  <a:pt x="774431" y="50737"/>
                </a:lnTo>
                <a:lnTo>
                  <a:pt x="774531" y="50479"/>
                </a:lnTo>
                <a:lnTo>
                  <a:pt x="774635" y="50225"/>
                </a:lnTo>
                <a:lnTo>
                  <a:pt x="774742" y="49977"/>
                </a:lnTo>
                <a:lnTo>
                  <a:pt x="774853" y="49733"/>
                </a:lnTo>
                <a:lnTo>
                  <a:pt x="774968" y="49494"/>
                </a:lnTo>
                <a:lnTo>
                  <a:pt x="775087" y="49260"/>
                </a:lnTo>
                <a:lnTo>
                  <a:pt x="775208" y="49031"/>
                </a:lnTo>
                <a:lnTo>
                  <a:pt x="775334" y="48807"/>
                </a:lnTo>
                <a:lnTo>
                  <a:pt x="775463" y="48587"/>
                </a:lnTo>
                <a:lnTo>
                  <a:pt x="775596" y="48370"/>
                </a:lnTo>
                <a:lnTo>
                  <a:pt x="775731" y="48158"/>
                </a:lnTo>
                <a:lnTo>
                  <a:pt x="775871" y="47949"/>
                </a:lnTo>
                <a:lnTo>
                  <a:pt x="776013" y="47744"/>
                </a:lnTo>
                <a:lnTo>
                  <a:pt x="776159" y="47544"/>
                </a:lnTo>
                <a:lnTo>
                  <a:pt x="776308" y="47347"/>
                </a:lnTo>
                <a:lnTo>
                  <a:pt x="776461" y="47153"/>
                </a:lnTo>
                <a:lnTo>
                  <a:pt x="776617" y="46964"/>
                </a:lnTo>
                <a:lnTo>
                  <a:pt x="776776" y="46779"/>
                </a:lnTo>
                <a:lnTo>
                  <a:pt x="776939" y="46597"/>
                </a:lnTo>
                <a:lnTo>
                  <a:pt x="777104" y="46420"/>
                </a:lnTo>
                <a:lnTo>
                  <a:pt x="777274" y="46246"/>
                </a:lnTo>
                <a:lnTo>
                  <a:pt x="777447" y="46076"/>
                </a:lnTo>
                <a:lnTo>
                  <a:pt x="777623" y="45910"/>
                </a:lnTo>
                <a:lnTo>
                  <a:pt x="777802" y="45748"/>
                </a:lnTo>
                <a:lnTo>
                  <a:pt x="777985" y="45589"/>
                </a:lnTo>
                <a:lnTo>
                  <a:pt x="778171" y="45435"/>
                </a:lnTo>
                <a:lnTo>
                  <a:pt x="778360" y="45284"/>
                </a:lnTo>
                <a:lnTo>
                  <a:pt x="778553" y="45138"/>
                </a:lnTo>
                <a:lnTo>
                  <a:pt x="778749" y="44995"/>
                </a:lnTo>
                <a:lnTo>
                  <a:pt x="778949" y="44856"/>
                </a:lnTo>
                <a:lnTo>
                  <a:pt x="779152" y="44721"/>
                </a:lnTo>
                <a:lnTo>
                  <a:pt x="779358" y="44589"/>
                </a:lnTo>
                <a:lnTo>
                  <a:pt x="779567" y="44462"/>
                </a:lnTo>
                <a:lnTo>
                  <a:pt x="779780" y="44338"/>
                </a:lnTo>
                <a:lnTo>
                  <a:pt x="779995" y="44217"/>
                </a:lnTo>
                <a:lnTo>
                  <a:pt x="780214" y="44099"/>
                </a:lnTo>
                <a:lnTo>
                  <a:pt x="780436" y="43984"/>
                </a:lnTo>
                <a:lnTo>
                  <a:pt x="780660" y="43873"/>
                </a:lnTo>
                <a:lnTo>
                  <a:pt x="780888" y="43766"/>
                </a:lnTo>
                <a:lnTo>
                  <a:pt x="781119" y="43661"/>
                </a:lnTo>
                <a:lnTo>
                  <a:pt x="781353" y="43560"/>
                </a:lnTo>
                <a:lnTo>
                  <a:pt x="781590" y="43462"/>
                </a:lnTo>
                <a:lnTo>
                  <a:pt x="781830" y="43368"/>
                </a:lnTo>
                <a:lnTo>
                  <a:pt x="782074" y="43277"/>
                </a:lnTo>
                <a:lnTo>
                  <a:pt x="782320" y="43189"/>
                </a:lnTo>
                <a:lnTo>
                  <a:pt x="782569" y="43104"/>
                </a:lnTo>
                <a:lnTo>
                  <a:pt x="782822" y="43023"/>
                </a:lnTo>
                <a:lnTo>
                  <a:pt x="783077" y="42945"/>
                </a:lnTo>
                <a:lnTo>
                  <a:pt x="783336" y="42871"/>
                </a:lnTo>
                <a:lnTo>
                  <a:pt x="783598" y="42800"/>
                </a:lnTo>
                <a:lnTo>
                  <a:pt x="783862" y="42732"/>
                </a:lnTo>
                <a:lnTo>
                  <a:pt x="784130" y="42667"/>
                </a:lnTo>
                <a:lnTo>
                  <a:pt x="784401" y="42606"/>
                </a:lnTo>
                <a:lnTo>
                  <a:pt x="784675" y="42548"/>
                </a:lnTo>
                <a:lnTo>
                  <a:pt x="784952" y="42493"/>
                </a:lnTo>
                <a:lnTo>
                  <a:pt x="785232" y="42442"/>
                </a:lnTo>
                <a:lnTo>
                  <a:pt x="785515" y="42393"/>
                </a:lnTo>
                <a:lnTo>
                  <a:pt x="785801" y="42347"/>
                </a:lnTo>
                <a:lnTo>
                  <a:pt x="786090" y="42302"/>
                </a:lnTo>
                <a:lnTo>
                  <a:pt x="786381" y="42260"/>
                </a:lnTo>
                <a:lnTo>
                  <a:pt x="786675" y="42219"/>
                </a:lnTo>
                <a:lnTo>
                  <a:pt x="786972" y="42181"/>
                </a:lnTo>
                <a:lnTo>
                  <a:pt x="787272" y="42145"/>
                </a:lnTo>
                <a:lnTo>
                  <a:pt x="787575" y="42111"/>
                </a:lnTo>
                <a:lnTo>
                  <a:pt x="787880" y="42079"/>
                </a:lnTo>
                <a:lnTo>
                  <a:pt x="788189" y="42049"/>
                </a:lnTo>
                <a:lnTo>
                  <a:pt x="788500" y="42021"/>
                </a:lnTo>
                <a:lnTo>
                  <a:pt x="788813" y="41995"/>
                </a:lnTo>
                <a:lnTo>
                  <a:pt x="789130" y="41971"/>
                </a:lnTo>
                <a:lnTo>
                  <a:pt x="789449" y="41949"/>
                </a:lnTo>
                <a:lnTo>
                  <a:pt x="789771" y="41930"/>
                </a:lnTo>
                <a:lnTo>
                  <a:pt x="790096" y="41912"/>
                </a:lnTo>
                <a:lnTo>
                  <a:pt x="790424" y="41897"/>
                </a:lnTo>
                <a:lnTo>
                  <a:pt x="790755" y="41883"/>
                </a:lnTo>
                <a:lnTo>
                  <a:pt x="791088" y="41872"/>
                </a:lnTo>
                <a:lnTo>
                  <a:pt x="791424" y="41862"/>
                </a:lnTo>
                <a:lnTo>
                  <a:pt x="791763" y="41855"/>
                </a:lnTo>
                <a:lnTo>
                  <a:pt x="792105" y="41850"/>
                </a:lnTo>
                <a:lnTo>
                  <a:pt x="792449" y="41847"/>
                </a:lnTo>
                <a:lnTo>
                  <a:pt x="792797" y="41846"/>
                </a:lnTo>
                <a:lnTo>
                  <a:pt x="793190" y="41848"/>
                </a:lnTo>
                <a:lnTo>
                  <a:pt x="793579" y="41853"/>
                </a:lnTo>
                <a:lnTo>
                  <a:pt x="793964" y="41863"/>
                </a:lnTo>
                <a:lnTo>
                  <a:pt x="794345" y="41876"/>
                </a:lnTo>
                <a:lnTo>
                  <a:pt x="794721" y="41893"/>
                </a:lnTo>
                <a:lnTo>
                  <a:pt x="795093" y="41914"/>
                </a:lnTo>
                <a:lnTo>
                  <a:pt x="795460" y="41938"/>
                </a:lnTo>
                <a:lnTo>
                  <a:pt x="795823" y="41966"/>
                </a:lnTo>
                <a:lnTo>
                  <a:pt x="796182" y="41998"/>
                </a:lnTo>
                <a:lnTo>
                  <a:pt x="796537" y="42034"/>
                </a:lnTo>
                <a:lnTo>
                  <a:pt x="796887" y="42074"/>
                </a:lnTo>
                <a:lnTo>
                  <a:pt x="797233" y="42117"/>
                </a:lnTo>
                <a:lnTo>
                  <a:pt x="797574" y="42164"/>
                </a:lnTo>
                <a:lnTo>
                  <a:pt x="797911" y="42215"/>
                </a:lnTo>
                <a:lnTo>
                  <a:pt x="798244" y="42269"/>
                </a:lnTo>
                <a:lnTo>
                  <a:pt x="798573" y="42328"/>
                </a:lnTo>
                <a:lnTo>
                  <a:pt x="798897" y="42390"/>
                </a:lnTo>
                <a:lnTo>
                  <a:pt x="799217" y="42456"/>
                </a:lnTo>
                <a:lnTo>
                  <a:pt x="799532" y="42525"/>
                </a:lnTo>
                <a:lnTo>
                  <a:pt x="799844" y="42599"/>
                </a:lnTo>
                <a:lnTo>
                  <a:pt x="800151" y="42676"/>
                </a:lnTo>
                <a:lnTo>
                  <a:pt x="800453" y="42757"/>
                </a:lnTo>
                <a:lnTo>
                  <a:pt x="800751" y="42841"/>
                </a:lnTo>
                <a:lnTo>
                  <a:pt x="801045" y="42930"/>
                </a:lnTo>
                <a:lnTo>
                  <a:pt x="801335" y="43022"/>
                </a:lnTo>
                <a:lnTo>
                  <a:pt x="801620" y="43119"/>
                </a:lnTo>
                <a:lnTo>
                  <a:pt x="801902" y="43220"/>
                </a:lnTo>
                <a:lnTo>
                  <a:pt x="802180" y="43325"/>
                </a:lnTo>
                <a:lnTo>
                  <a:pt x="802453" y="43434"/>
                </a:lnTo>
                <a:lnTo>
                  <a:pt x="802723" y="43548"/>
                </a:lnTo>
                <a:lnTo>
                  <a:pt x="802988" y="43666"/>
                </a:lnTo>
                <a:lnTo>
                  <a:pt x="803249" y="43789"/>
                </a:lnTo>
                <a:lnTo>
                  <a:pt x="803506" y="43916"/>
                </a:lnTo>
                <a:lnTo>
                  <a:pt x="803760" y="44047"/>
                </a:lnTo>
                <a:lnTo>
                  <a:pt x="804009" y="44182"/>
                </a:lnTo>
                <a:lnTo>
                  <a:pt x="804254" y="44322"/>
                </a:lnTo>
                <a:lnTo>
                  <a:pt x="804495" y="44466"/>
                </a:lnTo>
                <a:lnTo>
                  <a:pt x="804732" y="44615"/>
                </a:lnTo>
                <a:lnTo>
                  <a:pt x="804965" y="44768"/>
                </a:lnTo>
                <a:lnTo>
                  <a:pt x="805194" y="44925"/>
                </a:lnTo>
                <a:lnTo>
                  <a:pt x="805419" y="45086"/>
                </a:lnTo>
                <a:lnTo>
                  <a:pt x="805640" y="45252"/>
                </a:lnTo>
                <a:lnTo>
                  <a:pt x="805856" y="45422"/>
                </a:lnTo>
                <a:lnTo>
                  <a:pt x="806069" y="45596"/>
                </a:lnTo>
                <a:lnTo>
                  <a:pt x="806278" y="45775"/>
                </a:lnTo>
                <a:lnTo>
                  <a:pt x="806482" y="45958"/>
                </a:lnTo>
                <a:lnTo>
                  <a:pt x="806683" y="46146"/>
                </a:lnTo>
                <a:lnTo>
                  <a:pt x="806879" y="46337"/>
                </a:lnTo>
                <a:lnTo>
                  <a:pt x="807072" y="46534"/>
                </a:lnTo>
                <a:lnTo>
                  <a:pt x="807260" y="46735"/>
                </a:lnTo>
                <a:lnTo>
                  <a:pt x="807444" y="46941"/>
                </a:lnTo>
                <a:lnTo>
                  <a:pt x="807624" y="47153"/>
                </a:lnTo>
                <a:lnTo>
                  <a:pt x="807799" y="47369"/>
                </a:lnTo>
                <a:lnTo>
                  <a:pt x="807971" y="47591"/>
                </a:lnTo>
                <a:lnTo>
                  <a:pt x="808138" y="47817"/>
                </a:lnTo>
                <a:lnTo>
                  <a:pt x="808301" y="48048"/>
                </a:lnTo>
                <a:lnTo>
                  <a:pt x="808460" y="48285"/>
                </a:lnTo>
                <a:lnTo>
                  <a:pt x="808615" y="48526"/>
                </a:lnTo>
                <a:lnTo>
                  <a:pt x="808765" y="48773"/>
                </a:lnTo>
                <a:lnTo>
                  <a:pt x="808911" y="49024"/>
                </a:lnTo>
                <a:lnTo>
                  <a:pt x="809053" y="49281"/>
                </a:lnTo>
                <a:lnTo>
                  <a:pt x="809191" y="49542"/>
                </a:lnTo>
                <a:lnTo>
                  <a:pt x="809325" y="49809"/>
                </a:lnTo>
                <a:lnTo>
                  <a:pt x="809455" y="50080"/>
                </a:lnTo>
                <a:lnTo>
                  <a:pt x="809580" y="50357"/>
                </a:lnTo>
                <a:lnTo>
                  <a:pt x="809701" y="50638"/>
                </a:lnTo>
                <a:lnTo>
                  <a:pt x="809818" y="50925"/>
                </a:lnTo>
                <a:lnTo>
                  <a:pt x="809931" y="51217"/>
                </a:lnTo>
                <a:lnTo>
                  <a:pt x="810039" y="51513"/>
                </a:lnTo>
                <a:lnTo>
                  <a:pt x="810144" y="51815"/>
                </a:lnTo>
                <a:lnTo>
                  <a:pt x="810244" y="52121"/>
                </a:lnTo>
                <a:lnTo>
                  <a:pt x="810340" y="52433"/>
                </a:lnTo>
                <a:lnTo>
                  <a:pt x="810432" y="52750"/>
                </a:lnTo>
                <a:lnTo>
                  <a:pt x="810520" y="53072"/>
                </a:lnTo>
                <a:lnTo>
                  <a:pt x="810604" y="53401"/>
                </a:lnTo>
                <a:lnTo>
                  <a:pt x="810684" y="53734"/>
                </a:lnTo>
                <a:lnTo>
                  <a:pt x="810760" y="54073"/>
                </a:lnTo>
                <a:lnTo>
                  <a:pt x="810833" y="54418"/>
                </a:lnTo>
                <a:lnTo>
                  <a:pt x="810901" y="54769"/>
                </a:lnTo>
                <a:lnTo>
                  <a:pt x="810966" y="55124"/>
                </a:lnTo>
                <a:lnTo>
                  <a:pt x="811026" y="55486"/>
                </a:lnTo>
                <a:lnTo>
                  <a:pt x="811083" y="55853"/>
                </a:lnTo>
                <a:lnTo>
                  <a:pt x="811136" y="56226"/>
                </a:lnTo>
                <a:lnTo>
                  <a:pt x="811185" y="56604"/>
                </a:lnTo>
                <a:lnTo>
                  <a:pt x="811230" y="56988"/>
                </a:lnTo>
                <a:lnTo>
                  <a:pt x="811271" y="57377"/>
                </a:lnTo>
                <a:lnTo>
                  <a:pt x="811308" y="57772"/>
                </a:lnTo>
                <a:lnTo>
                  <a:pt x="811341" y="58172"/>
                </a:lnTo>
                <a:lnTo>
                  <a:pt x="811371" y="58578"/>
                </a:lnTo>
                <a:lnTo>
                  <a:pt x="811396" y="58990"/>
                </a:lnTo>
                <a:lnTo>
                  <a:pt x="811417" y="59407"/>
                </a:lnTo>
                <a:lnTo>
                  <a:pt x="811435" y="59830"/>
                </a:lnTo>
                <a:lnTo>
                  <a:pt x="811449" y="60258"/>
                </a:lnTo>
                <a:lnTo>
                  <a:pt x="811459" y="60692"/>
                </a:lnTo>
                <a:lnTo>
                  <a:pt x="811464" y="61132"/>
                </a:lnTo>
                <a:lnTo>
                  <a:pt x="811466" y="61577"/>
                </a:lnTo>
                <a:lnTo>
                  <a:pt x="811466" y="66310"/>
                </a:lnTo>
                <a:lnTo>
                  <a:pt x="791911" y="66632"/>
                </a:lnTo>
                <a:lnTo>
                  <a:pt x="791328" y="66647"/>
                </a:lnTo>
                <a:lnTo>
                  <a:pt x="790746" y="66666"/>
                </a:lnTo>
                <a:lnTo>
                  <a:pt x="790165" y="66688"/>
                </a:lnTo>
                <a:lnTo>
                  <a:pt x="789584" y="66714"/>
                </a:lnTo>
                <a:lnTo>
                  <a:pt x="789005" y="66744"/>
                </a:lnTo>
                <a:lnTo>
                  <a:pt x="788426" y="66777"/>
                </a:lnTo>
                <a:lnTo>
                  <a:pt x="787848" y="66814"/>
                </a:lnTo>
                <a:lnTo>
                  <a:pt x="787271" y="66855"/>
                </a:lnTo>
                <a:lnTo>
                  <a:pt x="786695" y="66899"/>
                </a:lnTo>
                <a:lnTo>
                  <a:pt x="786119" y="66947"/>
                </a:lnTo>
                <a:lnTo>
                  <a:pt x="785545" y="66999"/>
                </a:lnTo>
                <a:lnTo>
                  <a:pt x="784971" y="67054"/>
                </a:lnTo>
                <a:lnTo>
                  <a:pt x="784398" y="67113"/>
                </a:lnTo>
                <a:lnTo>
                  <a:pt x="783826" y="67175"/>
                </a:lnTo>
                <a:lnTo>
                  <a:pt x="783254" y="67241"/>
                </a:lnTo>
                <a:lnTo>
                  <a:pt x="782684" y="67311"/>
                </a:lnTo>
                <a:lnTo>
                  <a:pt x="782114" y="67384"/>
                </a:lnTo>
                <a:lnTo>
                  <a:pt x="781546" y="67461"/>
                </a:lnTo>
                <a:lnTo>
                  <a:pt x="780978" y="67542"/>
                </a:lnTo>
                <a:lnTo>
                  <a:pt x="780411" y="67626"/>
                </a:lnTo>
                <a:lnTo>
                  <a:pt x="779844" y="67714"/>
                </a:lnTo>
                <a:lnTo>
                  <a:pt x="779279" y="67806"/>
                </a:lnTo>
                <a:lnTo>
                  <a:pt x="778714" y="67901"/>
                </a:lnTo>
                <a:lnTo>
                  <a:pt x="778151" y="68000"/>
                </a:lnTo>
                <a:lnTo>
                  <a:pt x="777590" y="68103"/>
                </a:lnTo>
                <a:lnTo>
                  <a:pt x="777034" y="68214"/>
                </a:lnTo>
                <a:lnTo>
                  <a:pt x="776484" y="68331"/>
                </a:lnTo>
                <a:lnTo>
                  <a:pt x="775939" y="68456"/>
                </a:lnTo>
                <a:lnTo>
                  <a:pt x="775399" y="68586"/>
                </a:lnTo>
                <a:lnTo>
                  <a:pt x="774864" y="68724"/>
                </a:lnTo>
                <a:lnTo>
                  <a:pt x="774334" y="68868"/>
                </a:lnTo>
                <a:lnTo>
                  <a:pt x="773810" y="69019"/>
                </a:lnTo>
                <a:lnTo>
                  <a:pt x="773290" y="69176"/>
                </a:lnTo>
                <a:lnTo>
                  <a:pt x="772776" y="69341"/>
                </a:lnTo>
                <a:lnTo>
                  <a:pt x="772267" y="69512"/>
                </a:lnTo>
                <a:lnTo>
                  <a:pt x="771763" y="69689"/>
                </a:lnTo>
                <a:lnTo>
                  <a:pt x="771264" y="69874"/>
                </a:lnTo>
                <a:lnTo>
                  <a:pt x="770771" y="70065"/>
                </a:lnTo>
                <a:lnTo>
                  <a:pt x="770283" y="70263"/>
                </a:lnTo>
                <a:lnTo>
                  <a:pt x="769799" y="70467"/>
                </a:lnTo>
                <a:lnTo>
                  <a:pt x="769321" y="70679"/>
                </a:lnTo>
                <a:lnTo>
                  <a:pt x="768848" y="70897"/>
                </a:lnTo>
                <a:lnTo>
                  <a:pt x="768381" y="71121"/>
                </a:lnTo>
                <a:lnTo>
                  <a:pt x="767918" y="71353"/>
                </a:lnTo>
                <a:lnTo>
                  <a:pt x="767461" y="71591"/>
                </a:lnTo>
                <a:lnTo>
                  <a:pt x="767009" y="71835"/>
                </a:lnTo>
                <a:lnTo>
                  <a:pt x="766562" y="72087"/>
                </a:lnTo>
                <a:lnTo>
                  <a:pt x="766120" y="72345"/>
                </a:lnTo>
                <a:lnTo>
                  <a:pt x="765684" y="72611"/>
                </a:lnTo>
                <a:lnTo>
                  <a:pt x="765255" y="72885"/>
                </a:lnTo>
                <a:lnTo>
                  <a:pt x="764834" y="73167"/>
                </a:lnTo>
                <a:lnTo>
                  <a:pt x="764419" y="73457"/>
                </a:lnTo>
                <a:lnTo>
                  <a:pt x="764011" y="73756"/>
                </a:lnTo>
                <a:lnTo>
                  <a:pt x="763610" y="74063"/>
                </a:lnTo>
                <a:lnTo>
                  <a:pt x="763216" y="74378"/>
                </a:lnTo>
                <a:lnTo>
                  <a:pt x="762830" y="74701"/>
                </a:lnTo>
                <a:lnTo>
                  <a:pt x="762450" y="75033"/>
                </a:lnTo>
                <a:lnTo>
                  <a:pt x="762077" y="75373"/>
                </a:lnTo>
                <a:lnTo>
                  <a:pt x="761711" y="75721"/>
                </a:lnTo>
                <a:lnTo>
                  <a:pt x="761352" y="76077"/>
                </a:lnTo>
                <a:lnTo>
                  <a:pt x="761000" y="76442"/>
                </a:lnTo>
                <a:lnTo>
                  <a:pt x="760655" y="76814"/>
                </a:lnTo>
                <a:lnTo>
                  <a:pt x="760317" y="77195"/>
                </a:lnTo>
                <a:lnTo>
                  <a:pt x="759986" y="77585"/>
                </a:lnTo>
                <a:lnTo>
                  <a:pt x="759662" y="77982"/>
                </a:lnTo>
                <a:lnTo>
                  <a:pt x="759345" y="78388"/>
                </a:lnTo>
                <a:lnTo>
                  <a:pt x="759035" y="78802"/>
                </a:lnTo>
                <a:lnTo>
                  <a:pt x="758732" y="79224"/>
                </a:lnTo>
                <a:lnTo>
                  <a:pt x="758436" y="79655"/>
                </a:lnTo>
                <a:lnTo>
                  <a:pt x="758147" y="80094"/>
                </a:lnTo>
                <a:lnTo>
                  <a:pt x="757865" y="80541"/>
                </a:lnTo>
                <a:lnTo>
                  <a:pt x="757590" y="80996"/>
                </a:lnTo>
                <a:lnTo>
                  <a:pt x="757324" y="81461"/>
                </a:lnTo>
                <a:lnTo>
                  <a:pt x="757069" y="81936"/>
                </a:lnTo>
                <a:lnTo>
                  <a:pt x="756826" y="82422"/>
                </a:lnTo>
                <a:lnTo>
                  <a:pt x="756594" y="82919"/>
                </a:lnTo>
                <a:lnTo>
                  <a:pt x="756373" y="83427"/>
                </a:lnTo>
                <a:lnTo>
                  <a:pt x="756164" y="83946"/>
                </a:lnTo>
                <a:lnTo>
                  <a:pt x="755966" y="84475"/>
                </a:lnTo>
                <a:lnTo>
                  <a:pt x="755779" y="85015"/>
                </a:lnTo>
                <a:lnTo>
                  <a:pt x="755604" y="85566"/>
                </a:lnTo>
                <a:lnTo>
                  <a:pt x="755440" y="86127"/>
                </a:lnTo>
                <a:lnTo>
                  <a:pt x="755287" y="86700"/>
                </a:lnTo>
                <a:lnTo>
                  <a:pt x="755145" y="87283"/>
                </a:lnTo>
                <a:lnTo>
                  <a:pt x="755015" y="87877"/>
                </a:lnTo>
                <a:lnTo>
                  <a:pt x="754897" y="88481"/>
                </a:lnTo>
                <a:lnTo>
                  <a:pt x="754789" y="89097"/>
                </a:lnTo>
                <a:lnTo>
                  <a:pt x="754693" y="89723"/>
                </a:lnTo>
                <a:lnTo>
                  <a:pt x="754608" y="90360"/>
                </a:lnTo>
                <a:lnTo>
                  <a:pt x="754534" y="91007"/>
                </a:lnTo>
                <a:lnTo>
                  <a:pt x="754472" y="91666"/>
                </a:lnTo>
                <a:lnTo>
                  <a:pt x="754421" y="92335"/>
                </a:lnTo>
                <a:lnTo>
                  <a:pt x="754382" y="93015"/>
                </a:lnTo>
                <a:lnTo>
                  <a:pt x="754353" y="93705"/>
                </a:lnTo>
                <a:lnTo>
                  <a:pt x="754336" y="94407"/>
                </a:lnTo>
                <a:lnTo>
                  <a:pt x="754331" y="95119"/>
                </a:lnTo>
                <a:lnTo>
                  <a:pt x="754342" y="96116"/>
                </a:lnTo>
                <a:lnTo>
                  <a:pt x="754377" y="97095"/>
                </a:lnTo>
                <a:lnTo>
                  <a:pt x="754434" y="98056"/>
                </a:lnTo>
                <a:lnTo>
                  <a:pt x="754514" y="98999"/>
                </a:lnTo>
                <a:lnTo>
                  <a:pt x="754617" y="99925"/>
                </a:lnTo>
                <a:lnTo>
                  <a:pt x="754743" y="100832"/>
                </a:lnTo>
                <a:lnTo>
                  <a:pt x="754892" y="101722"/>
                </a:lnTo>
                <a:lnTo>
                  <a:pt x="755064" y="102594"/>
                </a:lnTo>
                <a:lnTo>
                  <a:pt x="755259" y="103448"/>
                </a:lnTo>
                <a:lnTo>
                  <a:pt x="755476" y="104284"/>
                </a:lnTo>
                <a:lnTo>
                  <a:pt x="755717" y="105102"/>
                </a:lnTo>
                <a:lnTo>
                  <a:pt x="755980" y="105902"/>
                </a:lnTo>
                <a:lnTo>
                  <a:pt x="756267" y="106685"/>
                </a:lnTo>
                <a:lnTo>
                  <a:pt x="756576" y="107449"/>
                </a:lnTo>
                <a:lnTo>
                  <a:pt x="756908" y="108196"/>
                </a:lnTo>
                <a:lnTo>
                  <a:pt x="757263" y="108924"/>
                </a:lnTo>
                <a:lnTo>
                  <a:pt x="757642" y="109635"/>
                </a:lnTo>
                <a:lnTo>
                  <a:pt x="758042" y="110328"/>
                </a:lnTo>
                <a:lnTo>
                  <a:pt x="758466" y="111003"/>
                </a:lnTo>
                <a:lnTo>
                  <a:pt x="758913" y="111661"/>
                </a:lnTo>
                <a:lnTo>
                  <a:pt x="759383" y="112300"/>
                </a:lnTo>
                <a:lnTo>
                  <a:pt x="759875" y="112921"/>
                </a:lnTo>
                <a:lnTo>
                  <a:pt x="760391" y="113525"/>
                </a:lnTo>
                <a:lnTo>
                  <a:pt x="760929" y="114110"/>
                </a:lnTo>
                <a:lnTo>
                  <a:pt x="761491" y="114675"/>
                </a:lnTo>
                <a:lnTo>
                  <a:pt x="762075" y="115216"/>
                </a:lnTo>
                <a:lnTo>
                  <a:pt x="762681" y="115733"/>
                </a:lnTo>
                <a:lnTo>
                  <a:pt x="763310" y="116225"/>
                </a:lnTo>
                <a:lnTo>
                  <a:pt x="763962" y="116694"/>
                </a:lnTo>
                <a:lnTo>
                  <a:pt x="764636" y="117138"/>
                </a:lnTo>
                <a:lnTo>
                  <a:pt x="765333" y="117559"/>
                </a:lnTo>
                <a:lnTo>
                  <a:pt x="766053" y="117955"/>
                </a:lnTo>
                <a:lnTo>
                  <a:pt x="766795" y="118328"/>
                </a:lnTo>
                <a:lnTo>
                  <a:pt x="767560" y="118676"/>
                </a:lnTo>
                <a:lnTo>
                  <a:pt x="768348" y="119001"/>
                </a:lnTo>
                <a:lnTo>
                  <a:pt x="769158" y="119301"/>
                </a:lnTo>
                <a:lnTo>
                  <a:pt x="769991" y="119577"/>
                </a:lnTo>
                <a:lnTo>
                  <a:pt x="770846" y="119830"/>
                </a:lnTo>
                <a:lnTo>
                  <a:pt x="771724" y="120058"/>
                </a:lnTo>
                <a:lnTo>
                  <a:pt x="772625" y="120262"/>
                </a:lnTo>
                <a:lnTo>
                  <a:pt x="773548" y="120442"/>
                </a:lnTo>
                <a:lnTo>
                  <a:pt x="774494" y="120599"/>
                </a:lnTo>
                <a:lnTo>
                  <a:pt x="775463" y="120731"/>
                </a:lnTo>
                <a:lnTo>
                  <a:pt x="776454" y="120839"/>
                </a:lnTo>
                <a:lnTo>
                  <a:pt x="777468" y="120923"/>
                </a:lnTo>
                <a:lnTo>
                  <a:pt x="778504" y="120983"/>
                </a:lnTo>
                <a:lnTo>
                  <a:pt x="779564" y="121019"/>
                </a:lnTo>
                <a:lnTo>
                  <a:pt x="780645" y="121031"/>
                </a:lnTo>
                <a:lnTo>
                  <a:pt x="781153" y="121029"/>
                </a:lnTo>
                <a:lnTo>
                  <a:pt x="781655" y="121022"/>
                </a:lnTo>
                <a:lnTo>
                  <a:pt x="782152" y="121011"/>
                </a:lnTo>
                <a:lnTo>
                  <a:pt x="782645" y="120995"/>
                </a:lnTo>
                <a:lnTo>
                  <a:pt x="783132" y="120975"/>
                </a:lnTo>
                <a:close/>
                <a:moveTo>
                  <a:pt x="781135" y="109920"/>
                </a:moveTo>
                <a:lnTo>
                  <a:pt x="780608" y="109846"/>
                </a:lnTo>
                <a:lnTo>
                  <a:pt x="780091" y="109759"/>
                </a:lnTo>
                <a:lnTo>
                  <a:pt x="779586" y="109659"/>
                </a:lnTo>
                <a:lnTo>
                  <a:pt x="779092" y="109545"/>
                </a:lnTo>
                <a:lnTo>
                  <a:pt x="778609" y="109418"/>
                </a:lnTo>
                <a:lnTo>
                  <a:pt x="778138" y="109278"/>
                </a:lnTo>
                <a:lnTo>
                  <a:pt x="777678" y="109124"/>
                </a:lnTo>
                <a:lnTo>
                  <a:pt x="777229" y="108956"/>
                </a:lnTo>
                <a:lnTo>
                  <a:pt x="776792" y="108776"/>
                </a:lnTo>
                <a:lnTo>
                  <a:pt x="776366" y="108582"/>
                </a:lnTo>
                <a:lnTo>
                  <a:pt x="775951" y="108375"/>
                </a:lnTo>
                <a:lnTo>
                  <a:pt x="775548" y="108154"/>
                </a:lnTo>
                <a:lnTo>
                  <a:pt x="775156" y="107920"/>
                </a:lnTo>
                <a:lnTo>
                  <a:pt x="774775" y="107672"/>
                </a:lnTo>
                <a:lnTo>
                  <a:pt x="774405" y="107411"/>
                </a:lnTo>
                <a:lnTo>
                  <a:pt x="774047" y="107137"/>
                </a:lnTo>
                <a:lnTo>
                  <a:pt x="773700" y="106850"/>
                </a:lnTo>
                <a:lnTo>
                  <a:pt x="773365" y="106549"/>
                </a:lnTo>
                <a:lnTo>
                  <a:pt x="773041" y="106234"/>
                </a:lnTo>
                <a:lnTo>
                  <a:pt x="772729" y="105907"/>
                </a:lnTo>
                <a:lnTo>
                  <a:pt x="772430" y="105569"/>
                </a:lnTo>
                <a:lnTo>
                  <a:pt x="772145" y="105220"/>
                </a:lnTo>
                <a:lnTo>
                  <a:pt x="771873" y="104860"/>
                </a:lnTo>
                <a:lnTo>
                  <a:pt x="771614" y="104489"/>
                </a:lnTo>
                <a:lnTo>
                  <a:pt x="771368" y="104106"/>
                </a:lnTo>
                <a:lnTo>
                  <a:pt x="771136" y="103712"/>
                </a:lnTo>
                <a:lnTo>
                  <a:pt x="770917" y="103308"/>
                </a:lnTo>
                <a:lnTo>
                  <a:pt x="770711" y="102892"/>
                </a:lnTo>
                <a:lnTo>
                  <a:pt x="770519" y="102464"/>
                </a:lnTo>
                <a:lnTo>
                  <a:pt x="770340" y="102026"/>
                </a:lnTo>
                <a:lnTo>
                  <a:pt x="770174" y="101577"/>
                </a:lnTo>
                <a:lnTo>
                  <a:pt x="770021" y="101116"/>
                </a:lnTo>
                <a:lnTo>
                  <a:pt x="769882" y="100645"/>
                </a:lnTo>
                <a:lnTo>
                  <a:pt x="769756" y="100162"/>
                </a:lnTo>
                <a:lnTo>
                  <a:pt x="769643" y="99668"/>
                </a:lnTo>
                <a:lnTo>
                  <a:pt x="769543" y="99163"/>
                </a:lnTo>
                <a:lnTo>
                  <a:pt x="769457" y="98646"/>
                </a:lnTo>
                <a:lnTo>
                  <a:pt x="769384" y="98119"/>
                </a:lnTo>
                <a:lnTo>
                  <a:pt x="769324" y="97581"/>
                </a:lnTo>
                <a:lnTo>
                  <a:pt x="769278" y="97031"/>
                </a:lnTo>
                <a:lnTo>
                  <a:pt x="769245" y="96470"/>
                </a:lnTo>
                <a:lnTo>
                  <a:pt x="769225" y="95898"/>
                </a:lnTo>
                <a:lnTo>
                  <a:pt x="769218" y="95315"/>
                </a:lnTo>
                <a:lnTo>
                  <a:pt x="769222" y="94831"/>
                </a:lnTo>
                <a:lnTo>
                  <a:pt x="769233" y="94354"/>
                </a:lnTo>
                <a:lnTo>
                  <a:pt x="769251" y="93885"/>
                </a:lnTo>
                <a:lnTo>
                  <a:pt x="769277" y="93424"/>
                </a:lnTo>
                <a:lnTo>
                  <a:pt x="769311" y="92971"/>
                </a:lnTo>
                <a:lnTo>
                  <a:pt x="769351" y="92526"/>
                </a:lnTo>
                <a:lnTo>
                  <a:pt x="769400" y="92088"/>
                </a:lnTo>
                <a:lnTo>
                  <a:pt x="769455" y="91659"/>
                </a:lnTo>
                <a:lnTo>
                  <a:pt x="769518" y="91237"/>
                </a:lnTo>
                <a:lnTo>
                  <a:pt x="769588" y="90823"/>
                </a:lnTo>
                <a:lnTo>
                  <a:pt x="769666" y="90416"/>
                </a:lnTo>
                <a:lnTo>
                  <a:pt x="769751" y="90018"/>
                </a:lnTo>
                <a:lnTo>
                  <a:pt x="769844" y="89627"/>
                </a:lnTo>
                <a:lnTo>
                  <a:pt x="769944" y="89244"/>
                </a:lnTo>
                <a:lnTo>
                  <a:pt x="770051" y="88869"/>
                </a:lnTo>
                <a:lnTo>
                  <a:pt x="770166" y="88502"/>
                </a:lnTo>
                <a:lnTo>
                  <a:pt x="770288" y="88142"/>
                </a:lnTo>
                <a:lnTo>
                  <a:pt x="770418" y="87791"/>
                </a:lnTo>
                <a:lnTo>
                  <a:pt x="770555" y="87447"/>
                </a:lnTo>
                <a:lnTo>
                  <a:pt x="770699" y="87111"/>
                </a:lnTo>
                <a:lnTo>
                  <a:pt x="770851" y="86782"/>
                </a:lnTo>
                <a:lnTo>
                  <a:pt x="771010" y="86462"/>
                </a:lnTo>
                <a:lnTo>
                  <a:pt x="771177" y="86149"/>
                </a:lnTo>
                <a:lnTo>
                  <a:pt x="771351" y="85844"/>
                </a:lnTo>
                <a:lnTo>
                  <a:pt x="771531" y="85546"/>
                </a:lnTo>
                <a:lnTo>
                  <a:pt x="771716" y="85253"/>
                </a:lnTo>
                <a:lnTo>
                  <a:pt x="771907" y="84966"/>
                </a:lnTo>
                <a:lnTo>
                  <a:pt x="772103" y="84684"/>
                </a:lnTo>
                <a:lnTo>
                  <a:pt x="772304" y="84408"/>
                </a:lnTo>
                <a:lnTo>
                  <a:pt x="772510" y="84138"/>
                </a:lnTo>
                <a:lnTo>
                  <a:pt x="772721" y="83873"/>
                </a:lnTo>
                <a:lnTo>
                  <a:pt x="772938" y="83614"/>
                </a:lnTo>
                <a:lnTo>
                  <a:pt x="773159" y="83360"/>
                </a:lnTo>
                <a:lnTo>
                  <a:pt x="773386" y="83112"/>
                </a:lnTo>
                <a:lnTo>
                  <a:pt x="773618" y="82869"/>
                </a:lnTo>
                <a:lnTo>
                  <a:pt x="773855" y="82632"/>
                </a:lnTo>
                <a:lnTo>
                  <a:pt x="774098" y="82401"/>
                </a:lnTo>
                <a:lnTo>
                  <a:pt x="774345" y="82175"/>
                </a:lnTo>
                <a:lnTo>
                  <a:pt x="774598" y="81955"/>
                </a:lnTo>
                <a:lnTo>
                  <a:pt x="774856" y="81740"/>
                </a:lnTo>
                <a:lnTo>
                  <a:pt x="775119" y="81531"/>
                </a:lnTo>
                <a:lnTo>
                  <a:pt x="775387" y="81328"/>
                </a:lnTo>
                <a:lnTo>
                  <a:pt x="775660" y="81130"/>
                </a:lnTo>
                <a:lnTo>
                  <a:pt x="775939" y="80937"/>
                </a:lnTo>
                <a:lnTo>
                  <a:pt x="776222" y="80751"/>
                </a:lnTo>
                <a:lnTo>
                  <a:pt x="776511" y="80569"/>
                </a:lnTo>
                <a:lnTo>
                  <a:pt x="776805" y="80394"/>
                </a:lnTo>
                <a:lnTo>
                  <a:pt x="777104" y="80224"/>
                </a:lnTo>
                <a:lnTo>
                  <a:pt x="777408" y="80059"/>
                </a:lnTo>
                <a:lnTo>
                  <a:pt x="777716" y="79898"/>
                </a:lnTo>
                <a:lnTo>
                  <a:pt x="778028" y="79742"/>
                </a:lnTo>
                <a:lnTo>
                  <a:pt x="778344" y="79591"/>
                </a:lnTo>
                <a:lnTo>
                  <a:pt x="778664" y="79444"/>
                </a:lnTo>
                <a:lnTo>
                  <a:pt x="778988" y="79302"/>
                </a:lnTo>
                <a:lnTo>
                  <a:pt x="779316" y="79165"/>
                </a:lnTo>
                <a:lnTo>
                  <a:pt x="779648" y="79032"/>
                </a:lnTo>
                <a:lnTo>
                  <a:pt x="779985" y="78904"/>
                </a:lnTo>
                <a:lnTo>
                  <a:pt x="780325" y="78780"/>
                </a:lnTo>
                <a:lnTo>
                  <a:pt x="780669" y="78661"/>
                </a:lnTo>
                <a:lnTo>
                  <a:pt x="781017" y="78547"/>
                </a:lnTo>
                <a:lnTo>
                  <a:pt x="781370" y="78437"/>
                </a:lnTo>
                <a:lnTo>
                  <a:pt x="781726" y="78332"/>
                </a:lnTo>
                <a:lnTo>
                  <a:pt x="782087" y="78231"/>
                </a:lnTo>
                <a:lnTo>
                  <a:pt x="782451" y="78135"/>
                </a:lnTo>
                <a:lnTo>
                  <a:pt x="782820" y="78044"/>
                </a:lnTo>
                <a:lnTo>
                  <a:pt x="783193" y="77957"/>
                </a:lnTo>
                <a:lnTo>
                  <a:pt x="783569" y="77875"/>
                </a:lnTo>
                <a:lnTo>
                  <a:pt x="783950" y="77797"/>
                </a:lnTo>
                <a:lnTo>
                  <a:pt x="784335" y="77724"/>
                </a:lnTo>
                <a:lnTo>
                  <a:pt x="784724" y="77656"/>
                </a:lnTo>
                <a:lnTo>
                  <a:pt x="785117" y="77592"/>
                </a:lnTo>
                <a:lnTo>
                  <a:pt x="785514" y="77533"/>
                </a:lnTo>
                <a:lnTo>
                  <a:pt x="785914" y="77477"/>
                </a:lnTo>
                <a:lnTo>
                  <a:pt x="786316" y="77424"/>
                </a:lnTo>
                <a:lnTo>
                  <a:pt x="786719" y="77372"/>
                </a:lnTo>
                <a:lnTo>
                  <a:pt x="787124" y="77323"/>
                </a:lnTo>
                <a:lnTo>
                  <a:pt x="787532" y="77275"/>
                </a:lnTo>
                <a:lnTo>
                  <a:pt x="787941" y="77230"/>
                </a:lnTo>
                <a:lnTo>
                  <a:pt x="788351" y="77187"/>
                </a:lnTo>
                <a:lnTo>
                  <a:pt x="788764" y="77146"/>
                </a:lnTo>
                <a:lnTo>
                  <a:pt x="789179" y="77106"/>
                </a:lnTo>
                <a:lnTo>
                  <a:pt x="789595" y="77069"/>
                </a:lnTo>
                <a:lnTo>
                  <a:pt x="790013" y="77035"/>
                </a:lnTo>
                <a:lnTo>
                  <a:pt x="790433" y="77002"/>
                </a:lnTo>
                <a:lnTo>
                  <a:pt x="790855" y="76971"/>
                </a:lnTo>
                <a:lnTo>
                  <a:pt x="791278" y="76942"/>
                </a:lnTo>
                <a:lnTo>
                  <a:pt x="791703" y="76916"/>
                </a:lnTo>
                <a:lnTo>
                  <a:pt x="792131" y="76892"/>
                </a:lnTo>
                <a:lnTo>
                  <a:pt x="792560" y="76869"/>
                </a:lnTo>
                <a:lnTo>
                  <a:pt x="792990" y="76849"/>
                </a:lnTo>
                <a:lnTo>
                  <a:pt x="793423" y="76831"/>
                </a:lnTo>
                <a:lnTo>
                  <a:pt x="793857" y="76815"/>
                </a:lnTo>
                <a:lnTo>
                  <a:pt x="794294" y="76801"/>
                </a:lnTo>
                <a:lnTo>
                  <a:pt x="794732" y="76789"/>
                </a:lnTo>
                <a:lnTo>
                  <a:pt x="795172" y="76779"/>
                </a:lnTo>
                <a:lnTo>
                  <a:pt x="795613" y="76771"/>
                </a:lnTo>
                <a:lnTo>
                  <a:pt x="811466" y="76449"/>
                </a:lnTo>
                <a:lnTo>
                  <a:pt x="811466" y="83594"/>
                </a:lnTo>
                <a:lnTo>
                  <a:pt x="811463" y="83949"/>
                </a:lnTo>
                <a:lnTo>
                  <a:pt x="811455" y="84306"/>
                </a:lnTo>
                <a:lnTo>
                  <a:pt x="811440" y="84664"/>
                </a:lnTo>
                <a:lnTo>
                  <a:pt x="811419" y="85023"/>
                </a:lnTo>
                <a:lnTo>
                  <a:pt x="811393" y="85384"/>
                </a:lnTo>
                <a:lnTo>
                  <a:pt x="811361" y="85746"/>
                </a:lnTo>
                <a:lnTo>
                  <a:pt x="811323" y="86110"/>
                </a:lnTo>
                <a:lnTo>
                  <a:pt x="811279" y="86475"/>
                </a:lnTo>
                <a:lnTo>
                  <a:pt x="811229" y="86842"/>
                </a:lnTo>
                <a:lnTo>
                  <a:pt x="811173" y="87209"/>
                </a:lnTo>
                <a:lnTo>
                  <a:pt x="811111" y="87579"/>
                </a:lnTo>
                <a:lnTo>
                  <a:pt x="811044" y="87949"/>
                </a:lnTo>
                <a:lnTo>
                  <a:pt x="810971" y="88321"/>
                </a:lnTo>
                <a:lnTo>
                  <a:pt x="810891" y="88695"/>
                </a:lnTo>
                <a:lnTo>
                  <a:pt x="810806" y="89070"/>
                </a:lnTo>
                <a:lnTo>
                  <a:pt x="810715" y="89446"/>
                </a:lnTo>
                <a:lnTo>
                  <a:pt x="810618" y="89823"/>
                </a:lnTo>
                <a:lnTo>
                  <a:pt x="810516" y="90203"/>
                </a:lnTo>
                <a:lnTo>
                  <a:pt x="810407" y="90583"/>
                </a:lnTo>
                <a:lnTo>
                  <a:pt x="810293" y="90965"/>
                </a:lnTo>
                <a:lnTo>
                  <a:pt x="810173" y="91348"/>
                </a:lnTo>
                <a:lnTo>
                  <a:pt x="810046" y="91733"/>
                </a:lnTo>
                <a:lnTo>
                  <a:pt x="809914" y="92119"/>
                </a:lnTo>
                <a:lnTo>
                  <a:pt x="809776" y="92506"/>
                </a:lnTo>
                <a:lnTo>
                  <a:pt x="809633" y="92893"/>
                </a:lnTo>
                <a:lnTo>
                  <a:pt x="809483" y="93277"/>
                </a:lnTo>
                <a:lnTo>
                  <a:pt x="809327" y="93659"/>
                </a:lnTo>
                <a:lnTo>
                  <a:pt x="809165" y="94038"/>
                </a:lnTo>
                <a:lnTo>
                  <a:pt x="808997" y="94414"/>
                </a:lnTo>
                <a:lnTo>
                  <a:pt x="808823" y="94789"/>
                </a:lnTo>
                <a:lnTo>
                  <a:pt x="808643" y="95160"/>
                </a:lnTo>
                <a:lnTo>
                  <a:pt x="808458" y="95529"/>
                </a:lnTo>
                <a:lnTo>
                  <a:pt x="808266" y="95896"/>
                </a:lnTo>
                <a:lnTo>
                  <a:pt x="808068" y="96260"/>
                </a:lnTo>
                <a:lnTo>
                  <a:pt x="807864" y="96622"/>
                </a:lnTo>
                <a:lnTo>
                  <a:pt x="807654" y="96981"/>
                </a:lnTo>
                <a:lnTo>
                  <a:pt x="807438" y="97338"/>
                </a:lnTo>
                <a:lnTo>
                  <a:pt x="807216" y="97692"/>
                </a:lnTo>
                <a:lnTo>
                  <a:pt x="806988" y="98044"/>
                </a:lnTo>
                <a:lnTo>
                  <a:pt x="806754" y="98393"/>
                </a:lnTo>
                <a:lnTo>
                  <a:pt x="806514" y="98740"/>
                </a:lnTo>
                <a:lnTo>
                  <a:pt x="806268" y="99084"/>
                </a:lnTo>
                <a:lnTo>
                  <a:pt x="806016" y="99425"/>
                </a:lnTo>
                <a:lnTo>
                  <a:pt x="805758" y="99765"/>
                </a:lnTo>
                <a:lnTo>
                  <a:pt x="805494" y="100101"/>
                </a:lnTo>
                <a:lnTo>
                  <a:pt x="805224" y="100436"/>
                </a:lnTo>
                <a:lnTo>
                  <a:pt x="804948" y="100767"/>
                </a:lnTo>
                <a:lnTo>
                  <a:pt x="804666" y="101097"/>
                </a:lnTo>
                <a:lnTo>
                  <a:pt x="804378" y="101422"/>
                </a:lnTo>
                <a:lnTo>
                  <a:pt x="804084" y="101742"/>
                </a:lnTo>
                <a:lnTo>
                  <a:pt x="803784" y="102058"/>
                </a:lnTo>
                <a:lnTo>
                  <a:pt x="803477" y="102369"/>
                </a:lnTo>
                <a:lnTo>
                  <a:pt x="803165" y="102674"/>
                </a:lnTo>
                <a:lnTo>
                  <a:pt x="802846" y="102975"/>
                </a:lnTo>
                <a:lnTo>
                  <a:pt x="802521" y="103271"/>
                </a:lnTo>
                <a:lnTo>
                  <a:pt x="802190" y="103563"/>
                </a:lnTo>
                <a:lnTo>
                  <a:pt x="801852" y="103849"/>
                </a:lnTo>
                <a:lnTo>
                  <a:pt x="801509" y="104130"/>
                </a:lnTo>
                <a:lnTo>
                  <a:pt x="801159" y="104407"/>
                </a:lnTo>
                <a:lnTo>
                  <a:pt x="800804" y="104679"/>
                </a:lnTo>
                <a:lnTo>
                  <a:pt x="800442" y="104946"/>
                </a:lnTo>
                <a:lnTo>
                  <a:pt x="800074" y="105208"/>
                </a:lnTo>
                <a:lnTo>
                  <a:pt x="799700" y="105465"/>
                </a:lnTo>
                <a:lnTo>
                  <a:pt x="799319" y="105717"/>
                </a:lnTo>
                <a:lnTo>
                  <a:pt x="798933" y="105964"/>
                </a:lnTo>
                <a:lnTo>
                  <a:pt x="798540" y="106207"/>
                </a:lnTo>
                <a:lnTo>
                  <a:pt x="798142" y="106444"/>
                </a:lnTo>
                <a:lnTo>
                  <a:pt x="797737" y="106677"/>
                </a:lnTo>
                <a:lnTo>
                  <a:pt x="797326" y="106905"/>
                </a:lnTo>
                <a:lnTo>
                  <a:pt x="796909" y="107128"/>
                </a:lnTo>
                <a:lnTo>
                  <a:pt x="796485" y="107346"/>
                </a:lnTo>
                <a:lnTo>
                  <a:pt x="796056" y="107559"/>
                </a:lnTo>
                <a:lnTo>
                  <a:pt x="795620" y="107766"/>
                </a:lnTo>
                <a:lnTo>
                  <a:pt x="795179" y="107963"/>
                </a:lnTo>
                <a:lnTo>
                  <a:pt x="794731" y="108152"/>
                </a:lnTo>
                <a:lnTo>
                  <a:pt x="794278" y="108332"/>
                </a:lnTo>
                <a:lnTo>
                  <a:pt x="793818" y="108503"/>
                </a:lnTo>
                <a:lnTo>
                  <a:pt x="793352" y="108665"/>
                </a:lnTo>
                <a:lnTo>
                  <a:pt x="792881" y="108819"/>
                </a:lnTo>
                <a:lnTo>
                  <a:pt x="792403" y="108964"/>
                </a:lnTo>
                <a:lnTo>
                  <a:pt x="791920" y="109100"/>
                </a:lnTo>
                <a:lnTo>
                  <a:pt x="791430" y="109227"/>
                </a:lnTo>
                <a:lnTo>
                  <a:pt x="790934" y="109345"/>
                </a:lnTo>
                <a:lnTo>
                  <a:pt x="790433" y="109455"/>
                </a:lnTo>
                <a:lnTo>
                  <a:pt x="789925" y="109556"/>
                </a:lnTo>
                <a:lnTo>
                  <a:pt x="789412" y="109648"/>
                </a:lnTo>
                <a:lnTo>
                  <a:pt x="788892" y="109731"/>
                </a:lnTo>
                <a:lnTo>
                  <a:pt x="788366" y="109806"/>
                </a:lnTo>
                <a:lnTo>
                  <a:pt x="787835" y="109872"/>
                </a:lnTo>
                <a:lnTo>
                  <a:pt x="787297" y="109929"/>
                </a:lnTo>
                <a:lnTo>
                  <a:pt x="786753" y="109977"/>
                </a:lnTo>
                <a:lnTo>
                  <a:pt x="786204" y="110017"/>
                </a:lnTo>
                <a:lnTo>
                  <a:pt x="785648" y="110047"/>
                </a:lnTo>
                <a:lnTo>
                  <a:pt x="785086" y="110069"/>
                </a:lnTo>
                <a:lnTo>
                  <a:pt x="784518" y="110082"/>
                </a:lnTo>
                <a:lnTo>
                  <a:pt x="783945" y="110087"/>
                </a:lnTo>
                <a:lnTo>
                  <a:pt x="783360" y="110080"/>
                </a:lnTo>
                <a:lnTo>
                  <a:pt x="782787" y="110060"/>
                </a:lnTo>
                <a:lnTo>
                  <a:pt x="782225" y="110027"/>
                </a:lnTo>
                <a:lnTo>
                  <a:pt x="781675" y="109980"/>
                </a:lnTo>
                <a:lnTo>
                  <a:pt x="781135" y="109920"/>
                </a:lnTo>
                <a:close/>
                <a:moveTo>
                  <a:pt x="1112561" y="74506"/>
                </a:moveTo>
                <a:lnTo>
                  <a:pt x="1112538" y="73706"/>
                </a:lnTo>
                <a:lnTo>
                  <a:pt x="1112508" y="72910"/>
                </a:lnTo>
                <a:lnTo>
                  <a:pt x="1112472" y="72120"/>
                </a:lnTo>
                <a:lnTo>
                  <a:pt x="1112429" y="71334"/>
                </a:lnTo>
                <a:lnTo>
                  <a:pt x="1112380" y="70553"/>
                </a:lnTo>
                <a:lnTo>
                  <a:pt x="1112324" y="69777"/>
                </a:lnTo>
                <a:lnTo>
                  <a:pt x="1112262" y="69005"/>
                </a:lnTo>
                <a:lnTo>
                  <a:pt x="1112193" y="68238"/>
                </a:lnTo>
                <a:lnTo>
                  <a:pt x="1112117" y="67476"/>
                </a:lnTo>
                <a:lnTo>
                  <a:pt x="1112035" y="66718"/>
                </a:lnTo>
                <a:lnTo>
                  <a:pt x="1111947" y="65966"/>
                </a:lnTo>
                <a:lnTo>
                  <a:pt x="1111851" y="65218"/>
                </a:lnTo>
                <a:lnTo>
                  <a:pt x="1111750" y="64475"/>
                </a:lnTo>
                <a:lnTo>
                  <a:pt x="1111641" y="63736"/>
                </a:lnTo>
                <a:lnTo>
                  <a:pt x="1111526" y="63003"/>
                </a:lnTo>
                <a:lnTo>
                  <a:pt x="1111405" y="62274"/>
                </a:lnTo>
                <a:lnTo>
                  <a:pt x="1111277" y="61549"/>
                </a:lnTo>
                <a:lnTo>
                  <a:pt x="1111142" y="60830"/>
                </a:lnTo>
                <a:lnTo>
                  <a:pt x="1111001" y="60115"/>
                </a:lnTo>
                <a:lnTo>
                  <a:pt x="1110853" y="59405"/>
                </a:lnTo>
                <a:lnTo>
                  <a:pt x="1110699" y="58700"/>
                </a:lnTo>
                <a:lnTo>
                  <a:pt x="1110537" y="58001"/>
                </a:lnTo>
                <a:lnTo>
                  <a:pt x="1110366" y="57309"/>
                </a:lnTo>
                <a:lnTo>
                  <a:pt x="1110186" y="56625"/>
                </a:lnTo>
                <a:lnTo>
                  <a:pt x="1109997" y="55949"/>
                </a:lnTo>
                <a:lnTo>
                  <a:pt x="1109799" y="55280"/>
                </a:lnTo>
                <a:lnTo>
                  <a:pt x="1109593" y="54620"/>
                </a:lnTo>
                <a:lnTo>
                  <a:pt x="1109377" y="53966"/>
                </a:lnTo>
                <a:lnTo>
                  <a:pt x="1109152" y="53321"/>
                </a:lnTo>
                <a:lnTo>
                  <a:pt x="1108919" y="52683"/>
                </a:lnTo>
                <a:lnTo>
                  <a:pt x="1108676" y="52053"/>
                </a:lnTo>
                <a:lnTo>
                  <a:pt x="1108425" y="51430"/>
                </a:lnTo>
                <a:lnTo>
                  <a:pt x="1108164" y="50815"/>
                </a:lnTo>
                <a:lnTo>
                  <a:pt x="1107895" y="50208"/>
                </a:lnTo>
                <a:lnTo>
                  <a:pt x="1107617" y="49609"/>
                </a:lnTo>
                <a:lnTo>
                  <a:pt x="1107329" y="49017"/>
                </a:lnTo>
                <a:lnTo>
                  <a:pt x="1107033" y="48433"/>
                </a:lnTo>
                <a:lnTo>
                  <a:pt x="1106728" y="47856"/>
                </a:lnTo>
                <a:lnTo>
                  <a:pt x="1106414" y="47288"/>
                </a:lnTo>
                <a:lnTo>
                  <a:pt x="1106091" y="46727"/>
                </a:lnTo>
                <a:lnTo>
                  <a:pt x="1105759" y="46173"/>
                </a:lnTo>
                <a:lnTo>
                  <a:pt x="1105418" y="45627"/>
                </a:lnTo>
                <a:lnTo>
                  <a:pt x="1105068" y="45089"/>
                </a:lnTo>
                <a:lnTo>
                  <a:pt x="1104709" y="44559"/>
                </a:lnTo>
                <a:lnTo>
                  <a:pt x="1104342" y="44036"/>
                </a:lnTo>
                <a:lnTo>
                  <a:pt x="1103965" y="43522"/>
                </a:lnTo>
                <a:lnTo>
                  <a:pt x="1103577" y="43017"/>
                </a:lnTo>
                <a:lnTo>
                  <a:pt x="1103180" y="42522"/>
                </a:lnTo>
                <a:lnTo>
                  <a:pt x="1102773" y="42036"/>
                </a:lnTo>
                <a:lnTo>
                  <a:pt x="1102355" y="41559"/>
                </a:lnTo>
                <a:lnTo>
                  <a:pt x="1101928" y="41091"/>
                </a:lnTo>
                <a:lnTo>
                  <a:pt x="1101490" y="40633"/>
                </a:lnTo>
                <a:lnTo>
                  <a:pt x="1101042" y="40184"/>
                </a:lnTo>
                <a:lnTo>
                  <a:pt x="1100585" y="39745"/>
                </a:lnTo>
                <a:lnTo>
                  <a:pt x="1100117" y="39315"/>
                </a:lnTo>
                <a:lnTo>
                  <a:pt x="1099639" y="38894"/>
                </a:lnTo>
                <a:lnTo>
                  <a:pt x="1099151" y="38483"/>
                </a:lnTo>
                <a:lnTo>
                  <a:pt x="1098653" y="38081"/>
                </a:lnTo>
                <a:lnTo>
                  <a:pt x="1098145" y="37688"/>
                </a:lnTo>
                <a:lnTo>
                  <a:pt x="1097627" y="37305"/>
                </a:lnTo>
                <a:lnTo>
                  <a:pt x="1097099" y="36931"/>
                </a:lnTo>
                <a:lnTo>
                  <a:pt x="1096561" y="36567"/>
                </a:lnTo>
                <a:lnTo>
                  <a:pt x="1096013" y="36211"/>
                </a:lnTo>
                <a:lnTo>
                  <a:pt x="1095455" y="35865"/>
                </a:lnTo>
                <a:lnTo>
                  <a:pt x="1094886" y="35529"/>
                </a:lnTo>
                <a:lnTo>
                  <a:pt x="1094308" y="35202"/>
                </a:lnTo>
                <a:lnTo>
                  <a:pt x="1093719" y="34884"/>
                </a:lnTo>
                <a:lnTo>
                  <a:pt x="1093121" y="34576"/>
                </a:lnTo>
                <a:lnTo>
                  <a:pt x="1092512" y="34276"/>
                </a:lnTo>
                <a:lnTo>
                  <a:pt x="1091892" y="33988"/>
                </a:lnTo>
                <a:lnTo>
                  <a:pt x="1091260" y="33712"/>
                </a:lnTo>
                <a:lnTo>
                  <a:pt x="1090615" y="33448"/>
                </a:lnTo>
                <a:lnTo>
                  <a:pt x="1089958" y="33196"/>
                </a:lnTo>
                <a:lnTo>
                  <a:pt x="1089289" y="32957"/>
                </a:lnTo>
                <a:lnTo>
                  <a:pt x="1088607" y="32729"/>
                </a:lnTo>
                <a:lnTo>
                  <a:pt x="1087912" y="32515"/>
                </a:lnTo>
                <a:lnTo>
                  <a:pt x="1087205" y="32312"/>
                </a:lnTo>
                <a:lnTo>
                  <a:pt x="1086486" y="32122"/>
                </a:lnTo>
                <a:lnTo>
                  <a:pt x="1085754" y="31944"/>
                </a:lnTo>
                <a:lnTo>
                  <a:pt x="1085010" y="31778"/>
                </a:lnTo>
                <a:lnTo>
                  <a:pt x="1084254" y="31625"/>
                </a:lnTo>
                <a:lnTo>
                  <a:pt x="1083485" y="31483"/>
                </a:lnTo>
                <a:lnTo>
                  <a:pt x="1082703" y="31354"/>
                </a:lnTo>
                <a:lnTo>
                  <a:pt x="1081909" y="31238"/>
                </a:lnTo>
                <a:lnTo>
                  <a:pt x="1081103" y="31133"/>
                </a:lnTo>
                <a:lnTo>
                  <a:pt x="1080284" y="31041"/>
                </a:lnTo>
                <a:lnTo>
                  <a:pt x="1079453" y="30962"/>
                </a:lnTo>
                <a:lnTo>
                  <a:pt x="1078609" y="30894"/>
                </a:lnTo>
                <a:lnTo>
                  <a:pt x="1077753" y="30839"/>
                </a:lnTo>
                <a:lnTo>
                  <a:pt x="1076885" y="30796"/>
                </a:lnTo>
                <a:lnTo>
                  <a:pt x="1076004" y="30765"/>
                </a:lnTo>
                <a:lnTo>
                  <a:pt x="1075110" y="30747"/>
                </a:lnTo>
                <a:lnTo>
                  <a:pt x="1074205" y="30741"/>
                </a:lnTo>
                <a:lnTo>
                  <a:pt x="1073536" y="30745"/>
                </a:lnTo>
                <a:lnTo>
                  <a:pt x="1072870" y="30757"/>
                </a:lnTo>
                <a:lnTo>
                  <a:pt x="1072208" y="30778"/>
                </a:lnTo>
                <a:lnTo>
                  <a:pt x="1071549" y="30807"/>
                </a:lnTo>
                <a:lnTo>
                  <a:pt x="1070894" y="30844"/>
                </a:lnTo>
                <a:lnTo>
                  <a:pt x="1070241" y="30889"/>
                </a:lnTo>
                <a:lnTo>
                  <a:pt x="1069593" y="30943"/>
                </a:lnTo>
                <a:lnTo>
                  <a:pt x="1068947" y="31004"/>
                </a:lnTo>
                <a:lnTo>
                  <a:pt x="1068305" y="31074"/>
                </a:lnTo>
                <a:lnTo>
                  <a:pt x="1067666" y="31153"/>
                </a:lnTo>
                <a:lnTo>
                  <a:pt x="1067031" y="31239"/>
                </a:lnTo>
                <a:lnTo>
                  <a:pt x="1066399" y="31334"/>
                </a:lnTo>
                <a:lnTo>
                  <a:pt x="1065770" y="31437"/>
                </a:lnTo>
                <a:lnTo>
                  <a:pt x="1065145" y="31548"/>
                </a:lnTo>
                <a:lnTo>
                  <a:pt x="1064523" y="31668"/>
                </a:lnTo>
                <a:lnTo>
                  <a:pt x="1063904" y="31796"/>
                </a:lnTo>
                <a:lnTo>
                  <a:pt x="1063289" y="31932"/>
                </a:lnTo>
                <a:lnTo>
                  <a:pt x="1062677" y="32076"/>
                </a:lnTo>
                <a:lnTo>
                  <a:pt x="1062068" y="32228"/>
                </a:lnTo>
                <a:lnTo>
                  <a:pt x="1061463" y="32389"/>
                </a:lnTo>
                <a:lnTo>
                  <a:pt x="1060861" y="32558"/>
                </a:lnTo>
                <a:lnTo>
                  <a:pt x="1060263" y="32735"/>
                </a:lnTo>
                <a:lnTo>
                  <a:pt x="1059668" y="32921"/>
                </a:lnTo>
                <a:lnTo>
                  <a:pt x="1059076" y="33115"/>
                </a:lnTo>
                <a:lnTo>
                  <a:pt x="1058489" y="33317"/>
                </a:lnTo>
                <a:lnTo>
                  <a:pt x="1057908" y="33531"/>
                </a:lnTo>
                <a:lnTo>
                  <a:pt x="1057333" y="33754"/>
                </a:lnTo>
                <a:lnTo>
                  <a:pt x="1056764" y="33987"/>
                </a:lnTo>
                <a:lnTo>
                  <a:pt x="1056202" y="34231"/>
                </a:lnTo>
                <a:lnTo>
                  <a:pt x="1055646" y="34485"/>
                </a:lnTo>
                <a:lnTo>
                  <a:pt x="1055095" y="34749"/>
                </a:lnTo>
                <a:lnTo>
                  <a:pt x="1054551" y="35024"/>
                </a:lnTo>
                <a:lnTo>
                  <a:pt x="1054014" y="35308"/>
                </a:lnTo>
                <a:lnTo>
                  <a:pt x="1053482" y="35603"/>
                </a:lnTo>
                <a:lnTo>
                  <a:pt x="1052956" y="35908"/>
                </a:lnTo>
                <a:lnTo>
                  <a:pt x="1052437" y="36223"/>
                </a:lnTo>
                <a:lnTo>
                  <a:pt x="1051923" y="36548"/>
                </a:lnTo>
                <a:lnTo>
                  <a:pt x="1051416" y="36884"/>
                </a:lnTo>
                <a:lnTo>
                  <a:pt x="1050915" y="37229"/>
                </a:lnTo>
                <a:lnTo>
                  <a:pt x="1050420" y="37585"/>
                </a:lnTo>
                <a:lnTo>
                  <a:pt x="1049932" y="37951"/>
                </a:lnTo>
                <a:lnTo>
                  <a:pt x="1049449" y="38328"/>
                </a:lnTo>
                <a:lnTo>
                  <a:pt x="1048973" y="38714"/>
                </a:lnTo>
                <a:lnTo>
                  <a:pt x="1048503" y="39111"/>
                </a:lnTo>
                <a:lnTo>
                  <a:pt x="1048038" y="39518"/>
                </a:lnTo>
                <a:lnTo>
                  <a:pt x="1047580" y="39935"/>
                </a:lnTo>
                <a:lnTo>
                  <a:pt x="1047129" y="40362"/>
                </a:lnTo>
                <a:lnTo>
                  <a:pt x="1046683" y="40800"/>
                </a:lnTo>
                <a:lnTo>
                  <a:pt x="1046244" y="41248"/>
                </a:lnTo>
                <a:lnTo>
                  <a:pt x="1045813" y="41707"/>
                </a:lnTo>
                <a:lnTo>
                  <a:pt x="1045390" y="42177"/>
                </a:lnTo>
                <a:lnTo>
                  <a:pt x="1044975" y="42658"/>
                </a:lnTo>
                <a:lnTo>
                  <a:pt x="1044568" y="43151"/>
                </a:lnTo>
                <a:lnTo>
                  <a:pt x="1044168" y="43654"/>
                </a:lnTo>
                <a:lnTo>
                  <a:pt x="1043776" y="44168"/>
                </a:lnTo>
                <a:lnTo>
                  <a:pt x="1043392" y="44694"/>
                </a:lnTo>
                <a:lnTo>
                  <a:pt x="1043016" y="45230"/>
                </a:lnTo>
                <a:lnTo>
                  <a:pt x="1042648" y="45778"/>
                </a:lnTo>
                <a:lnTo>
                  <a:pt x="1042288" y="46336"/>
                </a:lnTo>
                <a:lnTo>
                  <a:pt x="1041935" y="46906"/>
                </a:lnTo>
                <a:lnTo>
                  <a:pt x="1041590" y="47486"/>
                </a:lnTo>
                <a:lnTo>
                  <a:pt x="1041253" y="48078"/>
                </a:lnTo>
                <a:lnTo>
                  <a:pt x="1040924" y="48680"/>
                </a:lnTo>
                <a:lnTo>
                  <a:pt x="1040603" y="49294"/>
                </a:lnTo>
                <a:lnTo>
                  <a:pt x="1040289" y="49919"/>
                </a:lnTo>
                <a:lnTo>
                  <a:pt x="1039984" y="50555"/>
                </a:lnTo>
                <a:lnTo>
                  <a:pt x="1039686" y="51201"/>
                </a:lnTo>
                <a:lnTo>
                  <a:pt x="1039396" y="51859"/>
                </a:lnTo>
                <a:lnTo>
                  <a:pt x="1039113" y="52528"/>
                </a:lnTo>
                <a:lnTo>
                  <a:pt x="1038839" y="53208"/>
                </a:lnTo>
                <a:lnTo>
                  <a:pt x="1038573" y="53899"/>
                </a:lnTo>
                <a:lnTo>
                  <a:pt x="1038314" y="54601"/>
                </a:lnTo>
                <a:lnTo>
                  <a:pt x="1038064" y="55315"/>
                </a:lnTo>
                <a:lnTo>
                  <a:pt x="1037825" y="56042"/>
                </a:lnTo>
                <a:lnTo>
                  <a:pt x="1037597" y="56782"/>
                </a:lnTo>
                <a:lnTo>
                  <a:pt x="1037379" y="57535"/>
                </a:lnTo>
                <a:lnTo>
                  <a:pt x="1037172" y="58301"/>
                </a:lnTo>
                <a:lnTo>
                  <a:pt x="1036976" y="59080"/>
                </a:lnTo>
                <a:lnTo>
                  <a:pt x="1036790" y="59872"/>
                </a:lnTo>
                <a:lnTo>
                  <a:pt x="1036615" y="60677"/>
                </a:lnTo>
                <a:lnTo>
                  <a:pt x="1036450" y="61494"/>
                </a:lnTo>
                <a:lnTo>
                  <a:pt x="1036296" y="62325"/>
                </a:lnTo>
                <a:lnTo>
                  <a:pt x="1036153" y="63169"/>
                </a:lnTo>
                <a:lnTo>
                  <a:pt x="1036020" y="64026"/>
                </a:lnTo>
                <a:lnTo>
                  <a:pt x="1035898" y="64896"/>
                </a:lnTo>
                <a:lnTo>
                  <a:pt x="1035787" y="65779"/>
                </a:lnTo>
                <a:lnTo>
                  <a:pt x="1035686" y="66675"/>
                </a:lnTo>
                <a:lnTo>
                  <a:pt x="1035596" y="67584"/>
                </a:lnTo>
                <a:lnTo>
                  <a:pt x="1035516" y="68506"/>
                </a:lnTo>
                <a:lnTo>
                  <a:pt x="1035447" y="69441"/>
                </a:lnTo>
                <a:lnTo>
                  <a:pt x="1035389" y="70388"/>
                </a:lnTo>
                <a:lnTo>
                  <a:pt x="1035341" y="71349"/>
                </a:lnTo>
                <a:lnTo>
                  <a:pt x="1035304" y="72323"/>
                </a:lnTo>
                <a:lnTo>
                  <a:pt x="1035277" y="73310"/>
                </a:lnTo>
                <a:lnTo>
                  <a:pt x="1035261" y="74310"/>
                </a:lnTo>
                <a:lnTo>
                  <a:pt x="1035256" y="75323"/>
                </a:lnTo>
                <a:lnTo>
                  <a:pt x="1035273" y="77194"/>
                </a:lnTo>
                <a:lnTo>
                  <a:pt x="1035326" y="79027"/>
                </a:lnTo>
                <a:lnTo>
                  <a:pt x="1035414" y="80821"/>
                </a:lnTo>
                <a:lnTo>
                  <a:pt x="1035536" y="82576"/>
                </a:lnTo>
                <a:lnTo>
                  <a:pt x="1035694" y="84293"/>
                </a:lnTo>
                <a:lnTo>
                  <a:pt x="1035887" y="85970"/>
                </a:lnTo>
                <a:lnTo>
                  <a:pt x="1036115" y="87609"/>
                </a:lnTo>
                <a:lnTo>
                  <a:pt x="1036378" y="89209"/>
                </a:lnTo>
                <a:lnTo>
                  <a:pt x="1036676" y="90770"/>
                </a:lnTo>
                <a:lnTo>
                  <a:pt x="1037009" y="92292"/>
                </a:lnTo>
                <a:lnTo>
                  <a:pt x="1037377" y="93775"/>
                </a:lnTo>
                <a:lnTo>
                  <a:pt x="1037781" y="95219"/>
                </a:lnTo>
                <a:lnTo>
                  <a:pt x="1038219" y="96625"/>
                </a:lnTo>
                <a:lnTo>
                  <a:pt x="1038692" y="97992"/>
                </a:lnTo>
                <a:lnTo>
                  <a:pt x="1039201" y="99320"/>
                </a:lnTo>
                <a:lnTo>
                  <a:pt x="1039744" y="100609"/>
                </a:lnTo>
                <a:lnTo>
                  <a:pt x="1040323" y="101859"/>
                </a:lnTo>
                <a:lnTo>
                  <a:pt x="1040937" y="103071"/>
                </a:lnTo>
                <a:lnTo>
                  <a:pt x="1041585" y="104243"/>
                </a:lnTo>
                <a:lnTo>
                  <a:pt x="1042269" y="105377"/>
                </a:lnTo>
                <a:lnTo>
                  <a:pt x="1042988" y="106472"/>
                </a:lnTo>
                <a:lnTo>
                  <a:pt x="1043742" y="107528"/>
                </a:lnTo>
                <a:lnTo>
                  <a:pt x="1044531" y="108545"/>
                </a:lnTo>
                <a:lnTo>
                  <a:pt x="1045355" y="109524"/>
                </a:lnTo>
                <a:lnTo>
                  <a:pt x="1046213" y="110463"/>
                </a:lnTo>
                <a:lnTo>
                  <a:pt x="1047102" y="111362"/>
                </a:lnTo>
                <a:lnTo>
                  <a:pt x="1048024" y="112221"/>
                </a:lnTo>
                <a:lnTo>
                  <a:pt x="1048978" y="113040"/>
                </a:lnTo>
                <a:lnTo>
                  <a:pt x="1049963" y="113819"/>
                </a:lnTo>
                <a:lnTo>
                  <a:pt x="1050981" y="114558"/>
                </a:lnTo>
                <a:lnTo>
                  <a:pt x="1052030" y="115257"/>
                </a:lnTo>
                <a:lnTo>
                  <a:pt x="1053112" y="115917"/>
                </a:lnTo>
                <a:lnTo>
                  <a:pt x="1054225" y="116536"/>
                </a:lnTo>
                <a:lnTo>
                  <a:pt x="1055371" y="117115"/>
                </a:lnTo>
                <a:lnTo>
                  <a:pt x="1056548" y="117655"/>
                </a:lnTo>
                <a:lnTo>
                  <a:pt x="1057758" y="118154"/>
                </a:lnTo>
                <a:lnTo>
                  <a:pt x="1059000" y="118614"/>
                </a:lnTo>
                <a:lnTo>
                  <a:pt x="1060273" y="119033"/>
                </a:lnTo>
                <a:lnTo>
                  <a:pt x="1061579" y="119413"/>
                </a:lnTo>
                <a:lnTo>
                  <a:pt x="1062916" y="119753"/>
                </a:lnTo>
                <a:lnTo>
                  <a:pt x="1064286" y="120052"/>
                </a:lnTo>
                <a:lnTo>
                  <a:pt x="1065687" y="120312"/>
                </a:lnTo>
                <a:lnTo>
                  <a:pt x="1067121" y="120532"/>
                </a:lnTo>
                <a:lnTo>
                  <a:pt x="1068586" y="120711"/>
                </a:lnTo>
                <a:lnTo>
                  <a:pt x="1070084" y="120851"/>
                </a:lnTo>
                <a:lnTo>
                  <a:pt x="1071613" y="120951"/>
                </a:lnTo>
                <a:lnTo>
                  <a:pt x="1073174" y="121011"/>
                </a:lnTo>
                <a:lnTo>
                  <a:pt x="1074768" y="121031"/>
                </a:lnTo>
                <a:lnTo>
                  <a:pt x="1075488" y="121028"/>
                </a:lnTo>
                <a:lnTo>
                  <a:pt x="1076199" y="121018"/>
                </a:lnTo>
                <a:lnTo>
                  <a:pt x="1076901" y="121002"/>
                </a:lnTo>
                <a:lnTo>
                  <a:pt x="1077595" y="120978"/>
                </a:lnTo>
                <a:lnTo>
                  <a:pt x="1078279" y="120949"/>
                </a:lnTo>
                <a:lnTo>
                  <a:pt x="1078955" y="120913"/>
                </a:lnTo>
                <a:lnTo>
                  <a:pt x="1079622" y="120870"/>
                </a:lnTo>
                <a:lnTo>
                  <a:pt x="1080280" y="120820"/>
                </a:lnTo>
                <a:lnTo>
                  <a:pt x="1080930" y="120764"/>
                </a:lnTo>
                <a:lnTo>
                  <a:pt x="1081570" y="120702"/>
                </a:lnTo>
                <a:lnTo>
                  <a:pt x="1082202" y="120633"/>
                </a:lnTo>
                <a:lnTo>
                  <a:pt x="1082825" y="120557"/>
                </a:lnTo>
                <a:lnTo>
                  <a:pt x="1083440" y="120475"/>
                </a:lnTo>
                <a:lnTo>
                  <a:pt x="1084045" y="120386"/>
                </a:lnTo>
                <a:lnTo>
                  <a:pt x="1084642" y="120290"/>
                </a:lnTo>
                <a:lnTo>
                  <a:pt x="1085229" y="120188"/>
                </a:lnTo>
                <a:lnTo>
                  <a:pt x="1085808" y="120080"/>
                </a:lnTo>
                <a:lnTo>
                  <a:pt x="1086379" y="119965"/>
                </a:lnTo>
                <a:lnTo>
                  <a:pt x="1086940" y="119843"/>
                </a:lnTo>
                <a:lnTo>
                  <a:pt x="1087493" y="119714"/>
                </a:lnTo>
                <a:lnTo>
                  <a:pt x="1088037" y="119579"/>
                </a:lnTo>
                <a:lnTo>
                  <a:pt x="1088572" y="119438"/>
                </a:lnTo>
                <a:lnTo>
                  <a:pt x="1089098" y="119290"/>
                </a:lnTo>
                <a:lnTo>
                  <a:pt x="1089615" y="119135"/>
                </a:lnTo>
                <a:lnTo>
                  <a:pt x="1090125" y="118975"/>
                </a:lnTo>
                <a:lnTo>
                  <a:pt x="1090627" y="118811"/>
                </a:lnTo>
                <a:lnTo>
                  <a:pt x="1091122" y="118644"/>
                </a:lnTo>
                <a:lnTo>
                  <a:pt x="1091610" y="118473"/>
                </a:lnTo>
                <a:lnTo>
                  <a:pt x="1092091" y="118298"/>
                </a:lnTo>
                <a:lnTo>
                  <a:pt x="1092565" y="118120"/>
                </a:lnTo>
                <a:lnTo>
                  <a:pt x="1093032" y="117938"/>
                </a:lnTo>
                <a:lnTo>
                  <a:pt x="1093491" y="117753"/>
                </a:lnTo>
                <a:lnTo>
                  <a:pt x="1093944" y="117564"/>
                </a:lnTo>
                <a:lnTo>
                  <a:pt x="1094389" y="117371"/>
                </a:lnTo>
                <a:lnTo>
                  <a:pt x="1094827" y="117174"/>
                </a:lnTo>
                <a:lnTo>
                  <a:pt x="1095258" y="116974"/>
                </a:lnTo>
                <a:lnTo>
                  <a:pt x="1095682" y="116770"/>
                </a:lnTo>
                <a:lnTo>
                  <a:pt x="1096099" y="116563"/>
                </a:lnTo>
                <a:lnTo>
                  <a:pt x="1096509" y="116352"/>
                </a:lnTo>
                <a:lnTo>
                  <a:pt x="1096911" y="116137"/>
                </a:lnTo>
                <a:lnTo>
                  <a:pt x="1097307" y="115919"/>
                </a:lnTo>
                <a:lnTo>
                  <a:pt x="1097695" y="115697"/>
                </a:lnTo>
                <a:lnTo>
                  <a:pt x="1098076" y="115472"/>
                </a:lnTo>
                <a:lnTo>
                  <a:pt x="1098450" y="115242"/>
                </a:lnTo>
                <a:lnTo>
                  <a:pt x="1098817" y="115009"/>
                </a:lnTo>
                <a:lnTo>
                  <a:pt x="1099177" y="114773"/>
                </a:lnTo>
                <a:lnTo>
                  <a:pt x="1099530" y="114533"/>
                </a:lnTo>
                <a:lnTo>
                  <a:pt x="1099875" y="114289"/>
                </a:lnTo>
                <a:lnTo>
                  <a:pt x="1100215" y="114042"/>
                </a:lnTo>
                <a:lnTo>
                  <a:pt x="1100548" y="113793"/>
                </a:lnTo>
                <a:lnTo>
                  <a:pt x="1100876" y="113541"/>
                </a:lnTo>
                <a:lnTo>
                  <a:pt x="1101198" y="113286"/>
                </a:lnTo>
                <a:lnTo>
                  <a:pt x="1101514" y="113030"/>
                </a:lnTo>
                <a:lnTo>
                  <a:pt x="1101824" y="112770"/>
                </a:lnTo>
                <a:lnTo>
                  <a:pt x="1102129" y="112508"/>
                </a:lnTo>
                <a:lnTo>
                  <a:pt x="1102428" y="112244"/>
                </a:lnTo>
                <a:lnTo>
                  <a:pt x="1102722" y="111977"/>
                </a:lnTo>
                <a:lnTo>
                  <a:pt x="1103009" y="111707"/>
                </a:lnTo>
                <a:lnTo>
                  <a:pt x="1103291" y="111435"/>
                </a:lnTo>
                <a:lnTo>
                  <a:pt x="1103567" y="111161"/>
                </a:lnTo>
                <a:lnTo>
                  <a:pt x="1103838" y="110884"/>
                </a:lnTo>
                <a:lnTo>
                  <a:pt x="1104102" y="110604"/>
                </a:lnTo>
                <a:lnTo>
                  <a:pt x="1104361" y="110322"/>
                </a:lnTo>
                <a:lnTo>
                  <a:pt x="1104614" y="110037"/>
                </a:lnTo>
                <a:lnTo>
                  <a:pt x="1104862" y="109750"/>
                </a:lnTo>
                <a:lnTo>
                  <a:pt x="1105104" y="109461"/>
                </a:lnTo>
                <a:lnTo>
                  <a:pt x="1105340" y="109169"/>
                </a:lnTo>
                <a:lnTo>
                  <a:pt x="1105570" y="108874"/>
                </a:lnTo>
                <a:lnTo>
                  <a:pt x="1105795" y="108577"/>
                </a:lnTo>
                <a:lnTo>
                  <a:pt x="1106013" y="108277"/>
                </a:lnTo>
                <a:lnTo>
                  <a:pt x="1106227" y="107975"/>
                </a:lnTo>
                <a:lnTo>
                  <a:pt x="1106434" y="107670"/>
                </a:lnTo>
                <a:lnTo>
                  <a:pt x="1106637" y="107364"/>
                </a:lnTo>
                <a:lnTo>
                  <a:pt x="1106836" y="107058"/>
                </a:lnTo>
                <a:lnTo>
                  <a:pt x="1107031" y="106752"/>
                </a:lnTo>
                <a:lnTo>
                  <a:pt x="1107222" y="106447"/>
                </a:lnTo>
                <a:lnTo>
                  <a:pt x="1107410" y="106141"/>
                </a:lnTo>
                <a:lnTo>
                  <a:pt x="1107593" y="105836"/>
                </a:lnTo>
                <a:lnTo>
                  <a:pt x="1107773" y="105530"/>
                </a:lnTo>
                <a:lnTo>
                  <a:pt x="1107950" y="105225"/>
                </a:lnTo>
                <a:lnTo>
                  <a:pt x="1108122" y="104920"/>
                </a:lnTo>
                <a:lnTo>
                  <a:pt x="1108291" y="104615"/>
                </a:lnTo>
                <a:lnTo>
                  <a:pt x="1108456" y="104311"/>
                </a:lnTo>
                <a:lnTo>
                  <a:pt x="1108617" y="104006"/>
                </a:lnTo>
                <a:lnTo>
                  <a:pt x="1108774" y="103702"/>
                </a:lnTo>
                <a:lnTo>
                  <a:pt x="1108928" y="103397"/>
                </a:lnTo>
                <a:lnTo>
                  <a:pt x="1109078" y="103093"/>
                </a:lnTo>
                <a:lnTo>
                  <a:pt x="1109224" y="102789"/>
                </a:lnTo>
                <a:lnTo>
                  <a:pt x="1109366" y="102485"/>
                </a:lnTo>
                <a:lnTo>
                  <a:pt x="1109505" y="102182"/>
                </a:lnTo>
                <a:lnTo>
                  <a:pt x="1109639" y="101878"/>
                </a:lnTo>
                <a:lnTo>
                  <a:pt x="1109770" y="101575"/>
                </a:lnTo>
                <a:lnTo>
                  <a:pt x="1109897" y="101271"/>
                </a:lnTo>
                <a:lnTo>
                  <a:pt x="1110021" y="100968"/>
                </a:lnTo>
                <a:lnTo>
                  <a:pt x="1110141" y="100665"/>
                </a:lnTo>
                <a:lnTo>
                  <a:pt x="1110256" y="100362"/>
                </a:lnTo>
                <a:lnTo>
                  <a:pt x="1097542" y="96728"/>
                </a:lnTo>
                <a:lnTo>
                  <a:pt x="1097368" y="97208"/>
                </a:lnTo>
                <a:lnTo>
                  <a:pt x="1097181" y="97680"/>
                </a:lnTo>
                <a:lnTo>
                  <a:pt x="1096982" y="98145"/>
                </a:lnTo>
                <a:lnTo>
                  <a:pt x="1096769" y="98604"/>
                </a:lnTo>
                <a:lnTo>
                  <a:pt x="1096545" y="99055"/>
                </a:lnTo>
                <a:lnTo>
                  <a:pt x="1096307" y="99500"/>
                </a:lnTo>
                <a:lnTo>
                  <a:pt x="1096057" y="99937"/>
                </a:lnTo>
                <a:lnTo>
                  <a:pt x="1095794" y="100368"/>
                </a:lnTo>
                <a:lnTo>
                  <a:pt x="1095518" y="100791"/>
                </a:lnTo>
                <a:lnTo>
                  <a:pt x="1095230" y="101207"/>
                </a:lnTo>
                <a:lnTo>
                  <a:pt x="1094928" y="101617"/>
                </a:lnTo>
                <a:lnTo>
                  <a:pt x="1094615" y="102019"/>
                </a:lnTo>
                <a:lnTo>
                  <a:pt x="1094288" y="102415"/>
                </a:lnTo>
                <a:lnTo>
                  <a:pt x="1093949" y="102803"/>
                </a:lnTo>
                <a:lnTo>
                  <a:pt x="1093597" y="103185"/>
                </a:lnTo>
                <a:lnTo>
                  <a:pt x="1093232" y="103560"/>
                </a:lnTo>
                <a:lnTo>
                  <a:pt x="1092855" y="103927"/>
                </a:lnTo>
                <a:lnTo>
                  <a:pt x="1092464" y="104288"/>
                </a:lnTo>
                <a:lnTo>
                  <a:pt x="1092062" y="104641"/>
                </a:lnTo>
                <a:lnTo>
                  <a:pt x="1091646" y="104988"/>
                </a:lnTo>
                <a:lnTo>
                  <a:pt x="1091218" y="105328"/>
                </a:lnTo>
                <a:lnTo>
                  <a:pt x="1090777" y="105660"/>
                </a:lnTo>
                <a:lnTo>
                  <a:pt x="1090323" y="105986"/>
                </a:lnTo>
                <a:lnTo>
                  <a:pt x="1089857" y="106305"/>
                </a:lnTo>
                <a:lnTo>
                  <a:pt x="1089377" y="106613"/>
                </a:lnTo>
                <a:lnTo>
                  <a:pt x="1088885" y="106909"/>
                </a:lnTo>
                <a:lnTo>
                  <a:pt x="1088380" y="107191"/>
                </a:lnTo>
                <a:lnTo>
                  <a:pt x="1087862" y="107460"/>
                </a:lnTo>
                <a:lnTo>
                  <a:pt x="1087330" y="107716"/>
                </a:lnTo>
                <a:lnTo>
                  <a:pt x="1086786" y="107959"/>
                </a:lnTo>
                <a:lnTo>
                  <a:pt x="1086229" y="108189"/>
                </a:lnTo>
                <a:lnTo>
                  <a:pt x="1085659" y="108406"/>
                </a:lnTo>
                <a:lnTo>
                  <a:pt x="1085075" y="108609"/>
                </a:lnTo>
                <a:lnTo>
                  <a:pt x="1084479" y="108800"/>
                </a:lnTo>
                <a:lnTo>
                  <a:pt x="1083870" y="108977"/>
                </a:lnTo>
                <a:lnTo>
                  <a:pt x="1083248" y="109141"/>
                </a:lnTo>
                <a:lnTo>
                  <a:pt x="1082613" y="109292"/>
                </a:lnTo>
                <a:lnTo>
                  <a:pt x="1081964" y="109430"/>
                </a:lnTo>
                <a:lnTo>
                  <a:pt x="1081303" y="109555"/>
                </a:lnTo>
                <a:lnTo>
                  <a:pt x="1080629" y="109667"/>
                </a:lnTo>
                <a:lnTo>
                  <a:pt x="1079942" y="109765"/>
                </a:lnTo>
                <a:lnTo>
                  <a:pt x="1079242" y="109850"/>
                </a:lnTo>
                <a:lnTo>
                  <a:pt x="1078529" y="109923"/>
                </a:lnTo>
                <a:lnTo>
                  <a:pt x="1077802" y="109982"/>
                </a:lnTo>
                <a:lnTo>
                  <a:pt x="1077063" y="110028"/>
                </a:lnTo>
                <a:lnTo>
                  <a:pt x="1076311" y="110061"/>
                </a:lnTo>
                <a:lnTo>
                  <a:pt x="1075546" y="110080"/>
                </a:lnTo>
                <a:lnTo>
                  <a:pt x="1074768" y="110087"/>
                </a:lnTo>
                <a:lnTo>
                  <a:pt x="1074235" y="110083"/>
                </a:lnTo>
                <a:lnTo>
                  <a:pt x="1073708" y="110071"/>
                </a:lnTo>
                <a:lnTo>
                  <a:pt x="1073187" y="110051"/>
                </a:lnTo>
                <a:lnTo>
                  <a:pt x="1072673" y="110023"/>
                </a:lnTo>
                <a:lnTo>
                  <a:pt x="1072166" y="109987"/>
                </a:lnTo>
                <a:lnTo>
                  <a:pt x="1071665" y="109943"/>
                </a:lnTo>
                <a:lnTo>
                  <a:pt x="1071170" y="109892"/>
                </a:lnTo>
                <a:lnTo>
                  <a:pt x="1070682" y="109832"/>
                </a:lnTo>
                <a:lnTo>
                  <a:pt x="1070200" y="109764"/>
                </a:lnTo>
                <a:lnTo>
                  <a:pt x="1069724" y="109689"/>
                </a:lnTo>
                <a:lnTo>
                  <a:pt x="1069255" y="109605"/>
                </a:lnTo>
                <a:lnTo>
                  <a:pt x="1068793" y="109513"/>
                </a:lnTo>
                <a:lnTo>
                  <a:pt x="1068337" y="109414"/>
                </a:lnTo>
                <a:lnTo>
                  <a:pt x="1067887" y="109306"/>
                </a:lnTo>
                <a:lnTo>
                  <a:pt x="1067444" y="109191"/>
                </a:lnTo>
                <a:lnTo>
                  <a:pt x="1067007" y="109068"/>
                </a:lnTo>
                <a:lnTo>
                  <a:pt x="1066576" y="108936"/>
                </a:lnTo>
                <a:lnTo>
                  <a:pt x="1066152" y="108797"/>
                </a:lnTo>
                <a:lnTo>
                  <a:pt x="1065735" y="108649"/>
                </a:lnTo>
                <a:lnTo>
                  <a:pt x="1065324" y="108494"/>
                </a:lnTo>
                <a:lnTo>
                  <a:pt x="1064919" y="108331"/>
                </a:lnTo>
                <a:lnTo>
                  <a:pt x="1064521" y="108160"/>
                </a:lnTo>
                <a:lnTo>
                  <a:pt x="1064129" y="107981"/>
                </a:lnTo>
                <a:lnTo>
                  <a:pt x="1063743" y="107793"/>
                </a:lnTo>
                <a:lnTo>
                  <a:pt x="1063364" y="107599"/>
                </a:lnTo>
                <a:lnTo>
                  <a:pt x="1062990" y="107398"/>
                </a:lnTo>
                <a:lnTo>
                  <a:pt x="1062622" y="107191"/>
                </a:lnTo>
                <a:lnTo>
                  <a:pt x="1062260" y="106977"/>
                </a:lnTo>
                <a:lnTo>
                  <a:pt x="1061904" y="106757"/>
                </a:lnTo>
                <a:lnTo>
                  <a:pt x="1061553" y="106531"/>
                </a:lnTo>
                <a:lnTo>
                  <a:pt x="1061208" y="106298"/>
                </a:lnTo>
                <a:lnTo>
                  <a:pt x="1060869" y="106059"/>
                </a:lnTo>
                <a:lnTo>
                  <a:pt x="1060535" y="105813"/>
                </a:lnTo>
                <a:lnTo>
                  <a:pt x="1060207" y="105561"/>
                </a:lnTo>
                <a:lnTo>
                  <a:pt x="1059885" y="105302"/>
                </a:lnTo>
                <a:lnTo>
                  <a:pt x="1059569" y="105037"/>
                </a:lnTo>
                <a:lnTo>
                  <a:pt x="1059258" y="104766"/>
                </a:lnTo>
                <a:lnTo>
                  <a:pt x="1058953" y="104488"/>
                </a:lnTo>
                <a:lnTo>
                  <a:pt x="1058654" y="104204"/>
                </a:lnTo>
                <a:lnTo>
                  <a:pt x="1058360" y="103913"/>
                </a:lnTo>
                <a:lnTo>
                  <a:pt x="1058073" y="103616"/>
                </a:lnTo>
                <a:lnTo>
                  <a:pt x="1057791" y="103312"/>
                </a:lnTo>
                <a:lnTo>
                  <a:pt x="1057514" y="103002"/>
                </a:lnTo>
                <a:lnTo>
                  <a:pt x="1057244" y="102686"/>
                </a:lnTo>
                <a:lnTo>
                  <a:pt x="1056979" y="102363"/>
                </a:lnTo>
                <a:lnTo>
                  <a:pt x="1056720" y="102033"/>
                </a:lnTo>
                <a:lnTo>
                  <a:pt x="1056467" y="101698"/>
                </a:lnTo>
                <a:lnTo>
                  <a:pt x="1056219" y="101356"/>
                </a:lnTo>
                <a:lnTo>
                  <a:pt x="1055977" y="101007"/>
                </a:lnTo>
                <a:lnTo>
                  <a:pt x="1055740" y="100654"/>
                </a:lnTo>
                <a:lnTo>
                  <a:pt x="1055509" y="100294"/>
                </a:lnTo>
                <a:lnTo>
                  <a:pt x="1055282" y="99929"/>
                </a:lnTo>
                <a:lnTo>
                  <a:pt x="1055061" y="99559"/>
                </a:lnTo>
                <a:lnTo>
                  <a:pt x="1054846" y="99183"/>
                </a:lnTo>
                <a:lnTo>
                  <a:pt x="1054636" y="98801"/>
                </a:lnTo>
                <a:lnTo>
                  <a:pt x="1054431" y="98414"/>
                </a:lnTo>
                <a:lnTo>
                  <a:pt x="1054231" y="98021"/>
                </a:lnTo>
                <a:lnTo>
                  <a:pt x="1054037" y="97622"/>
                </a:lnTo>
                <a:lnTo>
                  <a:pt x="1053848" y="97218"/>
                </a:lnTo>
                <a:lnTo>
                  <a:pt x="1053664" y="96809"/>
                </a:lnTo>
                <a:lnTo>
                  <a:pt x="1053486" y="96394"/>
                </a:lnTo>
                <a:lnTo>
                  <a:pt x="1053312" y="95973"/>
                </a:lnTo>
                <a:lnTo>
                  <a:pt x="1053145" y="95546"/>
                </a:lnTo>
                <a:lnTo>
                  <a:pt x="1052982" y="95114"/>
                </a:lnTo>
                <a:lnTo>
                  <a:pt x="1052825" y="94677"/>
                </a:lnTo>
                <a:lnTo>
                  <a:pt x="1052673" y="94234"/>
                </a:lnTo>
                <a:lnTo>
                  <a:pt x="1052527" y="93785"/>
                </a:lnTo>
                <a:lnTo>
                  <a:pt x="1052385" y="93331"/>
                </a:lnTo>
                <a:lnTo>
                  <a:pt x="1052249" y="92871"/>
                </a:lnTo>
                <a:lnTo>
                  <a:pt x="1052119" y="92405"/>
                </a:lnTo>
                <a:lnTo>
                  <a:pt x="1051993" y="91934"/>
                </a:lnTo>
                <a:lnTo>
                  <a:pt x="1051873" y="91457"/>
                </a:lnTo>
                <a:lnTo>
                  <a:pt x="1051759" y="90976"/>
                </a:lnTo>
                <a:lnTo>
                  <a:pt x="1051649" y="90491"/>
                </a:lnTo>
                <a:lnTo>
                  <a:pt x="1051543" y="90002"/>
                </a:lnTo>
                <a:lnTo>
                  <a:pt x="1051443" y="89509"/>
                </a:lnTo>
                <a:lnTo>
                  <a:pt x="1051348" y="89013"/>
                </a:lnTo>
                <a:lnTo>
                  <a:pt x="1051257" y="88513"/>
                </a:lnTo>
                <a:lnTo>
                  <a:pt x="1051172" y="88009"/>
                </a:lnTo>
                <a:lnTo>
                  <a:pt x="1051091" y="87501"/>
                </a:lnTo>
                <a:lnTo>
                  <a:pt x="1051015" y="86989"/>
                </a:lnTo>
                <a:lnTo>
                  <a:pt x="1050944" y="86474"/>
                </a:lnTo>
                <a:lnTo>
                  <a:pt x="1050878" y="85955"/>
                </a:lnTo>
                <a:lnTo>
                  <a:pt x="1050817" y="85432"/>
                </a:lnTo>
                <a:lnTo>
                  <a:pt x="1050761" y="84905"/>
                </a:lnTo>
                <a:lnTo>
                  <a:pt x="1050710" y="84375"/>
                </a:lnTo>
                <a:lnTo>
                  <a:pt x="1050663" y="83841"/>
                </a:lnTo>
                <a:lnTo>
                  <a:pt x="1050622" y="83303"/>
                </a:lnTo>
                <a:lnTo>
                  <a:pt x="1050585" y="82761"/>
                </a:lnTo>
                <a:lnTo>
                  <a:pt x="1050553" y="82216"/>
                </a:lnTo>
                <a:lnTo>
                  <a:pt x="1050526" y="81666"/>
                </a:lnTo>
                <a:lnTo>
                  <a:pt x="1050504" y="81113"/>
                </a:lnTo>
                <a:lnTo>
                  <a:pt x="1050487" y="80556"/>
                </a:lnTo>
                <a:lnTo>
                  <a:pt x="1050475" y="79996"/>
                </a:lnTo>
                <a:lnTo>
                  <a:pt x="1050468" y="79432"/>
                </a:lnTo>
                <a:lnTo>
                  <a:pt x="1050465" y="78863"/>
                </a:lnTo>
                <a:lnTo>
                  <a:pt x="1112590" y="78863"/>
                </a:lnTo>
                <a:lnTo>
                  <a:pt x="1112590" y="76935"/>
                </a:lnTo>
                <a:lnTo>
                  <a:pt x="1112587" y="76120"/>
                </a:lnTo>
                <a:lnTo>
                  <a:pt x="1112577" y="75311"/>
                </a:lnTo>
                <a:lnTo>
                  <a:pt x="1112561" y="74506"/>
                </a:lnTo>
                <a:close/>
                <a:moveTo>
                  <a:pt x="1050789" y="65222"/>
                </a:moveTo>
                <a:lnTo>
                  <a:pt x="1050848" y="64612"/>
                </a:lnTo>
                <a:lnTo>
                  <a:pt x="1050913" y="64011"/>
                </a:lnTo>
                <a:lnTo>
                  <a:pt x="1050985" y="63421"/>
                </a:lnTo>
                <a:lnTo>
                  <a:pt x="1051064" y="62839"/>
                </a:lnTo>
                <a:lnTo>
                  <a:pt x="1051150" y="62268"/>
                </a:lnTo>
                <a:lnTo>
                  <a:pt x="1051244" y="61705"/>
                </a:lnTo>
                <a:lnTo>
                  <a:pt x="1051344" y="61153"/>
                </a:lnTo>
                <a:lnTo>
                  <a:pt x="1051451" y="60610"/>
                </a:lnTo>
                <a:lnTo>
                  <a:pt x="1051565" y="60077"/>
                </a:lnTo>
                <a:lnTo>
                  <a:pt x="1051686" y="59553"/>
                </a:lnTo>
                <a:lnTo>
                  <a:pt x="1051814" y="59039"/>
                </a:lnTo>
                <a:lnTo>
                  <a:pt x="1051949" y="58534"/>
                </a:lnTo>
                <a:lnTo>
                  <a:pt x="1052092" y="58039"/>
                </a:lnTo>
                <a:lnTo>
                  <a:pt x="1052241" y="57553"/>
                </a:lnTo>
                <a:lnTo>
                  <a:pt x="1052397" y="57078"/>
                </a:lnTo>
                <a:lnTo>
                  <a:pt x="1052560" y="56611"/>
                </a:lnTo>
                <a:lnTo>
                  <a:pt x="1052730" y="56155"/>
                </a:lnTo>
                <a:lnTo>
                  <a:pt x="1052907" y="55708"/>
                </a:lnTo>
                <a:lnTo>
                  <a:pt x="1053091" y="55270"/>
                </a:lnTo>
                <a:lnTo>
                  <a:pt x="1053282" y="54842"/>
                </a:lnTo>
                <a:lnTo>
                  <a:pt x="1053478" y="54423"/>
                </a:lnTo>
                <a:lnTo>
                  <a:pt x="1053678" y="54010"/>
                </a:lnTo>
                <a:lnTo>
                  <a:pt x="1053881" y="53605"/>
                </a:lnTo>
                <a:lnTo>
                  <a:pt x="1054089" y="53208"/>
                </a:lnTo>
                <a:lnTo>
                  <a:pt x="1054299" y="52818"/>
                </a:lnTo>
                <a:lnTo>
                  <a:pt x="1054514" y="52435"/>
                </a:lnTo>
                <a:lnTo>
                  <a:pt x="1054732" y="52059"/>
                </a:lnTo>
                <a:lnTo>
                  <a:pt x="1054954" y="51691"/>
                </a:lnTo>
                <a:lnTo>
                  <a:pt x="1055179" y="51330"/>
                </a:lnTo>
                <a:lnTo>
                  <a:pt x="1055408" y="50977"/>
                </a:lnTo>
                <a:lnTo>
                  <a:pt x="1055641" y="50631"/>
                </a:lnTo>
                <a:lnTo>
                  <a:pt x="1055877" y="50292"/>
                </a:lnTo>
                <a:lnTo>
                  <a:pt x="1056117" y="49961"/>
                </a:lnTo>
                <a:lnTo>
                  <a:pt x="1056360" y="49637"/>
                </a:lnTo>
                <a:lnTo>
                  <a:pt x="1056607" y="49321"/>
                </a:lnTo>
                <a:lnTo>
                  <a:pt x="1056858" y="49011"/>
                </a:lnTo>
                <a:lnTo>
                  <a:pt x="1057113" y="48709"/>
                </a:lnTo>
                <a:lnTo>
                  <a:pt x="1057371" y="48415"/>
                </a:lnTo>
                <a:lnTo>
                  <a:pt x="1057632" y="48128"/>
                </a:lnTo>
                <a:lnTo>
                  <a:pt x="1057898" y="47848"/>
                </a:lnTo>
                <a:lnTo>
                  <a:pt x="1058167" y="47576"/>
                </a:lnTo>
                <a:lnTo>
                  <a:pt x="1058439" y="47311"/>
                </a:lnTo>
                <a:lnTo>
                  <a:pt x="1058715" y="47053"/>
                </a:lnTo>
                <a:lnTo>
                  <a:pt x="1058995" y="46802"/>
                </a:lnTo>
                <a:lnTo>
                  <a:pt x="1059278" y="46559"/>
                </a:lnTo>
                <a:lnTo>
                  <a:pt x="1059563" y="46322"/>
                </a:lnTo>
                <a:lnTo>
                  <a:pt x="1059850" y="46091"/>
                </a:lnTo>
                <a:lnTo>
                  <a:pt x="1060139" y="45866"/>
                </a:lnTo>
                <a:lnTo>
                  <a:pt x="1060430" y="45647"/>
                </a:lnTo>
                <a:lnTo>
                  <a:pt x="1060723" y="45435"/>
                </a:lnTo>
                <a:lnTo>
                  <a:pt x="1061018" y="45229"/>
                </a:lnTo>
                <a:lnTo>
                  <a:pt x="1061316" y="45029"/>
                </a:lnTo>
                <a:lnTo>
                  <a:pt x="1061615" y="44836"/>
                </a:lnTo>
                <a:lnTo>
                  <a:pt x="1061917" y="44649"/>
                </a:lnTo>
                <a:lnTo>
                  <a:pt x="1062220" y="44468"/>
                </a:lnTo>
                <a:lnTo>
                  <a:pt x="1062526" y="44293"/>
                </a:lnTo>
                <a:lnTo>
                  <a:pt x="1062834" y="44124"/>
                </a:lnTo>
                <a:lnTo>
                  <a:pt x="1063144" y="43962"/>
                </a:lnTo>
                <a:lnTo>
                  <a:pt x="1063456" y="43806"/>
                </a:lnTo>
                <a:lnTo>
                  <a:pt x="1063770" y="43656"/>
                </a:lnTo>
                <a:lnTo>
                  <a:pt x="1064086" y="43513"/>
                </a:lnTo>
                <a:lnTo>
                  <a:pt x="1064405" y="43375"/>
                </a:lnTo>
                <a:lnTo>
                  <a:pt x="1064725" y="43244"/>
                </a:lnTo>
                <a:lnTo>
                  <a:pt x="1065048" y="43120"/>
                </a:lnTo>
                <a:lnTo>
                  <a:pt x="1065372" y="43001"/>
                </a:lnTo>
                <a:lnTo>
                  <a:pt x="1065699" y="42889"/>
                </a:lnTo>
                <a:lnTo>
                  <a:pt x="1066028" y="42783"/>
                </a:lnTo>
                <a:lnTo>
                  <a:pt x="1066359" y="42683"/>
                </a:lnTo>
                <a:lnTo>
                  <a:pt x="1066690" y="42589"/>
                </a:lnTo>
                <a:lnTo>
                  <a:pt x="1067020" y="42498"/>
                </a:lnTo>
                <a:lnTo>
                  <a:pt x="1067349" y="42412"/>
                </a:lnTo>
                <a:lnTo>
                  <a:pt x="1067676" y="42329"/>
                </a:lnTo>
                <a:lnTo>
                  <a:pt x="1068003" y="42251"/>
                </a:lnTo>
                <a:lnTo>
                  <a:pt x="1068328" y="42176"/>
                </a:lnTo>
                <a:lnTo>
                  <a:pt x="1068651" y="42106"/>
                </a:lnTo>
                <a:lnTo>
                  <a:pt x="1068974" y="42039"/>
                </a:lnTo>
                <a:lnTo>
                  <a:pt x="1069295" y="41977"/>
                </a:lnTo>
                <a:lnTo>
                  <a:pt x="1069615" y="41918"/>
                </a:lnTo>
                <a:lnTo>
                  <a:pt x="1069934" y="41864"/>
                </a:lnTo>
                <a:lnTo>
                  <a:pt x="1070251" y="41814"/>
                </a:lnTo>
                <a:lnTo>
                  <a:pt x="1070568" y="41768"/>
                </a:lnTo>
                <a:lnTo>
                  <a:pt x="1070883" y="41725"/>
                </a:lnTo>
                <a:lnTo>
                  <a:pt x="1071196" y="41687"/>
                </a:lnTo>
                <a:lnTo>
                  <a:pt x="1071509" y="41653"/>
                </a:lnTo>
                <a:lnTo>
                  <a:pt x="1071820" y="41623"/>
                </a:lnTo>
                <a:lnTo>
                  <a:pt x="1072130" y="41596"/>
                </a:lnTo>
                <a:lnTo>
                  <a:pt x="1072439" y="41574"/>
                </a:lnTo>
                <a:lnTo>
                  <a:pt x="1072746" y="41556"/>
                </a:lnTo>
                <a:lnTo>
                  <a:pt x="1073052" y="41542"/>
                </a:lnTo>
                <a:lnTo>
                  <a:pt x="1073357" y="41532"/>
                </a:lnTo>
                <a:lnTo>
                  <a:pt x="1073661" y="41526"/>
                </a:lnTo>
                <a:lnTo>
                  <a:pt x="1073963" y="41524"/>
                </a:lnTo>
                <a:lnTo>
                  <a:pt x="1074860" y="41535"/>
                </a:lnTo>
                <a:lnTo>
                  <a:pt x="1075739" y="41568"/>
                </a:lnTo>
                <a:lnTo>
                  <a:pt x="1076600" y="41622"/>
                </a:lnTo>
                <a:lnTo>
                  <a:pt x="1077444" y="41698"/>
                </a:lnTo>
                <a:lnTo>
                  <a:pt x="1078270" y="41797"/>
                </a:lnTo>
                <a:lnTo>
                  <a:pt x="1079078" y="41916"/>
                </a:lnTo>
                <a:lnTo>
                  <a:pt x="1079869" y="42058"/>
                </a:lnTo>
                <a:lnTo>
                  <a:pt x="1080642" y="42222"/>
                </a:lnTo>
                <a:lnTo>
                  <a:pt x="1081398" y="42407"/>
                </a:lnTo>
                <a:lnTo>
                  <a:pt x="1082136" y="42614"/>
                </a:lnTo>
                <a:lnTo>
                  <a:pt x="1082857" y="42843"/>
                </a:lnTo>
                <a:lnTo>
                  <a:pt x="1083560" y="43094"/>
                </a:lnTo>
                <a:lnTo>
                  <a:pt x="1084245" y="43366"/>
                </a:lnTo>
                <a:lnTo>
                  <a:pt x="1084913" y="43661"/>
                </a:lnTo>
                <a:lnTo>
                  <a:pt x="1085563" y="43977"/>
                </a:lnTo>
                <a:lnTo>
                  <a:pt x="1086195" y="44315"/>
                </a:lnTo>
                <a:lnTo>
                  <a:pt x="1086810" y="44675"/>
                </a:lnTo>
                <a:lnTo>
                  <a:pt x="1087407" y="45056"/>
                </a:lnTo>
                <a:lnTo>
                  <a:pt x="1087987" y="45460"/>
                </a:lnTo>
                <a:lnTo>
                  <a:pt x="1088549" y="45885"/>
                </a:lnTo>
                <a:lnTo>
                  <a:pt x="1089093" y="46332"/>
                </a:lnTo>
                <a:lnTo>
                  <a:pt x="1089620" y="46800"/>
                </a:lnTo>
                <a:lnTo>
                  <a:pt x="1090129" y="47291"/>
                </a:lnTo>
                <a:lnTo>
                  <a:pt x="1090621" y="47803"/>
                </a:lnTo>
                <a:lnTo>
                  <a:pt x="1091096" y="48339"/>
                </a:lnTo>
                <a:lnTo>
                  <a:pt x="1091555" y="48901"/>
                </a:lnTo>
                <a:lnTo>
                  <a:pt x="1091998" y="49488"/>
                </a:lnTo>
                <a:lnTo>
                  <a:pt x="1092425" y="50101"/>
                </a:lnTo>
                <a:lnTo>
                  <a:pt x="1092836" y="50740"/>
                </a:lnTo>
                <a:lnTo>
                  <a:pt x="1093231" y="51404"/>
                </a:lnTo>
                <a:lnTo>
                  <a:pt x="1093611" y="52094"/>
                </a:lnTo>
                <a:lnTo>
                  <a:pt x="1093974" y="52810"/>
                </a:lnTo>
                <a:lnTo>
                  <a:pt x="1094322" y="53552"/>
                </a:lnTo>
                <a:lnTo>
                  <a:pt x="1094653" y="54319"/>
                </a:lnTo>
                <a:lnTo>
                  <a:pt x="1094969" y="55112"/>
                </a:lnTo>
                <a:lnTo>
                  <a:pt x="1095268" y="55931"/>
                </a:lnTo>
                <a:lnTo>
                  <a:pt x="1095552" y="56775"/>
                </a:lnTo>
                <a:lnTo>
                  <a:pt x="1095820" y="57645"/>
                </a:lnTo>
                <a:lnTo>
                  <a:pt x="1096072" y="58540"/>
                </a:lnTo>
                <a:lnTo>
                  <a:pt x="1096308" y="59462"/>
                </a:lnTo>
                <a:lnTo>
                  <a:pt x="1096528" y="60409"/>
                </a:lnTo>
                <a:lnTo>
                  <a:pt x="1096732" y="61382"/>
                </a:lnTo>
                <a:lnTo>
                  <a:pt x="1096920" y="62380"/>
                </a:lnTo>
                <a:lnTo>
                  <a:pt x="1097092" y="63404"/>
                </a:lnTo>
                <a:lnTo>
                  <a:pt x="1097249" y="64454"/>
                </a:lnTo>
                <a:lnTo>
                  <a:pt x="1097389" y="65530"/>
                </a:lnTo>
                <a:lnTo>
                  <a:pt x="1097514" y="66631"/>
                </a:lnTo>
                <a:lnTo>
                  <a:pt x="1097622" y="67758"/>
                </a:lnTo>
                <a:lnTo>
                  <a:pt x="1050626" y="67758"/>
                </a:lnTo>
                <a:lnTo>
                  <a:pt x="1050656" y="67110"/>
                </a:lnTo>
                <a:lnTo>
                  <a:pt x="1050694" y="66471"/>
                </a:lnTo>
                <a:lnTo>
                  <a:pt x="1050738" y="65842"/>
                </a:lnTo>
                <a:lnTo>
                  <a:pt x="1050789" y="65222"/>
                </a:lnTo>
                <a:close/>
                <a:moveTo>
                  <a:pt x="1155691" y="120975"/>
                </a:moveTo>
                <a:lnTo>
                  <a:pt x="1156174" y="120950"/>
                </a:lnTo>
                <a:lnTo>
                  <a:pt x="1156652" y="120921"/>
                </a:lnTo>
                <a:lnTo>
                  <a:pt x="1157125" y="120887"/>
                </a:lnTo>
                <a:lnTo>
                  <a:pt x="1157593" y="120849"/>
                </a:lnTo>
                <a:lnTo>
                  <a:pt x="1158056" y="120806"/>
                </a:lnTo>
                <a:lnTo>
                  <a:pt x="1158515" y="120759"/>
                </a:lnTo>
                <a:lnTo>
                  <a:pt x="1158968" y="120707"/>
                </a:lnTo>
                <a:lnTo>
                  <a:pt x="1159417" y="120651"/>
                </a:lnTo>
                <a:lnTo>
                  <a:pt x="1159860" y="120590"/>
                </a:lnTo>
                <a:lnTo>
                  <a:pt x="1160299" y="120525"/>
                </a:lnTo>
                <a:lnTo>
                  <a:pt x="1160733" y="120456"/>
                </a:lnTo>
                <a:lnTo>
                  <a:pt x="1161162" y="120381"/>
                </a:lnTo>
                <a:lnTo>
                  <a:pt x="1161586" y="120303"/>
                </a:lnTo>
                <a:lnTo>
                  <a:pt x="1162005" y="120219"/>
                </a:lnTo>
                <a:lnTo>
                  <a:pt x="1162419" y="120132"/>
                </a:lnTo>
                <a:lnTo>
                  <a:pt x="1162829" y="120040"/>
                </a:lnTo>
                <a:lnTo>
                  <a:pt x="1163233" y="119943"/>
                </a:lnTo>
                <a:lnTo>
                  <a:pt x="1163633" y="119842"/>
                </a:lnTo>
                <a:lnTo>
                  <a:pt x="1164028" y="119736"/>
                </a:lnTo>
                <a:lnTo>
                  <a:pt x="1164418" y="119626"/>
                </a:lnTo>
                <a:lnTo>
                  <a:pt x="1164805" y="119513"/>
                </a:lnTo>
                <a:lnTo>
                  <a:pt x="1165189" y="119396"/>
                </a:lnTo>
                <a:lnTo>
                  <a:pt x="1165569" y="119275"/>
                </a:lnTo>
                <a:lnTo>
                  <a:pt x="1165946" y="119150"/>
                </a:lnTo>
                <a:lnTo>
                  <a:pt x="1166319" y="119022"/>
                </a:lnTo>
                <a:lnTo>
                  <a:pt x="1166688" y="118889"/>
                </a:lnTo>
                <a:lnTo>
                  <a:pt x="1167054" y="118753"/>
                </a:lnTo>
                <a:lnTo>
                  <a:pt x="1167417" y="118613"/>
                </a:lnTo>
                <a:lnTo>
                  <a:pt x="1167776" y="118469"/>
                </a:lnTo>
                <a:lnTo>
                  <a:pt x="1168132" y="118322"/>
                </a:lnTo>
                <a:lnTo>
                  <a:pt x="1168484" y="118171"/>
                </a:lnTo>
                <a:lnTo>
                  <a:pt x="1168833" y="118015"/>
                </a:lnTo>
                <a:lnTo>
                  <a:pt x="1169178" y="117857"/>
                </a:lnTo>
                <a:lnTo>
                  <a:pt x="1169519" y="117694"/>
                </a:lnTo>
                <a:lnTo>
                  <a:pt x="1169858" y="117528"/>
                </a:lnTo>
                <a:lnTo>
                  <a:pt x="1170192" y="117357"/>
                </a:lnTo>
                <a:lnTo>
                  <a:pt x="1170523" y="117183"/>
                </a:lnTo>
                <a:lnTo>
                  <a:pt x="1170851" y="117005"/>
                </a:lnTo>
                <a:lnTo>
                  <a:pt x="1171175" y="116824"/>
                </a:lnTo>
                <a:lnTo>
                  <a:pt x="1171496" y="116638"/>
                </a:lnTo>
                <a:lnTo>
                  <a:pt x="1171813" y="116449"/>
                </a:lnTo>
                <a:lnTo>
                  <a:pt x="1172127" y="116256"/>
                </a:lnTo>
                <a:lnTo>
                  <a:pt x="1172437" y="116059"/>
                </a:lnTo>
                <a:lnTo>
                  <a:pt x="1172744" y="115859"/>
                </a:lnTo>
                <a:lnTo>
                  <a:pt x="1173048" y="115655"/>
                </a:lnTo>
                <a:lnTo>
                  <a:pt x="1173348" y="115448"/>
                </a:lnTo>
                <a:lnTo>
                  <a:pt x="1173645" y="115237"/>
                </a:lnTo>
                <a:lnTo>
                  <a:pt x="1173939" y="115022"/>
                </a:lnTo>
                <a:lnTo>
                  <a:pt x="1174230" y="114804"/>
                </a:lnTo>
                <a:lnTo>
                  <a:pt x="1174518" y="114583"/>
                </a:lnTo>
                <a:lnTo>
                  <a:pt x="1174802" y="114358"/>
                </a:lnTo>
                <a:lnTo>
                  <a:pt x="1175083" y="114129"/>
                </a:lnTo>
                <a:lnTo>
                  <a:pt x="1175361" y="113897"/>
                </a:lnTo>
                <a:lnTo>
                  <a:pt x="1175636" y="113662"/>
                </a:lnTo>
                <a:lnTo>
                  <a:pt x="1175908" y="113423"/>
                </a:lnTo>
                <a:lnTo>
                  <a:pt x="1176176" y="113180"/>
                </a:lnTo>
                <a:lnTo>
                  <a:pt x="1176441" y="112934"/>
                </a:lnTo>
                <a:lnTo>
                  <a:pt x="1176703" y="112685"/>
                </a:lnTo>
                <a:lnTo>
                  <a:pt x="1176962" y="112431"/>
                </a:lnTo>
                <a:lnTo>
                  <a:pt x="1177217" y="112175"/>
                </a:lnTo>
                <a:lnTo>
                  <a:pt x="1177469" y="111915"/>
                </a:lnTo>
                <a:lnTo>
                  <a:pt x="1177718" y="111651"/>
                </a:lnTo>
                <a:lnTo>
                  <a:pt x="1177964" y="111384"/>
                </a:lnTo>
                <a:lnTo>
                  <a:pt x="1178207" y="111113"/>
                </a:lnTo>
                <a:lnTo>
                  <a:pt x="1178446" y="110839"/>
                </a:lnTo>
                <a:lnTo>
                  <a:pt x="1178682" y="110562"/>
                </a:lnTo>
                <a:lnTo>
                  <a:pt x="1178915" y="110280"/>
                </a:lnTo>
                <a:lnTo>
                  <a:pt x="1179146" y="109996"/>
                </a:lnTo>
                <a:lnTo>
                  <a:pt x="1179375" y="109709"/>
                </a:lnTo>
                <a:lnTo>
                  <a:pt x="1179602" y="109419"/>
                </a:lnTo>
                <a:lnTo>
                  <a:pt x="1179828" y="109126"/>
                </a:lnTo>
                <a:lnTo>
                  <a:pt x="1180053" y="108831"/>
                </a:lnTo>
                <a:lnTo>
                  <a:pt x="1180276" y="108533"/>
                </a:lnTo>
                <a:lnTo>
                  <a:pt x="1180497" y="108231"/>
                </a:lnTo>
                <a:lnTo>
                  <a:pt x="1180717" y="107927"/>
                </a:lnTo>
                <a:lnTo>
                  <a:pt x="1180935" y="107621"/>
                </a:lnTo>
                <a:lnTo>
                  <a:pt x="1181152" y="107311"/>
                </a:lnTo>
                <a:lnTo>
                  <a:pt x="1181367" y="106999"/>
                </a:lnTo>
                <a:lnTo>
                  <a:pt x="1181581" y="106684"/>
                </a:lnTo>
                <a:lnTo>
                  <a:pt x="1181793" y="106366"/>
                </a:lnTo>
                <a:lnTo>
                  <a:pt x="1182004" y="106045"/>
                </a:lnTo>
                <a:lnTo>
                  <a:pt x="1182213" y="105721"/>
                </a:lnTo>
                <a:lnTo>
                  <a:pt x="1182420" y="105395"/>
                </a:lnTo>
                <a:lnTo>
                  <a:pt x="1182626" y="105066"/>
                </a:lnTo>
                <a:lnTo>
                  <a:pt x="1182831" y="104734"/>
                </a:lnTo>
                <a:lnTo>
                  <a:pt x="1183034" y="104399"/>
                </a:lnTo>
                <a:lnTo>
                  <a:pt x="1183235" y="104062"/>
                </a:lnTo>
                <a:lnTo>
                  <a:pt x="1183435" y="103721"/>
                </a:lnTo>
                <a:lnTo>
                  <a:pt x="1183633" y="103378"/>
                </a:lnTo>
                <a:lnTo>
                  <a:pt x="1183830" y="103032"/>
                </a:lnTo>
                <a:lnTo>
                  <a:pt x="1184025" y="102683"/>
                </a:lnTo>
                <a:lnTo>
                  <a:pt x="1184508" y="102683"/>
                </a:lnTo>
                <a:lnTo>
                  <a:pt x="1184529" y="103045"/>
                </a:lnTo>
                <a:lnTo>
                  <a:pt x="1184553" y="103403"/>
                </a:lnTo>
                <a:lnTo>
                  <a:pt x="1184580" y="103758"/>
                </a:lnTo>
                <a:lnTo>
                  <a:pt x="1184609" y="104108"/>
                </a:lnTo>
                <a:lnTo>
                  <a:pt x="1184640" y="104455"/>
                </a:lnTo>
                <a:lnTo>
                  <a:pt x="1184674" y="104798"/>
                </a:lnTo>
                <a:lnTo>
                  <a:pt x="1184711" y="105137"/>
                </a:lnTo>
                <a:lnTo>
                  <a:pt x="1184749" y="105473"/>
                </a:lnTo>
                <a:lnTo>
                  <a:pt x="1184791" y="105804"/>
                </a:lnTo>
                <a:lnTo>
                  <a:pt x="1184835" y="106132"/>
                </a:lnTo>
                <a:lnTo>
                  <a:pt x="1184882" y="106456"/>
                </a:lnTo>
                <a:lnTo>
                  <a:pt x="1184931" y="106776"/>
                </a:lnTo>
                <a:lnTo>
                  <a:pt x="1184982" y="107093"/>
                </a:lnTo>
                <a:lnTo>
                  <a:pt x="1185036" y="107405"/>
                </a:lnTo>
                <a:lnTo>
                  <a:pt x="1185093" y="107714"/>
                </a:lnTo>
                <a:lnTo>
                  <a:pt x="1185152" y="108019"/>
                </a:lnTo>
                <a:lnTo>
                  <a:pt x="1185213" y="108320"/>
                </a:lnTo>
                <a:lnTo>
                  <a:pt x="1185278" y="108618"/>
                </a:lnTo>
                <a:lnTo>
                  <a:pt x="1185344" y="108912"/>
                </a:lnTo>
                <a:lnTo>
                  <a:pt x="1185413" y="109201"/>
                </a:lnTo>
                <a:lnTo>
                  <a:pt x="1185485" y="109488"/>
                </a:lnTo>
                <a:lnTo>
                  <a:pt x="1185559" y="109770"/>
                </a:lnTo>
                <a:lnTo>
                  <a:pt x="1185636" y="110048"/>
                </a:lnTo>
                <a:lnTo>
                  <a:pt x="1185715" y="110323"/>
                </a:lnTo>
                <a:lnTo>
                  <a:pt x="1185797" y="110594"/>
                </a:lnTo>
                <a:lnTo>
                  <a:pt x="1185882" y="110862"/>
                </a:lnTo>
                <a:lnTo>
                  <a:pt x="1185970" y="111125"/>
                </a:lnTo>
                <a:lnTo>
                  <a:pt x="1186062" y="111385"/>
                </a:lnTo>
                <a:lnTo>
                  <a:pt x="1186156" y="111642"/>
                </a:lnTo>
                <a:lnTo>
                  <a:pt x="1186253" y="111895"/>
                </a:lnTo>
                <a:lnTo>
                  <a:pt x="1186354" y="112144"/>
                </a:lnTo>
                <a:lnTo>
                  <a:pt x="1186457" y="112389"/>
                </a:lnTo>
                <a:lnTo>
                  <a:pt x="1186564" y="112631"/>
                </a:lnTo>
                <a:lnTo>
                  <a:pt x="1186674" y="112869"/>
                </a:lnTo>
                <a:lnTo>
                  <a:pt x="1186786" y="113104"/>
                </a:lnTo>
                <a:lnTo>
                  <a:pt x="1186902" y="113335"/>
                </a:lnTo>
                <a:lnTo>
                  <a:pt x="1187021" y="113562"/>
                </a:lnTo>
                <a:lnTo>
                  <a:pt x="1187143" y="113785"/>
                </a:lnTo>
                <a:lnTo>
                  <a:pt x="1187268" y="114005"/>
                </a:lnTo>
                <a:lnTo>
                  <a:pt x="1187396" y="114222"/>
                </a:lnTo>
                <a:lnTo>
                  <a:pt x="1187527" y="114434"/>
                </a:lnTo>
                <a:lnTo>
                  <a:pt x="1187662" y="114643"/>
                </a:lnTo>
                <a:lnTo>
                  <a:pt x="1187799" y="114849"/>
                </a:lnTo>
                <a:lnTo>
                  <a:pt x="1187939" y="115050"/>
                </a:lnTo>
                <a:lnTo>
                  <a:pt x="1188083" y="115248"/>
                </a:lnTo>
                <a:lnTo>
                  <a:pt x="1188229" y="115443"/>
                </a:lnTo>
                <a:lnTo>
                  <a:pt x="1188379" y="115633"/>
                </a:lnTo>
                <a:lnTo>
                  <a:pt x="1188532" y="115821"/>
                </a:lnTo>
                <a:lnTo>
                  <a:pt x="1188688" y="116004"/>
                </a:lnTo>
                <a:lnTo>
                  <a:pt x="1188848" y="116183"/>
                </a:lnTo>
                <a:lnTo>
                  <a:pt x="1189011" y="116359"/>
                </a:lnTo>
                <a:lnTo>
                  <a:pt x="1189179" y="116530"/>
                </a:lnTo>
                <a:lnTo>
                  <a:pt x="1189350" y="116698"/>
                </a:lnTo>
                <a:lnTo>
                  <a:pt x="1189525" y="116861"/>
                </a:lnTo>
                <a:lnTo>
                  <a:pt x="1189704" y="117021"/>
                </a:lnTo>
                <a:lnTo>
                  <a:pt x="1189886" y="117177"/>
                </a:lnTo>
                <a:lnTo>
                  <a:pt x="1190073" y="117329"/>
                </a:lnTo>
                <a:lnTo>
                  <a:pt x="1190263" y="117477"/>
                </a:lnTo>
                <a:lnTo>
                  <a:pt x="1190457" y="117621"/>
                </a:lnTo>
                <a:lnTo>
                  <a:pt x="1190654" y="117761"/>
                </a:lnTo>
                <a:lnTo>
                  <a:pt x="1190856" y="117897"/>
                </a:lnTo>
                <a:lnTo>
                  <a:pt x="1191061" y="118029"/>
                </a:lnTo>
                <a:lnTo>
                  <a:pt x="1191270" y="118157"/>
                </a:lnTo>
                <a:lnTo>
                  <a:pt x="1191482" y="118282"/>
                </a:lnTo>
                <a:lnTo>
                  <a:pt x="1191699" y="118402"/>
                </a:lnTo>
                <a:lnTo>
                  <a:pt x="1191919" y="118519"/>
                </a:lnTo>
                <a:lnTo>
                  <a:pt x="1192143" y="118631"/>
                </a:lnTo>
                <a:lnTo>
                  <a:pt x="1192371" y="118740"/>
                </a:lnTo>
                <a:lnTo>
                  <a:pt x="1192603" y="118844"/>
                </a:lnTo>
                <a:lnTo>
                  <a:pt x="1192838" y="118945"/>
                </a:lnTo>
                <a:lnTo>
                  <a:pt x="1193077" y="119042"/>
                </a:lnTo>
                <a:lnTo>
                  <a:pt x="1193320" y="119135"/>
                </a:lnTo>
                <a:lnTo>
                  <a:pt x="1193567" y="119224"/>
                </a:lnTo>
                <a:lnTo>
                  <a:pt x="1193818" y="119309"/>
                </a:lnTo>
                <a:lnTo>
                  <a:pt x="1194072" y="119391"/>
                </a:lnTo>
                <a:lnTo>
                  <a:pt x="1194331" y="119468"/>
                </a:lnTo>
                <a:lnTo>
                  <a:pt x="1194594" y="119542"/>
                </a:lnTo>
                <a:lnTo>
                  <a:pt x="1194861" y="119612"/>
                </a:lnTo>
                <a:lnTo>
                  <a:pt x="1195133" y="119679"/>
                </a:lnTo>
                <a:lnTo>
                  <a:pt x="1195408" y="119741"/>
                </a:lnTo>
                <a:lnTo>
                  <a:pt x="1195687" y="119800"/>
                </a:lnTo>
                <a:lnTo>
                  <a:pt x="1195970" y="119855"/>
                </a:lnTo>
                <a:lnTo>
                  <a:pt x="1196257" y="119906"/>
                </a:lnTo>
                <a:lnTo>
                  <a:pt x="1196549" y="119954"/>
                </a:lnTo>
                <a:lnTo>
                  <a:pt x="1196844" y="119997"/>
                </a:lnTo>
                <a:lnTo>
                  <a:pt x="1197144" y="120037"/>
                </a:lnTo>
                <a:lnTo>
                  <a:pt x="1197447" y="120073"/>
                </a:lnTo>
                <a:lnTo>
                  <a:pt x="1197755" y="120105"/>
                </a:lnTo>
                <a:lnTo>
                  <a:pt x="1198066" y="120134"/>
                </a:lnTo>
                <a:lnTo>
                  <a:pt x="1198382" y="120158"/>
                </a:lnTo>
                <a:lnTo>
                  <a:pt x="1198702" y="120179"/>
                </a:lnTo>
                <a:lnTo>
                  <a:pt x="1199026" y="120196"/>
                </a:lnTo>
                <a:lnTo>
                  <a:pt x="1199353" y="120209"/>
                </a:lnTo>
                <a:lnTo>
                  <a:pt x="1199685" y="120219"/>
                </a:lnTo>
                <a:lnTo>
                  <a:pt x="1200021" y="120225"/>
                </a:lnTo>
                <a:lnTo>
                  <a:pt x="1200361" y="120226"/>
                </a:lnTo>
                <a:lnTo>
                  <a:pt x="1200615" y="120226"/>
                </a:lnTo>
                <a:lnTo>
                  <a:pt x="1200868" y="120224"/>
                </a:lnTo>
                <a:lnTo>
                  <a:pt x="1201120" y="120221"/>
                </a:lnTo>
                <a:lnTo>
                  <a:pt x="1201370" y="120217"/>
                </a:lnTo>
                <a:lnTo>
                  <a:pt x="1201620" y="120212"/>
                </a:lnTo>
                <a:lnTo>
                  <a:pt x="1201868" y="120206"/>
                </a:lnTo>
                <a:lnTo>
                  <a:pt x="1202114" y="120199"/>
                </a:lnTo>
                <a:lnTo>
                  <a:pt x="1202360" y="120190"/>
                </a:lnTo>
                <a:lnTo>
                  <a:pt x="1202604" y="120181"/>
                </a:lnTo>
                <a:lnTo>
                  <a:pt x="1202847" y="120170"/>
                </a:lnTo>
                <a:lnTo>
                  <a:pt x="1203088" y="120158"/>
                </a:lnTo>
                <a:lnTo>
                  <a:pt x="1203329" y="120145"/>
                </a:lnTo>
                <a:lnTo>
                  <a:pt x="1203568" y="120131"/>
                </a:lnTo>
                <a:lnTo>
                  <a:pt x="1203806" y="120116"/>
                </a:lnTo>
                <a:lnTo>
                  <a:pt x="1204042" y="120100"/>
                </a:lnTo>
                <a:lnTo>
                  <a:pt x="1204278" y="120082"/>
                </a:lnTo>
                <a:lnTo>
                  <a:pt x="1204512" y="120064"/>
                </a:lnTo>
                <a:lnTo>
                  <a:pt x="1204744" y="120044"/>
                </a:lnTo>
                <a:lnTo>
                  <a:pt x="1204976" y="120023"/>
                </a:lnTo>
                <a:lnTo>
                  <a:pt x="1205206" y="120001"/>
                </a:lnTo>
                <a:lnTo>
                  <a:pt x="1205435" y="119978"/>
                </a:lnTo>
                <a:lnTo>
                  <a:pt x="1205663" y="119954"/>
                </a:lnTo>
                <a:lnTo>
                  <a:pt x="1205890" y="119928"/>
                </a:lnTo>
                <a:lnTo>
                  <a:pt x="1206115" y="119902"/>
                </a:lnTo>
                <a:lnTo>
                  <a:pt x="1206340" y="119874"/>
                </a:lnTo>
                <a:lnTo>
                  <a:pt x="1206565" y="119846"/>
                </a:lnTo>
                <a:lnTo>
                  <a:pt x="1206790" y="119816"/>
                </a:lnTo>
                <a:lnTo>
                  <a:pt x="1207015" y="119785"/>
                </a:lnTo>
                <a:lnTo>
                  <a:pt x="1207240" y="119753"/>
                </a:lnTo>
                <a:lnTo>
                  <a:pt x="1207465" y="119720"/>
                </a:lnTo>
                <a:lnTo>
                  <a:pt x="1207691" y="119685"/>
                </a:lnTo>
                <a:lnTo>
                  <a:pt x="1207917" y="119650"/>
                </a:lnTo>
                <a:lnTo>
                  <a:pt x="1208143" y="119613"/>
                </a:lnTo>
                <a:lnTo>
                  <a:pt x="1208369" y="119575"/>
                </a:lnTo>
                <a:lnTo>
                  <a:pt x="1208595" y="119536"/>
                </a:lnTo>
                <a:lnTo>
                  <a:pt x="1208821" y="119497"/>
                </a:lnTo>
                <a:lnTo>
                  <a:pt x="1209047" y="119455"/>
                </a:lnTo>
                <a:lnTo>
                  <a:pt x="1209274" y="119413"/>
                </a:lnTo>
                <a:lnTo>
                  <a:pt x="1209501" y="119370"/>
                </a:lnTo>
                <a:lnTo>
                  <a:pt x="1209727" y="119325"/>
                </a:lnTo>
                <a:lnTo>
                  <a:pt x="1209954" y="119280"/>
                </a:lnTo>
                <a:lnTo>
                  <a:pt x="1210181" y="119233"/>
                </a:lnTo>
                <a:lnTo>
                  <a:pt x="1210409" y="119185"/>
                </a:lnTo>
                <a:lnTo>
                  <a:pt x="1210636" y="119136"/>
                </a:lnTo>
                <a:lnTo>
                  <a:pt x="1210864" y="119086"/>
                </a:lnTo>
                <a:lnTo>
                  <a:pt x="1211091" y="119035"/>
                </a:lnTo>
                <a:lnTo>
                  <a:pt x="1211319" y="118982"/>
                </a:lnTo>
                <a:lnTo>
                  <a:pt x="1211547" y="118929"/>
                </a:lnTo>
                <a:lnTo>
                  <a:pt x="1211547" y="109845"/>
                </a:lnTo>
                <a:lnTo>
                  <a:pt x="1211453" y="109865"/>
                </a:lnTo>
                <a:lnTo>
                  <a:pt x="1211359" y="109885"/>
                </a:lnTo>
                <a:lnTo>
                  <a:pt x="1211264" y="109905"/>
                </a:lnTo>
                <a:lnTo>
                  <a:pt x="1211169" y="109924"/>
                </a:lnTo>
                <a:lnTo>
                  <a:pt x="1211074" y="109943"/>
                </a:lnTo>
                <a:lnTo>
                  <a:pt x="1210979" y="109961"/>
                </a:lnTo>
                <a:lnTo>
                  <a:pt x="1210883" y="109979"/>
                </a:lnTo>
                <a:lnTo>
                  <a:pt x="1210787" y="109997"/>
                </a:lnTo>
                <a:lnTo>
                  <a:pt x="1210691" y="110015"/>
                </a:lnTo>
                <a:lnTo>
                  <a:pt x="1210594" y="110033"/>
                </a:lnTo>
                <a:lnTo>
                  <a:pt x="1210497" y="110050"/>
                </a:lnTo>
                <a:lnTo>
                  <a:pt x="1210400" y="110067"/>
                </a:lnTo>
                <a:lnTo>
                  <a:pt x="1210303" y="110083"/>
                </a:lnTo>
                <a:lnTo>
                  <a:pt x="1210205" y="110100"/>
                </a:lnTo>
                <a:lnTo>
                  <a:pt x="1210107" y="110116"/>
                </a:lnTo>
                <a:lnTo>
                  <a:pt x="1210009" y="110132"/>
                </a:lnTo>
                <a:lnTo>
                  <a:pt x="1209911" y="110147"/>
                </a:lnTo>
                <a:lnTo>
                  <a:pt x="1209812" y="110162"/>
                </a:lnTo>
                <a:lnTo>
                  <a:pt x="1209713" y="110177"/>
                </a:lnTo>
                <a:lnTo>
                  <a:pt x="1209613" y="110192"/>
                </a:lnTo>
                <a:lnTo>
                  <a:pt x="1209514" y="110206"/>
                </a:lnTo>
                <a:lnTo>
                  <a:pt x="1209414" y="110220"/>
                </a:lnTo>
                <a:lnTo>
                  <a:pt x="1209314" y="110234"/>
                </a:lnTo>
                <a:lnTo>
                  <a:pt x="1209213" y="110248"/>
                </a:lnTo>
                <a:lnTo>
                  <a:pt x="1209113" y="110261"/>
                </a:lnTo>
                <a:lnTo>
                  <a:pt x="1209012" y="110273"/>
                </a:lnTo>
                <a:lnTo>
                  <a:pt x="1208911" y="110286"/>
                </a:lnTo>
                <a:lnTo>
                  <a:pt x="1208811" y="110297"/>
                </a:lnTo>
                <a:lnTo>
                  <a:pt x="1208710" y="110308"/>
                </a:lnTo>
                <a:lnTo>
                  <a:pt x="1208610" y="110318"/>
                </a:lnTo>
                <a:lnTo>
                  <a:pt x="1208509" y="110328"/>
                </a:lnTo>
                <a:lnTo>
                  <a:pt x="1208409" y="110337"/>
                </a:lnTo>
                <a:lnTo>
                  <a:pt x="1208308" y="110346"/>
                </a:lnTo>
                <a:lnTo>
                  <a:pt x="1208207" y="110354"/>
                </a:lnTo>
                <a:lnTo>
                  <a:pt x="1208107" y="110362"/>
                </a:lnTo>
                <a:lnTo>
                  <a:pt x="1208006" y="110368"/>
                </a:lnTo>
                <a:lnTo>
                  <a:pt x="1207906" y="110375"/>
                </a:lnTo>
                <a:lnTo>
                  <a:pt x="1207805" y="110381"/>
                </a:lnTo>
                <a:lnTo>
                  <a:pt x="1207704" y="110386"/>
                </a:lnTo>
                <a:lnTo>
                  <a:pt x="1207604" y="110391"/>
                </a:lnTo>
                <a:lnTo>
                  <a:pt x="1207503" y="110395"/>
                </a:lnTo>
                <a:lnTo>
                  <a:pt x="1207403" y="110399"/>
                </a:lnTo>
                <a:lnTo>
                  <a:pt x="1207302" y="110402"/>
                </a:lnTo>
                <a:lnTo>
                  <a:pt x="1207201" y="110404"/>
                </a:lnTo>
                <a:lnTo>
                  <a:pt x="1207101" y="110406"/>
                </a:lnTo>
                <a:lnTo>
                  <a:pt x="1207000" y="110408"/>
                </a:lnTo>
                <a:lnTo>
                  <a:pt x="1206900" y="110408"/>
                </a:lnTo>
                <a:lnTo>
                  <a:pt x="1206799" y="110409"/>
                </a:lnTo>
                <a:lnTo>
                  <a:pt x="1206409" y="110403"/>
                </a:lnTo>
                <a:lnTo>
                  <a:pt x="1206029" y="110386"/>
                </a:lnTo>
                <a:lnTo>
                  <a:pt x="1205660" y="110358"/>
                </a:lnTo>
                <a:lnTo>
                  <a:pt x="1205301" y="110318"/>
                </a:lnTo>
                <a:lnTo>
                  <a:pt x="1204953" y="110267"/>
                </a:lnTo>
                <a:lnTo>
                  <a:pt x="1204616" y="110205"/>
                </a:lnTo>
                <a:lnTo>
                  <a:pt x="1204290" y="110132"/>
                </a:lnTo>
                <a:lnTo>
                  <a:pt x="1203974" y="110047"/>
                </a:lnTo>
                <a:lnTo>
                  <a:pt x="1203668" y="109951"/>
                </a:lnTo>
                <a:lnTo>
                  <a:pt x="1203373" y="109844"/>
                </a:lnTo>
                <a:lnTo>
                  <a:pt x="1203089" y="109725"/>
                </a:lnTo>
                <a:lnTo>
                  <a:pt x="1202816" y="109595"/>
                </a:lnTo>
                <a:lnTo>
                  <a:pt x="1202553" y="109454"/>
                </a:lnTo>
                <a:lnTo>
                  <a:pt x="1202300" y="109301"/>
                </a:lnTo>
                <a:lnTo>
                  <a:pt x="1202059" y="109138"/>
                </a:lnTo>
                <a:lnTo>
                  <a:pt x="1201828" y="108962"/>
                </a:lnTo>
                <a:lnTo>
                  <a:pt x="1201607" y="108776"/>
                </a:lnTo>
                <a:lnTo>
                  <a:pt x="1201397" y="108578"/>
                </a:lnTo>
                <a:lnTo>
                  <a:pt x="1201198" y="108369"/>
                </a:lnTo>
                <a:lnTo>
                  <a:pt x="1201009" y="108149"/>
                </a:lnTo>
                <a:lnTo>
                  <a:pt x="1200831" y="107917"/>
                </a:lnTo>
                <a:lnTo>
                  <a:pt x="1200664" y="107674"/>
                </a:lnTo>
                <a:lnTo>
                  <a:pt x="1200507" y="107420"/>
                </a:lnTo>
                <a:lnTo>
                  <a:pt x="1200361" y="107155"/>
                </a:lnTo>
                <a:lnTo>
                  <a:pt x="1200223" y="106878"/>
                </a:lnTo>
                <a:lnTo>
                  <a:pt x="1200091" y="106590"/>
                </a:lnTo>
                <a:lnTo>
                  <a:pt x="1199965" y="106291"/>
                </a:lnTo>
                <a:lnTo>
                  <a:pt x="1199845" y="105981"/>
                </a:lnTo>
                <a:lnTo>
                  <a:pt x="1199730" y="105660"/>
                </a:lnTo>
                <a:lnTo>
                  <a:pt x="1199622" y="105328"/>
                </a:lnTo>
                <a:lnTo>
                  <a:pt x="1199519" y="104985"/>
                </a:lnTo>
                <a:lnTo>
                  <a:pt x="1199422" y="104631"/>
                </a:lnTo>
                <a:lnTo>
                  <a:pt x="1199331" y="104265"/>
                </a:lnTo>
                <a:lnTo>
                  <a:pt x="1199246" y="103889"/>
                </a:lnTo>
                <a:lnTo>
                  <a:pt x="1199167" y="103502"/>
                </a:lnTo>
                <a:lnTo>
                  <a:pt x="1199094" y="103104"/>
                </a:lnTo>
                <a:lnTo>
                  <a:pt x="1199026" y="102695"/>
                </a:lnTo>
                <a:lnTo>
                  <a:pt x="1198965" y="102274"/>
                </a:lnTo>
                <a:lnTo>
                  <a:pt x="1198909" y="101843"/>
                </a:lnTo>
                <a:lnTo>
                  <a:pt x="1198859" y="101401"/>
                </a:lnTo>
                <a:lnTo>
                  <a:pt x="1198815" y="100947"/>
                </a:lnTo>
                <a:lnTo>
                  <a:pt x="1198777" y="100483"/>
                </a:lnTo>
                <a:lnTo>
                  <a:pt x="1198745" y="100008"/>
                </a:lnTo>
                <a:lnTo>
                  <a:pt x="1198718" y="99521"/>
                </a:lnTo>
                <a:lnTo>
                  <a:pt x="1198698" y="99024"/>
                </a:lnTo>
                <a:lnTo>
                  <a:pt x="1198683" y="98515"/>
                </a:lnTo>
                <a:lnTo>
                  <a:pt x="1198674" y="97996"/>
                </a:lnTo>
                <a:lnTo>
                  <a:pt x="1198671" y="97465"/>
                </a:lnTo>
                <a:lnTo>
                  <a:pt x="1198671" y="60003"/>
                </a:lnTo>
                <a:lnTo>
                  <a:pt x="1198657" y="58828"/>
                </a:lnTo>
                <a:lnTo>
                  <a:pt x="1198614" y="57678"/>
                </a:lnTo>
                <a:lnTo>
                  <a:pt x="1198542" y="56550"/>
                </a:lnTo>
                <a:lnTo>
                  <a:pt x="1198441" y="55446"/>
                </a:lnTo>
                <a:lnTo>
                  <a:pt x="1198312" y="54365"/>
                </a:lnTo>
                <a:lnTo>
                  <a:pt x="1198153" y="53308"/>
                </a:lnTo>
                <a:lnTo>
                  <a:pt x="1197966" y="52274"/>
                </a:lnTo>
                <a:lnTo>
                  <a:pt x="1197750" y="51263"/>
                </a:lnTo>
                <a:lnTo>
                  <a:pt x="1197506" y="50275"/>
                </a:lnTo>
                <a:lnTo>
                  <a:pt x="1197232" y="49311"/>
                </a:lnTo>
                <a:lnTo>
                  <a:pt x="1196930" y="48370"/>
                </a:lnTo>
                <a:lnTo>
                  <a:pt x="1196599" y="47452"/>
                </a:lnTo>
                <a:lnTo>
                  <a:pt x="1196239" y="46558"/>
                </a:lnTo>
                <a:lnTo>
                  <a:pt x="1195851" y="45686"/>
                </a:lnTo>
                <a:lnTo>
                  <a:pt x="1195434" y="44839"/>
                </a:lnTo>
                <a:lnTo>
                  <a:pt x="1194987" y="44014"/>
                </a:lnTo>
                <a:lnTo>
                  <a:pt x="1194513" y="43213"/>
                </a:lnTo>
                <a:lnTo>
                  <a:pt x="1194009" y="42435"/>
                </a:lnTo>
                <a:lnTo>
                  <a:pt x="1193476" y="41681"/>
                </a:lnTo>
                <a:lnTo>
                  <a:pt x="1192915" y="40949"/>
                </a:lnTo>
                <a:lnTo>
                  <a:pt x="1192325" y="40241"/>
                </a:lnTo>
                <a:lnTo>
                  <a:pt x="1191706" y="39557"/>
                </a:lnTo>
                <a:lnTo>
                  <a:pt x="1191059" y="38895"/>
                </a:lnTo>
                <a:lnTo>
                  <a:pt x="1190383" y="38257"/>
                </a:lnTo>
                <a:lnTo>
                  <a:pt x="1189678" y="37644"/>
                </a:lnTo>
                <a:lnTo>
                  <a:pt x="1188945" y="37057"/>
                </a:lnTo>
                <a:lnTo>
                  <a:pt x="1188183" y="36496"/>
                </a:lnTo>
                <a:lnTo>
                  <a:pt x="1187394" y="35961"/>
                </a:lnTo>
                <a:lnTo>
                  <a:pt x="1186576" y="35452"/>
                </a:lnTo>
                <a:lnTo>
                  <a:pt x="1185730" y="34969"/>
                </a:lnTo>
                <a:lnTo>
                  <a:pt x="1184856" y="34512"/>
                </a:lnTo>
                <a:lnTo>
                  <a:pt x="1183954" y="34081"/>
                </a:lnTo>
                <a:lnTo>
                  <a:pt x="1183023" y="33677"/>
                </a:lnTo>
                <a:lnTo>
                  <a:pt x="1182064" y="33298"/>
                </a:lnTo>
                <a:lnTo>
                  <a:pt x="1181077" y="32946"/>
                </a:lnTo>
                <a:lnTo>
                  <a:pt x="1180062" y="32620"/>
                </a:lnTo>
                <a:lnTo>
                  <a:pt x="1179018" y="32320"/>
                </a:lnTo>
                <a:lnTo>
                  <a:pt x="1177947" y="32046"/>
                </a:lnTo>
                <a:lnTo>
                  <a:pt x="1176847" y="31798"/>
                </a:lnTo>
                <a:lnTo>
                  <a:pt x="1175719" y="31576"/>
                </a:lnTo>
                <a:lnTo>
                  <a:pt x="1174562" y="31380"/>
                </a:lnTo>
                <a:lnTo>
                  <a:pt x="1173378" y="31210"/>
                </a:lnTo>
                <a:lnTo>
                  <a:pt x="1172165" y="31067"/>
                </a:lnTo>
                <a:lnTo>
                  <a:pt x="1170924" y="30949"/>
                </a:lnTo>
                <a:lnTo>
                  <a:pt x="1169655" y="30858"/>
                </a:lnTo>
                <a:lnTo>
                  <a:pt x="1168357" y="30793"/>
                </a:lnTo>
                <a:lnTo>
                  <a:pt x="1167031" y="30754"/>
                </a:lnTo>
                <a:lnTo>
                  <a:pt x="1165677" y="30741"/>
                </a:lnTo>
                <a:lnTo>
                  <a:pt x="1164944" y="30744"/>
                </a:lnTo>
                <a:lnTo>
                  <a:pt x="1164220" y="30753"/>
                </a:lnTo>
                <a:lnTo>
                  <a:pt x="1163505" y="30768"/>
                </a:lnTo>
                <a:lnTo>
                  <a:pt x="1162799" y="30789"/>
                </a:lnTo>
                <a:lnTo>
                  <a:pt x="1162103" y="30815"/>
                </a:lnTo>
                <a:lnTo>
                  <a:pt x="1161415" y="30848"/>
                </a:lnTo>
                <a:lnTo>
                  <a:pt x="1160736" y="30887"/>
                </a:lnTo>
                <a:lnTo>
                  <a:pt x="1160067" y="30932"/>
                </a:lnTo>
                <a:lnTo>
                  <a:pt x="1159406" y="30983"/>
                </a:lnTo>
                <a:lnTo>
                  <a:pt x="1158755" y="31040"/>
                </a:lnTo>
                <a:lnTo>
                  <a:pt x="1158113" y="31103"/>
                </a:lnTo>
                <a:lnTo>
                  <a:pt x="1157479" y="31172"/>
                </a:lnTo>
                <a:lnTo>
                  <a:pt x="1156855" y="31247"/>
                </a:lnTo>
                <a:lnTo>
                  <a:pt x="1156240" y="31328"/>
                </a:lnTo>
                <a:lnTo>
                  <a:pt x="1155634" y="31415"/>
                </a:lnTo>
                <a:lnTo>
                  <a:pt x="1155037" y="31507"/>
                </a:lnTo>
                <a:lnTo>
                  <a:pt x="1154449" y="31606"/>
                </a:lnTo>
                <a:lnTo>
                  <a:pt x="1153871" y="31711"/>
                </a:lnTo>
                <a:lnTo>
                  <a:pt x="1153301" y="31822"/>
                </a:lnTo>
                <a:lnTo>
                  <a:pt x="1152740" y="31939"/>
                </a:lnTo>
                <a:lnTo>
                  <a:pt x="1152189" y="32061"/>
                </a:lnTo>
                <a:lnTo>
                  <a:pt x="1151646" y="32190"/>
                </a:lnTo>
                <a:lnTo>
                  <a:pt x="1151113" y="32325"/>
                </a:lnTo>
                <a:lnTo>
                  <a:pt x="1150589" y="32466"/>
                </a:lnTo>
                <a:lnTo>
                  <a:pt x="1150073" y="32612"/>
                </a:lnTo>
                <a:lnTo>
                  <a:pt x="1149564" y="32763"/>
                </a:lnTo>
                <a:lnTo>
                  <a:pt x="1149062" y="32919"/>
                </a:lnTo>
                <a:lnTo>
                  <a:pt x="1148568" y="33080"/>
                </a:lnTo>
                <a:lnTo>
                  <a:pt x="1148081" y="33245"/>
                </a:lnTo>
                <a:lnTo>
                  <a:pt x="1147601" y="33416"/>
                </a:lnTo>
                <a:lnTo>
                  <a:pt x="1147129" y="33591"/>
                </a:lnTo>
                <a:lnTo>
                  <a:pt x="1146663" y="33772"/>
                </a:lnTo>
                <a:lnTo>
                  <a:pt x="1146206" y="33957"/>
                </a:lnTo>
                <a:lnTo>
                  <a:pt x="1145755" y="34147"/>
                </a:lnTo>
                <a:lnTo>
                  <a:pt x="1145311" y="34342"/>
                </a:lnTo>
                <a:lnTo>
                  <a:pt x="1144875" y="34542"/>
                </a:lnTo>
                <a:lnTo>
                  <a:pt x="1144446" y="34746"/>
                </a:lnTo>
                <a:lnTo>
                  <a:pt x="1144025" y="34956"/>
                </a:lnTo>
                <a:lnTo>
                  <a:pt x="1143610" y="35170"/>
                </a:lnTo>
                <a:lnTo>
                  <a:pt x="1143203" y="35390"/>
                </a:lnTo>
                <a:lnTo>
                  <a:pt x="1142803" y="35614"/>
                </a:lnTo>
                <a:lnTo>
                  <a:pt x="1142411" y="35843"/>
                </a:lnTo>
                <a:lnTo>
                  <a:pt x="1142025" y="36077"/>
                </a:lnTo>
                <a:lnTo>
                  <a:pt x="1141647" y="36315"/>
                </a:lnTo>
                <a:lnTo>
                  <a:pt x="1141277" y="36559"/>
                </a:lnTo>
                <a:lnTo>
                  <a:pt x="1140913" y="36808"/>
                </a:lnTo>
                <a:lnTo>
                  <a:pt x="1140557" y="37061"/>
                </a:lnTo>
                <a:lnTo>
                  <a:pt x="1140208" y="37319"/>
                </a:lnTo>
                <a:lnTo>
                  <a:pt x="1139866" y="37582"/>
                </a:lnTo>
                <a:lnTo>
                  <a:pt x="1139530" y="37848"/>
                </a:lnTo>
                <a:lnTo>
                  <a:pt x="1139201" y="38119"/>
                </a:lnTo>
                <a:lnTo>
                  <a:pt x="1138879" y="38394"/>
                </a:lnTo>
                <a:lnTo>
                  <a:pt x="1138563" y="38672"/>
                </a:lnTo>
                <a:lnTo>
                  <a:pt x="1138254" y="38955"/>
                </a:lnTo>
                <a:lnTo>
                  <a:pt x="1137951" y="39242"/>
                </a:lnTo>
                <a:lnTo>
                  <a:pt x="1137655" y="39533"/>
                </a:lnTo>
                <a:lnTo>
                  <a:pt x="1137365" y="39828"/>
                </a:lnTo>
                <a:lnTo>
                  <a:pt x="1137082" y="40127"/>
                </a:lnTo>
                <a:lnTo>
                  <a:pt x="1136806" y="40430"/>
                </a:lnTo>
                <a:lnTo>
                  <a:pt x="1136536" y="40737"/>
                </a:lnTo>
                <a:lnTo>
                  <a:pt x="1136273" y="41048"/>
                </a:lnTo>
                <a:lnTo>
                  <a:pt x="1136016" y="41363"/>
                </a:lnTo>
                <a:lnTo>
                  <a:pt x="1135766" y="41682"/>
                </a:lnTo>
                <a:lnTo>
                  <a:pt x="1135522" y="42006"/>
                </a:lnTo>
                <a:lnTo>
                  <a:pt x="1135285" y="42333"/>
                </a:lnTo>
                <a:lnTo>
                  <a:pt x="1135055" y="42664"/>
                </a:lnTo>
                <a:lnTo>
                  <a:pt x="1134831" y="43000"/>
                </a:lnTo>
                <a:lnTo>
                  <a:pt x="1134614" y="43339"/>
                </a:lnTo>
                <a:lnTo>
                  <a:pt x="1134403" y="43683"/>
                </a:lnTo>
                <a:lnTo>
                  <a:pt x="1134199" y="44031"/>
                </a:lnTo>
                <a:lnTo>
                  <a:pt x="1134001" y="44382"/>
                </a:lnTo>
                <a:lnTo>
                  <a:pt x="1133810" y="44738"/>
                </a:lnTo>
                <a:lnTo>
                  <a:pt x="1133625" y="45097"/>
                </a:lnTo>
                <a:lnTo>
                  <a:pt x="1133445" y="45459"/>
                </a:lnTo>
                <a:lnTo>
                  <a:pt x="1133270" y="45824"/>
                </a:lnTo>
                <a:lnTo>
                  <a:pt x="1133099" y="46191"/>
                </a:lnTo>
                <a:lnTo>
                  <a:pt x="1132934" y="46562"/>
                </a:lnTo>
                <a:lnTo>
                  <a:pt x="1132774" y="46936"/>
                </a:lnTo>
                <a:lnTo>
                  <a:pt x="1132619" y="47312"/>
                </a:lnTo>
                <a:lnTo>
                  <a:pt x="1132469" y="47692"/>
                </a:lnTo>
                <a:lnTo>
                  <a:pt x="1132324" y="48074"/>
                </a:lnTo>
                <a:lnTo>
                  <a:pt x="1132184" y="48460"/>
                </a:lnTo>
                <a:lnTo>
                  <a:pt x="1132049" y="48848"/>
                </a:lnTo>
                <a:lnTo>
                  <a:pt x="1131919" y="49239"/>
                </a:lnTo>
                <a:lnTo>
                  <a:pt x="1131794" y="49634"/>
                </a:lnTo>
                <a:lnTo>
                  <a:pt x="1131674" y="50031"/>
                </a:lnTo>
                <a:lnTo>
                  <a:pt x="1131559" y="50431"/>
                </a:lnTo>
                <a:lnTo>
                  <a:pt x="1131450" y="50834"/>
                </a:lnTo>
                <a:lnTo>
                  <a:pt x="1131345" y="51240"/>
                </a:lnTo>
                <a:lnTo>
                  <a:pt x="1131245" y="51648"/>
                </a:lnTo>
                <a:lnTo>
                  <a:pt x="1131150" y="52060"/>
                </a:lnTo>
                <a:lnTo>
                  <a:pt x="1131061" y="52475"/>
                </a:lnTo>
                <a:lnTo>
                  <a:pt x="1130976" y="52893"/>
                </a:lnTo>
                <a:lnTo>
                  <a:pt x="1130896" y="53313"/>
                </a:lnTo>
                <a:lnTo>
                  <a:pt x="1130822" y="53737"/>
                </a:lnTo>
                <a:lnTo>
                  <a:pt x="1130752" y="54163"/>
                </a:lnTo>
                <a:lnTo>
                  <a:pt x="1145881" y="55526"/>
                </a:lnTo>
                <a:lnTo>
                  <a:pt x="1145923" y="55191"/>
                </a:lnTo>
                <a:lnTo>
                  <a:pt x="1145969" y="54860"/>
                </a:lnTo>
                <a:lnTo>
                  <a:pt x="1146018" y="54534"/>
                </a:lnTo>
                <a:lnTo>
                  <a:pt x="1146071" y="54213"/>
                </a:lnTo>
                <a:lnTo>
                  <a:pt x="1146128" y="53897"/>
                </a:lnTo>
                <a:lnTo>
                  <a:pt x="1146188" y="53585"/>
                </a:lnTo>
                <a:lnTo>
                  <a:pt x="1146252" y="53279"/>
                </a:lnTo>
                <a:lnTo>
                  <a:pt x="1146319" y="52977"/>
                </a:lnTo>
                <a:lnTo>
                  <a:pt x="1146390" y="52680"/>
                </a:lnTo>
                <a:lnTo>
                  <a:pt x="1146465" y="52388"/>
                </a:lnTo>
                <a:lnTo>
                  <a:pt x="1146543" y="52101"/>
                </a:lnTo>
                <a:lnTo>
                  <a:pt x="1146625" y="51818"/>
                </a:lnTo>
                <a:lnTo>
                  <a:pt x="1146711" y="51541"/>
                </a:lnTo>
                <a:lnTo>
                  <a:pt x="1146800" y="51268"/>
                </a:lnTo>
                <a:lnTo>
                  <a:pt x="1146893" y="51000"/>
                </a:lnTo>
                <a:lnTo>
                  <a:pt x="1146990" y="50737"/>
                </a:lnTo>
                <a:lnTo>
                  <a:pt x="1147090" y="50479"/>
                </a:lnTo>
                <a:lnTo>
                  <a:pt x="1147194" y="50225"/>
                </a:lnTo>
                <a:lnTo>
                  <a:pt x="1147301" y="49977"/>
                </a:lnTo>
                <a:lnTo>
                  <a:pt x="1147412" y="49733"/>
                </a:lnTo>
                <a:lnTo>
                  <a:pt x="1147527" y="49494"/>
                </a:lnTo>
                <a:lnTo>
                  <a:pt x="1147645" y="49260"/>
                </a:lnTo>
                <a:lnTo>
                  <a:pt x="1147767" y="49031"/>
                </a:lnTo>
                <a:lnTo>
                  <a:pt x="1147893" y="48807"/>
                </a:lnTo>
                <a:lnTo>
                  <a:pt x="1148022" y="48587"/>
                </a:lnTo>
                <a:lnTo>
                  <a:pt x="1148154" y="48370"/>
                </a:lnTo>
                <a:lnTo>
                  <a:pt x="1148290" y="48158"/>
                </a:lnTo>
                <a:lnTo>
                  <a:pt x="1148429" y="47949"/>
                </a:lnTo>
                <a:lnTo>
                  <a:pt x="1148572" y="47744"/>
                </a:lnTo>
                <a:lnTo>
                  <a:pt x="1148718" y="47544"/>
                </a:lnTo>
                <a:lnTo>
                  <a:pt x="1148867" y="47347"/>
                </a:lnTo>
                <a:lnTo>
                  <a:pt x="1149020" y="47153"/>
                </a:lnTo>
                <a:lnTo>
                  <a:pt x="1149175" y="46964"/>
                </a:lnTo>
                <a:lnTo>
                  <a:pt x="1149335" y="46779"/>
                </a:lnTo>
                <a:lnTo>
                  <a:pt x="1149497" y="46597"/>
                </a:lnTo>
                <a:lnTo>
                  <a:pt x="1149663" y="46420"/>
                </a:lnTo>
                <a:lnTo>
                  <a:pt x="1149833" y="46246"/>
                </a:lnTo>
                <a:lnTo>
                  <a:pt x="1150005" y="46076"/>
                </a:lnTo>
                <a:lnTo>
                  <a:pt x="1150181" y="45910"/>
                </a:lnTo>
                <a:lnTo>
                  <a:pt x="1150361" y="45748"/>
                </a:lnTo>
                <a:lnTo>
                  <a:pt x="1150544" y="45589"/>
                </a:lnTo>
                <a:lnTo>
                  <a:pt x="1150730" y="45435"/>
                </a:lnTo>
                <a:lnTo>
                  <a:pt x="1150919" y="45284"/>
                </a:lnTo>
                <a:lnTo>
                  <a:pt x="1151112" y="45138"/>
                </a:lnTo>
                <a:lnTo>
                  <a:pt x="1151308" y="44995"/>
                </a:lnTo>
                <a:lnTo>
                  <a:pt x="1151508" y="44856"/>
                </a:lnTo>
                <a:lnTo>
                  <a:pt x="1151710" y="44721"/>
                </a:lnTo>
                <a:lnTo>
                  <a:pt x="1151917" y="44589"/>
                </a:lnTo>
                <a:lnTo>
                  <a:pt x="1152126" y="44462"/>
                </a:lnTo>
                <a:lnTo>
                  <a:pt x="1152339" y="44338"/>
                </a:lnTo>
                <a:lnTo>
                  <a:pt x="1152554" y="44217"/>
                </a:lnTo>
                <a:lnTo>
                  <a:pt x="1152773" y="44099"/>
                </a:lnTo>
                <a:lnTo>
                  <a:pt x="1152994" y="43984"/>
                </a:lnTo>
                <a:lnTo>
                  <a:pt x="1153219" y="43873"/>
                </a:lnTo>
                <a:lnTo>
                  <a:pt x="1153447" y="43766"/>
                </a:lnTo>
                <a:lnTo>
                  <a:pt x="1153678" y="43661"/>
                </a:lnTo>
                <a:lnTo>
                  <a:pt x="1153912" y="43560"/>
                </a:lnTo>
                <a:lnTo>
                  <a:pt x="1154149" y="43462"/>
                </a:lnTo>
                <a:lnTo>
                  <a:pt x="1154389" y="43368"/>
                </a:lnTo>
                <a:lnTo>
                  <a:pt x="1154633" y="43277"/>
                </a:lnTo>
                <a:lnTo>
                  <a:pt x="1154879" y="43189"/>
                </a:lnTo>
                <a:lnTo>
                  <a:pt x="1155128" y="43104"/>
                </a:lnTo>
                <a:lnTo>
                  <a:pt x="1155381" y="43023"/>
                </a:lnTo>
                <a:lnTo>
                  <a:pt x="1155636" y="42945"/>
                </a:lnTo>
                <a:lnTo>
                  <a:pt x="1155895" y="42871"/>
                </a:lnTo>
                <a:lnTo>
                  <a:pt x="1156156" y="42800"/>
                </a:lnTo>
                <a:lnTo>
                  <a:pt x="1156421" y="42732"/>
                </a:lnTo>
                <a:lnTo>
                  <a:pt x="1156689" y="42667"/>
                </a:lnTo>
                <a:lnTo>
                  <a:pt x="1156960" y="42606"/>
                </a:lnTo>
                <a:lnTo>
                  <a:pt x="1157234" y="42548"/>
                </a:lnTo>
                <a:lnTo>
                  <a:pt x="1157511" y="42493"/>
                </a:lnTo>
                <a:lnTo>
                  <a:pt x="1157791" y="42442"/>
                </a:lnTo>
                <a:lnTo>
                  <a:pt x="1158074" y="42393"/>
                </a:lnTo>
                <a:lnTo>
                  <a:pt x="1158360" y="42347"/>
                </a:lnTo>
                <a:lnTo>
                  <a:pt x="1158649" y="42302"/>
                </a:lnTo>
                <a:lnTo>
                  <a:pt x="1158940" y="42260"/>
                </a:lnTo>
                <a:lnTo>
                  <a:pt x="1159234" y="42219"/>
                </a:lnTo>
                <a:lnTo>
                  <a:pt x="1159531" y="42181"/>
                </a:lnTo>
                <a:lnTo>
                  <a:pt x="1159831" y="42145"/>
                </a:lnTo>
                <a:lnTo>
                  <a:pt x="1160134" y="42111"/>
                </a:lnTo>
                <a:lnTo>
                  <a:pt x="1160439" y="42079"/>
                </a:lnTo>
                <a:lnTo>
                  <a:pt x="1160747" y="42049"/>
                </a:lnTo>
                <a:lnTo>
                  <a:pt x="1161058" y="42021"/>
                </a:lnTo>
                <a:lnTo>
                  <a:pt x="1161372" y="41995"/>
                </a:lnTo>
                <a:lnTo>
                  <a:pt x="1161689" y="41971"/>
                </a:lnTo>
                <a:lnTo>
                  <a:pt x="1162008" y="41949"/>
                </a:lnTo>
                <a:lnTo>
                  <a:pt x="1162330" y="41930"/>
                </a:lnTo>
                <a:lnTo>
                  <a:pt x="1162655" y="41912"/>
                </a:lnTo>
                <a:lnTo>
                  <a:pt x="1162983" y="41897"/>
                </a:lnTo>
                <a:lnTo>
                  <a:pt x="1163314" y="41883"/>
                </a:lnTo>
                <a:lnTo>
                  <a:pt x="1163647" y="41872"/>
                </a:lnTo>
                <a:lnTo>
                  <a:pt x="1163983" y="41862"/>
                </a:lnTo>
                <a:lnTo>
                  <a:pt x="1164322" y="41855"/>
                </a:lnTo>
                <a:lnTo>
                  <a:pt x="1164664" y="41850"/>
                </a:lnTo>
                <a:lnTo>
                  <a:pt x="1165008" y="41847"/>
                </a:lnTo>
                <a:lnTo>
                  <a:pt x="1165356" y="41846"/>
                </a:lnTo>
                <a:lnTo>
                  <a:pt x="1165749" y="41848"/>
                </a:lnTo>
                <a:lnTo>
                  <a:pt x="1166138" y="41853"/>
                </a:lnTo>
                <a:lnTo>
                  <a:pt x="1166523" y="41863"/>
                </a:lnTo>
                <a:lnTo>
                  <a:pt x="1166904" y="41876"/>
                </a:lnTo>
                <a:lnTo>
                  <a:pt x="1167280" y="41893"/>
                </a:lnTo>
                <a:lnTo>
                  <a:pt x="1167652" y="41914"/>
                </a:lnTo>
                <a:lnTo>
                  <a:pt x="1168019" y="41938"/>
                </a:lnTo>
                <a:lnTo>
                  <a:pt x="1168382" y="41966"/>
                </a:lnTo>
                <a:lnTo>
                  <a:pt x="1168741" y="41998"/>
                </a:lnTo>
                <a:lnTo>
                  <a:pt x="1169096" y="42034"/>
                </a:lnTo>
                <a:lnTo>
                  <a:pt x="1169446" y="42074"/>
                </a:lnTo>
                <a:lnTo>
                  <a:pt x="1169792" y="42117"/>
                </a:lnTo>
                <a:lnTo>
                  <a:pt x="1170133" y="42164"/>
                </a:lnTo>
                <a:lnTo>
                  <a:pt x="1170470" y="42215"/>
                </a:lnTo>
                <a:lnTo>
                  <a:pt x="1170803" y="42269"/>
                </a:lnTo>
                <a:lnTo>
                  <a:pt x="1171132" y="42328"/>
                </a:lnTo>
                <a:lnTo>
                  <a:pt x="1171456" y="42390"/>
                </a:lnTo>
                <a:lnTo>
                  <a:pt x="1171776" y="42456"/>
                </a:lnTo>
                <a:lnTo>
                  <a:pt x="1172091" y="42525"/>
                </a:lnTo>
                <a:lnTo>
                  <a:pt x="1172403" y="42599"/>
                </a:lnTo>
                <a:lnTo>
                  <a:pt x="1172709" y="42676"/>
                </a:lnTo>
                <a:lnTo>
                  <a:pt x="1173012" y="42757"/>
                </a:lnTo>
                <a:lnTo>
                  <a:pt x="1173310" y="42841"/>
                </a:lnTo>
                <a:lnTo>
                  <a:pt x="1173604" y="42930"/>
                </a:lnTo>
                <a:lnTo>
                  <a:pt x="1173894" y="43022"/>
                </a:lnTo>
                <a:lnTo>
                  <a:pt x="1174179" y="43119"/>
                </a:lnTo>
                <a:lnTo>
                  <a:pt x="1174461" y="43220"/>
                </a:lnTo>
                <a:lnTo>
                  <a:pt x="1174738" y="43325"/>
                </a:lnTo>
                <a:lnTo>
                  <a:pt x="1175012" y="43434"/>
                </a:lnTo>
                <a:lnTo>
                  <a:pt x="1175281" y="43548"/>
                </a:lnTo>
                <a:lnTo>
                  <a:pt x="1175547" y="43666"/>
                </a:lnTo>
                <a:lnTo>
                  <a:pt x="1175808" y="43789"/>
                </a:lnTo>
                <a:lnTo>
                  <a:pt x="1176065" y="43916"/>
                </a:lnTo>
                <a:lnTo>
                  <a:pt x="1176319" y="44047"/>
                </a:lnTo>
                <a:lnTo>
                  <a:pt x="1176568" y="44182"/>
                </a:lnTo>
                <a:lnTo>
                  <a:pt x="1176813" y="44322"/>
                </a:lnTo>
                <a:lnTo>
                  <a:pt x="1177054" y="44466"/>
                </a:lnTo>
                <a:lnTo>
                  <a:pt x="1177291" y="44615"/>
                </a:lnTo>
                <a:lnTo>
                  <a:pt x="1177524" y="44768"/>
                </a:lnTo>
                <a:lnTo>
                  <a:pt x="1177753" y="44925"/>
                </a:lnTo>
                <a:lnTo>
                  <a:pt x="1177978" y="45086"/>
                </a:lnTo>
                <a:lnTo>
                  <a:pt x="1178199" y="45252"/>
                </a:lnTo>
                <a:lnTo>
                  <a:pt x="1178415" y="45422"/>
                </a:lnTo>
                <a:lnTo>
                  <a:pt x="1178628" y="45596"/>
                </a:lnTo>
                <a:lnTo>
                  <a:pt x="1178837" y="45775"/>
                </a:lnTo>
                <a:lnTo>
                  <a:pt x="1179041" y="45958"/>
                </a:lnTo>
                <a:lnTo>
                  <a:pt x="1179242" y="46146"/>
                </a:lnTo>
                <a:lnTo>
                  <a:pt x="1179438" y="46337"/>
                </a:lnTo>
                <a:lnTo>
                  <a:pt x="1179631" y="46534"/>
                </a:lnTo>
                <a:lnTo>
                  <a:pt x="1179819" y="46735"/>
                </a:lnTo>
                <a:lnTo>
                  <a:pt x="1180003" y="46941"/>
                </a:lnTo>
                <a:lnTo>
                  <a:pt x="1180183" y="47153"/>
                </a:lnTo>
                <a:lnTo>
                  <a:pt x="1180358" y="47369"/>
                </a:lnTo>
                <a:lnTo>
                  <a:pt x="1180530" y="47591"/>
                </a:lnTo>
                <a:lnTo>
                  <a:pt x="1180697" y="47817"/>
                </a:lnTo>
                <a:lnTo>
                  <a:pt x="1180860" y="48048"/>
                </a:lnTo>
                <a:lnTo>
                  <a:pt x="1181019" y="48285"/>
                </a:lnTo>
                <a:lnTo>
                  <a:pt x="1181173" y="48526"/>
                </a:lnTo>
                <a:lnTo>
                  <a:pt x="1181324" y="48773"/>
                </a:lnTo>
                <a:lnTo>
                  <a:pt x="1181470" y="49024"/>
                </a:lnTo>
                <a:lnTo>
                  <a:pt x="1181612" y="49281"/>
                </a:lnTo>
                <a:lnTo>
                  <a:pt x="1181750" y="49542"/>
                </a:lnTo>
                <a:lnTo>
                  <a:pt x="1181884" y="49809"/>
                </a:lnTo>
                <a:lnTo>
                  <a:pt x="1182013" y="50080"/>
                </a:lnTo>
                <a:lnTo>
                  <a:pt x="1182139" y="50357"/>
                </a:lnTo>
                <a:lnTo>
                  <a:pt x="1182260" y="50638"/>
                </a:lnTo>
                <a:lnTo>
                  <a:pt x="1182377" y="50925"/>
                </a:lnTo>
                <a:lnTo>
                  <a:pt x="1182490" y="51217"/>
                </a:lnTo>
                <a:lnTo>
                  <a:pt x="1182598" y="51513"/>
                </a:lnTo>
                <a:lnTo>
                  <a:pt x="1182702" y="51815"/>
                </a:lnTo>
                <a:lnTo>
                  <a:pt x="1182803" y="52121"/>
                </a:lnTo>
                <a:lnTo>
                  <a:pt x="1182899" y="52433"/>
                </a:lnTo>
                <a:lnTo>
                  <a:pt x="1182991" y="52750"/>
                </a:lnTo>
                <a:lnTo>
                  <a:pt x="1183079" y="53072"/>
                </a:lnTo>
                <a:lnTo>
                  <a:pt x="1183163" y="53401"/>
                </a:lnTo>
                <a:lnTo>
                  <a:pt x="1183243" y="53734"/>
                </a:lnTo>
                <a:lnTo>
                  <a:pt x="1183319" y="54073"/>
                </a:lnTo>
                <a:lnTo>
                  <a:pt x="1183392" y="54418"/>
                </a:lnTo>
                <a:lnTo>
                  <a:pt x="1183460" y="54769"/>
                </a:lnTo>
                <a:lnTo>
                  <a:pt x="1183525" y="55124"/>
                </a:lnTo>
                <a:lnTo>
                  <a:pt x="1183585" y="55486"/>
                </a:lnTo>
                <a:lnTo>
                  <a:pt x="1183642" y="55853"/>
                </a:lnTo>
                <a:lnTo>
                  <a:pt x="1183695" y="56226"/>
                </a:lnTo>
                <a:lnTo>
                  <a:pt x="1183744" y="56604"/>
                </a:lnTo>
                <a:lnTo>
                  <a:pt x="1183789" y="56988"/>
                </a:lnTo>
                <a:lnTo>
                  <a:pt x="1183830" y="57377"/>
                </a:lnTo>
                <a:lnTo>
                  <a:pt x="1183867" y="57772"/>
                </a:lnTo>
                <a:lnTo>
                  <a:pt x="1183900" y="58172"/>
                </a:lnTo>
                <a:lnTo>
                  <a:pt x="1183929" y="58578"/>
                </a:lnTo>
                <a:lnTo>
                  <a:pt x="1183955" y="58990"/>
                </a:lnTo>
                <a:lnTo>
                  <a:pt x="1183976" y="59407"/>
                </a:lnTo>
                <a:lnTo>
                  <a:pt x="1183994" y="59830"/>
                </a:lnTo>
                <a:lnTo>
                  <a:pt x="1184008" y="60258"/>
                </a:lnTo>
                <a:lnTo>
                  <a:pt x="1184017" y="60692"/>
                </a:lnTo>
                <a:lnTo>
                  <a:pt x="1184023" y="61132"/>
                </a:lnTo>
                <a:lnTo>
                  <a:pt x="1184025" y="61577"/>
                </a:lnTo>
                <a:lnTo>
                  <a:pt x="1184025" y="66310"/>
                </a:lnTo>
                <a:lnTo>
                  <a:pt x="1164470" y="66632"/>
                </a:lnTo>
                <a:lnTo>
                  <a:pt x="1163887" y="66647"/>
                </a:lnTo>
                <a:lnTo>
                  <a:pt x="1163305" y="66666"/>
                </a:lnTo>
                <a:lnTo>
                  <a:pt x="1162724" y="66688"/>
                </a:lnTo>
                <a:lnTo>
                  <a:pt x="1162143" y="66714"/>
                </a:lnTo>
                <a:lnTo>
                  <a:pt x="1161564" y="66744"/>
                </a:lnTo>
                <a:lnTo>
                  <a:pt x="1160985" y="66777"/>
                </a:lnTo>
                <a:lnTo>
                  <a:pt x="1160407" y="66814"/>
                </a:lnTo>
                <a:lnTo>
                  <a:pt x="1159830" y="66855"/>
                </a:lnTo>
                <a:lnTo>
                  <a:pt x="1159253" y="66899"/>
                </a:lnTo>
                <a:lnTo>
                  <a:pt x="1158678" y="66947"/>
                </a:lnTo>
                <a:lnTo>
                  <a:pt x="1158103" y="66999"/>
                </a:lnTo>
                <a:lnTo>
                  <a:pt x="1157530" y="67054"/>
                </a:lnTo>
                <a:lnTo>
                  <a:pt x="1156957" y="67113"/>
                </a:lnTo>
                <a:lnTo>
                  <a:pt x="1156385" y="67175"/>
                </a:lnTo>
                <a:lnTo>
                  <a:pt x="1155813" y="67241"/>
                </a:lnTo>
                <a:lnTo>
                  <a:pt x="1155243" y="67311"/>
                </a:lnTo>
                <a:lnTo>
                  <a:pt x="1154673" y="67384"/>
                </a:lnTo>
                <a:lnTo>
                  <a:pt x="1154104" y="67461"/>
                </a:lnTo>
                <a:lnTo>
                  <a:pt x="1153537" y="67542"/>
                </a:lnTo>
                <a:lnTo>
                  <a:pt x="1152969" y="67626"/>
                </a:lnTo>
                <a:lnTo>
                  <a:pt x="1152403" y="67714"/>
                </a:lnTo>
                <a:lnTo>
                  <a:pt x="1151838" y="67806"/>
                </a:lnTo>
                <a:lnTo>
                  <a:pt x="1151273" y="67901"/>
                </a:lnTo>
                <a:lnTo>
                  <a:pt x="1150709" y="68000"/>
                </a:lnTo>
                <a:lnTo>
                  <a:pt x="1150149" y="68103"/>
                </a:lnTo>
                <a:lnTo>
                  <a:pt x="1149593" y="68214"/>
                </a:lnTo>
                <a:lnTo>
                  <a:pt x="1149043" y="68331"/>
                </a:lnTo>
                <a:lnTo>
                  <a:pt x="1148498" y="68456"/>
                </a:lnTo>
                <a:lnTo>
                  <a:pt x="1147958" y="68586"/>
                </a:lnTo>
                <a:lnTo>
                  <a:pt x="1147423" y="68724"/>
                </a:lnTo>
                <a:lnTo>
                  <a:pt x="1146893" y="68868"/>
                </a:lnTo>
                <a:lnTo>
                  <a:pt x="1146368" y="69019"/>
                </a:lnTo>
                <a:lnTo>
                  <a:pt x="1145849" y="69176"/>
                </a:lnTo>
                <a:lnTo>
                  <a:pt x="1145335" y="69341"/>
                </a:lnTo>
                <a:lnTo>
                  <a:pt x="1144826" y="69512"/>
                </a:lnTo>
                <a:lnTo>
                  <a:pt x="1144322" y="69689"/>
                </a:lnTo>
                <a:lnTo>
                  <a:pt x="1143823" y="69874"/>
                </a:lnTo>
                <a:lnTo>
                  <a:pt x="1143330" y="70065"/>
                </a:lnTo>
                <a:lnTo>
                  <a:pt x="1142841" y="70263"/>
                </a:lnTo>
                <a:lnTo>
                  <a:pt x="1142358" y="70467"/>
                </a:lnTo>
                <a:lnTo>
                  <a:pt x="1141880" y="70679"/>
                </a:lnTo>
                <a:lnTo>
                  <a:pt x="1141407" y="70897"/>
                </a:lnTo>
                <a:lnTo>
                  <a:pt x="1140940" y="71121"/>
                </a:lnTo>
                <a:lnTo>
                  <a:pt x="1140477" y="71353"/>
                </a:lnTo>
                <a:lnTo>
                  <a:pt x="1140020" y="71591"/>
                </a:lnTo>
                <a:lnTo>
                  <a:pt x="1139568" y="71835"/>
                </a:lnTo>
                <a:lnTo>
                  <a:pt x="1139121" y="72087"/>
                </a:lnTo>
                <a:lnTo>
                  <a:pt x="1138679" y="72345"/>
                </a:lnTo>
                <a:lnTo>
                  <a:pt x="1138243" y="72611"/>
                </a:lnTo>
                <a:lnTo>
                  <a:pt x="1137814" y="72885"/>
                </a:lnTo>
                <a:lnTo>
                  <a:pt x="1137392" y="73167"/>
                </a:lnTo>
                <a:lnTo>
                  <a:pt x="1136978" y="73457"/>
                </a:lnTo>
                <a:lnTo>
                  <a:pt x="1136570" y="73756"/>
                </a:lnTo>
                <a:lnTo>
                  <a:pt x="1136169" y="74063"/>
                </a:lnTo>
                <a:lnTo>
                  <a:pt x="1135775" y="74378"/>
                </a:lnTo>
                <a:lnTo>
                  <a:pt x="1135388" y="74701"/>
                </a:lnTo>
                <a:lnTo>
                  <a:pt x="1135008" y="75033"/>
                </a:lnTo>
                <a:lnTo>
                  <a:pt x="1134636" y="75373"/>
                </a:lnTo>
                <a:lnTo>
                  <a:pt x="1134270" y="75721"/>
                </a:lnTo>
                <a:lnTo>
                  <a:pt x="1133911" y="76077"/>
                </a:lnTo>
                <a:lnTo>
                  <a:pt x="1133559" y="76442"/>
                </a:lnTo>
                <a:lnTo>
                  <a:pt x="1133214" y="76814"/>
                </a:lnTo>
                <a:lnTo>
                  <a:pt x="1132876" y="77195"/>
                </a:lnTo>
                <a:lnTo>
                  <a:pt x="1132545" y="77585"/>
                </a:lnTo>
                <a:lnTo>
                  <a:pt x="1132221" y="77982"/>
                </a:lnTo>
                <a:lnTo>
                  <a:pt x="1131904" y="78388"/>
                </a:lnTo>
                <a:lnTo>
                  <a:pt x="1131594" y="78802"/>
                </a:lnTo>
                <a:lnTo>
                  <a:pt x="1131291" y="79224"/>
                </a:lnTo>
                <a:lnTo>
                  <a:pt x="1130995" y="79655"/>
                </a:lnTo>
                <a:lnTo>
                  <a:pt x="1130706" y="80094"/>
                </a:lnTo>
                <a:lnTo>
                  <a:pt x="1130424" y="80541"/>
                </a:lnTo>
                <a:lnTo>
                  <a:pt x="1130149" y="80996"/>
                </a:lnTo>
                <a:lnTo>
                  <a:pt x="1129883" y="81461"/>
                </a:lnTo>
                <a:lnTo>
                  <a:pt x="1129628" y="81936"/>
                </a:lnTo>
                <a:lnTo>
                  <a:pt x="1129385" y="82422"/>
                </a:lnTo>
                <a:lnTo>
                  <a:pt x="1129153" y="82919"/>
                </a:lnTo>
                <a:lnTo>
                  <a:pt x="1128932" y="83427"/>
                </a:lnTo>
                <a:lnTo>
                  <a:pt x="1128723" y="83946"/>
                </a:lnTo>
                <a:lnTo>
                  <a:pt x="1128525" y="84475"/>
                </a:lnTo>
                <a:lnTo>
                  <a:pt x="1128338" y="85015"/>
                </a:lnTo>
                <a:lnTo>
                  <a:pt x="1128163" y="85566"/>
                </a:lnTo>
                <a:lnTo>
                  <a:pt x="1127999" y="86127"/>
                </a:lnTo>
                <a:lnTo>
                  <a:pt x="1127846" y="86700"/>
                </a:lnTo>
                <a:lnTo>
                  <a:pt x="1127704" y="87283"/>
                </a:lnTo>
                <a:lnTo>
                  <a:pt x="1127574" y="87877"/>
                </a:lnTo>
                <a:lnTo>
                  <a:pt x="1127455" y="88481"/>
                </a:lnTo>
                <a:lnTo>
                  <a:pt x="1127348" y="89097"/>
                </a:lnTo>
                <a:lnTo>
                  <a:pt x="1127252" y="89723"/>
                </a:lnTo>
                <a:lnTo>
                  <a:pt x="1127167" y="90360"/>
                </a:lnTo>
                <a:lnTo>
                  <a:pt x="1127093" y="91007"/>
                </a:lnTo>
                <a:lnTo>
                  <a:pt x="1127031" y="91666"/>
                </a:lnTo>
                <a:lnTo>
                  <a:pt x="1126980" y="92335"/>
                </a:lnTo>
                <a:lnTo>
                  <a:pt x="1126940" y="93015"/>
                </a:lnTo>
                <a:lnTo>
                  <a:pt x="1126912" y="93705"/>
                </a:lnTo>
                <a:lnTo>
                  <a:pt x="1126895" y="94407"/>
                </a:lnTo>
                <a:lnTo>
                  <a:pt x="1126890" y="95119"/>
                </a:lnTo>
                <a:lnTo>
                  <a:pt x="1126901" y="96116"/>
                </a:lnTo>
                <a:lnTo>
                  <a:pt x="1126935" y="97095"/>
                </a:lnTo>
                <a:lnTo>
                  <a:pt x="1126993" y="98056"/>
                </a:lnTo>
                <a:lnTo>
                  <a:pt x="1127073" y="98999"/>
                </a:lnTo>
                <a:lnTo>
                  <a:pt x="1127176" y="99925"/>
                </a:lnTo>
                <a:lnTo>
                  <a:pt x="1127302" y="100832"/>
                </a:lnTo>
                <a:lnTo>
                  <a:pt x="1127451" y="101722"/>
                </a:lnTo>
                <a:lnTo>
                  <a:pt x="1127623" y="102594"/>
                </a:lnTo>
                <a:lnTo>
                  <a:pt x="1127817" y="103448"/>
                </a:lnTo>
                <a:lnTo>
                  <a:pt x="1128035" y="104284"/>
                </a:lnTo>
                <a:lnTo>
                  <a:pt x="1128276" y="105102"/>
                </a:lnTo>
                <a:lnTo>
                  <a:pt x="1128539" y="105902"/>
                </a:lnTo>
                <a:lnTo>
                  <a:pt x="1128826" y="106685"/>
                </a:lnTo>
                <a:lnTo>
                  <a:pt x="1129135" y="107449"/>
                </a:lnTo>
                <a:lnTo>
                  <a:pt x="1129467" y="108196"/>
                </a:lnTo>
                <a:lnTo>
                  <a:pt x="1129822" y="108924"/>
                </a:lnTo>
                <a:lnTo>
                  <a:pt x="1130200" y="109635"/>
                </a:lnTo>
                <a:lnTo>
                  <a:pt x="1130601" y="110328"/>
                </a:lnTo>
                <a:lnTo>
                  <a:pt x="1131025" y="111003"/>
                </a:lnTo>
                <a:lnTo>
                  <a:pt x="1131472" y="111661"/>
                </a:lnTo>
                <a:lnTo>
                  <a:pt x="1131942" y="112300"/>
                </a:lnTo>
                <a:lnTo>
                  <a:pt x="1132434" y="112921"/>
                </a:lnTo>
                <a:lnTo>
                  <a:pt x="1132950" y="113525"/>
                </a:lnTo>
                <a:lnTo>
                  <a:pt x="1133488" y="114110"/>
                </a:lnTo>
                <a:lnTo>
                  <a:pt x="1134050" y="114675"/>
                </a:lnTo>
                <a:lnTo>
                  <a:pt x="1134633" y="115216"/>
                </a:lnTo>
                <a:lnTo>
                  <a:pt x="1135240" y="115733"/>
                </a:lnTo>
                <a:lnTo>
                  <a:pt x="1135869" y="116225"/>
                </a:lnTo>
                <a:lnTo>
                  <a:pt x="1136521" y="116694"/>
                </a:lnTo>
                <a:lnTo>
                  <a:pt x="1137195" y="117138"/>
                </a:lnTo>
                <a:lnTo>
                  <a:pt x="1137892" y="117559"/>
                </a:lnTo>
                <a:lnTo>
                  <a:pt x="1138612" y="117955"/>
                </a:lnTo>
                <a:lnTo>
                  <a:pt x="1139354" y="118328"/>
                </a:lnTo>
                <a:lnTo>
                  <a:pt x="1140119" y="118676"/>
                </a:lnTo>
                <a:lnTo>
                  <a:pt x="1140906" y="119001"/>
                </a:lnTo>
                <a:lnTo>
                  <a:pt x="1141717" y="119301"/>
                </a:lnTo>
                <a:lnTo>
                  <a:pt x="1142549" y="119577"/>
                </a:lnTo>
                <a:lnTo>
                  <a:pt x="1143405" y="119830"/>
                </a:lnTo>
                <a:lnTo>
                  <a:pt x="1144283" y="120058"/>
                </a:lnTo>
                <a:lnTo>
                  <a:pt x="1145184" y="120262"/>
                </a:lnTo>
                <a:lnTo>
                  <a:pt x="1146107" y="120442"/>
                </a:lnTo>
                <a:lnTo>
                  <a:pt x="1147053" y="120599"/>
                </a:lnTo>
                <a:lnTo>
                  <a:pt x="1148022" y="120731"/>
                </a:lnTo>
                <a:lnTo>
                  <a:pt x="1149013" y="120839"/>
                </a:lnTo>
                <a:lnTo>
                  <a:pt x="1150027" y="120923"/>
                </a:lnTo>
                <a:lnTo>
                  <a:pt x="1151063" y="120983"/>
                </a:lnTo>
                <a:lnTo>
                  <a:pt x="1152122" y="121019"/>
                </a:lnTo>
                <a:lnTo>
                  <a:pt x="1153204" y="121031"/>
                </a:lnTo>
                <a:lnTo>
                  <a:pt x="1153711" y="121029"/>
                </a:lnTo>
                <a:lnTo>
                  <a:pt x="1154214" y="121022"/>
                </a:lnTo>
                <a:lnTo>
                  <a:pt x="1154711" y="121011"/>
                </a:lnTo>
                <a:lnTo>
                  <a:pt x="1155204" y="120995"/>
                </a:lnTo>
                <a:lnTo>
                  <a:pt x="1155691" y="120975"/>
                </a:lnTo>
                <a:close/>
                <a:moveTo>
                  <a:pt x="1153694" y="109920"/>
                </a:moveTo>
                <a:lnTo>
                  <a:pt x="1153166" y="109846"/>
                </a:lnTo>
                <a:lnTo>
                  <a:pt x="1152650" y="109759"/>
                </a:lnTo>
                <a:lnTo>
                  <a:pt x="1152145" y="109659"/>
                </a:lnTo>
                <a:lnTo>
                  <a:pt x="1151651" y="109545"/>
                </a:lnTo>
                <a:lnTo>
                  <a:pt x="1151168" y="109418"/>
                </a:lnTo>
                <a:lnTo>
                  <a:pt x="1150697" y="109278"/>
                </a:lnTo>
                <a:lnTo>
                  <a:pt x="1150237" y="109124"/>
                </a:lnTo>
                <a:lnTo>
                  <a:pt x="1149788" y="108956"/>
                </a:lnTo>
                <a:lnTo>
                  <a:pt x="1149351" y="108776"/>
                </a:lnTo>
                <a:lnTo>
                  <a:pt x="1148925" y="108582"/>
                </a:lnTo>
                <a:lnTo>
                  <a:pt x="1148510" y="108375"/>
                </a:lnTo>
                <a:lnTo>
                  <a:pt x="1148106" y="108154"/>
                </a:lnTo>
                <a:lnTo>
                  <a:pt x="1147714" y="107920"/>
                </a:lnTo>
                <a:lnTo>
                  <a:pt x="1147334" y="107672"/>
                </a:lnTo>
                <a:lnTo>
                  <a:pt x="1146964" y="107411"/>
                </a:lnTo>
                <a:lnTo>
                  <a:pt x="1146606" y="107137"/>
                </a:lnTo>
                <a:lnTo>
                  <a:pt x="1146259" y="106850"/>
                </a:lnTo>
                <a:lnTo>
                  <a:pt x="1145924" y="106549"/>
                </a:lnTo>
                <a:lnTo>
                  <a:pt x="1145599" y="106234"/>
                </a:lnTo>
                <a:lnTo>
                  <a:pt x="1145288" y="105907"/>
                </a:lnTo>
                <a:lnTo>
                  <a:pt x="1144989" y="105569"/>
                </a:lnTo>
                <a:lnTo>
                  <a:pt x="1144704" y="105220"/>
                </a:lnTo>
                <a:lnTo>
                  <a:pt x="1144431" y="104860"/>
                </a:lnTo>
                <a:lnTo>
                  <a:pt x="1144173" y="104489"/>
                </a:lnTo>
                <a:lnTo>
                  <a:pt x="1143927" y="104106"/>
                </a:lnTo>
                <a:lnTo>
                  <a:pt x="1143695" y="103712"/>
                </a:lnTo>
                <a:lnTo>
                  <a:pt x="1143476" y="103308"/>
                </a:lnTo>
                <a:lnTo>
                  <a:pt x="1143270" y="102892"/>
                </a:lnTo>
                <a:lnTo>
                  <a:pt x="1143078" y="102464"/>
                </a:lnTo>
                <a:lnTo>
                  <a:pt x="1142899" y="102026"/>
                </a:lnTo>
                <a:lnTo>
                  <a:pt x="1142733" y="101577"/>
                </a:lnTo>
                <a:lnTo>
                  <a:pt x="1142580" y="101116"/>
                </a:lnTo>
                <a:lnTo>
                  <a:pt x="1142441" y="100645"/>
                </a:lnTo>
                <a:lnTo>
                  <a:pt x="1142315" y="100162"/>
                </a:lnTo>
                <a:lnTo>
                  <a:pt x="1142202" y="99668"/>
                </a:lnTo>
                <a:lnTo>
                  <a:pt x="1142102" y="99163"/>
                </a:lnTo>
                <a:lnTo>
                  <a:pt x="1142016" y="98646"/>
                </a:lnTo>
                <a:lnTo>
                  <a:pt x="1141943" y="98119"/>
                </a:lnTo>
                <a:lnTo>
                  <a:pt x="1141883" y="97581"/>
                </a:lnTo>
                <a:lnTo>
                  <a:pt x="1141837" y="97031"/>
                </a:lnTo>
                <a:lnTo>
                  <a:pt x="1141804" y="96470"/>
                </a:lnTo>
                <a:lnTo>
                  <a:pt x="1141784" y="95898"/>
                </a:lnTo>
                <a:lnTo>
                  <a:pt x="1141777" y="95315"/>
                </a:lnTo>
                <a:lnTo>
                  <a:pt x="1141781" y="94831"/>
                </a:lnTo>
                <a:lnTo>
                  <a:pt x="1141792" y="94354"/>
                </a:lnTo>
                <a:lnTo>
                  <a:pt x="1141810" y="93885"/>
                </a:lnTo>
                <a:lnTo>
                  <a:pt x="1141836" y="93424"/>
                </a:lnTo>
                <a:lnTo>
                  <a:pt x="1141870" y="92971"/>
                </a:lnTo>
                <a:lnTo>
                  <a:pt x="1141910" y="92526"/>
                </a:lnTo>
                <a:lnTo>
                  <a:pt x="1141958" y="92088"/>
                </a:lnTo>
                <a:lnTo>
                  <a:pt x="1142014" y="91659"/>
                </a:lnTo>
                <a:lnTo>
                  <a:pt x="1142077" y="91237"/>
                </a:lnTo>
                <a:lnTo>
                  <a:pt x="1142147" y="90823"/>
                </a:lnTo>
                <a:lnTo>
                  <a:pt x="1142225" y="90416"/>
                </a:lnTo>
                <a:lnTo>
                  <a:pt x="1142310" y="90018"/>
                </a:lnTo>
                <a:lnTo>
                  <a:pt x="1142403" y="89627"/>
                </a:lnTo>
                <a:lnTo>
                  <a:pt x="1142503" y="89244"/>
                </a:lnTo>
                <a:lnTo>
                  <a:pt x="1142610" y="88869"/>
                </a:lnTo>
                <a:lnTo>
                  <a:pt x="1142725" y="88502"/>
                </a:lnTo>
                <a:lnTo>
                  <a:pt x="1142847" y="88142"/>
                </a:lnTo>
                <a:lnTo>
                  <a:pt x="1142977" y="87791"/>
                </a:lnTo>
                <a:lnTo>
                  <a:pt x="1143114" y="87447"/>
                </a:lnTo>
                <a:lnTo>
                  <a:pt x="1143258" y="87111"/>
                </a:lnTo>
                <a:lnTo>
                  <a:pt x="1143410" y="86782"/>
                </a:lnTo>
                <a:lnTo>
                  <a:pt x="1143569" y="86462"/>
                </a:lnTo>
                <a:lnTo>
                  <a:pt x="1143736" y="86149"/>
                </a:lnTo>
                <a:lnTo>
                  <a:pt x="1143910" y="85844"/>
                </a:lnTo>
                <a:lnTo>
                  <a:pt x="1144090" y="85546"/>
                </a:lnTo>
                <a:lnTo>
                  <a:pt x="1144275" y="85253"/>
                </a:lnTo>
                <a:lnTo>
                  <a:pt x="1144466" y="84966"/>
                </a:lnTo>
                <a:lnTo>
                  <a:pt x="1144662" y="84684"/>
                </a:lnTo>
                <a:lnTo>
                  <a:pt x="1144863" y="84408"/>
                </a:lnTo>
                <a:lnTo>
                  <a:pt x="1145069" y="84138"/>
                </a:lnTo>
                <a:lnTo>
                  <a:pt x="1145280" y="83873"/>
                </a:lnTo>
                <a:lnTo>
                  <a:pt x="1145497" y="83614"/>
                </a:lnTo>
                <a:lnTo>
                  <a:pt x="1145718" y="83360"/>
                </a:lnTo>
                <a:lnTo>
                  <a:pt x="1145945" y="83112"/>
                </a:lnTo>
                <a:lnTo>
                  <a:pt x="1146177" y="82869"/>
                </a:lnTo>
                <a:lnTo>
                  <a:pt x="1146414" y="82632"/>
                </a:lnTo>
                <a:lnTo>
                  <a:pt x="1146657" y="82401"/>
                </a:lnTo>
                <a:lnTo>
                  <a:pt x="1146904" y="82175"/>
                </a:lnTo>
                <a:lnTo>
                  <a:pt x="1147157" y="81955"/>
                </a:lnTo>
                <a:lnTo>
                  <a:pt x="1147415" y="81740"/>
                </a:lnTo>
                <a:lnTo>
                  <a:pt x="1147678" y="81531"/>
                </a:lnTo>
                <a:lnTo>
                  <a:pt x="1147946" y="81328"/>
                </a:lnTo>
                <a:lnTo>
                  <a:pt x="1148219" y="81130"/>
                </a:lnTo>
                <a:lnTo>
                  <a:pt x="1148498" y="80937"/>
                </a:lnTo>
                <a:lnTo>
                  <a:pt x="1148781" y="80751"/>
                </a:lnTo>
                <a:lnTo>
                  <a:pt x="1149070" y="80569"/>
                </a:lnTo>
                <a:lnTo>
                  <a:pt x="1149364" y="80394"/>
                </a:lnTo>
                <a:lnTo>
                  <a:pt x="1149663" y="80224"/>
                </a:lnTo>
                <a:lnTo>
                  <a:pt x="1149967" y="80059"/>
                </a:lnTo>
                <a:lnTo>
                  <a:pt x="1150275" y="79898"/>
                </a:lnTo>
                <a:lnTo>
                  <a:pt x="1150587" y="79742"/>
                </a:lnTo>
                <a:lnTo>
                  <a:pt x="1150903" y="79591"/>
                </a:lnTo>
                <a:lnTo>
                  <a:pt x="1151223" y="79444"/>
                </a:lnTo>
                <a:lnTo>
                  <a:pt x="1151547" y="79302"/>
                </a:lnTo>
                <a:lnTo>
                  <a:pt x="1151875" y="79165"/>
                </a:lnTo>
                <a:lnTo>
                  <a:pt x="1152207" y="79032"/>
                </a:lnTo>
                <a:lnTo>
                  <a:pt x="1152543" y="78904"/>
                </a:lnTo>
                <a:lnTo>
                  <a:pt x="1152884" y="78780"/>
                </a:lnTo>
                <a:lnTo>
                  <a:pt x="1153228" y="78661"/>
                </a:lnTo>
                <a:lnTo>
                  <a:pt x="1153576" y="78547"/>
                </a:lnTo>
                <a:lnTo>
                  <a:pt x="1153929" y="78437"/>
                </a:lnTo>
                <a:lnTo>
                  <a:pt x="1154285" y="78332"/>
                </a:lnTo>
                <a:lnTo>
                  <a:pt x="1154646" y="78231"/>
                </a:lnTo>
                <a:lnTo>
                  <a:pt x="1155010" y="78135"/>
                </a:lnTo>
                <a:lnTo>
                  <a:pt x="1155379" y="78044"/>
                </a:lnTo>
                <a:lnTo>
                  <a:pt x="1155752" y="77957"/>
                </a:lnTo>
                <a:lnTo>
                  <a:pt x="1156128" y="77875"/>
                </a:lnTo>
                <a:lnTo>
                  <a:pt x="1156509" y="77797"/>
                </a:lnTo>
                <a:lnTo>
                  <a:pt x="1156894" y="77724"/>
                </a:lnTo>
                <a:lnTo>
                  <a:pt x="1157283" y="77656"/>
                </a:lnTo>
                <a:lnTo>
                  <a:pt x="1157676" y="77592"/>
                </a:lnTo>
                <a:lnTo>
                  <a:pt x="1158073" y="77533"/>
                </a:lnTo>
                <a:lnTo>
                  <a:pt x="1158473" y="77477"/>
                </a:lnTo>
                <a:lnTo>
                  <a:pt x="1158874" y="77424"/>
                </a:lnTo>
                <a:lnTo>
                  <a:pt x="1159278" y="77372"/>
                </a:lnTo>
                <a:lnTo>
                  <a:pt x="1159683" y="77323"/>
                </a:lnTo>
                <a:lnTo>
                  <a:pt x="1160091" y="77275"/>
                </a:lnTo>
                <a:lnTo>
                  <a:pt x="1160500" y="77230"/>
                </a:lnTo>
                <a:lnTo>
                  <a:pt x="1160910" y="77187"/>
                </a:lnTo>
                <a:lnTo>
                  <a:pt x="1161323" y="77146"/>
                </a:lnTo>
                <a:lnTo>
                  <a:pt x="1161737" y="77106"/>
                </a:lnTo>
                <a:lnTo>
                  <a:pt x="1162154" y="77069"/>
                </a:lnTo>
                <a:lnTo>
                  <a:pt x="1162572" y="77035"/>
                </a:lnTo>
                <a:lnTo>
                  <a:pt x="1162992" y="77002"/>
                </a:lnTo>
                <a:lnTo>
                  <a:pt x="1163413" y="76971"/>
                </a:lnTo>
                <a:lnTo>
                  <a:pt x="1163837" y="76942"/>
                </a:lnTo>
                <a:lnTo>
                  <a:pt x="1164262" y="76916"/>
                </a:lnTo>
                <a:lnTo>
                  <a:pt x="1164689" y="76892"/>
                </a:lnTo>
                <a:lnTo>
                  <a:pt x="1165118" y="76869"/>
                </a:lnTo>
                <a:lnTo>
                  <a:pt x="1165549" y="76849"/>
                </a:lnTo>
                <a:lnTo>
                  <a:pt x="1165982" y="76831"/>
                </a:lnTo>
                <a:lnTo>
                  <a:pt x="1166416" y="76815"/>
                </a:lnTo>
                <a:lnTo>
                  <a:pt x="1166852" y="76801"/>
                </a:lnTo>
                <a:lnTo>
                  <a:pt x="1167291" y="76789"/>
                </a:lnTo>
                <a:lnTo>
                  <a:pt x="1167730" y="76779"/>
                </a:lnTo>
                <a:lnTo>
                  <a:pt x="1168172" y="76771"/>
                </a:lnTo>
                <a:lnTo>
                  <a:pt x="1184025" y="76449"/>
                </a:lnTo>
                <a:lnTo>
                  <a:pt x="1184025" y="83594"/>
                </a:lnTo>
                <a:lnTo>
                  <a:pt x="1184022" y="83949"/>
                </a:lnTo>
                <a:lnTo>
                  <a:pt x="1184014" y="84306"/>
                </a:lnTo>
                <a:lnTo>
                  <a:pt x="1183999" y="84664"/>
                </a:lnTo>
                <a:lnTo>
                  <a:pt x="1183978" y="85023"/>
                </a:lnTo>
                <a:lnTo>
                  <a:pt x="1183952" y="85384"/>
                </a:lnTo>
                <a:lnTo>
                  <a:pt x="1183920" y="85746"/>
                </a:lnTo>
                <a:lnTo>
                  <a:pt x="1183881" y="86110"/>
                </a:lnTo>
                <a:lnTo>
                  <a:pt x="1183837" y="86475"/>
                </a:lnTo>
                <a:lnTo>
                  <a:pt x="1183788" y="86842"/>
                </a:lnTo>
                <a:lnTo>
                  <a:pt x="1183732" y="87209"/>
                </a:lnTo>
                <a:lnTo>
                  <a:pt x="1183670" y="87579"/>
                </a:lnTo>
                <a:lnTo>
                  <a:pt x="1183603" y="87949"/>
                </a:lnTo>
                <a:lnTo>
                  <a:pt x="1183529" y="88321"/>
                </a:lnTo>
                <a:lnTo>
                  <a:pt x="1183450" y="88695"/>
                </a:lnTo>
                <a:lnTo>
                  <a:pt x="1183365" y="89070"/>
                </a:lnTo>
                <a:lnTo>
                  <a:pt x="1183274" y="89446"/>
                </a:lnTo>
                <a:lnTo>
                  <a:pt x="1183177" y="89823"/>
                </a:lnTo>
                <a:lnTo>
                  <a:pt x="1183075" y="90203"/>
                </a:lnTo>
                <a:lnTo>
                  <a:pt x="1182966" y="90583"/>
                </a:lnTo>
                <a:lnTo>
                  <a:pt x="1182852" y="90965"/>
                </a:lnTo>
                <a:lnTo>
                  <a:pt x="1182731" y="91348"/>
                </a:lnTo>
                <a:lnTo>
                  <a:pt x="1182605" y="91733"/>
                </a:lnTo>
                <a:lnTo>
                  <a:pt x="1182473" y="92119"/>
                </a:lnTo>
                <a:lnTo>
                  <a:pt x="1182335" y="92506"/>
                </a:lnTo>
                <a:lnTo>
                  <a:pt x="1182191" y="92893"/>
                </a:lnTo>
                <a:lnTo>
                  <a:pt x="1182042" y="93277"/>
                </a:lnTo>
                <a:lnTo>
                  <a:pt x="1181886" y="93659"/>
                </a:lnTo>
                <a:lnTo>
                  <a:pt x="1181724" y="94038"/>
                </a:lnTo>
                <a:lnTo>
                  <a:pt x="1181556" y="94414"/>
                </a:lnTo>
                <a:lnTo>
                  <a:pt x="1181382" y="94789"/>
                </a:lnTo>
                <a:lnTo>
                  <a:pt x="1181202" y="95160"/>
                </a:lnTo>
                <a:lnTo>
                  <a:pt x="1181016" y="95529"/>
                </a:lnTo>
                <a:lnTo>
                  <a:pt x="1180825" y="95896"/>
                </a:lnTo>
                <a:lnTo>
                  <a:pt x="1180627" y="96260"/>
                </a:lnTo>
                <a:lnTo>
                  <a:pt x="1180423" y="96622"/>
                </a:lnTo>
                <a:lnTo>
                  <a:pt x="1180213" y="96981"/>
                </a:lnTo>
                <a:lnTo>
                  <a:pt x="1179997" y="97338"/>
                </a:lnTo>
                <a:lnTo>
                  <a:pt x="1179775" y="97692"/>
                </a:lnTo>
                <a:lnTo>
                  <a:pt x="1179547" y="98044"/>
                </a:lnTo>
                <a:lnTo>
                  <a:pt x="1179313" y="98393"/>
                </a:lnTo>
                <a:lnTo>
                  <a:pt x="1179073" y="98740"/>
                </a:lnTo>
                <a:lnTo>
                  <a:pt x="1178827" y="99084"/>
                </a:lnTo>
                <a:lnTo>
                  <a:pt x="1178575" y="99425"/>
                </a:lnTo>
                <a:lnTo>
                  <a:pt x="1178317" y="99765"/>
                </a:lnTo>
                <a:lnTo>
                  <a:pt x="1178053" y="100101"/>
                </a:lnTo>
                <a:lnTo>
                  <a:pt x="1177783" y="100436"/>
                </a:lnTo>
                <a:lnTo>
                  <a:pt x="1177507" y="100767"/>
                </a:lnTo>
                <a:lnTo>
                  <a:pt x="1177225" y="101097"/>
                </a:lnTo>
                <a:lnTo>
                  <a:pt x="1176937" y="101422"/>
                </a:lnTo>
                <a:lnTo>
                  <a:pt x="1176643" y="101742"/>
                </a:lnTo>
                <a:lnTo>
                  <a:pt x="1176343" y="102058"/>
                </a:lnTo>
                <a:lnTo>
                  <a:pt x="1176036" y="102369"/>
                </a:lnTo>
                <a:lnTo>
                  <a:pt x="1175723" y="102674"/>
                </a:lnTo>
                <a:lnTo>
                  <a:pt x="1175405" y="102975"/>
                </a:lnTo>
                <a:lnTo>
                  <a:pt x="1175080" y="103271"/>
                </a:lnTo>
                <a:lnTo>
                  <a:pt x="1174749" y="103563"/>
                </a:lnTo>
                <a:lnTo>
                  <a:pt x="1174411" y="103849"/>
                </a:lnTo>
                <a:lnTo>
                  <a:pt x="1174068" y="104130"/>
                </a:lnTo>
                <a:lnTo>
                  <a:pt x="1173718" y="104407"/>
                </a:lnTo>
                <a:lnTo>
                  <a:pt x="1173363" y="104679"/>
                </a:lnTo>
                <a:lnTo>
                  <a:pt x="1173001" y="104946"/>
                </a:lnTo>
                <a:lnTo>
                  <a:pt x="1172633" y="105208"/>
                </a:lnTo>
                <a:lnTo>
                  <a:pt x="1172259" y="105465"/>
                </a:lnTo>
                <a:lnTo>
                  <a:pt x="1171878" y="105717"/>
                </a:lnTo>
                <a:lnTo>
                  <a:pt x="1171492" y="105964"/>
                </a:lnTo>
                <a:lnTo>
                  <a:pt x="1171099" y="106207"/>
                </a:lnTo>
                <a:lnTo>
                  <a:pt x="1170701" y="106444"/>
                </a:lnTo>
                <a:lnTo>
                  <a:pt x="1170296" y="106677"/>
                </a:lnTo>
                <a:lnTo>
                  <a:pt x="1169885" y="106905"/>
                </a:lnTo>
                <a:lnTo>
                  <a:pt x="1169467" y="107128"/>
                </a:lnTo>
                <a:lnTo>
                  <a:pt x="1169044" y="107346"/>
                </a:lnTo>
                <a:lnTo>
                  <a:pt x="1168615" y="107559"/>
                </a:lnTo>
                <a:lnTo>
                  <a:pt x="1168179" y="107766"/>
                </a:lnTo>
                <a:lnTo>
                  <a:pt x="1167738" y="107963"/>
                </a:lnTo>
                <a:lnTo>
                  <a:pt x="1167290" y="108152"/>
                </a:lnTo>
                <a:lnTo>
                  <a:pt x="1166836" y="108332"/>
                </a:lnTo>
                <a:lnTo>
                  <a:pt x="1166377" y="108503"/>
                </a:lnTo>
                <a:lnTo>
                  <a:pt x="1165911" y="108665"/>
                </a:lnTo>
                <a:lnTo>
                  <a:pt x="1165440" y="108819"/>
                </a:lnTo>
                <a:lnTo>
                  <a:pt x="1164962" y="108964"/>
                </a:lnTo>
                <a:lnTo>
                  <a:pt x="1164479" y="109100"/>
                </a:lnTo>
                <a:lnTo>
                  <a:pt x="1163989" y="109227"/>
                </a:lnTo>
                <a:lnTo>
                  <a:pt x="1163493" y="109345"/>
                </a:lnTo>
                <a:lnTo>
                  <a:pt x="1162992" y="109455"/>
                </a:lnTo>
                <a:lnTo>
                  <a:pt x="1162484" y="109556"/>
                </a:lnTo>
                <a:lnTo>
                  <a:pt x="1161970" y="109648"/>
                </a:lnTo>
                <a:lnTo>
                  <a:pt x="1161451" y="109731"/>
                </a:lnTo>
                <a:lnTo>
                  <a:pt x="1160925" y="109806"/>
                </a:lnTo>
                <a:lnTo>
                  <a:pt x="1160393" y="109872"/>
                </a:lnTo>
                <a:lnTo>
                  <a:pt x="1159856" y="109929"/>
                </a:lnTo>
                <a:lnTo>
                  <a:pt x="1159312" y="109977"/>
                </a:lnTo>
                <a:lnTo>
                  <a:pt x="1158762" y="110017"/>
                </a:lnTo>
                <a:lnTo>
                  <a:pt x="1158207" y="110047"/>
                </a:lnTo>
                <a:lnTo>
                  <a:pt x="1157645" y="110069"/>
                </a:lnTo>
                <a:lnTo>
                  <a:pt x="1157077" y="110082"/>
                </a:lnTo>
                <a:lnTo>
                  <a:pt x="1156504" y="110087"/>
                </a:lnTo>
                <a:lnTo>
                  <a:pt x="1155919" y="110080"/>
                </a:lnTo>
                <a:lnTo>
                  <a:pt x="1155346" y="110060"/>
                </a:lnTo>
                <a:lnTo>
                  <a:pt x="1154784" y="110027"/>
                </a:lnTo>
                <a:lnTo>
                  <a:pt x="1154234" y="109980"/>
                </a:lnTo>
                <a:lnTo>
                  <a:pt x="1153694" y="109920"/>
                </a:lnTo>
                <a:close/>
                <a:moveTo>
                  <a:pt x="1233699" y="72101"/>
                </a:moveTo>
                <a:lnTo>
                  <a:pt x="1233720" y="71440"/>
                </a:lnTo>
                <a:lnTo>
                  <a:pt x="1233744" y="70785"/>
                </a:lnTo>
                <a:lnTo>
                  <a:pt x="1233773" y="70139"/>
                </a:lnTo>
                <a:lnTo>
                  <a:pt x="1233805" y="69499"/>
                </a:lnTo>
                <a:lnTo>
                  <a:pt x="1233840" y="68868"/>
                </a:lnTo>
                <a:lnTo>
                  <a:pt x="1233880" y="68243"/>
                </a:lnTo>
                <a:lnTo>
                  <a:pt x="1233923" y="67627"/>
                </a:lnTo>
                <a:lnTo>
                  <a:pt x="1233971" y="67018"/>
                </a:lnTo>
                <a:lnTo>
                  <a:pt x="1234022" y="66416"/>
                </a:lnTo>
                <a:lnTo>
                  <a:pt x="1234076" y="65822"/>
                </a:lnTo>
                <a:lnTo>
                  <a:pt x="1234135" y="65236"/>
                </a:lnTo>
                <a:lnTo>
                  <a:pt x="1234197" y="64657"/>
                </a:lnTo>
                <a:lnTo>
                  <a:pt x="1234263" y="64085"/>
                </a:lnTo>
                <a:lnTo>
                  <a:pt x="1234333" y="63521"/>
                </a:lnTo>
                <a:lnTo>
                  <a:pt x="1234406" y="62965"/>
                </a:lnTo>
                <a:lnTo>
                  <a:pt x="1234484" y="62416"/>
                </a:lnTo>
                <a:lnTo>
                  <a:pt x="1234565" y="61875"/>
                </a:lnTo>
                <a:lnTo>
                  <a:pt x="1234650" y="61341"/>
                </a:lnTo>
                <a:lnTo>
                  <a:pt x="1234738" y="60815"/>
                </a:lnTo>
                <a:lnTo>
                  <a:pt x="1234831" y="60296"/>
                </a:lnTo>
                <a:lnTo>
                  <a:pt x="1234930" y="59785"/>
                </a:lnTo>
                <a:lnTo>
                  <a:pt x="1235033" y="59281"/>
                </a:lnTo>
                <a:lnTo>
                  <a:pt x="1235142" y="58784"/>
                </a:lnTo>
                <a:lnTo>
                  <a:pt x="1235256" y="58295"/>
                </a:lnTo>
                <a:lnTo>
                  <a:pt x="1235374" y="57813"/>
                </a:lnTo>
                <a:lnTo>
                  <a:pt x="1235499" y="57339"/>
                </a:lnTo>
                <a:lnTo>
                  <a:pt x="1235628" y="56872"/>
                </a:lnTo>
                <a:lnTo>
                  <a:pt x="1235762" y="56412"/>
                </a:lnTo>
                <a:lnTo>
                  <a:pt x="1235902" y="55960"/>
                </a:lnTo>
                <a:lnTo>
                  <a:pt x="1236047" y="55515"/>
                </a:lnTo>
                <a:lnTo>
                  <a:pt x="1236197" y="55078"/>
                </a:lnTo>
                <a:lnTo>
                  <a:pt x="1236352" y="54648"/>
                </a:lnTo>
                <a:lnTo>
                  <a:pt x="1236512" y="54225"/>
                </a:lnTo>
                <a:lnTo>
                  <a:pt x="1236678" y="53810"/>
                </a:lnTo>
                <a:lnTo>
                  <a:pt x="1236848" y="53402"/>
                </a:lnTo>
                <a:lnTo>
                  <a:pt x="1237024" y="53002"/>
                </a:lnTo>
                <a:lnTo>
                  <a:pt x="1237205" y="52609"/>
                </a:lnTo>
                <a:lnTo>
                  <a:pt x="1237391" y="52223"/>
                </a:lnTo>
                <a:lnTo>
                  <a:pt x="1237583" y="51845"/>
                </a:lnTo>
                <a:lnTo>
                  <a:pt x="1237779" y="51474"/>
                </a:lnTo>
                <a:lnTo>
                  <a:pt x="1237981" y="51111"/>
                </a:lnTo>
                <a:lnTo>
                  <a:pt x="1238188" y="50755"/>
                </a:lnTo>
                <a:lnTo>
                  <a:pt x="1238400" y="50406"/>
                </a:lnTo>
                <a:lnTo>
                  <a:pt x="1238617" y="50065"/>
                </a:lnTo>
                <a:lnTo>
                  <a:pt x="1238840" y="49731"/>
                </a:lnTo>
                <a:lnTo>
                  <a:pt x="1239068" y="49404"/>
                </a:lnTo>
                <a:lnTo>
                  <a:pt x="1239302" y="49084"/>
                </a:lnTo>
                <a:lnTo>
                  <a:pt x="1239541" y="48772"/>
                </a:lnTo>
                <a:lnTo>
                  <a:pt x="1239785" y="48467"/>
                </a:lnTo>
                <a:lnTo>
                  <a:pt x="1240035" y="48169"/>
                </a:lnTo>
                <a:lnTo>
                  <a:pt x="1240291" y="47879"/>
                </a:lnTo>
                <a:lnTo>
                  <a:pt x="1240552" y="47596"/>
                </a:lnTo>
                <a:lnTo>
                  <a:pt x="1240818" y="47320"/>
                </a:lnTo>
                <a:lnTo>
                  <a:pt x="1241090" y="47051"/>
                </a:lnTo>
                <a:lnTo>
                  <a:pt x="1241367" y="46789"/>
                </a:lnTo>
                <a:lnTo>
                  <a:pt x="1241650" y="46535"/>
                </a:lnTo>
                <a:lnTo>
                  <a:pt x="1241938" y="46288"/>
                </a:lnTo>
                <a:lnTo>
                  <a:pt x="1242232" y="46048"/>
                </a:lnTo>
                <a:lnTo>
                  <a:pt x="1242531" y="45816"/>
                </a:lnTo>
                <a:lnTo>
                  <a:pt x="1242835" y="45591"/>
                </a:lnTo>
                <a:lnTo>
                  <a:pt x="1243145" y="45373"/>
                </a:lnTo>
                <a:lnTo>
                  <a:pt x="1243461" y="45162"/>
                </a:lnTo>
                <a:lnTo>
                  <a:pt x="1243781" y="44959"/>
                </a:lnTo>
                <a:lnTo>
                  <a:pt x="1244108" y="44762"/>
                </a:lnTo>
                <a:lnTo>
                  <a:pt x="1244439" y="44573"/>
                </a:lnTo>
                <a:lnTo>
                  <a:pt x="1244777" y="44392"/>
                </a:lnTo>
                <a:lnTo>
                  <a:pt x="1245119" y="44217"/>
                </a:lnTo>
                <a:lnTo>
                  <a:pt x="1245468" y="44050"/>
                </a:lnTo>
                <a:lnTo>
                  <a:pt x="1245824" y="43890"/>
                </a:lnTo>
                <a:lnTo>
                  <a:pt x="1246187" y="43737"/>
                </a:lnTo>
                <a:lnTo>
                  <a:pt x="1246558" y="43591"/>
                </a:lnTo>
                <a:lnTo>
                  <a:pt x="1246935" y="43452"/>
                </a:lnTo>
                <a:lnTo>
                  <a:pt x="1247320" y="43321"/>
                </a:lnTo>
                <a:lnTo>
                  <a:pt x="1247711" y="43196"/>
                </a:lnTo>
                <a:lnTo>
                  <a:pt x="1248110" y="43079"/>
                </a:lnTo>
                <a:lnTo>
                  <a:pt x="1248516" y="42968"/>
                </a:lnTo>
                <a:lnTo>
                  <a:pt x="1248929" y="42865"/>
                </a:lnTo>
                <a:lnTo>
                  <a:pt x="1249349" y="42769"/>
                </a:lnTo>
                <a:lnTo>
                  <a:pt x="1249777" y="42680"/>
                </a:lnTo>
                <a:lnTo>
                  <a:pt x="1250211" y="42598"/>
                </a:lnTo>
                <a:lnTo>
                  <a:pt x="1250653" y="42524"/>
                </a:lnTo>
                <a:lnTo>
                  <a:pt x="1251101" y="42456"/>
                </a:lnTo>
                <a:lnTo>
                  <a:pt x="1251557" y="42395"/>
                </a:lnTo>
                <a:lnTo>
                  <a:pt x="1252020" y="42342"/>
                </a:lnTo>
                <a:lnTo>
                  <a:pt x="1252490" y="42296"/>
                </a:lnTo>
                <a:lnTo>
                  <a:pt x="1252967" y="42257"/>
                </a:lnTo>
                <a:lnTo>
                  <a:pt x="1253452" y="42225"/>
                </a:lnTo>
                <a:lnTo>
                  <a:pt x="1253943" y="42200"/>
                </a:lnTo>
                <a:lnTo>
                  <a:pt x="1254442" y="42182"/>
                </a:lnTo>
                <a:lnTo>
                  <a:pt x="1254947" y="42171"/>
                </a:lnTo>
                <a:lnTo>
                  <a:pt x="1255460" y="42168"/>
                </a:lnTo>
                <a:lnTo>
                  <a:pt x="1256157" y="42175"/>
                </a:lnTo>
                <a:lnTo>
                  <a:pt x="1256841" y="42197"/>
                </a:lnTo>
                <a:lnTo>
                  <a:pt x="1257512" y="42234"/>
                </a:lnTo>
                <a:lnTo>
                  <a:pt x="1258169" y="42285"/>
                </a:lnTo>
                <a:lnTo>
                  <a:pt x="1258813" y="42351"/>
                </a:lnTo>
                <a:lnTo>
                  <a:pt x="1259443" y="42432"/>
                </a:lnTo>
                <a:lnTo>
                  <a:pt x="1260060" y="42527"/>
                </a:lnTo>
                <a:lnTo>
                  <a:pt x="1260664" y="42637"/>
                </a:lnTo>
                <a:lnTo>
                  <a:pt x="1261254" y="42762"/>
                </a:lnTo>
                <a:lnTo>
                  <a:pt x="1261831" y="42901"/>
                </a:lnTo>
                <a:lnTo>
                  <a:pt x="1262394" y="43055"/>
                </a:lnTo>
                <a:lnTo>
                  <a:pt x="1262944" y="43223"/>
                </a:lnTo>
                <a:lnTo>
                  <a:pt x="1263480" y="43407"/>
                </a:lnTo>
                <a:lnTo>
                  <a:pt x="1264004" y="43605"/>
                </a:lnTo>
                <a:lnTo>
                  <a:pt x="1264513" y="43817"/>
                </a:lnTo>
                <a:lnTo>
                  <a:pt x="1265009" y="44044"/>
                </a:lnTo>
                <a:lnTo>
                  <a:pt x="1265492" y="44286"/>
                </a:lnTo>
                <a:lnTo>
                  <a:pt x="1265962" y="44543"/>
                </a:lnTo>
                <a:lnTo>
                  <a:pt x="1266418" y="44814"/>
                </a:lnTo>
                <a:lnTo>
                  <a:pt x="1266860" y="45100"/>
                </a:lnTo>
                <a:lnTo>
                  <a:pt x="1267290" y="45400"/>
                </a:lnTo>
                <a:lnTo>
                  <a:pt x="1267705" y="45716"/>
                </a:lnTo>
                <a:lnTo>
                  <a:pt x="1268108" y="46046"/>
                </a:lnTo>
                <a:lnTo>
                  <a:pt x="1268497" y="46390"/>
                </a:lnTo>
                <a:lnTo>
                  <a:pt x="1268873" y="46747"/>
                </a:lnTo>
                <a:lnTo>
                  <a:pt x="1269237" y="47114"/>
                </a:lnTo>
                <a:lnTo>
                  <a:pt x="1269589" y="47491"/>
                </a:lnTo>
                <a:lnTo>
                  <a:pt x="1269929" y="47879"/>
                </a:lnTo>
                <a:lnTo>
                  <a:pt x="1270258" y="48276"/>
                </a:lnTo>
                <a:lnTo>
                  <a:pt x="1270574" y="48684"/>
                </a:lnTo>
                <a:lnTo>
                  <a:pt x="1270878" y="49103"/>
                </a:lnTo>
                <a:lnTo>
                  <a:pt x="1271170" y="49531"/>
                </a:lnTo>
                <a:lnTo>
                  <a:pt x="1271450" y="49970"/>
                </a:lnTo>
                <a:lnTo>
                  <a:pt x="1271718" y="50419"/>
                </a:lnTo>
                <a:lnTo>
                  <a:pt x="1271974" y="50878"/>
                </a:lnTo>
                <a:lnTo>
                  <a:pt x="1272218" y="51347"/>
                </a:lnTo>
                <a:lnTo>
                  <a:pt x="1272451" y="51827"/>
                </a:lnTo>
                <a:lnTo>
                  <a:pt x="1272671" y="52317"/>
                </a:lnTo>
                <a:lnTo>
                  <a:pt x="1272879" y="52817"/>
                </a:lnTo>
                <a:lnTo>
                  <a:pt x="1273075" y="53328"/>
                </a:lnTo>
                <a:lnTo>
                  <a:pt x="1273259" y="53848"/>
                </a:lnTo>
                <a:lnTo>
                  <a:pt x="1273431" y="54379"/>
                </a:lnTo>
                <a:lnTo>
                  <a:pt x="1273591" y="54920"/>
                </a:lnTo>
                <a:lnTo>
                  <a:pt x="1273739" y="55472"/>
                </a:lnTo>
                <a:lnTo>
                  <a:pt x="1273874" y="56033"/>
                </a:lnTo>
                <a:lnTo>
                  <a:pt x="1273998" y="56605"/>
                </a:lnTo>
                <a:lnTo>
                  <a:pt x="1274110" y="57187"/>
                </a:lnTo>
                <a:lnTo>
                  <a:pt x="1274210" y="57779"/>
                </a:lnTo>
                <a:lnTo>
                  <a:pt x="1289098" y="56655"/>
                </a:lnTo>
                <a:lnTo>
                  <a:pt x="1289008" y="56202"/>
                </a:lnTo>
                <a:lnTo>
                  <a:pt x="1288913" y="55751"/>
                </a:lnTo>
                <a:lnTo>
                  <a:pt x="1288812" y="55303"/>
                </a:lnTo>
                <a:lnTo>
                  <a:pt x="1288706" y="54857"/>
                </a:lnTo>
                <a:lnTo>
                  <a:pt x="1288595" y="54414"/>
                </a:lnTo>
                <a:lnTo>
                  <a:pt x="1288479" y="53973"/>
                </a:lnTo>
                <a:lnTo>
                  <a:pt x="1288357" y="53535"/>
                </a:lnTo>
                <a:lnTo>
                  <a:pt x="1288230" y="53099"/>
                </a:lnTo>
                <a:lnTo>
                  <a:pt x="1288098" y="52666"/>
                </a:lnTo>
                <a:lnTo>
                  <a:pt x="1287960" y="52235"/>
                </a:lnTo>
                <a:lnTo>
                  <a:pt x="1287817" y="51807"/>
                </a:lnTo>
                <a:lnTo>
                  <a:pt x="1287669" y="51381"/>
                </a:lnTo>
                <a:lnTo>
                  <a:pt x="1287516" y="50958"/>
                </a:lnTo>
                <a:lnTo>
                  <a:pt x="1287357" y="50537"/>
                </a:lnTo>
                <a:lnTo>
                  <a:pt x="1287193" y="50119"/>
                </a:lnTo>
                <a:lnTo>
                  <a:pt x="1287023" y="49703"/>
                </a:lnTo>
                <a:lnTo>
                  <a:pt x="1286848" y="49290"/>
                </a:lnTo>
                <a:lnTo>
                  <a:pt x="1286668" y="48880"/>
                </a:lnTo>
                <a:lnTo>
                  <a:pt x="1286483" y="48471"/>
                </a:lnTo>
                <a:lnTo>
                  <a:pt x="1286292" y="48066"/>
                </a:lnTo>
                <a:lnTo>
                  <a:pt x="1286096" y="47663"/>
                </a:lnTo>
                <a:lnTo>
                  <a:pt x="1285895" y="47262"/>
                </a:lnTo>
                <a:lnTo>
                  <a:pt x="1285688" y="46864"/>
                </a:lnTo>
                <a:lnTo>
                  <a:pt x="1285476" y="46468"/>
                </a:lnTo>
                <a:lnTo>
                  <a:pt x="1285259" y="46076"/>
                </a:lnTo>
                <a:lnTo>
                  <a:pt x="1285036" y="45687"/>
                </a:lnTo>
                <a:lnTo>
                  <a:pt x="1284808" y="45304"/>
                </a:lnTo>
                <a:lnTo>
                  <a:pt x="1284574" y="44924"/>
                </a:lnTo>
                <a:lnTo>
                  <a:pt x="1284335" y="44549"/>
                </a:lnTo>
                <a:lnTo>
                  <a:pt x="1284091" y="44178"/>
                </a:lnTo>
                <a:lnTo>
                  <a:pt x="1283841" y="43812"/>
                </a:lnTo>
                <a:lnTo>
                  <a:pt x="1283585" y="43449"/>
                </a:lnTo>
                <a:lnTo>
                  <a:pt x="1283324" y="43092"/>
                </a:lnTo>
                <a:lnTo>
                  <a:pt x="1283058" y="42738"/>
                </a:lnTo>
                <a:lnTo>
                  <a:pt x="1282786" y="42389"/>
                </a:lnTo>
                <a:lnTo>
                  <a:pt x="1282509" y="42044"/>
                </a:lnTo>
                <a:lnTo>
                  <a:pt x="1282226" y="41703"/>
                </a:lnTo>
                <a:lnTo>
                  <a:pt x="1281938" y="41367"/>
                </a:lnTo>
                <a:lnTo>
                  <a:pt x="1281644" y="41035"/>
                </a:lnTo>
                <a:lnTo>
                  <a:pt x="1281345" y="40708"/>
                </a:lnTo>
                <a:lnTo>
                  <a:pt x="1281041" y="40384"/>
                </a:lnTo>
                <a:lnTo>
                  <a:pt x="1280731" y="40065"/>
                </a:lnTo>
                <a:lnTo>
                  <a:pt x="1280416" y="39751"/>
                </a:lnTo>
                <a:lnTo>
                  <a:pt x="1280095" y="39440"/>
                </a:lnTo>
                <a:lnTo>
                  <a:pt x="1279768" y="39134"/>
                </a:lnTo>
                <a:lnTo>
                  <a:pt x="1279437" y="38833"/>
                </a:lnTo>
                <a:lnTo>
                  <a:pt x="1279100" y="38535"/>
                </a:lnTo>
                <a:lnTo>
                  <a:pt x="1278757" y="38242"/>
                </a:lnTo>
                <a:lnTo>
                  <a:pt x="1278409" y="37954"/>
                </a:lnTo>
                <a:lnTo>
                  <a:pt x="1278055" y="37671"/>
                </a:lnTo>
                <a:lnTo>
                  <a:pt x="1277696" y="37393"/>
                </a:lnTo>
                <a:lnTo>
                  <a:pt x="1277332" y="37120"/>
                </a:lnTo>
                <a:lnTo>
                  <a:pt x="1276962" y="36852"/>
                </a:lnTo>
                <a:lnTo>
                  <a:pt x="1276587" y="36590"/>
                </a:lnTo>
                <a:lnTo>
                  <a:pt x="1276206" y="36333"/>
                </a:lnTo>
                <a:lnTo>
                  <a:pt x="1275820" y="36080"/>
                </a:lnTo>
                <a:lnTo>
                  <a:pt x="1275428" y="35833"/>
                </a:lnTo>
                <a:lnTo>
                  <a:pt x="1275031" y="35591"/>
                </a:lnTo>
                <a:lnTo>
                  <a:pt x="1274628" y="35355"/>
                </a:lnTo>
                <a:lnTo>
                  <a:pt x="1274220" y="35123"/>
                </a:lnTo>
                <a:lnTo>
                  <a:pt x="1273807" y="34897"/>
                </a:lnTo>
                <a:lnTo>
                  <a:pt x="1273388" y="34676"/>
                </a:lnTo>
                <a:lnTo>
                  <a:pt x="1272963" y="34460"/>
                </a:lnTo>
                <a:lnTo>
                  <a:pt x="1272534" y="34249"/>
                </a:lnTo>
                <a:lnTo>
                  <a:pt x="1272098" y="34043"/>
                </a:lnTo>
                <a:lnTo>
                  <a:pt x="1271658" y="33842"/>
                </a:lnTo>
                <a:lnTo>
                  <a:pt x="1271212" y="33647"/>
                </a:lnTo>
                <a:lnTo>
                  <a:pt x="1270760" y="33457"/>
                </a:lnTo>
                <a:lnTo>
                  <a:pt x="1270303" y="33272"/>
                </a:lnTo>
                <a:lnTo>
                  <a:pt x="1269840" y="33092"/>
                </a:lnTo>
                <a:lnTo>
                  <a:pt x="1269372" y="32917"/>
                </a:lnTo>
                <a:lnTo>
                  <a:pt x="1268899" y="32747"/>
                </a:lnTo>
                <a:lnTo>
                  <a:pt x="1268420" y="32584"/>
                </a:lnTo>
                <a:lnTo>
                  <a:pt x="1267936" y="32427"/>
                </a:lnTo>
                <a:lnTo>
                  <a:pt x="1267445" y="32277"/>
                </a:lnTo>
                <a:lnTo>
                  <a:pt x="1266950" y="32134"/>
                </a:lnTo>
                <a:lnTo>
                  <a:pt x="1266448" y="31998"/>
                </a:lnTo>
                <a:lnTo>
                  <a:pt x="1265942" y="31869"/>
                </a:lnTo>
                <a:lnTo>
                  <a:pt x="1265429" y="31748"/>
                </a:lnTo>
                <a:lnTo>
                  <a:pt x="1264911" y="31633"/>
                </a:lnTo>
                <a:lnTo>
                  <a:pt x="1264387" y="31525"/>
                </a:lnTo>
                <a:lnTo>
                  <a:pt x="1263858" y="31423"/>
                </a:lnTo>
                <a:lnTo>
                  <a:pt x="1263323" y="31329"/>
                </a:lnTo>
                <a:lnTo>
                  <a:pt x="1262783" y="31242"/>
                </a:lnTo>
                <a:lnTo>
                  <a:pt x="1262237" y="31162"/>
                </a:lnTo>
                <a:lnTo>
                  <a:pt x="1261685" y="31089"/>
                </a:lnTo>
                <a:lnTo>
                  <a:pt x="1261128" y="31023"/>
                </a:lnTo>
                <a:lnTo>
                  <a:pt x="1260566" y="30964"/>
                </a:lnTo>
                <a:lnTo>
                  <a:pt x="1259997" y="30911"/>
                </a:lnTo>
                <a:lnTo>
                  <a:pt x="1259423" y="30866"/>
                </a:lnTo>
                <a:lnTo>
                  <a:pt x="1258844" y="30828"/>
                </a:lnTo>
                <a:lnTo>
                  <a:pt x="1258259" y="30796"/>
                </a:lnTo>
                <a:lnTo>
                  <a:pt x="1257668" y="30772"/>
                </a:lnTo>
                <a:lnTo>
                  <a:pt x="1257072" y="30755"/>
                </a:lnTo>
                <a:lnTo>
                  <a:pt x="1256470" y="30744"/>
                </a:lnTo>
                <a:lnTo>
                  <a:pt x="1255862" y="30741"/>
                </a:lnTo>
                <a:lnTo>
                  <a:pt x="1255474" y="30742"/>
                </a:lnTo>
                <a:lnTo>
                  <a:pt x="1255085" y="30747"/>
                </a:lnTo>
                <a:lnTo>
                  <a:pt x="1254697" y="30755"/>
                </a:lnTo>
                <a:lnTo>
                  <a:pt x="1254309" y="30766"/>
                </a:lnTo>
                <a:lnTo>
                  <a:pt x="1253921" y="30781"/>
                </a:lnTo>
                <a:lnTo>
                  <a:pt x="1253534" y="30798"/>
                </a:lnTo>
                <a:lnTo>
                  <a:pt x="1253147" y="30819"/>
                </a:lnTo>
                <a:lnTo>
                  <a:pt x="1252760" y="30843"/>
                </a:lnTo>
                <a:lnTo>
                  <a:pt x="1252373" y="30871"/>
                </a:lnTo>
                <a:lnTo>
                  <a:pt x="1251987" y="30901"/>
                </a:lnTo>
                <a:lnTo>
                  <a:pt x="1251601" y="30935"/>
                </a:lnTo>
                <a:lnTo>
                  <a:pt x="1251215" y="30972"/>
                </a:lnTo>
                <a:lnTo>
                  <a:pt x="1250830" y="31012"/>
                </a:lnTo>
                <a:lnTo>
                  <a:pt x="1250444" y="31056"/>
                </a:lnTo>
                <a:lnTo>
                  <a:pt x="1250060" y="31102"/>
                </a:lnTo>
                <a:lnTo>
                  <a:pt x="1249675" y="31152"/>
                </a:lnTo>
                <a:lnTo>
                  <a:pt x="1249291" y="31205"/>
                </a:lnTo>
                <a:lnTo>
                  <a:pt x="1248907" y="31261"/>
                </a:lnTo>
                <a:lnTo>
                  <a:pt x="1248523" y="31321"/>
                </a:lnTo>
                <a:lnTo>
                  <a:pt x="1248139" y="31383"/>
                </a:lnTo>
                <a:lnTo>
                  <a:pt x="1247756" y="31449"/>
                </a:lnTo>
                <a:lnTo>
                  <a:pt x="1247373" y="31518"/>
                </a:lnTo>
                <a:lnTo>
                  <a:pt x="1246990" y="31591"/>
                </a:lnTo>
                <a:lnTo>
                  <a:pt x="1246608" y="31666"/>
                </a:lnTo>
                <a:lnTo>
                  <a:pt x="1246227" y="31745"/>
                </a:lnTo>
                <a:lnTo>
                  <a:pt x="1245847" y="31828"/>
                </a:lnTo>
                <a:lnTo>
                  <a:pt x="1245468" y="31915"/>
                </a:lnTo>
                <a:lnTo>
                  <a:pt x="1245091" y="32006"/>
                </a:lnTo>
                <a:lnTo>
                  <a:pt x="1244716" y="32101"/>
                </a:lnTo>
                <a:lnTo>
                  <a:pt x="1244342" y="32199"/>
                </a:lnTo>
                <a:lnTo>
                  <a:pt x="1243970" y="32302"/>
                </a:lnTo>
                <a:lnTo>
                  <a:pt x="1243599" y="32408"/>
                </a:lnTo>
                <a:lnTo>
                  <a:pt x="1243230" y="32519"/>
                </a:lnTo>
                <a:lnTo>
                  <a:pt x="1242862" y="32633"/>
                </a:lnTo>
                <a:lnTo>
                  <a:pt x="1242496" y="32751"/>
                </a:lnTo>
                <a:lnTo>
                  <a:pt x="1242132" y="32873"/>
                </a:lnTo>
                <a:lnTo>
                  <a:pt x="1241769" y="32999"/>
                </a:lnTo>
                <a:lnTo>
                  <a:pt x="1241407" y="33129"/>
                </a:lnTo>
                <a:lnTo>
                  <a:pt x="1241047" y="33263"/>
                </a:lnTo>
                <a:lnTo>
                  <a:pt x="1240689" y="33401"/>
                </a:lnTo>
                <a:lnTo>
                  <a:pt x="1240332" y="33542"/>
                </a:lnTo>
                <a:lnTo>
                  <a:pt x="1239977" y="33688"/>
                </a:lnTo>
                <a:lnTo>
                  <a:pt x="1239623" y="33837"/>
                </a:lnTo>
                <a:lnTo>
                  <a:pt x="1239270" y="33991"/>
                </a:lnTo>
                <a:lnTo>
                  <a:pt x="1238920" y="34148"/>
                </a:lnTo>
                <a:lnTo>
                  <a:pt x="1238570" y="34309"/>
                </a:lnTo>
                <a:lnTo>
                  <a:pt x="1238223" y="34475"/>
                </a:lnTo>
                <a:lnTo>
                  <a:pt x="1237877" y="34644"/>
                </a:lnTo>
                <a:lnTo>
                  <a:pt x="1237532" y="34817"/>
                </a:lnTo>
                <a:lnTo>
                  <a:pt x="1237190" y="34995"/>
                </a:lnTo>
                <a:lnTo>
                  <a:pt x="1236850" y="35178"/>
                </a:lnTo>
                <a:lnTo>
                  <a:pt x="1236512" y="35366"/>
                </a:lnTo>
                <a:lnTo>
                  <a:pt x="1236176" y="35558"/>
                </a:lnTo>
                <a:lnTo>
                  <a:pt x="1235842" y="35755"/>
                </a:lnTo>
                <a:lnTo>
                  <a:pt x="1235511" y="35957"/>
                </a:lnTo>
                <a:lnTo>
                  <a:pt x="1235181" y="36164"/>
                </a:lnTo>
                <a:lnTo>
                  <a:pt x="1234853" y="36375"/>
                </a:lnTo>
                <a:lnTo>
                  <a:pt x="1234528" y="36591"/>
                </a:lnTo>
                <a:lnTo>
                  <a:pt x="1234204" y="36812"/>
                </a:lnTo>
                <a:lnTo>
                  <a:pt x="1233883" y="37038"/>
                </a:lnTo>
                <a:lnTo>
                  <a:pt x="1233564" y="37268"/>
                </a:lnTo>
                <a:lnTo>
                  <a:pt x="1233247" y="37503"/>
                </a:lnTo>
                <a:lnTo>
                  <a:pt x="1232932" y="37743"/>
                </a:lnTo>
                <a:lnTo>
                  <a:pt x="1232619" y="37988"/>
                </a:lnTo>
                <a:lnTo>
                  <a:pt x="1232308" y="38237"/>
                </a:lnTo>
                <a:lnTo>
                  <a:pt x="1232000" y="38491"/>
                </a:lnTo>
                <a:lnTo>
                  <a:pt x="1231693" y="38750"/>
                </a:lnTo>
                <a:lnTo>
                  <a:pt x="1231389" y="39014"/>
                </a:lnTo>
                <a:lnTo>
                  <a:pt x="1231086" y="39282"/>
                </a:lnTo>
                <a:lnTo>
                  <a:pt x="1230786" y="39555"/>
                </a:lnTo>
                <a:lnTo>
                  <a:pt x="1230488" y="39833"/>
                </a:lnTo>
                <a:lnTo>
                  <a:pt x="1230192" y="40116"/>
                </a:lnTo>
                <a:lnTo>
                  <a:pt x="1229898" y="40404"/>
                </a:lnTo>
                <a:lnTo>
                  <a:pt x="1229608" y="40697"/>
                </a:lnTo>
                <a:lnTo>
                  <a:pt x="1229321" y="40996"/>
                </a:lnTo>
                <a:lnTo>
                  <a:pt x="1229037" y="41300"/>
                </a:lnTo>
                <a:lnTo>
                  <a:pt x="1228756" y="41611"/>
                </a:lnTo>
                <a:lnTo>
                  <a:pt x="1228479" y="41926"/>
                </a:lnTo>
                <a:lnTo>
                  <a:pt x="1228205" y="42248"/>
                </a:lnTo>
                <a:lnTo>
                  <a:pt x="1227934" y="42575"/>
                </a:lnTo>
                <a:lnTo>
                  <a:pt x="1227666" y="42907"/>
                </a:lnTo>
                <a:lnTo>
                  <a:pt x="1227402" y="43245"/>
                </a:lnTo>
                <a:lnTo>
                  <a:pt x="1227140" y="43589"/>
                </a:lnTo>
                <a:lnTo>
                  <a:pt x="1226882" y="43938"/>
                </a:lnTo>
                <a:lnTo>
                  <a:pt x="1226627" y="44293"/>
                </a:lnTo>
                <a:lnTo>
                  <a:pt x="1226376" y="44653"/>
                </a:lnTo>
                <a:lnTo>
                  <a:pt x="1226127" y="45020"/>
                </a:lnTo>
                <a:lnTo>
                  <a:pt x="1225882" y="45391"/>
                </a:lnTo>
                <a:lnTo>
                  <a:pt x="1225640" y="45768"/>
                </a:lnTo>
                <a:lnTo>
                  <a:pt x="1225401" y="46151"/>
                </a:lnTo>
                <a:lnTo>
                  <a:pt x="1225165" y="46540"/>
                </a:lnTo>
                <a:lnTo>
                  <a:pt x="1224933" y="46934"/>
                </a:lnTo>
                <a:lnTo>
                  <a:pt x="1224704" y="47333"/>
                </a:lnTo>
                <a:lnTo>
                  <a:pt x="1224478" y="47738"/>
                </a:lnTo>
                <a:lnTo>
                  <a:pt x="1224255" y="48149"/>
                </a:lnTo>
                <a:lnTo>
                  <a:pt x="1224035" y="48565"/>
                </a:lnTo>
                <a:lnTo>
                  <a:pt x="1223819" y="48987"/>
                </a:lnTo>
                <a:lnTo>
                  <a:pt x="1223608" y="49415"/>
                </a:lnTo>
                <a:lnTo>
                  <a:pt x="1223400" y="49849"/>
                </a:lnTo>
                <a:lnTo>
                  <a:pt x="1223196" y="50289"/>
                </a:lnTo>
                <a:lnTo>
                  <a:pt x="1222996" y="50734"/>
                </a:lnTo>
                <a:lnTo>
                  <a:pt x="1222801" y="51186"/>
                </a:lnTo>
                <a:lnTo>
                  <a:pt x="1222609" y="51643"/>
                </a:lnTo>
                <a:lnTo>
                  <a:pt x="1222421" y="52106"/>
                </a:lnTo>
                <a:lnTo>
                  <a:pt x="1222238" y="52575"/>
                </a:lnTo>
                <a:lnTo>
                  <a:pt x="1222058" y="53050"/>
                </a:lnTo>
                <a:lnTo>
                  <a:pt x="1221883" y="53531"/>
                </a:lnTo>
                <a:lnTo>
                  <a:pt x="1221712" y="54017"/>
                </a:lnTo>
                <a:lnTo>
                  <a:pt x="1221544" y="54510"/>
                </a:lnTo>
                <a:lnTo>
                  <a:pt x="1221381" y="55008"/>
                </a:lnTo>
                <a:lnTo>
                  <a:pt x="1221222" y="55512"/>
                </a:lnTo>
                <a:lnTo>
                  <a:pt x="1221067" y="56023"/>
                </a:lnTo>
                <a:lnTo>
                  <a:pt x="1220916" y="56538"/>
                </a:lnTo>
                <a:lnTo>
                  <a:pt x="1220769" y="57060"/>
                </a:lnTo>
                <a:lnTo>
                  <a:pt x="1220626" y="57588"/>
                </a:lnTo>
                <a:lnTo>
                  <a:pt x="1220487" y="58122"/>
                </a:lnTo>
                <a:lnTo>
                  <a:pt x="1220352" y="58661"/>
                </a:lnTo>
                <a:lnTo>
                  <a:pt x="1220221" y="59206"/>
                </a:lnTo>
                <a:lnTo>
                  <a:pt x="1220094" y="59757"/>
                </a:lnTo>
                <a:lnTo>
                  <a:pt x="1219971" y="60314"/>
                </a:lnTo>
                <a:lnTo>
                  <a:pt x="1219853" y="60878"/>
                </a:lnTo>
                <a:lnTo>
                  <a:pt x="1219740" y="61449"/>
                </a:lnTo>
                <a:lnTo>
                  <a:pt x="1219632" y="62026"/>
                </a:lnTo>
                <a:lnTo>
                  <a:pt x="1219529" y="62611"/>
                </a:lnTo>
                <a:lnTo>
                  <a:pt x="1219431" y="63203"/>
                </a:lnTo>
                <a:lnTo>
                  <a:pt x="1219338" y="63802"/>
                </a:lnTo>
                <a:lnTo>
                  <a:pt x="1219250" y="64409"/>
                </a:lnTo>
                <a:lnTo>
                  <a:pt x="1219167" y="65022"/>
                </a:lnTo>
                <a:lnTo>
                  <a:pt x="1219089" y="65643"/>
                </a:lnTo>
                <a:lnTo>
                  <a:pt x="1219016" y="66270"/>
                </a:lnTo>
                <a:lnTo>
                  <a:pt x="1218948" y="66905"/>
                </a:lnTo>
                <a:lnTo>
                  <a:pt x="1218885" y="67547"/>
                </a:lnTo>
                <a:lnTo>
                  <a:pt x="1218827" y="68196"/>
                </a:lnTo>
                <a:lnTo>
                  <a:pt x="1218774" y="68852"/>
                </a:lnTo>
                <a:lnTo>
                  <a:pt x="1218727" y="69515"/>
                </a:lnTo>
                <a:lnTo>
                  <a:pt x="1218684" y="70186"/>
                </a:lnTo>
                <a:lnTo>
                  <a:pt x="1218646" y="70863"/>
                </a:lnTo>
                <a:lnTo>
                  <a:pt x="1218614" y="71548"/>
                </a:lnTo>
                <a:lnTo>
                  <a:pt x="1218586" y="72240"/>
                </a:lnTo>
                <a:lnTo>
                  <a:pt x="1218563" y="72939"/>
                </a:lnTo>
                <a:lnTo>
                  <a:pt x="1218546" y="73645"/>
                </a:lnTo>
                <a:lnTo>
                  <a:pt x="1218533" y="74358"/>
                </a:lnTo>
                <a:lnTo>
                  <a:pt x="1218525" y="75078"/>
                </a:lnTo>
                <a:lnTo>
                  <a:pt x="1218523" y="75805"/>
                </a:lnTo>
                <a:lnTo>
                  <a:pt x="1218526" y="76608"/>
                </a:lnTo>
                <a:lnTo>
                  <a:pt x="1218537" y="77405"/>
                </a:lnTo>
                <a:lnTo>
                  <a:pt x="1218554" y="78198"/>
                </a:lnTo>
                <a:lnTo>
                  <a:pt x="1218579" y="78985"/>
                </a:lnTo>
                <a:lnTo>
                  <a:pt x="1218610" y="79768"/>
                </a:lnTo>
                <a:lnTo>
                  <a:pt x="1218649" y="80546"/>
                </a:lnTo>
                <a:lnTo>
                  <a:pt x="1218694" y="81319"/>
                </a:lnTo>
                <a:lnTo>
                  <a:pt x="1218747" y="82087"/>
                </a:lnTo>
                <a:lnTo>
                  <a:pt x="1218806" y="82850"/>
                </a:lnTo>
                <a:lnTo>
                  <a:pt x="1218872" y="83608"/>
                </a:lnTo>
                <a:lnTo>
                  <a:pt x="1218946" y="84362"/>
                </a:lnTo>
                <a:lnTo>
                  <a:pt x="1219026" y="85110"/>
                </a:lnTo>
                <a:lnTo>
                  <a:pt x="1219113" y="85854"/>
                </a:lnTo>
                <a:lnTo>
                  <a:pt x="1219208" y="86592"/>
                </a:lnTo>
                <a:lnTo>
                  <a:pt x="1219309" y="87326"/>
                </a:lnTo>
                <a:lnTo>
                  <a:pt x="1219417" y="88055"/>
                </a:lnTo>
                <a:lnTo>
                  <a:pt x="1219532" y="88779"/>
                </a:lnTo>
                <a:lnTo>
                  <a:pt x="1219655" y="89498"/>
                </a:lnTo>
                <a:lnTo>
                  <a:pt x="1219784" y="90213"/>
                </a:lnTo>
                <a:lnTo>
                  <a:pt x="1219920" y="90922"/>
                </a:lnTo>
                <a:lnTo>
                  <a:pt x="1220063" y="91626"/>
                </a:lnTo>
                <a:lnTo>
                  <a:pt x="1220213" y="92326"/>
                </a:lnTo>
                <a:lnTo>
                  <a:pt x="1220371" y="93021"/>
                </a:lnTo>
                <a:lnTo>
                  <a:pt x="1220535" y="93711"/>
                </a:lnTo>
                <a:lnTo>
                  <a:pt x="1220707" y="94394"/>
                </a:lnTo>
                <a:lnTo>
                  <a:pt x="1220887" y="95070"/>
                </a:lnTo>
                <a:lnTo>
                  <a:pt x="1221076" y="95739"/>
                </a:lnTo>
                <a:lnTo>
                  <a:pt x="1221274" y="96400"/>
                </a:lnTo>
                <a:lnTo>
                  <a:pt x="1221480" y="97053"/>
                </a:lnTo>
                <a:lnTo>
                  <a:pt x="1221694" y="97699"/>
                </a:lnTo>
                <a:lnTo>
                  <a:pt x="1221917" y="98337"/>
                </a:lnTo>
                <a:lnTo>
                  <a:pt x="1222149" y="98968"/>
                </a:lnTo>
                <a:lnTo>
                  <a:pt x="1222389" y="99591"/>
                </a:lnTo>
                <a:lnTo>
                  <a:pt x="1222637" y="100207"/>
                </a:lnTo>
                <a:lnTo>
                  <a:pt x="1222895" y="100815"/>
                </a:lnTo>
                <a:lnTo>
                  <a:pt x="1223160" y="101416"/>
                </a:lnTo>
                <a:lnTo>
                  <a:pt x="1223434" y="102009"/>
                </a:lnTo>
                <a:lnTo>
                  <a:pt x="1223717" y="102594"/>
                </a:lnTo>
                <a:lnTo>
                  <a:pt x="1224008" y="103172"/>
                </a:lnTo>
                <a:lnTo>
                  <a:pt x="1224308" y="103743"/>
                </a:lnTo>
                <a:lnTo>
                  <a:pt x="1224616" y="104306"/>
                </a:lnTo>
                <a:lnTo>
                  <a:pt x="1224933" y="104861"/>
                </a:lnTo>
                <a:lnTo>
                  <a:pt x="1225258" y="105409"/>
                </a:lnTo>
                <a:lnTo>
                  <a:pt x="1225592" y="105949"/>
                </a:lnTo>
                <a:lnTo>
                  <a:pt x="1225935" y="106482"/>
                </a:lnTo>
                <a:lnTo>
                  <a:pt x="1226286" y="107007"/>
                </a:lnTo>
                <a:lnTo>
                  <a:pt x="1226645" y="107525"/>
                </a:lnTo>
                <a:lnTo>
                  <a:pt x="1227013" y="108035"/>
                </a:lnTo>
                <a:lnTo>
                  <a:pt x="1227390" y="108537"/>
                </a:lnTo>
                <a:lnTo>
                  <a:pt x="1227776" y="109029"/>
                </a:lnTo>
                <a:lnTo>
                  <a:pt x="1228172" y="109513"/>
                </a:lnTo>
                <a:lnTo>
                  <a:pt x="1228576" y="109987"/>
                </a:lnTo>
                <a:lnTo>
                  <a:pt x="1228991" y="110453"/>
                </a:lnTo>
                <a:lnTo>
                  <a:pt x="1229414" y="110909"/>
                </a:lnTo>
                <a:lnTo>
                  <a:pt x="1229848" y="111356"/>
                </a:lnTo>
                <a:lnTo>
                  <a:pt x="1230290" y="111795"/>
                </a:lnTo>
                <a:lnTo>
                  <a:pt x="1230742" y="112224"/>
                </a:lnTo>
                <a:lnTo>
                  <a:pt x="1231203" y="112644"/>
                </a:lnTo>
                <a:lnTo>
                  <a:pt x="1231673" y="113055"/>
                </a:lnTo>
                <a:lnTo>
                  <a:pt x="1232153" y="113457"/>
                </a:lnTo>
                <a:lnTo>
                  <a:pt x="1232642" y="113849"/>
                </a:lnTo>
                <a:lnTo>
                  <a:pt x="1233141" y="114233"/>
                </a:lnTo>
                <a:lnTo>
                  <a:pt x="1233649" y="114608"/>
                </a:lnTo>
                <a:lnTo>
                  <a:pt x="1234166" y="114973"/>
                </a:lnTo>
                <a:lnTo>
                  <a:pt x="1234693" y="115330"/>
                </a:lnTo>
                <a:lnTo>
                  <a:pt x="1235229" y="115677"/>
                </a:lnTo>
                <a:lnTo>
                  <a:pt x="1235774" y="116015"/>
                </a:lnTo>
                <a:lnTo>
                  <a:pt x="1236329" y="116345"/>
                </a:lnTo>
                <a:lnTo>
                  <a:pt x="1236893" y="116665"/>
                </a:lnTo>
                <a:lnTo>
                  <a:pt x="1237466" y="116976"/>
                </a:lnTo>
                <a:lnTo>
                  <a:pt x="1238049" y="117278"/>
                </a:lnTo>
                <a:lnTo>
                  <a:pt x="1238641" y="117571"/>
                </a:lnTo>
                <a:lnTo>
                  <a:pt x="1239243" y="117853"/>
                </a:lnTo>
                <a:lnTo>
                  <a:pt x="1239856" y="118124"/>
                </a:lnTo>
                <a:lnTo>
                  <a:pt x="1240479" y="118382"/>
                </a:lnTo>
                <a:lnTo>
                  <a:pt x="1241113" y="118628"/>
                </a:lnTo>
                <a:lnTo>
                  <a:pt x="1241758" y="118862"/>
                </a:lnTo>
                <a:lnTo>
                  <a:pt x="1242413" y="119085"/>
                </a:lnTo>
                <a:lnTo>
                  <a:pt x="1243079" y="119295"/>
                </a:lnTo>
                <a:lnTo>
                  <a:pt x="1243756" y="119493"/>
                </a:lnTo>
                <a:lnTo>
                  <a:pt x="1244443" y="119679"/>
                </a:lnTo>
                <a:lnTo>
                  <a:pt x="1245140" y="119854"/>
                </a:lnTo>
                <a:lnTo>
                  <a:pt x="1245849" y="120016"/>
                </a:lnTo>
                <a:lnTo>
                  <a:pt x="1246568" y="120166"/>
                </a:lnTo>
                <a:lnTo>
                  <a:pt x="1247297" y="120304"/>
                </a:lnTo>
                <a:lnTo>
                  <a:pt x="1248038" y="120430"/>
                </a:lnTo>
                <a:lnTo>
                  <a:pt x="1248788" y="120545"/>
                </a:lnTo>
                <a:lnTo>
                  <a:pt x="1249550" y="120647"/>
                </a:lnTo>
                <a:lnTo>
                  <a:pt x="1250322" y="120737"/>
                </a:lnTo>
                <a:lnTo>
                  <a:pt x="1251104" y="120815"/>
                </a:lnTo>
                <a:lnTo>
                  <a:pt x="1251898" y="120881"/>
                </a:lnTo>
                <a:lnTo>
                  <a:pt x="1252702" y="120935"/>
                </a:lnTo>
                <a:lnTo>
                  <a:pt x="1253516" y="120977"/>
                </a:lnTo>
                <a:lnTo>
                  <a:pt x="1254341" y="121007"/>
                </a:lnTo>
                <a:lnTo>
                  <a:pt x="1255177" y="121025"/>
                </a:lnTo>
                <a:lnTo>
                  <a:pt x="1256023" y="121031"/>
                </a:lnTo>
                <a:lnTo>
                  <a:pt x="1256671" y="121027"/>
                </a:lnTo>
                <a:lnTo>
                  <a:pt x="1257311" y="121015"/>
                </a:lnTo>
                <a:lnTo>
                  <a:pt x="1257946" y="120995"/>
                </a:lnTo>
                <a:lnTo>
                  <a:pt x="1258574" y="120967"/>
                </a:lnTo>
                <a:lnTo>
                  <a:pt x="1259195" y="120932"/>
                </a:lnTo>
                <a:lnTo>
                  <a:pt x="1259811" y="120888"/>
                </a:lnTo>
                <a:lnTo>
                  <a:pt x="1260419" y="120836"/>
                </a:lnTo>
                <a:lnTo>
                  <a:pt x="1261022" y="120776"/>
                </a:lnTo>
                <a:lnTo>
                  <a:pt x="1261617" y="120709"/>
                </a:lnTo>
                <a:lnTo>
                  <a:pt x="1262207" y="120633"/>
                </a:lnTo>
                <a:lnTo>
                  <a:pt x="1262790" y="120549"/>
                </a:lnTo>
                <a:lnTo>
                  <a:pt x="1263366" y="120458"/>
                </a:lnTo>
                <a:lnTo>
                  <a:pt x="1263937" y="120358"/>
                </a:lnTo>
                <a:lnTo>
                  <a:pt x="1264500" y="120251"/>
                </a:lnTo>
                <a:lnTo>
                  <a:pt x="1265058" y="120135"/>
                </a:lnTo>
                <a:lnTo>
                  <a:pt x="1265609" y="120012"/>
                </a:lnTo>
                <a:lnTo>
                  <a:pt x="1266153" y="119880"/>
                </a:lnTo>
                <a:lnTo>
                  <a:pt x="1266691" y="119741"/>
                </a:lnTo>
                <a:lnTo>
                  <a:pt x="1267223" y="119594"/>
                </a:lnTo>
                <a:lnTo>
                  <a:pt x="1267748" y="119438"/>
                </a:lnTo>
                <a:lnTo>
                  <a:pt x="1268267" y="119275"/>
                </a:lnTo>
                <a:lnTo>
                  <a:pt x="1268779" y="119104"/>
                </a:lnTo>
                <a:lnTo>
                  <a:pt x="1269285" y="118925"/>
                </a:lnTo>
                <a:lnTo>
                  <a:pt x="1269784" y="118738"/>
                </a:lnTo>
                <a:lnTo>
                  <a:pt x="1270277" y="118544"/>
                </a:lnTo>
                <a:lnTo>
                  <a:pt x="1270764" y="118345"/>
                </a:lnTo>
                <a:lnTo>
                  <a:pt x="1271245" y="118141"/>
                </a:lnTo>
                <a:lnTo>
                  <a:pt x="1271719" y="117932"/>
                </a:lnTo>
                <a:lnTo>
                  <a:pt x="1272187" y="117717"/>
                </a:lnTo>
                <a:lnTo>
                  <a:pt x="1272649" y="117498"/>
                </a:lnTo>
                <a:lnTo>
                  <a:pt x="1273104" y="117273"/>
                </a:lnTo>
                <a:lnTo>
                  <a:pt x="1273553" y="117043"/>
                </a:lnTo>
                <a:lnTo>
                  <a:pt x="1273996" y="116808"/>
                </a:lnTo>
                <a:lnTo>
                  <a:pt x="1274432" y="116568"/>
                </a:lnTo>
                <a:lnTo>
                  <a:pt x="1274863" y="116323"/>
                </a:lnTo>
                <a:lnTo>
                  <a:pt x="1275287" y="116072"/>
                </a:lnTo>
                <a:lnTo>
                  <a:pt x="1275704" y="115816"/>
                </a:lnTo>
                <a:lnTo>
                  <a:pt x="1276116" y="115555"/>
                </a:lnTo>
                <a:lnTo>
                  <a:pt x="1276521" y="115289"/>
                </a:lnTo>
                <a:lnTo>
                  <a:pt x="1276919" y="115018"/>
                </a:lnTo>
                <a:lnTo>
                  <a:pt x="1277312" y="114742"/>
                </a:lnTo>
                <a:lnTo>
                  <a:pt x="1277698" y="114460"/>
                </a:lnTo>
                <a:lnTo>
                  <a:pt x="1278078" y="114173"/>
                </a:lnTo>
                <a:lnTo>
                  <a:pt x="1278452" y="113881"/>
                </a:lnTo>
                <a:lnTo>
                  <a:pt x="1278819" y="113584"/>
                </a:lnTo>
                <a:lnTo>
                  <a:pt x="1279180" y="113282"/>
                </a:lnTo>
                <a:lnTo>
                  <a:pt x="1279535" y="112975"/>
                </a:lnTo>
                <a:lnTo>
                  <a:pt x="1279884" y="112662"/>
                </a:lnTo>
                <a:lnTo>
                  <a:pt x="1280226" y="112345"/>
                </a:lnTo>
                <a:lnTo>
                  <a:pt x="1280562" y="112023"/>
                </a:lnTo>
                <a:lnTo>
                  <a:pt x="1280893" y="111698"/>
                </a:lnTo>
                <a:lnTo>
                  <a:pt x="1281217" y="111368"/>
                </a:lnTo>
                <a:lnTo>
                  <a:pt x="1281535" y="111034"/>
                </a:lnTo>
                <a:lnTo>
                  <a:pt x="1281848" y="110695"/>
                </a:lnTo>
                <a:lnTo>
                  <a:pt x="1282154" y="110353"/>
                </a:lnTo>
                <a:lnTo>
                  <a:pt x="1282454" y="110006"/>
                </a:lnTo>
                <a:lnTo>
                  <a:pt x="1282748" y="109656"/>
                </a:lnTo>
                <a:lnTo>
                  <a:pt x="1283037" y="109301"/>
                </a:lnTo>
                <a:lnTo>
                  <a:pt x="1283319" y="108941"/>
                </a:lnTo>
                <a:lnTo>
                  <a:pt x="1283595" y="108578"/>
                </a:lnTo>
                <a:lnTo>
                  <a:pt x="1283866" y="108210"/>
                </a:lnTo>
                <a:lnTo>
                  <a:pt x="1284130" y="107839"/>
                </a:lnTo>
                <a:lnTo>
                  <a:pt x="1284388" y="107463"/>
                </a:lnTo>
                <a:lnTo>
                  <a:pt x="1284640" y="107083"/>
                </a:lnTo>
                <a:lnTo>
                  <a:pt x="1284887" y="106698"/>
                </a:lnTo>
                <a:lnTo>
                  <a:pt x="1285127" y="106310"/>
                </a:lnTo>
                <a:lnTo>
                  <a:pt x="1285361" y="105917"/>
                </a:lnTo>
                <a:lnTo>
                  <a:pt x="1285589" y="105520"/>
                </a:lnTo>
                <a:lnTo>
                  <a:pt x="1285811" y="105119"/>
                </a:lnTo>
                <a:lnTo>
                  <a:pt x="1286028" y="104714"/>
                </a:lnTo>
                <a:lnTo>
                  <a:pt x="1286238" y="104304"/>
                </a:lnTo>
                <a:lnTo>
                  <a:pt x="1286442" y="103890"/>
                </a:lnTo>
                <a:lnTo>
                  <a:pt x="1286640" y="103474"/>
                </a:lnTo>
                <a:lnTo>
                  <a:pt x="1286833" y="103056"/>
                </a:lnTo>
                <a:lnTo>
                  <a:pt x="1287019" y="102637"/>
                </a:lnTo>
                <a:lnTo>
                  <a:pt x="1287200" y="102216"/>
                </a:lnTo>
                <a:lnTo>
                  <a:pt x="1287375" y="101794"/>
                </a:lnTo>
                <a:lnTo>
                  <a:pt x="1287544" y="101371"/>
                </a:lnTo>
                <a:lnTo>
                  <a:pt x="1287707" y="100946"/>
                </a:lnTo>
                <a:lnTo>
                  <a:pt x="1287864" y="100520"/>
                </a:lnTo>
                <a:lnTo>
                  <a:pt x="1288015" y="100092"/>
                </a:lnTo>
                <a:lnTo>
                  <a:pt x="1288160" y="99663"/>
                </a:lnTo>
                <a:lnTo>
                  <a:pt x="1288300" y="99232"/>
                </a:lnTo>
                <a:lnTo>
                  <a:pt x="1288434" y="98801"/>
                </a:lnTo>
                <a:lnTo>
                  <a:pt x="1288562" y="98367"/>
                </a:lnTo>
                <a:lnTo>
                  <a:pt x="1288684" y="97933"/>
                </a:lnTo>
                <a:lnTo>
                  <a:pt x="1288800" y="97497"/>
                </a:lnTo>
                <a:lnTo>
                  <a:pt x="1288910" y="97059"/>
                </a:lnTo>
                <a:lnTo>
                  <a:pt x="1289014" y="96620"/>
                </a:lnTo>
                <a:lnTo>
                  <a:pt x="1289113" y="96180"/>
                </a:lnTo>
                <a:lnTo>
                  <a:pt x="1289205" y="95739"/>
                </a:lnTo>
                <a:lnTo>
                  <a:pt x="1289292" y="95295"/>
                </a:lnTo>
                <a:lnTo>
                  <a:pt x="1289373" y="94851"/>
                </a:lnTo>
                <a:lnTo>
                  <a:pt x="1289448" y="94405"/>
                </a:lnTo>
                <a:lnTo>
                  <a:pt x="1289517" y="93958"/>
                </a:lnTo>
                <a:lnTo>
                  <a:pt x="1289580" y="93509"/>
                </a:lnTo>
                <a:lnTo>
                  <a:pt x="1274934" y="92544"/>
                </a:lnTo>
                <a:lnTo>
                  <a:pt x="1274827" y="93260"/>
                </a:lnTo>
                <a:lnTo>
                  <a:pt x="1274706" y="93961"/>
                </a:lnTo>
                <a:lnTo>
                  <a:pt x="1274570" y="94646"/>
                </a:lnTo>
                <a:lnTo>
                  <a:pt x="1274421" y="95316"/>
                </a:lnTo>
                <a:lnTo>
                  <a:pt x="1274259" y="95969"/>
                </a:lnTo>
                <a:lnTo>
                  <a:pt x="1274082" y="96608"/>
                </a:lnTo>
                <a:lnTo>
                  <a:pt x="1273891" y="97230"/>
                </a:lnTo>
                <a:lnTo>
                  <a:pt x="1273687" y="97837"/>
                </a:lnTo>
                <a:lnTo>
                  <a:pt x="1273469" y="98428"/>
                </a:lnTo>
                <a:lnTo>
                  <a:pt x="1273237" y="99004"/>
                </a:lnTo>
                <a:lnTo>
                  <a:pt x="1272991" y="99564"/>
                </a:lnTo>
                <a:lnTo>
                  <a:pt x="1272731" y="100108"/>
                </a:lnTo>
                <a:lnTo>
                  <a:pt x="1272458" y="100637"/>
                </a:lnTo>
                <a:lnTo>
                  <a:pt x="1272171" y="101150"/>
                </a:lnTo>
                <a:lnTo>
                  <a:pt x="1271870" y="101647"/>
                </a:lnTo>
                <a:lnTo>
                  <a:pt x="1271555" y="102129"/>
                </a:lnTo>
                <a:lnTo>
                  <a:pt x="1271226" y="102595"/>
                </a:lnTo>
                <a:lnTo>
                  <a:pt x="1270883" y="103045"/>
                </a:lnTo>
                <a:lnTo>
                  <a:pt x="1270527" y="103480"/>
                </a:lnTo>
                <a:lnTo>
                  <a:pt x="1270156" y="103899"/>
                </a:lnTo>
                <a:lnTo>
                  <a:pt x="1269772" y="104303"/>
                </a:lnTo>
                <a:lnTo>
                  <a:pt x="1269374" y="104691"/>
                </a:lnTo>
                <a:lnTo>
                  <a:pt x="1268962" y="105063"/>
                </a:lnTo>
                <a:lnTo>
                  <a:pt x="1268537" y="105419"/>
                </a:lnTo>
                <a:lnTo>
                  <a:pt x="1268100" y="105761"/>
                </a:lnTo>
                <a:lnTo>
                  <a:pt x="1267654" y="106088"/>
                </a:lnTo>
                <a:lnTo>
                  <a:pt x="1267200" y="106400"/>
                </a:lnTo>
                <a:lnTo>
                  <a:pt x="1266736" y="106698"/>
                </a:lnTo>
                <a:lnTo>
                  <a:pt x="1266264" y="106981"/>
                </a:lnTo>
                <a:lnTo>
                  <a:pt x="1265783" y="107250"/>
                </a:lnTo>
                <a:lnTo>
                  <a:pt x="1265293" y="107504"/>
                </a:lnTo>
                <a:lnTo>
                  <a:pt x="1264795" y="107744"/>
                </a:lnTo>
                <a:lnTo>
                  <a:pt x="1264288" y="107969"/>
                </a:lnTo>
                <a:lnTo>
                  <a:pt x="1263771" y="108180"/>
                </a:lnTo>
                <a:lnTo>
                  <a:pt x="1263246" y="108376"/>
                </a:lnTo>
                <a:lnTo>
                  <a:pt x="1262713" y="108558"/>
                </a:lnTo>
                <a:lnTo>
                  <a:pt x="1262170" y="108725"/>
                </a:lnTo>
                <a:lnTo>
                  <a:pt x="1261619" y="108878"/>
                </a:lnTo>
                <a:lnTo>
                  <a:pt x="1261059" y="109016"/>
                </a:lnTo>
                <a:lnTo>
                  <a:pt x="1260490" y="109139"/>
                </a:lnTo>
                <a:lnTo>
                  <a:pt x="1259912" y="109248"/>
                </a:lnTo>
                <a:lnTo>
                  <a:pt x="1259325" y="109342"/>
                </a:lnTo>
                <a:lnTo>
                  <a:pt x="1258730" y="109422"/>
                </a:lnTo>
                <a:lnTo>
                  <a:pt x="1258126" y="109488"/>
                </a:lnTo>
                <a:lnTo>
                  <a:pt x="1257513" y="109539"/>
                </a:lnTo>
                <a:lnTo>
                  <a:pt x="1256891" y="109575"/>
                </a:lnTo>
                <a:lnTo>
                  <a:pt x="1256260" y="109597"/>
                </a:lnTo>
                <a:lnTo>
                  <a:pt x="1255621" y="109604"/>
                </a:lnTo>
                <a:lnTo>
                  <a:pt x="1255108" y="109600"/>
                </a:lnTo>
                <a:lnTo>
                  <a:pt x="1254602" y="109587"/>
                </a:lnTo>
                <a:lnTo>
                  <a:pt x="1254103" y="109565"/>
                </a:lnTo>
                <a:lnTo>
                  <a:pt x="1253610" y="109535"/>
                </a:lnTo>
                <a:lnTo>
                  <a:pt x="1253125" y="109496"/>
                </a:lnTo>
                <a:lnTo>
                  <a:pt x="1252646" y="109448"/>
                </a:lnTo>
                <a:lnTo>
                  <a:pt x="1252174" y="109392"/>
                </a:lnTo>
                <a:lnTo>
                  <a:pt x="1251709" y="109327"/>
                </a:lnTo>
                <a:lnTo>
                  <a:pt x="1251251" y="109254"/>
                </a:lnTo>
                <a:lnTo>
                  <a:pt x="1250800" y="109171"/>
                </a:lnTo>
                <a:lnTo>
                  <a:pt x="1250355" y="109080"/>
                </a:lnTo>
                <a:lnTo>
                  <a:pt x="1249917" y="108981"/>
                </a:lnTo>
                <a:lnTo>
                  <a:pt x="1249487" y="108873"/>
                </a:lnTo>
                <a:lnTo>
                  <a:pt x="1249063" y="108756"/>
                </a:lnTo>
                <a:lnTo>
                  <a:pt x="1248646" y="108631"/>
                </a:lnTo>
                <a:lnTo>
                  <a:pt x="1248235" y="108496"/>
                </a:lnTo>
                <a:lnTo>
                  <a:pt x="1247832" y="108354"/>
                </a:lnTo>
                <a:lnTo>
                  <a:pt x="1247435" y="108202"/>
                </a:lnTo>
                <a:lnTo>
                  <a:pt x="1247046" y="108042"/>
                </a:lnTo>
                <a:lnTo>
                  <a:pt x="1246663" y="107873"/>
                </a:lnTo>
                <a:lnTo>
                  <a:pt x="1246287" y="107696"/>
                </a:lnTo>
                <a:lnTo>
                  <a:pt x="1245918" y="107510"/>
                </a:lnTo>
                <a:lnTo>
                  <a:pt x="1245555" y="107315"/>
                </a:lnTo>
                <a:lnTo>
                  <a:pt x="1245200" y="107112"/>
                </a:lnTo>
                <a:lnTo>
                  <a:pt x="1244851" y="106901"/>
                </a:lnTo>
                <a:lnTo>
                  <a:pt x="1244507" y="106682"/>
                </a:lnTo>
                <a:lnTo>
                  <a:pt x="1244169" y="106457"/>
                </a:lnTo>
                <a:lnTo>
                  <a:pt x="1243837" y="106224"/>
                </a:lnTo>
                <a:lnTo>
                  <a:pt x="1243511" y="105985"/>
                </a:lnTo>
                <a:lnTo>
                  <a:pt x="1243190" y="105738"/>
                </a:lnTo>
                <a:lnTo>
                  <a:pt x="1242876" y="105484"/>
                </a:lnTo>
                <a:lnTo>
                  <a:pt x="1242566" y="105223"/>
                </a:lnTo>
                <a:lnTo>
                  <a:pt x="1242263" y="104955"/>
                </a:lnTo>
                <a:lnTo>
                  <a:pt x="1241965" y="104680"/>
                </a:lnTo>
                <a:lnTo>
                  <a:pt x="1241674" y="104397"/>
                </a:lnTo>
                <a:lnTo>
                  <a:pt x="1241387" y="104108"/>
                </a:lnTo>
                <a:lnTo>
                  <a:pt x="1241107" y="103811"/>
                </a:lnTo>
                <a:lnTo>
                  <a:pt x="1240832" y="103508"/>
                </a:lnTo>
                <a:lnTo>
                  <a:pt x="1240563" y="103197"/>
                </a:lnTo>
                <a:lnTo>
                  <a:pt x="1240300" y="102879"/>
                </a:lnTo>
                <a:lnTo>
                  <a:pt x="1240042" y="102554"/>
                </a:lnTo>
                <a:lnTo>
                  <a:pt x="1239790" y="102222"/>
                </a:lnTo>
                <a:lnTo>
                  <a:pt x="1239544" y="101883"/>
                </a:lnTo>
                <a:lnTo>
                  <a:pt x="1239304" y="101537"/>
                </a:lnTo>
                <a:lnTo>
                  <a:pt x="1239069" y="101183"/>
                </a:lnTo>
                <a:lnTo>
                  <a:pt x="1238840" y="100823"/>
                </a:lnTo>
                <a:lnTo>
                  <a:pt x="1238617" y="100455"/>
                </a:lnTo>
                <a:lnTo>
                  <a:pt x="1238400" y="100081"/>
                </a:lnTo>
                <a:lnTo>
                  <a:pt x="1238188" y="99699"/>
                </a:lnTo>
                <a:lnTo>
                  <a:pt x="1237981" y="99312"/>
                </a:lnTo>
                <a:lnTo>
                  <a:pt x="1237779" y="98918"/>
                </a:lnTo>
                <a:lnTo>
                  <a:pt x="1237583" y="98519"/>
                </a:lnTo>
                <a:lnTo>
                  <a:pt x="1237391" y="98113"/>
                </a:lnTo>
                <a:lnTo>
                  <a:pt x="1237205" y="97702"/>
                </a:lnTo>
                <a:lnTo>
                  <a:pt x="1237024" y="97284"/>
                </a:lnTo>
                <a:lnTo>
                  <a:pt x="1236848" y="96861"/>
                </a:lnTo>
                <a:lnTo>
                  <a:pt x="1236678" y="96431"/>
                </a:lnTo>
                <a:lnTo>
                  <a:pt x="1236512" y="95996"/>
                </a:lnTo>
                <a:lnTo>
                  <a:pt x="1236352" y="95554"/>
                </a:lnTo>
                <a:lnTo>
                  <a:pt x="1236197" y="95107"/>
                </a:lnTo>
                <a:lnTo>
                  <a:pt x="1236047" y="94653"/>
                </a:lnTo>
                <a:lnTo>
                  <a:pt x="1235902" y="94194"/>
                </a:lnTo>
                <a:lnTo>
                  <a:pt x="1235762" y="93729"/>
                </a:lnTo>
                <a:lnTo>
                  <a:pt x="1235628" y="93257"/>
                </a:lnTo>
                <a:lnTo>
                  <a:pt x="1235499" y="92780"/>
                </a:lnTo>
                <a:lnTo>
                  <a:pt x="1235374" y="92296"/>
                </a:lnTo>
                <a:lnTo>
                  <a:pt x="1235256" y="91807"/>
                </a:lnTo>
                <a:lnTo>
                  <a:pt x="1235142" y="91311"/>
                </a:lnTo>
                <a:lnTo>
                  <a:pt x="1235033" y="90810"/>
                </a:lnTo>
                <a:lnTo>
                  <a:pt x="1234930" y="90302"/>
                </a:lnTo>
                <a:lnTo>
                  <a:pt x="1234831" y="89789"/>
                </a:lnTo>
                <a:lnTo>
                  <a:pt x="1234738" y="89270"/>
                </a:lnTo>
                <a:lnTo>
                  <a:pt x="1234650" y="88745"/>
                </a:lnTo>
                <a:lnTo>
                  <a:pt x="1234565" y="88216"/>
                </a:lnTo>
                <a:lnTo>
                  <a:pt x="1234484" y="87683"/>
                </a:lnTo>
                <a:lnTo>
                  <a:pt x="1234406" y="87146"/>
                </a:lnTo>
                <a:lnTo>
                  <a:pt x="1234333" y="86605"/>
                </a:lnTo>
                <a:lnTo>
                  <a:pt x="1234263" y="86059"/>
                </a:lnTo>
                <a:lnTo>
                  <a:pt x="1234197" y="85510"/>
                </a:lnTo>
                <a:lnTo>
                  <a:pt x="1234135" y="84956"/>
                </a:lnTo>
                <a:lnTo>
                  <a:pt x="1234076" y="84398"/>
                </a:lnTo>
                <a:lnTo>
                  <a:pt x="1234022" y="83836"/>
                </a:lnTo>
                <a:lnTo>
                  <a:pt x="1233971" y="83269"/>
                </a:lnTo>
                <a:lnTo>
                  <a:pt x="1233923" y="82698"/>
                </a:lnTo>
                <a:lnTo>
                  <a:pt x="1233880" y="82124"/>
                </a:lnTo>
                <a:lnTo>
                  <a:pt x="1233840" y="81545"/>
                </a:lnTo>
                <a:lnTo>
                  <a:pt x="1233805" y="80961"/>
                </a:lnTo>
                <a:lnTo>
                  <a:pt x="1233773" y="80374"/>
                </a:lnTo>
                <a:lnTo>
                  <a:pt x="1233744" y="79782"/>
                </a:lnTo>
                <a:lnTo>
                  <a:pt x="1233720" y="79187"/>
                </a:lnTo>
                <a:lnTo>
                  <a:pt x="1233699" y="78587"/>
                </a:lnTo>
                <a:lnTo>
                  <a:pt x="1233682" y="77982"/>
                </a:lnTo>
                <a:lnTo>
                  <a:pt x="1233669" y="77374"/>
                </a:lnTo>
                <a:lnTo>
                  <a:pt x="1233659" y="76761"/>
                </a:lnTo>
                <a:lnTo>
                  <a:pt x="1233654" y="76145"/>
                </a:lnTo>
                <a:lnTo>
                  <a:pt x="1233652" y="75524"/>
                </a:lnTo>
                <a:lnTo>
                  <a:pt x="1233654" y="74824"/>
                </a:lnTo>
                <a:lnTo>
                  <a:pt x="1233659" y="74132"/>
                </a:lnTo>
                <a:lnTo>
                  <a:pt x="1233669" y="73448"/>
                </a:lnTo>
                <a:lnTo>
                  <a:pt x="1233682" y="72771"/>
                </a:lnTo>
                <a:lnTo>
                  <a:pt x="1233699" y="72101"/>
                </a:lnTo>
                <a:close/>
                <a:moveTo>
                  <a:pt x="433994" y="119422"/>
                </a:moveTo>
                <a:lnTo>
                  <a:pt x="433994" y="32350"/>
                </a:lnTo>
                <a:lnTo>
                  <a:pt x="419509" y="32350"/>
                </a:lnTo>
                <a:lnTo>
                  <a:pt x="419509" y="119422"/>
                </a:lnTo>
                <a:lnTo>
                  <a:pt x="433994" y="119422"/>
                </a:lnTo>
                <a:close/>
                <a:moveTo>
                  <a:pt x="695475" y="93072"/>
                </a:moveTo>
                <a:lnTo>
                  <a:pt x="695445" y="92708"/>
                </a:lnTo>
                <a:lnTo>
                  <a:pt x="695410" y="92348"/>
                </a:lnTo>
                <a:lnTo>
                  <a:pt x="695371" y="91992"/>
                </a:lnTo>
                <a:lnTo>
                  <a:pt x="695327" y="91640"/>
                </a:lnTo>
                <a:lnTo>
                  <a:pt x="695279" y="91292"/>
                </a:lnTo>
                <a:lnTo>
                  <a:pt x="695226" y="90948"/>
                </a:lnTo>
                <a:lnTo>
                  <a:pt x="695168" y="90607"/>
                </a:lnTo>
                <a:lnTo>
                  <a:pt x="695106" y="90271"/>
                </a:lnTo>
                <a:lnTo>
                  <a:pt x="695039" y="89938"/>
                </a:lnTo>
                <a:lnTo>
                  <a:pt x="694967" y="89610"/>
                </a:lnTo>
                <a:lnTo>
                  <a:pt x="694891" y="89285"/>
                </a:lnTo>
                <a:lnTo>
                  <a:pt x="694811" y="88964"/>
                </a:lnTo>
                <a:lnTo>
                  <a:pt x="694725" y="88647"/>
                </a:lnTo>
                <a:lnTo>
                  <a:pt x="694635" y="88334"/>
                </a:lnTo>
                <a:lnTo>
                  <a:pt x="694541" y="88025"/>
                </a:lnTo>
                <a:lnTo>
                  <a:pt x="694442" y="87720"/>
                </a:lnTo>
                <a:lnTo>
                  <a:pt x="694338" y="87419"/>
                </a:lnTo>
                <a:lnTo>
                  <a:pt x="694230" y="87122"/>
                </a:lnTo>
                <a:lnTo>
                  <a:pt x="694118" y="86828"/>
                </a:lnTo>
                <a:lnTo>
                  <a:pt x="694002" y="86537"/>
                </a:lnTo>
                <a:lnTo>
                  <a:pt x="693883" y="86250"/>
                </a:lnTo>
                <a:lnTo>
                  <a:pt x="693761" y="85965"/>
                </a:lnTo>
                <a:lnTo>
                  <a:pt x="693636" y="85684"/>
                </a:lnTo>
                <a:lnTo>
                  <a:pt x="693508" y="85406"/>
                </a:lnTo>
                <a:lnTo>
                  <a:pt x="693376" y="85130"/>
                </a:lnTo>
                <a:lnTo>
                  <a:pt x="693242" y="84858"/>
                </a:lnTo>
                <a:lnTo>
                  <a:pt x="693104" y="84589"/>
                </a:lnTo>
                <a:lnTo>
                  <a:pt x="692963" y="84323"/>
                </a:lnTo>
                <a:lnTo>
                  <a:pt x="692818" y="84060"/>
                </a:lnTo>
                <a:lnTo>
                  <a:pt x="692671" y="83800"/>
                </a:lnTo>
                <a:lnTo>
                  <a:pt x="692520" y="83543"/>
                </a:lnTo>
                <a:lnTo>
                  <a:pt x="692366" y="83289"/>
                </a:lnTo>
                <a:lnTo>
                  <a:pt x="692209" y="83039"/>
                </a:lnTo>
                <a:lnTo>
                  <a:pt x="692048" y="82791"/>
                </a:lnTo>
                <a:lnTo>
                  <a:pt x="691884" y="82546"/>
                </a:lnTo>
                <a:lnTo>
                  <a:pt x="691718" y="82305"/>
                </a:lnTo>
                <a:lnTo>
                  <a:pt x="691547" y="82066"/>
                </a:lnTo>
                <a:lnTo>
                  <a:pt x="691374" y="81831"/>
                </a:lnTo>
                <a:lnTo>
                  <a:pt x="691198" y="81599"/>
                </a:lnTo>
                <a:lnTo>
                  <a:pt x="691018" y="81370"/>
                </a:lnTo>
                <a:lnTo>
                  <a:pt x="690835" y="81144"/>
                </a:lnTo>
                <a:lnTo>
                  <a:pt x="690649" y="80920"/>
                </a:lnTo>
                <a:lnTo>
                  <a:pt x="690460" y="80700"/>
                </a:lnTo>
                <a:lnTo>
                  <a:pt x="690268" y="80483"/>
                </a:lnTo>
                <a:lnTo>
                  <a:pt x="690073" y="80268"/>
                </a:lnTo>
                <a:lnTo>
                  <a:pt x="689876" y="80056"/>
                </a:lnTo>
                <a:lnTo>
                  <a:pt x="689677" y="79846"/>
                </a:lnTo>
                <a:lnTo>
                  <a:pt x="689474" y="79639"/>
                </a:lnTo>
                <a:lnTo>
                  <a:pt x="689269" y="79435"/>
                </a:lnTo>
                <a:lnTo>
                  <a:pt x="689062" y="79233"/>
                </a:lnTo>
                <a:lnTo>
                  <a:pt x="688851" y="79034"/>
                </a:lnTo>
                <a:lnTo>
                  <a:pt x="688638" y="78838"/>
                </a:lnTo>
                <a:lnTo>
                  <a:pt x="688423" y="78644"/>
                </a:lnTo>
                <a:lnTo>
                  <a:pt x="688204" y="78453"/>
                </a:lnTo>
                <a:lnTo>
                  <a:pt x="687983" y="78265"/>
                </a:lnTo>
                <a:lnTo>
                  <a:pt x="687760" y="78079"/>
                </a:lnTo>
                <a:lnTo>
                  <a:pt x="687534" y="77896"/>
                </a:lnTo>
                <a:lnTo>
                  <a:pt x="687305" y="77716"/>
                </a:lnTo>
                <a:lnTo>
                  <a:pt x="687073" y="77538"/>
                </a:lnTo>
                <a:lnTo>
                  <a:pt x="686839" y="77363"/>
                </a:lnTo>
                <a:lnTo>
                  <a:pt x="686602" y="77191"/>
                </a:lnTo>
                <a:lnTo>
                  <a:pt x="686362" y="77021"/>
                </a:lnTo>
                <a:lnTo>
                  <a:pt x="686120" y="76854"/>
                </a:lnTo>
                <a:lnTo>
                  <a:pt x="685875" y="76690"/>
                </a:lnTo>
                <a:lnTo>
                  <a:pt x="685628" y="76528"/>
                </a:lnTo>
                <a:lnTo>
                  <a:pt x="685378" y="76369"/>
                </a:lnTo>
                <a:lnTo>
                  <a:pt x="685126" y="76212"/>
                </a:lnTo>
                <a:lnTo>
                  <a:pt x="684872" y="76056"/>
                </a:lnTo>
                <a:lnTo>
                  <a:pt x="684617" y="75903"/>
                </a:lnTo>
                <a:lnTo>
                  <a:pt x="684361" y="75751"/>
                </a:lnTo>
                <a:lnTo>
                  <a:pt x="684103" y="75601"/>
                </a:lnTo>
                <a:lnTo>
                  <a:pt x="683844" y="75452"/>
                </a:lnTo>
                <a:lnTo>
                  <a:pt x="683583" y="75305"/>
                </a:lnTo>
                <a:lnTo>
                  <a:pt x="683321" y="75160"/>
                </a:lnTo>
                <a:lnTo>
                  <a:pt x="683058" y="75017"/>
                </a:lnTo>
                <a:lnTo>
                  <a:pt x="682793" y="74875"/>
                </a:lnTo>
                <a:lnTo>
                  <a:pt x="682527" y="74735"/>
                </a:lnTo>
                <a:lnTo>
                  <a:pt x="682259" y="74596"/>
                </a:lnTo>
                <a:lnTo>
                  <a:pt x="681990" y="74460"/>
                </a:lnTo>
                <a:lnTo>
                  <a:pt x="681720" y="74325"/>
                </a:lnTo>
                <a:lnTo>
                  <a:pt x="681448" y="74191"/>
                </a:lnTo>
                <a:lnTo>
                  <a:pt x="681175" y="74060"/>
                </a:lnTo>
                <a:lnTo>
                  <a:pt x="680901" y="73930"/>
                </a:lnTo>
                <a:lnTo>
                  <a:pt x="680625" y="73801"/>
                </a:lnTo>
                <a:lnTo>
                  <a:pt x="680348" y="73675"/>
                </a:lnTo>
                <a:lnTo>
                  <a:pt x="680069" y="73550"/>
                </a:lnTo>
                <a:lnTo>
                  <a:pt x="679789" y="73426"/>
                </a:lnTo>
                <a:lnTo>
                  <a:pt x="679507" y="73305"/>
                </a:lnTo>
                <a:lnTo>
                  <a:pt x="679224" y="73185"/>
                </a:lnTo>
                <a:lnTo>
                  <a:pt x="678940" y="73067"/>
                </a:lnTo>
                <a:lnTo>
                  <a:pt x="678655" y="72950"/>
                </a:lnTo>
                <a:lnTo>
                  <a:pt x="678369" y="72834"/>
                </a:lnTo>
                <a:lnTo>
                  <a:pt x="678082" y="72720"/>
                </a:lnTo>
                <a:lnTo>
                  <a:pt x="677794" y="72608"/>
                </a:lnTo>
                <a:lnTo>
                  <a:pt x="677506" y="72497"/>
                </a:lnTo>
                <a:lnTo>
                  <a:pt x="677217" y="72387"/>
                </a:lnTo>
                <a:lnTo>
                  <a:pt x="676928" y="72278"/>
                </a:lnTo>
                <a:lnTo>
                  <a:pt x="676638" y="72171"/>
                </a:lnTo>
                <a:lnTo>
                  <a:pt x="676347" y="72066"/>
                </a:lnTo>
                <a:lnTo>
                  <a:pt x="676055" y="71961"/>
                </a:lnTo>
                <a:lnTo>
                  <a:pt x="675763" y="71859"/>
                </a:lnTo>
                <a:lnTo>
                  <a:pt x="675470" y="71757"/>
                </a:lnTo>
                <a:lnTo>
                  <a:pt x="675176" y="71657"/>
                </a:lnTo>
                <a:lnTo>
                  <a:pt x="674881" y="71559"/>
                </a:lnTo>
                <a:lnTo>
                  <a:pt x="674586" y="71461"/>
                </a:lnTo>
                <a:lnTo>
                  <a:pt x="674290" y="71366"/>
                </a:lnTo>
                <a:lnTo>
                  <a:pt x="673994" y="71271"/>
                </a:lnTo>
                <a:lnTo>
                  <a:pt x="673697" y="71178"/>
                </a:lnTo>
                <a:lnTo>
                  <a:pt x="673399" y="71087"/>
                </a:lnTo>
                <a:lnTo>
                  <a:pt x="673100" y="70997"/>
                </a:lnTo>
                <a:lnTo>
                  <a:pt x="672801" y="70908"/>
                </a:lnTo>
                <a:lnTo>
                  <a:pt x="672501" y="70821"/>
                </a:lnTo>
                <a:lnTo>
                  <a:pt x="672200" y="70735"/>
                </a:lnTo>
                <a:lnTo>
                  <a:pt x="671899" y="70650"/>
                </a:lnTo>
                <a:lnTo>
                  <a:pt x="671597" y="70566"/>
                </a:lnTo>
                <a:lnTo>
                  <a:pt x="671296" y="70483"/>
                </a:lnTo>
                <a:lnTo>
                  <a:pt x="670996" y="70400"/>
                </a:lnTo>
                <a:lnTo>
                  <a:pt x="670696" y="70318"/>
                </a:lnTo>
                <a:lnTo>
                  <a:pt x="670397" y="70236"/>
                </a:lnTo>
                <a:lnTo>
                  <a:pt x="670098" y="70155"/>
                </a:lnTo>
                <a:lnTo>
                  <a:pt x="669800" y="70073"/>
                </a:lnTo>
                <a:lnTo>
                  <a:pt x="669502" y="69993"/>
                </a:lnTo>
                <a:lnTo>
                  <a:pt x="669205" y="69912"/>
                </a:lnTo>
                <a:lnTo>
                  <a:pt x="668909" y="69832"/>
                </a:lnTo>
                <a:lnTo>
                  <a:pt x="668613" y="69753"/>
                </a:lnTo>
                <a:lnTo>
                  <a:pt x="668318" y="69674"/>
                </a:lnTo>
                <a:lnTo>
                  <a:pt x="668023" y="69595"/>
                </a:lnTo>
                <a:lnTo>
                  <a:pt x="667728" y="69517"/>
                </a:lnTo>
                <a:lnTo>
                  <a:pt x="667435" y="69439"/>
                </a:lnTo>
                <a:lnTo>
                  <a:pt x="667142" y="69361"/>
                </a:lnTo>
                <a:lnTo>
                  <a:pt x="666849" y="69284"/>
                </a:lnTo>
                <a:lnTo>
                  <a:pt x="666557" y="69208"/>
                </a:lnTo>
                <a:lnTo>
                  <a:pt x="666266" y="69132"/>
                </a:lnTo>
                <a:lnTo>
                  <a:pt x="665975" y="69056"/>
                </a:lnTo>
                <a:lnTo>
                  <a:pt x="665685" y="68980"/>
                </a:lnTo>
                <a:lnTo>
                  <a:pt x="665395" y="68905"/>
                </a:lnTo>
                <a:lnTo>
                  <a:pt x="665106" y="68831"/>
                </a:lnTo>
                <a:lnTo>
                  <a:pt x="664817" y="68756"/>
                </a:lnTo>
                <a:lnTo>
                  <a:pt x="664383" y="68649"/>
                </a:lnTo>
                <a:lnTo>
                  <a:pt x="663951" y="68543"/>
                </a:lnTo>
                <a:lnTo>
                  <a:pt x="663523" y="68436"/>
                </a:lnTo>
                <a:lnTo>
                  <a:pt x="663098" y="68331"/>
                </a:lnTo>
                <a:lnTo>
                  <a:pt x="662676" y="68225"/>
                </a:lnTo>
                <a:lnTo>
                  <a:pt x="662257" y="68120"/>
                </a:lnTo>
                <a:lnTo>
                  <a:pt x="661841" y="68016"/>
                </a:lnTo>
                <a:lnTo>
                  <a:pt x="661428" y="67912"/>
                </a:lnTo>
                <a:lnTo>
                  <a:pt x="661018" y="67808"/>
                </a:lnTo>
                <a:lnTo>
                  <a:pt x="660612" y="67704"/>
                </a:lnTo>
                <a:lnTo>
                  <a:pt x="660208" y="67602"/>
                </a:lnTo>
                <a:lnTo>
                  <a:pt x="659808" y="67499"/>
                </a:lnTo>
                <a:lnTo>
                  <a:pt x="659410" y="67397"/>
                </a:lnTo>
                <a:lnTo>
                  <a:pt x="659016" y="67295"/>
                </a:lnTo>
                <a:lnTo>
                  <a:pt x="658624" y="67194"/>
                </a:lnTo>
                <a:lnTo>
                  <a:pt x="658236" y="67093"/>
                </a:lnTo>
                <a:lnTo>
                  <a:pt x="657851" y="66993"/>
                </a:lnTo>
                <a:lnTo>
                  <a:pt x="657469" y="66893"/>
                </a:lnTo>
                <a:lnTo>
                  <a:pt x="657090" y="66794"/>
                </a:lnTo>
                <a:lnTo>
                  <a:pt x="656714" y="66694"/>
                </a:lnTo>
                <a:lnTo>
                  <a:pt x="656341" y="66596"/>
                </a:lnTo>
                <a:lnTo>
                  <a:pt x="655971" y="66497"/>
                </a:lnTo>
                <a:lnTo>
                  <a:pt x="655604" y="66400"/>
                </a:lnTo>
                <a:lnTo>
                  <a:pt x="655241" y="66302"/>
                </a:lnTo>
                <a:lnTo>
                  <a:pt x="654881" y="66204"/>
                </a:lnTo>
                <a:lnTo>
                  <a:pt x="654525" y="66104"/>
                </a:lnTo>
                <a:lnTo>
                  <a:pt x="654174" y="66003"/>
                </a:lnTo>
                <a:lnTo>
                  <a:pt x="653827" y="65901"/>
                </a:lnTo>
                <a:lnTo>
                  <a:pt x="653484" y="65797"/>
                </a:lnTo>
                <a:lnTo>
                  <a:pt x="653146" y="65692"/>
                </a:lnTo>
                <a:lnTo>
                  <a:pt x="652812" y="65586"/>
                </a:lnTo>
                <a:lnTo>
                  <a:pt x="652482" y="65478"/>
                </a:lnTo>
                <a:lnTo>
                  <a:pt x="652157" y="65369"/>
                </a:lnTo>
                <a:lnTo>
                  <a:pt x="651836" y="65258"/>
                </a:lnTo>
                <a:lnTo>
                  <a:pt x="651519" y="65146"/>
                </a:lnTo>
                <a:lnTo>
                  <a:pt x="651207" y="65033"/>
                </a:lnTo>
                <a:lnTo>
                  <a:pt x="650899" y="64918"/>
                </a:lnTo>
                <a:lnTo>
                  <a:pt x="650595" y="64802"/>
                </a:lnTo>
                <a:lnTo>
                  <a:pt x="650296" y="64684"/>
                </a:lnTo>
                <a:lnTo>
                  <a:pt x="650001" y="64565"/>
                </a:lnTo>
                <a:lnTo>
                  <a:pt x="649710" y="64445"/>
                </a:lnTo>
                <a:lnTo>
                  <a:pt x="649424" y="64323"/>
                </a:lnTo>
                <a:lnTo>
                  <a:pt x="649142" y="64200"/>
                </a:lnTo>
                <a:lnTo>
                  <a:pt x="648864" y="64075"/>
                </a:lnTo>
                <a:lnTo>
                  <a:pt x="648591" y="63950"/>
                </a:lnTo>
                <a:lnTo>
                  <a:pt x="648322" y="63822"/>
                </a:lnTo>
                <a:lnTo>
                  <a:pt x="648057" y="63694"/>
                </a:lnTo>
                <a:lnTo>
                  <a:pt x="647797" y="63563"/>
                </a:lnTo>
                <a:lnTo>
                  <a:pt x="647541" y="63431"/>
                </a:lnTo>
                <a:lnTo>
                  <a:pt x="647290" y="63296"/>
                </a:lnTo>
                <a:lnTo>
                  <a:pt x="647044" y="63159"/>
                </a:lnTo>
                <a:lnTo>
                  <a:pt x="646802" y="63019"/>
                </a:lnTo>
                <a:lnTo>
                  <a:pt x="646565" y="62877"/>
                </a:lnTo>
                <a:lnTo>
                  <a:pt x="646333" y="62732"/>
                </a:lnTo>
                <a:lnTo>
                  <a:pt x="646106" y="62585"/>
                </a:lnTo>
                <a:lnTo>
                  <a:pt x="645883" y="62435"/>
                </a:lnTo>
                <a:lnTo>
                  <a:pt x="645666" y="62283"/>
                </a:lnTo>
                <a:lnTo>
                  <a:pt x="645453" y="62128"/>
                </a:lnTo>
                <a:lnTo>
                  <a:pt x="645244" y="61971"/>
                </a:lnTo>
                <a:lnTo>
                  <a:pt x="645041" y="61811"/>
                </a:lnTo>
                <a:lnTo>
                  <a:pt x="644842" y="61648"/>
                </a:lnTo>
                <a:lnTo>
                  <a:pt x="644648" y="61483"/>
                </a:lnTo>
                <a:lnTo>
                  <a:pt x="644459" y="61316"/>
                </a:lnTo>
                <a:lnTo>
                  <a:pt x="644274" y="61146"/>
                </a:lnTo>
                <a:lnTo>
                  <a:pt x="644094" y="60973"/>
                </a:lnTo>
                <a:lnTo>
                  <a:pt x="643919" y="60798"/>
                </a:lnTo>
                <a:lnTo>
                  <a:pt x="643749" y="60621"/>
                </a:lnTo>
                <a:lnTo>
                  <a:pt x="643583" y="60441"/>
                </a:lnTo>
                <a:lnTo>
                  <a:pt x="643422" y="60258"/>
                </a:lnTo>
                <a:lnTo>
                  <a:pt x="643266" y="60073"/>
                </a:lnTo>
                <a:lnTo>
                  <a:pt x="643115" y="59886"/>
                </a:lnTo>
                <a:lnTo>
                  <a:pt x="642969" y="59696"/>
                </a:lnTo>
                <a:lnTo>
                  <a:pt x="642827" y="59502"/>
                </a:lnTo>
                <a:lnTo>
                  <a:pt x="642692" y="59304"/>
                </a:lnTo>
                <a:lnTo>
                  <a:pt x="642563" y="59102"/>
                </a:lnTo>
                <a:lnTo>
                  <a:pt x="642440" y="58896"/>
                </a:lnTo>
                <a:lnTo>
                  <a:pt x="642323" y="58685"/>
                </a:lnTo>
                <a:lnTo>
                  <a:pt x="642212" y="58470"/>
                </a:lnTo>
                <a:lnTo>
                  <a:pt x="642106" y="58250"/>
                </a:lnTo>
                <a:lnTo>
                  <a:pt x="642007" y="58027"/>
                </a:lnTo>
                <a:lnTo>
                  <a:pt x="641914" y="57798"/>
                </a:lnTo>
                <a:lnTo>
                  <a:pt x="641827" y="57566"/>
                </a:lnTo>
                <a:lnTo>
                  <a:pt x="641746" y="57329"/>
                </a:lnTo>
                <a:lnTo>
                  <a:pt x="641671" y="57088"/>
                </a:lnTo>
                <a:lnTo>
                  <a:pt x="641602" y="56842"/>
                </a:lnTo>
                <a:lnTo>
                  <a:pt x="641539" y="56593"/>
                </a:lnTo>
                <a:lnTo>
                  <a:pt x="641482" y="56339"/>
                </a:lnTo>
                <a:lnTo>
                  <a:pt x="641431" y="56080"/>
                </a:lnTo>
                <a:lnTo>
                  <a:pt x="641386" y="55817"/>
                </a:lnTo>
                <a:lnTo>
                  <a:pt x="641347" y="55550"/>
                </a:lnTo>
                <a:lnTo>
                  <a:pt x="641314" y="55279"/>
                </a:lnTo>
                <a:lnTo>
                  <a:pt x="641286" y="55003"/>
                </a:lnTo>
                <a:lnTo>
                  <a:pt x="641265" y="54723"/>
                </a:lnTo>
                <a:lnTo>
                  <a:pt x="641250" y="54438"/>
                </a:lnTo>
                <a:lnTo>
                  <a:pt x="641241" y="54150"/>
                </a:lnTo>
                <a:lnTo>
                  <a:pt x="641238" y="53856"/>
                </a:lnTo>
                <a:lnTo>
                  <a:pt x="641247" y="53358"/>
                </a:lnTo>
                <a:lnTo>
                  <a:pt x="641271" y="52870"/>
                </a:lnTo>
                <a:lnTo>
                  <a:pt x="641311" y="52393"/>
                </a:lnTo>
                <a:lnTo>
                  <a:pt x="641368" y="51926"/>
                </a:lnTo>
                <a:lnTo>
                  <a:pt x="641441" y="51470"/>
                </a:lnTo>
                <a:lnTo>
                  <a:pt x="641530" y="51025"/>
                </a:lnTo>
                <a:lnTo>
                  <a:pt x="641635" y="50590"/>
                </a:lnTo>
                <a:lnTo>
                  <a:pt x="641757" y="50166"/>
                </a:lnTo>
                <a:lnTo>
                  <a:pt x="641895" y="49753"/>
                </a:lnTo>
                <a:lnTo>
                  <a:pt x="642049" y="49350"/>
                </a:lnTo>
                <a:lnTo>
                  <a:pt x="642219" y="48958"/>
                </a:lnTo>
                <a:lnTo>
                  <a:pt x="642405" y="48577"/>
                </a:lnTo>
                <a:lnTo>
                  <a:pt x="642608" y="48206"/>
                </a:lnTo>
                <a:lnTo>
                  <a:pt x="642827" y="47846"/>
                </a:lnTo>
                <a:lnTo>
                  <a:pt x="643062" y="47496"/>
                </a:lnTo>
                <a:lnTo>
                  <a:pt x="643313" y="47157"/>
                </a:lnTo>
                <a:lnTo>
                  <a:pt x="643580" y="46829"/>
                </a:lnTo>
                <a:lnTo>
                  <a:pt x="643864" y="46511"/>
                </a:lnTo>
                <a:lnTo>
                  <a:pt x="644164" y="46204"/>
                </a:lnTo>
                <a:lnTo>
                  <a:pt x="644480" y="45908"/>
                </a:lnTo>
                <a:lnTo>
                  <a:pt x="644812" y="45622"/>
                </a:lnTo>
                <a:lnTo>
                  <a:pt x="645160" y="45347"/>
                </a:lnTo>
                <a:lnTo>
                  <a:pt x="645525" y="45082"/>
                </a:lnTo>
                <a:lnTo>
                  <a:pt x="645906" y="44828"/>
                </a:lnTo>
                <a:lnTo>
                  <a:pt x="646304" y="44585"/>
                </a:lnTo>
                <a:lnTo>
                  <a:pt x="646719" y="44352"/>
                </a:lnTo>
                <a:lnTo>
                  <a:pt x="647153" y="44129"/>
                </a:lnTo>
                <a:lnTo>
                  <a:pt x="647605" y="43917"/>
                </a:lnTo>
                <a:lnTo>
                  <a:pt x="648074" y="43715"/>
                </a:lnTo>
                <a:lnTo>
                  <a:pt x="648561" y="43524"/>
                </a:lnTo>
                <a:lnTo>
                  <a:pt x="649067" y="43342"/>
                </a:lnTo>
                <a:lnTo>
                  <a:pt x="649590" y="43171"/>
                </a:lnTo>
                <a:lnTo>
                  <a:pt x="650131" y="43011"/>
                </a:lnTo>
                <a:lnTo>
                  <a:pt x="650689" y="42861"/>
                </a:lnTo>
                <a:lnTo>
                  <a:pt x="651266" y="42721"/>
                </a:lnTo>
                <a:lnTo>
                  <a:pt x="651861" y="42592"/>
                </a:lnTo>
                <a:lnTo>
                  <a:pt x="652473" y="42472"/>
                </a:lnTo>
                <a:lnTo>
                  <a:pt x="653104" y="42364"/>
                </a:lnTo>
                <a:lnTo>
                  <a:pt x="653752" y="42265"/>
                </a:lnTo>
                <a:lnTo>
                  <a:pt x="654418" y="42177"/>
                </a:lnTo>
                <a:lnTo>
                  <a:pt x="655102" y="42100"/>
                </a:lnTo>
                <a:lnTo>
                  <a:pt x="655804" y="42032"/>
                </a:lnTo>
                <a:lnTo>
                  <a:pt x="656524" y="41975"/>
                </a:lnTo>
                <a:lnTo>
                  <a:pt x="657261" y="41929"/>
                </a:lnTo>
                <a:lnTo>
                  <a:pt x="658017" y="41892"/>
                </a:lnTo>
                <a:lnTo>
                  <a:pt x="658790" y="41867"/>
                </a:lnTo>
                <a:lnTo>
                  <a:pt x="659582" y="41851"/>
                </a:lnTo>
                <a:lnTo>
                  <a:pt x="660391" y="41846"/>
                </a:lnTo>
                <a:lnTo>
                  <a:pt x="660699" y="41847"/>
                </a:lnTo>
                <a:lnTo>
                  <a:pt x="661006" y="41850"/>
                </a:lnTo>
                <a:lnTo>
                  <a:pt x="661312" y="41855"/>
                </a:lnTo>
                <a:lnTo>
                  <a:pt x="661617" y="41863"/>
                </a:lnTo>
                <a:lnTo>
                  <a:pt x="661921" y="41872"/>
                </a:lnTo>
                <a:lnTo>
                  <a:pt x="662224" y="41883"/>
                </a:lnTo>
                <a:lnTo>
                  <a:pt x="662526" y="41897"/>
                </a:lnTo>
                <a:lnTo>
                  <a:pt x="662827" y="41913"/>
                </a:lnTo>
                <a:lnTo>
                  <a:pt x="663128" y="41930"/>
                </a:lnTo>
                <a:lnTo>
                  <a:pt x="663427" y="41950"/>
                </a:lnTo>
                <a:lnTo>
                  <a:pt x="663725" y="41972"/>
                </a:lnTo>
                <a:lnTo>
                  <a:pt x="664022" y="41996"/>
                </a:lnTo>
                <a:lnTo>
                  <a:pt x="664319" y="42022"/>
                </a:lnTo>
                <a:lnTo>
                  <a:pt x="664614" y="42050"/>
                </a:lnTo>
                <a:lnTo>
                  <a:pt x="664908" y="42081"/>
                </a:lnTo>
                <a:lnTo>
                  <a:pt x="665201" y="42113"/>
                </a:lnTo>
                <a:lnTo>
                  <a:pt x="665494" y="42147"/>
                </a:lnTo>
                <a:lnTo>
                  <a:pt x="665785" y="42184"/>
                </a:lnTo>
                <a:lnTo>
                  <a:pt x="666076" y="42223"/>
                </a:lnTo>
                <a:lnTo>
                  <a:pt x="666365" y="42263"/>
                </a:lnTo>
                <a:lnTo>
                  <a:pt x="666653" y="42306"/>
                </a:lnTo>
                <a:lnTo>
                  <a:pt x="666941" y="42351"/>
                </a:lnTo>
                <a:lnTo>
                  <a:pt x="667227" y="42398"/>
                </a:lnTo>
                <a:lnTo>
                  <a:pt x="667513" y="42447"/>
                </a:lnTo>
                <a:lnTo>
                  <a:pt x="667797" y="42498"/>
                </a:lnTo>
                <a:lnTo>
                  <a:pt x="668078" y="42552"/>
                </a:lnTo>
                <a:lnTo>
                  <a:pt x="668357" y="42609"/>
                </a:lnTo>
                <a:lnTo>
                  <a:pt x="668634" y="42669"/>
                </a:lnTo>
                <a:lnTo>
                  <a:pt x="668908" y="42731"/>
                </a:lnTo>
                <a:lnTo>
                  <a:pt x="669180" y="42796"/>
                </a:lnTo>
                <a:lnTo>
                  <a:pt x="669450" y="42864"/>
                </a:lnTo>
                <a:lnTo>
                  <a:pt x="669717" y="42935"/>
                </a:lnTo>
                <a:lnTo>
                  <a:pt x="669982" y="43008"/>
                </a:lnTo>
                <a:lnTo>
                  <a:pt x="670244" y="43085"/>
                </a:lnTo>
                <a:lnTo>
                  <a:pt x="670504" y="43164"/>
                </a:lnTo>
                <a:lnTo>
                  <a:pt x="670762" y="43245"/>
                </a:lnTo>
                <a:lnTo>
                  <a:pt x="671017" y="43330"/>
                </a:lnTo>
                <a:lnTo>
                  <a:pt x="671270" y="43417"/>
                </a:lnTo>
                <a:lnTo>
                  <a:pt x="671521" y="43507"/>
                </a:lnTo>
                <a:lnTo>
                  <a:pt x="671769" y="43600"/>
                </a:lnTo>
                <a:lnTo>
                  <a:pt x="672015" y="43696"/>
                </a:lnTo>
                <a:lnTo>
                  <a:pt x="672258" y="43795"/>
                </a:lnTo>
                <a:lnTo>
                  <a:pt x="672499" y="43896"/>
                </a:lnTo>
                <a:lnTo>
                  <a:pt x="672738" y="44000"/>
                </a:lnTo>
                <a:lnTo>
                  <a:pt x="672974" y="44107"/>
                </a:lnTo>
                <a:lnTo>
                  <a:pt x="673208" y="44216"/>
                </a:lnTo>
                <a:lnTo>
                  <a:pt x="673440" y="44329"/>
                </a:lnTo>
                <a:lnTo>
                  <a:pt x="673669" y="44444"/>
                </a:lnTo>
                <a:lnTo>
                  <a:pt x="673896" y="44562"/>
                </a:lnTo>
                <a:lnTo>
                  <a:pt x="674119" y="44683"/>
                </a:lnTo>
                <a:lnTo>
                  <a:pt x="674340" y="44807"/>
                </a:lnTo>
                <a:lnTo>
                  <a:pt x="674559" y="44934"/>
                </a:lnTo>
                <a:lnTo>
                  <a:pt x="674774" y="45064"/>
                </a:lnTo>
                <a:lnTo>
                  <a:pt x="674987" y="45198"/>
                </a:lnTo>
                <a:lnTo>
                  <a:pt x="675197" y="45334"/>
                </a:lnTo>
                <a:lnTo>
                  <a:pt x="675404" y="45474"/>
                </a:lnTo>
                <a:lnTo>
                  <a:pt x="675608" y="45616"/>
                </a:lnTo>
                <a:lnTo>
                  <a:pt x="675809" y="45762"/>
                </a:lnTo>
                <a:lnTo>
                  <a:pt x="676008" y="45910"/>
                </a:lnTo>
                <a:lnTo>
                  <a:pt x="676204" y="46062"/>
                </a:lnTo>
                <a:lnTo>
                  <a:pt x="676397" y="46217"/>
                </a:lnTo>
                <a:lnTo>
                  <a:pt x="676587" y="46374"/>
                </a:lnTo>
                <a:lnTo>
                  <a:pt x="676775" y="46535"/>
                </a:lnTo>
                <a:lnTo>
                  <a:pt x="676959" y="46699"/>
                </a:lnTo>
                <a:lnTo>
                  <a:pt x="677141" y="46866"/>
                </a:lnTo>
                <a:lnTo>
                  <a:pt x="677320" y="47036"/>
                </a:lnTo>
                <a:lnTo>
                  <a:pt x="677497" y="47209"/>
                </a:lnTo>
                <a:lnTo>
                  <a:pt x="677670" y="47385"/>
                </a:lnTo>
                <a:lnTo>
                  <a:pt x="677841" y="47564"/>
                </a:lnTo>
                <a:lnTo>
                  <a:pt x="678009" y="47747"/>
                </a:lnTo>
                <a:lnTo>
                  <a:pt x="678174" y="47932"/>
                </a:lnTo>
                <a:lnTo>
                  <a:pt x="678336" y="48120"/>
                </a:lnTo>
                <a:lnTo>
                  <a:pt x="678495" y="48312"/>
                </a:lnTo>
                <a:lnTo>
                  <a:pt x="678650" y="48507"/>
                </a:lnTo>
                <a:lnTo>
                  <a:pt x="678800" y="48707"/>
                </a:lnTo>
                <a:lnTo>
                  <a:pt x="678947" y="48910"/>
                </a:lnTo>
                <a:lnTo>
                  <a:pt x="679089" y="49116"/>
                </a:lnTo>
                <a:lnTo>
                  <a:pt x="679227" y="49327"/>
                </a:lnTo>
                <a:lnTo>
                  <a:pt x="679360" y="49541"/>
                </a:lnTo>
                <a:lnTo>
                  <a:pt x="679490" y="49759"/>
                </a:lnTo>
                <a:lnTo>
                  <a:pt x="679615" y="49981"/>
                </a:lnTo>
                <a:lnTo>
                  <a:pt x="679736" y="50206"/>
                </a:lnTo>
                <a:lnTo>
                  <a:pt x="679853" y="50435"/>
                </a:lnTo>
                <a:lnTo>
                  <a:pt x="679966" y="50668"/>
                </a:lnTo>
                <a:lnTo>
                  <a:pt x="680075" y="50905"/>
                </a:lnTo>
                <a:lnTo>
                  <a:pt x="680179" y="51145"/>
                </a:lnTo>
                <a:lnTo>
                  <a:pt x="680279" y="51390"/>
                </a:lnTo>
                <a:lnTo>
                  <a:pt x="680375" y="51638"/>
                </a:lnTo>
                <a:lnTo>
                  <a:pt x="680467" y="51889"/>
                </a:lnTo>
                <a:lnTo>
                  <a:pt x="680554" y="52145"/>
                </a:lnTo>
                <a:lnTo>
                  <a:pt x="680638" y="52404"/>
                </a:lnTo>
                <a:lnTo>
                  <a:pt x="680717" y="52667"/>
                </a:lnTo>
                <a:lnTo>
                  <a:pt x="680792" y="52933"/>
                </a:lnTo>
                <a:lnTo>
                  <a:pt x="680863" y="53204"/>
                </a:lnTo>
                <a:lnTo>
                  <a:pt x="680930" y="53478"/>
                </a:lnTo>
                <a:lnTo>
                  <a:pt x="680992" y="53756"/>
                </a:lnTo>
                <a:lnTo>
                  <a:pt x="694029" y="52151"/>
                </a:lnTo>
                <a:lnTo>
                  <a:pt x="693830" y="51233"/>
                </a:lnTo>
                <a:lnTo>
                  <a:pt x="693610" y="50336"/>
                </a:lnTo>
                <a:lnTo>
                  <a:pt x="693368" y="49460"/>
                </a:lnTo>
                <a:lnTo>
                  <a:pt x="693104" y="48606"/>
                </a:lnTo>
                <a:lnTo>
                  <a:pt x="692819" y="47772"/>
                </a:lnTo>
                <a:lnTo>
                  <a:pt x="692512" y="46960"/>
                </a:lnTo>
                <a:lnTo>
                  <a:pt x="692184" y="46168"/>
                </a:lnTo>
                <a:lnTo>
                  <a:pt x="691833" y="45398"/>
                </a:lnTo>
                <a:lnTo>
                  <a:pt x="691462" y="44649"/>
                </a:lnTo>
                <a:lnTo>
                  <a:pt x="691068" y="43921"/>
                </a:lnTo>
                <a:lnTo>
                  <a:pt x="690653" y="43215"/>
                </a:lnTo>
                <a:lnTo>
                  <a:pt x="690216" y="42529"/>
                </a:lnTo>
                <a:lnTo>
                  <a:pt x="689758" y="41865"/>
                </a:lnTo>
                <a:lnTo>
                  <a:pt x="689278" y="41222"/>
                </a:lnTo>
                <a:lnTo>
                  <a:pt x="688776" y="40600"/>
                </a:lnTo>
                <a:lnTo>
                  <a:pt x="688252" y="39999"/>
                </a:lnTo>
                <a:lnTo>
                  <a:pt x="687707" y="39419"/>
                </a:lnTo>
                <a:lnTo>
                  <a:pt x="687141" y="38861"/>
                </a:lnTo>
                <a:lnTo>
                  <a:pt x="686552" y="38323"/>
                </a:lnTo>
                <a:lnTo>
                  <a:pt x="685942" y="37807"/>
                </a:lnTo>
                <a:lnTo>
                  <a:pt x="685310" y="37312"/>
                </a:lnTo>
                <a:lnTo>
                  <a:pt x="684657" y="36838"/>
                </a:lnTo>
                <a:lnTo>
                  <a:pt x="683982" y="36385"/>
                </a:lnTo>
                <a:lnTo>
                  <a:pt x="683285" y="35954"/>
                </a:lnTo>
                <a:lnTo>
                  <a:pt x="682568" y="35542"/>
                </a:lnTo>
                <a:lnTo>
                  <a:pt x="681829" y="35147"/>
                </a:lnTo>
                <a:lnTo>
                  <a:pt x="681071" y="34770"/>
                </a:lnTo>
                <a:lnTo>
                  <a:pt x="680291" y="34410"/>
                </a:lnTo>
                <a:lnTo>
                  <a:pt x="679491" y="34068"/>
                </a:lnTo>
                <a:lnTo>
                  <a:pt x="678671" y="33743"/>
                </a:lnTo>
                <a:lnTo>
                  <a:pt x="677830" y="33436"/>
                </a:lnTo>
                <a:lnTo>
                  <a:pt x="676968" y="33147"/>
                </a:lnTo>
                <a:lnTo>
                  <a:pt x="676086" y="32875"/>
                </a:lnTo>
                <a:lnTo>
                  <a:pt x="675184" y="32621"/>
                </a:lnTo>
                <a:lnTo>
                  <a:pt x="674261" y="32384"/>
                </a:lnTo>
                <a:lnTo>
                  <a:pt x="673317" y="32165"/>
                </a:lnTo>
                <a:lnTo>
                  <a:pt x="672353" y="31963"/>
                </a:lnTo>
                <a:lnTo>
                  <a:pt x="671368" y="31779"/>
                </a:lnTo>
                <a:lnTo>
                  <a:pt x="670363" y="31612"/>
                </a:lnTo>
                <a:lnTo>
                  <a:pt x="669337" y="31463"/>
                </a:lnTo>
                <a:lnTo>
                  <a:pt x="668290" y="31331"/>
                </a:lnTo>
                <a:lnTo>
                  <a:pt x="667224" y="31217"/>
                </a:lnTo>
                <a:lnTo>
                  <a:pt x="666136" y="31121"/>
                </a:lnTo>
                <a:lnTo>
                  <a:pt x="665028" y="31042"/>
                </a:lnTo>
                <a:lnTo>
                  <a:pt x="663900" y="30981"/>
                </a:lnTo>
                <a:lnTo>
                  <a:pt x="662751" y="30937"/>
                </a:lnTo>
                <a:lnTo>
                  <a:pt x="661581" y="30910"/>
                </a:lnTo>
                <a:lnTo>
                  <a:pt x="660391" y="30902"/>
                </a:lnTo>
                <a:lnTo>
                  <a:pt x="659050" y="30912"/>
                </a:lnTo>
                <a:lnTo>
                  <a:pt x="657736" y="30945"/>
                </a:lnTo>
                <a:lnTo>
                  <a:pt x="656448" y="30999"/>
                </a:lnTo>
                <a:lnTo>
                  <a:pt x="655188" y="31075"/>
                </a:lnTo>
                <a:lnTo>
                  <a:pt x="653955" y="31172"/>
                </a:lnTo>
                <a:lnTo>
                  <a:pt x="652749" y="31292"/>
                </a:lnTo>
                <a:lnTo>
                  <a:pt x="651569" y="31433"/>
                </a:lnTo>
                <a:lnTo>
                  <a:pt x="650417" y="31595"/>
                </a:lnTo>
                <a:lnTo>
                  <a:pt x="649291" y="31779"/>
                </a:lnTo>
                <a:lnTo>
                  <a:pt x="648193" y="31985"/>
                </a:lnTo>
                <a:lnTo>
                  <a:pt x="647121" y="32213"/>
                </a:lnTo>
                <a:lnTo>
                  <a:pt x="646077" y="32462"/>
                </a:lnTo>
                <a:lnTo>
                  <a:pt x="645059" y="32733"/>
                </a:lnTo>
                <a:lnTo>
                  <a:pt x="644069" y="33025"/>
                </a:lnTo>
                <a:lnTo>
                  <a:pt x="643105" y="33340"/>
                </a:lnTo>
                <a:lnTo>
                  <a:pt x="642168" y="33676"/>
                </a:lnTo>
                <a:lnTo>
                  <a:pt x="641259" y="34033"/>
                </a:lnTo>
                <a:lnTo>
                  <a:pt x="640376" y="34413"/>
                </a:lnTo>
                <a:lnTo>
                  <a:pt x="639520" y="34813"/>
                </a:lnTo>
                <a:lnTo>
                  <a:pt x="638691" y="35236"/>
                </a:lnTo>
                <a:lnTo>
                  <a:pt x="637889" y="35680"/>
                </a:lnTo>
                <a:lnTo>
                  <a:pt x="637114" y="36146"/>
                </a:lnTo>
                <a:lnTo>
                  <a:pt x="636367" y="36634"/>
                </a:lnTo>
                <a:lnTo>
                  <a:pt x="635646" y="37143"/>
                </a:lnTo>
                <a:lnTo>
                  <a:pt x="634953" y="37673"/>
                </a:lnTo>
                <a:lnTo>
                  <a:pt x="634290" y="38223"/>
                </a:lnTo>
                <a:lnTo>
                  <a:pt x="633656" y="38792"/>
                </a:lnTo>
                <a:lnTo>
                  <a:pt x="633051" y="39382"/>
                </a:lnTo>
                <a:lnTo>
                  <a:pt x="632477" y="39991"/>
                </a:lnTo>
                <a:lnTo>
                  <a:pt x="631931" y="40619"/>
                </a:lnTo>
                <a:lnTo>
                  <a:pt x="631415" y="41267"/>
                </a:lnTo>
                <a:lnTo>
                  <a:pt x="630929" y="41936"/>
                </a:lnTo>
                <a:lnTo>
                  <a:pt x="630472" y="42623"/>
                </a:lnTo>
                <a:lnTo>
                  <a:pt x="630045" y="43331"/>
                </a:lnTo>
                <a:lnTo>
                  <a:pt x="629647" y="44058"/>
                </a:lnTo>
                <a:lnTo>
                  <a:pt x="629278" y="44805"/>
                </a:lnTo>
                <a:lnTo>
                  <a:pt x="628939" y="45572"/>
                </a:lnTo>
                <a:lnTo>
                  <a:pt x="628630" y="46358"/>
                </a:lnTo>
                <a:lnTo>
                  <a:pt x="628350" y="47164"/>
                </a:lnTo>
                <a:lnTo>
                  <a:pt x="628099" y="47990"/>
                </a:lnTo>
                <a:lnTo>
                  <a:pt x="627878" y="48836"/>
                </a:lnTo>
                <a:lnTo>
                  <a:pt x="627686" y="49701"/>
                </a:lnTo>
                <a:lnTo>
                  <a:pt x="627524" y="50586"/>
                </a:lnTo>
                <a:lnTo>
                  <a:pt x="627391" y="51491"/>
                </a:lnTo>
                <a:lnTo>
                  <a:pt x="627288" y="52416"/>
                </a:lnTo>
                <a:lnTo>
                  <a:pt x="627215" y="53360"/>
                </a:lnTo>
                <a:lnTo>
                  <a:pt x="627170" y="54324"/>
                </a:lnTo>
                <a:lnTo>
                  <a:pt x="627156" y="55307"/>
                </a:lnTo>
                <a:lnTo>
                  <a:pt x="627160" y="55821"/>
                </a:lnTo>
                <a:lnTo>
                  <a:pt x="627174" y="56327"/>
                </a:lnTo>
                <a:lnTo>
                  <a:pt x="627196" y="56825"/>
                </a:lnTo>
                <a:lnTo>
                  <a:pt x="627227" y="57316"/>
                </a:lnTo>
                <a:lnTo>
                  <a:pt x="627267" y="57801"/>
                </a:lnTo>
                <a:lnTo>
                  <a:pt x="627317" y="58277"/>
                </a:lnTo>
                <a:lnTo>
                  <a:pt x="627375" y="58747"/>
                </a:lnTo>
                <a:lnTo>
                  <a:pt x="627442" y="59209"/>
                </a:lnTo>
                <a:lnTo>
                  <a:pt x="627518" y="59664"/>
                </a:lnTo>
                <a:lnTo>
                  <a:pt x="627603" y="60112"/>
                </a:lnTo>
                <a:lnTo>
                  <a:pt x="627697" y="60553"/>
                </a:lnTo>
                <a:lnTo>
                  <a:pt x="627799" y="60986"/>
                </a:lnTo>
                <a:lnTo>
                  <a:pt x="627911" y="61412"/>
                </a:lnTo>
                <a:lnTo>
                  <a:pt x="628032" y="61831"/>
                </a:lnTo>
                <a:lnTo>
                  <a:pt x="628162" y="62242"/>
                </a:lnTo>
                <a:lnTo>
                  <a:pt x="628300" y="62646"/>
                </a:lnTo>
                <a:lnTo>
                  <a:pt x="628448" y="63043"/>
                </a:lnTo>
                <a:lnTo>
                  <a:pt x="628604" y="63433"/>
                </a:lnTo>
                <a:lnTo>
                  <a:pt x="628770" y="63815"/>
                </a:lnTo>
                <a:lnTo>
                  <a:pt x="628944" y="64190"/>
                </a:lnTo>
                <a:lnTo>
                  <a:pt x="629127" y="64558"/>
                </a:lnTo>
                <a:lnTo>
                  <a:pt x="629319" y="64919"/>
                </a:lnTo>
                <a:lnTo>
                  <a:pt x="629521" y="65272"/>
                </a:lnTo>
                <a:lnTo>
                  <a:pt x="629731" y="65618"/>
                </a:lnTo>
                <a:lnTo>
                  <a:pt x="629948" y="65958"/>
                </a:lnTo>
                <a:lnTo>
                  <a:pt x="630171" y="66293"/>
                </a:lnTo>
                <a:lnTo>
                  <a:pt x="630399" y="66624"/>
                </a:lnTo>
                <a:lnTo>
                  <a:pt x="630633" y="66950"/>
                </a:lnTo>
                <a:lnTo>
                  <a:pt x="630872" y="67272"/>
                </a:lnTo>
                <a:lnTo>
                  <a:pt x="631116" y="67588"/>
                </a:lnTo>
                <a:lnTo>
                  <a:pt x="631366" y="67901"/>
                </a:lnTo>
                <a:lnTo>
                  <a:pt x="631622" y="68208"/>
                </a:lnTo>
                <a:lnTo>
                  <a:pt x="631883" y="68511"/>
                </a:lnTo>
                <a:lnTo>
                  <a:pt x="632149" y="68810"/>
                </a:lnTo>
                <a:lnTo>
                  <a:pt x="632421" y="69104"/>
                </a:lnTo>
                <a:lnTo>
                  <a:pt x="632698" y="69393"/>
                </a:lnTo>
                <a:lnTo>
                  <a:pt x="632981" y="69677"/>
                </a:lnTo>
                <a:lnTo>
                  <a:pt x="633269" y="69957"/>
                </a:lnTo>
                <a:lnTo>
                  <a:pt x="633563" y="70233"/>
                </a:lnTo>
                <a:lnTo>
                  <a:pt x="633862" y="70503"/>
                </a:lnTo>
                <a:lnTo>
                  <a:pt x="634166" y="70770"/>
                </a:lnTo>
                <a:lnTo>
                  <a:pt x="634476" y="71031"/>
                </a:lnTo>
                <a:lnTo>
                  <a:pt x="634792" y="71288"/>
                </a:lnTo>
                <a:lnTo>
                  <a:pt x="635112" y="71540"/>
                </a:lnTo>
                <a:lnTo>
                  <a:pt x="635439" y="71788"/>
                </a:lnTo>
                <a:lnTo>
                  <a:pt x="635770" y="72031"/>
                </a:lnTo>
                <a:lnTo>
                  <a:pt x="636108" y="72270"/>
                </a:lnTo>
                <a:lnTo>
                  <a:pt x="636450" y="72504"/>
                </a:lnTo>
                <a:lnTo>
                  <a:pt x="636797" y="72733"/>
                </a:lnTo>
                <a:lnTo>
                  <a:pt x="637148" y="72959"/>
                </a:lnTo>
                <a:lnTo>
                  <a:pt x="637502" y="73181"/>
                </a:lnTo>
                <a:lnTo>
                  <a:pt x="637860" y="73400"/>
                </a:lnTo>
                <a:lnTo>
                  <a:pt x="638221" y="73614"/>
                </a:lnTo>
                <a:lnTo>
                  <a:pt x="638585" y="73825"/>
                </a:lnTo>
                <a:lnTo>
                  <a:pt x="638953" y="74032"/>
                </a:lnTo>
                <a:lnTo>
                  <a:pt x="639325" y="74235"/>
                </a:lnTo>
                <a:lnTo>
                  <a:pt x="639700" y="74435"/>
                </a:lnTo>
                <a:lnTo>
                  <a:pt x="640079" y="74631"/>
                </a:lnTo>
                <a:lnTo>
                  <a:pt x="640461" y="74823"/>
                </a:lnTo>
                <a:lnTo>
                  <a:pt x="640846" y="75011"/>
                </a:lnTo>
                <a:lnTo>
                  <a:pt x="641235" y="75195"/>
                </a:lnTo>
                <a:lnTo>
                  <a:pt x="641628" y="75376"/>
                </a:lnTo>
                <a:lnTo>
                  <a:pt x="642024" y="75553"/>
                </a:lnTo>
                <a:lnTo>
                  <a:pt x="642423" y="75726"/>
                </a:lnTo>
                <a:lnTo>
                  <a:pt x="642826" y="75895"/>
                </a:lnTo>
                <a:lnTo>
                  <a:pt x="643233" y="76061"/>
                </a:lnTo>
                <a:lnTo>
                  <a:pt x="643643" y="76222"/>
                </a:lnTo>
                <a:lnTo>
                  <a:pt x="644056" y="76380"/>
                </a:lnTo>
                <a:lnTo>
                  <a:pt x="644473" y="76535"/>
                </a:lnTo>
                <a:lnTo>
                  <a:pt x="644893" y="76685"/>
                </a:lnTo>
                <a:lnTo>
                  <a:pt x="645317" y="76832"/>
                </a:lnTo>
                <a:lnTo>
                  <a:pt x="645745" y="76975"/>
                </a:lnTo>
                <a:lnTo>
                  <a:pt x="646174" y="77115"/>
                </a:lnTo>
                <a:lnTo>
                  <a:pt x="646604" y="77254"/>
                </a:lnTo>
                <a:lnTo>
                  <a:pt x="647034" y="77392"/>
                </a:lnTo>
                <a:lnTo>
                  <a:pt x="647464" y="77529"/>
                </a:lnTo>
                <a:lnTo>
                  <a:pt x="647894" y="77665"/>
                </a:lnTo>
                <a:lnTo>
                  <a:pt x="648325" y="77800"/>
                </a:lnTo>
                <a:lnTo>
                  <a:pt x="648756" y="77933"/>
                </a:lnTo>
                <a:lnTo>
                  <a:pt x="649187" y="78066"/>
                </a:lnTo>
                <a:lnTo>
                  <a:pt x="649619" y="78197"/>
                </a:lnTo>
                <a:lnTo>
                  <a:pt x="650051" y="78327"/>
                </a:lnTo>
                <a:lnTo>
                  <a:pt x="650483" y="78456"/>
                </a:lnTo>
                <a:lnTo>
                  <a:pt x="650915" y="78584"/>
                </a:lnTo>
                <a:lnTo>
                  <a:pt x="651348" y="78711"/>
                </a:lnTo>
                <a:lnTo>
                  <a:pt x="651781" y="78837"/>
                </a:lnTo>
                <a:lnTo>
                  <a:pt x="652214" y="78961"/>
                </a:lnTo>
                <a:lnTo>
                  <a:pt x="652648" y="79085"/>
                </a:lnTo>
                <a:lnTo>
                  <a:pt x="653081" y="79207"/>
                </a:lnTo>
                <a:lnTo>
                  <a:pt x="653516" y="79329"/>
                </a:lnTo>
                <a:lnTo>
                  <a:pt x="653950" y="79449"/>
                </a:lnTo>
                <a:lnTo>
                  <a:pt x="654385" y="79568"/>
                </a:lnTo>
                <a:lnTo>
                  <a:pt x="654819" y="79686"/>
                </a:lnTo>
                <a:lnTo>
                  <a:pt x="655255" y="79803"/>
                </a:lnTo>
                <a:lnTo>
                  <a:pt x="655690" y="79918"/>
                </a:lnTo>
                <a:lnTo>
                  <a:pt x="656126" y="80033"/>
                </a:lnTo>
                <a:lnTo>
                  <a:pt x="656594" y="80160"/>
                </a:lnTo>
                <a:lnTo>
                  <a:pt x="657058" y="80286"/>
                </a:lnTo>
                <a:lnTo>
                  <a:pt x="657520" y="80411"/>
                </a:lnTo>
                <a:lnTo>
                  <a:pt x="657978" y="80535"/>
                </a:lnTo>
                <a:lnTo>
                  <a:pt x="658433" y="80659"/>
                </a:lnTo>
                <a:lnTo>
                  <a:pt x="658885" y="80781"/>
                </a:lnTo>
                <a:lnTo>
                  <a:pt x="659333" y="80902"/>
                </a:lnTo>
                <a:lnTo>
                  <a:pt x="659778" y="81022"/>
                </a:lnTo>
                <a:lnTo>
                  <a:pt x="660221" y="81142"/>
                </a:lnTo>
                <a:lnTo>
                  <a:pt x="660659" y="81260"/>
                </a:lnTo>
                <a:lnTo>
                  <a:pt x="661095" y="81377"/>
                </a:lnTo>
                <a:lnTo>
                  <a:pt x="661528" y="81494"/>
                </a:lnTo>
                <a:lnTo>
                  <a:pt x="661957" y="81609"/>
                </a:lnTo>
                <a:lnTo>
                  <a:pt x="662383" y="81724"/>
                </a:lnTo>
                <a:lnTo>
                  <a:pt x="662806" y="81837"/>
                </a:lnTo>
                <a:lnTo>
                  <a:pt x="663225" y="81950"/>
                </a:lnTo>
                <a:lnTo>
                  <a:pt x="663642" y="82061"/>
                </a:lnTo>
                <a:lnTo>
                  <a:pt x="664055" y="82172"/>
                </a:lnTo>
                <a:lnTo>
                  <a:pt x="664465" y="82281"/>
                </a:lnTo>
                <a:lnTo>
                  <a:pt x="664872" y="82390"/>
                </a:lnTo>
                <a:lnTo>
                  <a:pt x="665275" y="82497"/>
                </a:lnTo>
                <a:lnTo>
                  <a:pt x="665676" y="82604"/>
                </a:lnTo>
                <a:lnTo>
                  <a:pt x="666073" y="82709"/>
                </a:lnTo>
                <a:lnTo>
                  <a:pt x="666467" y="82814"/>
                </a:lnTo>
                <a:lnTo>
                  <a:pt x="666857" y="82919"/>
                </a:lnTo>
                <a:lnTo>
                  <a:pt x="667241" y="83025"/>
                </a:lnTo>
                <a:lnTo>
                  <a:pt x="667622" y="83133"/>
                </a:lnTo>
                <a:lnTo>
                  <a:pt x="667997" y="83242"/>
                </a:lnTo>
                <a:lnTo>
                  <a:pt x="668367" y="83353"/>
                </a:lnTo>
                <a:lnTo>
                  <a:pt x="668732" y="83466"/>
                </a:lnTo>
                <a:lnTo>
                  <a:pt x="669093" y="83580"/>
                </a:lnTo>
                <a:lnTo>
                  <a:pt x="669449" y="83695"/>
                </a:lnTo>
                <a:lnTo>
                  <a:pt x="669799" y="83812"/>
                </a:lnTo>
                <a:lnTo>
                  <a:pt x="670145" y="83931"/>
                </a:lnTo>
                <a:lnTo>
                  <a:pt x="670486" y="84051"/>
                </a:lnTo>
                <a:lnTo>
                  <a:pt x="670822" y="84173"/>
                </a:lnTo>
                <a:lnTo>
                  <a:pt x="671153" y="84296"/>
                </a:lnTo>
                <a:lnTo>
                  <a:pt x="671480" y="84421"/>
                </a:lnTo>
                <a:lnTo>
                  <a:pt x="671801" y="84547"/>
                </a:lnTo>
                <a:lnTo>
                  <a:pt x="672118" y="84675"/>
                </a:lnTo>
                <a:lnTo>
                  <a:pt x="672429" y="84804"/>
                </a:lnTo>
                <a:lnTo>
                  <a:pt x="672736" y="84935"/>
                </a:lnTo>
                <a:lnTo>
                  <a:pt x="673038" y="85068"/>
                </a:lnTo>
                <a:lnTo>
                  <a:pt x="673335" y="85202"/>
                </a:lnTo>
                <a:lnTo>
                  <a:pt x="673627" y="85338"/>
                </a:lnTo>
                <a:lnTo>
                  <a:pt x="673914" y="85475"/>
                </a:lnTo>
                <a:lnTo>
                  <a:pt x="674196" y="85614"/>
                </a:lnTo>
                <a:lnTo>
                  <a:pt x="674474" y="85754"/>
                </a:lnTo>
                <a:lnTo>
                  <a:pt x="674746" y="85896"/>
                </a:lnTo>
                <a:lnTo>
                  <a:pt x="675014" y="86041"/>
                </a:lnTo>
                <a:lnTo>
                  <a:pt x="675276" y="86190"/>
                </a:lnTo>
                <a:lnTo>
                  <a:pt x="675533" y="86341"/>
                </a:lnTo>
                <a:lnTo>
                  <a:pt x="675786" y="86495"/>
                </a:lnTo>
                <a:lnTo>
                  <a:pt x="676033" y="86652"/>
                </a:lnTo>
                <a:lnTo>
                  <a:pt x="676275" y="86812"/>
                </a:lnTo>
                <a:lnTo>
                  <a:pt x="676512" y="86975"/>
                </a:lnTo>
                <a:lnTo>
                  <a:pt x="676745" y="87140"/>
                </a:lnTo>
                <a:lnTo>
                  <a:pt x="676972" y="87309"/>
                </a:lnTo>
                <a:lnTo>
                  <a:pt x="677194" y="87481"/>
                </a:lnTo>
                <a:lnTo>
                  <a:pt x="677411" y="87656"/>
                </a:lnTo>
                <a:lnTo>
                  <a:pt x="677623" y="87833"/>
                </a:lnTo>
                <a:lnTo>
                  <a:pt x="677830" y="88014"/>
                </a:lnTo>
                <a:lnTo>
                  <a:pt x="678032" y="88197"/>
                </a:lnTo>
                <a:lnTo>
                  <a:pt x="678229" y="88384"/>
                </a:lnTo>
                <a:lnTo>
                  <a:pt x="678421" y="88573"/>
                </a:lnTo>
                <a:lnTo>
                  <a:pt x="678608" y="88765"/>
                </a:lnTo>
                <a:lnTo>
                  <a:pt x="678790" y="88961"/>
                </a:lnTo>
                <a:lnTo>
                  <a:pt x="678967" y="89159"/>
                </a:lnTo>
                <a:lnTo>
                  <a:pt x="679139" y="89360"/>
                </a:lnTo>
                <a:lnTo>
                  <a:pt x="679305" y="89564"/>
                </a:lnTo>
                <a:lnTo>
                  <a:pt x="679467" y="89771"/>
                </a:lnTo>
                <a:lnTo>
                  <a:pt x="679624" y="89981"/>
                </a:lnTo>
                <a:lnTo>
                  <a:pt x="679775" y="90195"/>
                </a:lnTo>
                <a:lnTo>
                  <a:pt x="679920" y="90414"/>
                </a:lnTo>
                <a:lnTo>
                  <a:pt x="680058" y="90638"/>
                </a:lnTo>
                <a:lnTo>
                  <a:pt x="680189" y="90866"/>
                </a:lnTo>
                <a:lnTo>
                  <a:pt x="680315" y="91100"/>
                </a:lnTo>
                <a:lnTo>
                  <a:pt x="680434" y="91338"/>
                </a:lnTo>
                <a:lnTo>
                  <a:pt x="680546" y="91581"/>
                </a:lnTo>
                <a:lnTo>
                  <a:pt x="680652" y="91829"/>
                </a:lnTo>
                <a:lnTo>
                  <a:pt x="680752" y="92082"/>
                </a:lnTo>
                <a:lnTo>
                  <a:pt x="680845" y="92340"/>
                </a:lnTo>
                <a:lnTo>
                  <a:pt x="680932" y="92603"/>
                </a:lnTo>
                <a:lnTo>
                  <a:pt x="681012" y="92871"/>
                </a:lnTo>
                <a:lnTo>
                  <a:pt x="681086" y="93143"/>
                </a:lnTo>
                <a:lnTo>
                  <a:pt x="681153" y="93421"/>
                </a:lnTo>
                <a:lnTo>
                  <a:pt x="681215" y="93703"/>
                </a:lnTo>
                <a:lnTo>
                  <a:pt x="681269" y="93990"/>
                </a:lnTo>
                <a:lnTo>
                  <a:pt x="681317" y="94282"/>
                </a:lnTo>
                <a:lnTo>
                  <a:pt x="681359" y="94579"/>
                </a:lnTo>
                <a:lnTo>
                  <a:pt x="681394" y="94881"/>
                </a:lnTo>
                <a:lnTo>
                  <a:pt x="681423" y="95188"/>
                </a:lnTo>
                <a:lnTo>
                  <a:pt x="681446" y="95500"/>
                </a:lnTo>
                <a:lnTo>
                  <a:pt x="681462" y="95816"/>
                </a:lnTo>
                <a:lnTo>
                  <a:pt x="681472" y="96138"/>
                </a:lnTo>
                <a:lnTo>
                  <a:pt x="681475" y="96464"/>
                </a:lnTo>
                <a:lnTo>
                  <a:pt x="681472" y="96783"/>
                </a:lnTo>
                <a:lnTo>
                  <a:pt x="681464" y="97097"/>
                </a:lnTo>
                <a:lnTo>
                  <a:pt x="681450" y="97406"/>
                </a:lnTo>
                <a:lnTo>
                  <a:pt x="681431" y="97712"/>
                </a:lnTo>
                <a:lnTo>
                  <a:pt x="681407" y="98013"/>
                </a:lnTo>
                <a:lnTo>
                  <a:pt x="681377" y="98309"/>
                </a:lnTo>
                <a:lnTo>
                  <a:pt x="681341" y="98602"/>
                </a:lnTo>
                <a:lnTo>
                  <a:pt x="681300" y="98890"/>
                </a:lnTo>
                <a:lnTo>
                  <a:pt x="681254" y="99174"/>
                </a:lnTo>
                <a:lnTo>
                  <a:pt x="681202" y="99453"/>
                </a:lnTo>
                <a:lnTo>
                  <a:pt x="681145" y="99729"/>
                </a:lnTo>
                <a:lnTo>
                  <a:pt x="681083" y="99999"/>
                </a:lnTo>
                <a:lnTo>
                  <a:pt x="681014" y="100266"/>
                </a:lnTo>
                <a:lnTo>
                  <a:pt x="680941" y="100528"/>
                </a:lnTo>
                <a:lnTo>
                  <a:pt x="680862" y="100786"/>
                </a:lnTo>
                <a:lnTo>
                  <a:pt x="680777" y="101040"/>
                </a:lnTo>
                <a:lnTo>
                  <a:pt x="680687" y="101289"/>
                </a:lnTo>
                <a:lnTo>
                  <a:pt x="680592" y="101535"/>
                </a:lnTo>
                <a:lnTo>
                  <a:pt x="680491" y="101775"/>
                </a:lnTo>
                <a:lnTo>
                  <a:pt x="680385" y="102012"/>
                </a:lnTo>
                <a:lnTo>
                  <a:pt x="680273" y="102244"/>
                </a:lnTo>
                <a:lnTo>
                  <a:pt x="680156" y="102472"/>
                </a:lnTo>
                <a:lnTo>
                  <a:pt x="680034" y="102695"/>
                </a:lnTo>
                <a:lnTo>
                  <a:pt x="679906" y="102915"/>
                </a:lnTo>
                <a:lnTo>
                  <a:pt x="679773" y="103130"/>
                </a:lnTo>
                <a:lnTo>
                  <a:pt x="679635" y="103342"/>
                </a:lnTo>
                <a:lnTo>
                  <a:pt x="679494" y="103550"/>
                </a:lnTo>
                <a:lnTo>
                  <a:pt x="679348" y="103754"/>
                </a:lnTo>
                <a:lnTo>
                  <a:pt x="679198" y="103955"/>
                </a:lnTo>
                <a:lnTo>
                  <a:pt x="679043" y="104152"/>
                </a:lnTo>
                <a:lnTo>
                  <a:pt x="678884" y="104346"/>
                </a:lnTo>
                <a:lnTo>
                  <a:pt x="678721" y="104536"/>
                </a:lnTo>
                <a:lnTo>
                  <a:pt x="678553" y="104722"/>
                </a:lnTo>
                <a:lnTo>
                  <a:pt x="678381" y="104905"/>
                </a:lnTo>
                <a:lnTo>
                  <a:pt x="678205" y="105084"/>
                </a:lnTo>
                <a:lnTo>
                  <a:pt x="678025" y="105259"/>
                </a:lnTo>
                <a:lnTo>
                  <a:pt x="677840" y="105431"/>
                </a:lnTo>
                <a:lnTo>
                  <a:pt x="677650" y="105599"/>
                </a:lnTo>
                <a:lnTo>
                  <a:pt x="677457" y="105764"/>
                </a:lnTo>
                <a:lnTo>
                  <a:pt x="677259" y="105925"/>
                </a:lnTo>
                <a:lnTo>
                  <a:pt x="677057" y="106082"/>
                </a:lnTo>
                <a:lnTo>
                  <a:pt x="676850" y="106236"/>
                </a:lnTo>
                <a:lnTo>
                  <a:pt x="676639" y="106386"/>
                </a:lnTo>
                <a:lnTo>
                  <a:pt x="676424" y="106532"/>
                </a:lnTo>
                <a:lnTo>
                  <a:pt x="676204" y="106675"/>
                </a:lnTo>
                <a:lnTo>
                  <a:pt x="675981" y="106814"/>
                </a:lnTo>
                <a:lnTo>
                  <a:pt x="675752" y="106950"/>
                </a:lnTo>
                <a:lnTo>
                  <a:pt x="675520" y="107082"/>
                </a:lnTo>
                <a:lnTo>
                  <a:pt x="675283" y="107210"/>
                </a:lnTo>
                <a:lnTo>
                  <a:pt x="675043" y="107336"/>
                </a:lnTo>
                <a:lnTo>
                  <a:pt x="674799" y="107458"/>
                </a:lnTo>
                <a:lnTo>
                  <a:pt x="674551" y="107577"/>
                </a:lnTo>
                <a:lnTo>
                  <a:pt x="674299" y="107692"/>
                </a:lnTo>
                <a:lnTo>
                  <a:pt x="674044" y="107805"/>
                </a:lnTo>
                <a:lnTo>
                  <a:pt x="673784" y="107914"/>
                </a:lnTo>
                <a:lnTo>
                  <a:pt x="673521" y="108021"/>
                </a:lnTo>
                <a:lnTo>
                  <a:pt x="673255" y="108124"/>
                </a:lnTo>
                <a:lnTo>
                  <a:pt x="672984" y="108223"/>
                </a:lnTo>
                <a:lnTo>
                  <a:pt x="672710" y="108320"/>
                </a:lnTo>
                <a:lnTo>
                  <a:pt x="672432" y="108413"/>
                </a:lnTo>
                <a:lnTo>
                  <a:pt x="672150" y="108503"/>
                </a:lnTo>
                <a:lnTo>
                  <a:pt x="671864" y="108590"/>
                </a:lnTo>
                <a:lnTo>
                  <a:pt x="671575" y="108674"/>
                </a:lnTo>
                <a:lnTo>
                  <a:pt x="671282" y="108755"/>
                </a:lnTo>
                <a:lnTo>
                  <a:pt x="670985" y="108832"/>
                </a:lnTo>
                <a:lnTo>
                  <a:pt x="670684" y="108906"/>
                </a:lnTo>
                <a:lnTo>
                  <a:pt x="670379" y="108977"/>
                </a:lnTo>
                <a:lnTo>
                  <a:pt x="670071" y="109045"/>
                </a:lnTo>
                <a:lnTo>
                  <a:pt x="669759" y="109110"/>
                </a:lnTo>
                <a:lnTo>
                  <a:pt x="669443" y="109171"/>
                </a:lnTo>
                <a:lnTo>
                  <a:pt x="669124" y="109230"/>
                </a:lnTo>
                <a:lnTo>
                  <a:pt x="668800" y="109285"/>
                </a:lnTo>
                <a:lnTo>
                  <a:pt x="668474" y="109337"/>
                </a:lnTo>
                <a:lnTo>
                  <a:pt x="668145" y="109387"/>
                </a:lnTo>
                <a:lnTo>
                  <a:pt x="667813" y="109435"/>
                </a:lnTo>
                <a:lnTo>
                  <a:pt x="667478" y="109481"/>
                </a:lnTo>
                <a:lnTo>
                  <a:pt x="667141" y="109524"/>
                </a:lnTo>
                <a:lnTo>
                  <a:pt x="666801" y="109565"/>
                </a:lnTo>
                <a:lnTo>
                  <a:pt x="666459" y="109604"/>
                </a:lnTo>
                <a:lnTo>
                  <a:pt x="666113" y="109641"/>
                </a:lnTo>
                <a:lnTo>
                  <a:pt x="665766" y="109675"/>
                </a:lnTo>
                <a:lnTo>
                  <a:pt x="665415" y="109708"/>
                </a:lnTo>
                <a:lnTo>
                  <a:pt x="665062" y="109738"/>
                </a:lnTo>
                <a:lnTo>
                  <a:pt x="664706" y="109766"/>
                </a:lnTo>
                <a:lnTo>
                  <a:pt x="664348" y="109791"/>
                </a:lnTo>
                <a:lnTo>
                  <a:pt x="663987" y="109815"/>
                </a:lnTo>
                <a:lnTo>
                  <a:pt x="663623" y="109836"/>
                </a:lnTo>
                <a:lnTo>
                  <a:pt x="663257" y="109855"/>
                </a:lnTo>
                <a:lnTo>
                  <a:pt x="662888" y="109871"/>
                </a:lnTo>
                <a:lnTo>
                  <a:pt x="662516" y="109886"/>
                </a:lnTo>
                <a:lnTo>
                  <a:pt x="662142" y="109898"/>
                </a:lnTo>
                <a:lnTo>
                  <a:pt x="661765" y="109908"/>
                </a:lnTo>
                <a:lnTo>
                  <a:pt x="661385" y="109916"/>
                </a:lnTo>
                <a:lnTo>
                  <a:pt x="661003" y="109921"/>
                </a:lnTo>
                <a:lnTo>
                  <a:pt x="660618" y="109925"/>
                </a:lnTo>
                <a:lnTo>
                  <a:pt x="660230" y="109926"/>
                </a:lnTo>
                <a:lnTo>
                  <a:pt x="659379" y="109920"/>
                </a:lnTo>
                <a:lnTo>
                  <a:pt x="658545" y="109903"/>
                </a:lnTo>
                <a:lnTo>
                  <a:pt x="657725" y="109875"/>
                </a:lnTo>
                <a:lnTo>
                  <a:pt x="656922" y="109835"/>
                </a:lnTo>
                <a:lnTo>
                  <a:pt x="656134" y="109784"/>
                </a:lnTo>
                <a:lnTo>
                  <a:pt x="655361" y="109722"/>
                </a:lnTo>
                <a:lnTo>
                  <a:pt x="654605" y="109649"/>
                </a:lnTo>
                <a:lnTo>
                  <a:pt x="653864" y="109564"/>
                </a:lnTo>
                <a:lnTo>
                  <a:pt x="653138" y="109468"/>
                </a:lnTo>
                <a:lnTo>
                  <a:pt x="652429" y="109360"/>
                </a:lnTo>
                <a:lnTo>
                  <a:pt x="651735" y="109241"/>
                </a:lnTo>
                <a:lnTo>
                  <a:pt x="651056" y="109111"/>
                </a:lnTo>
                <a:lnTo>
                  <a:pt x="650393" y="108970"/>
                </a:lnTo>
                <a:lnTo>
                  <a:pt x="649746" y="108817"/>
                </a:lnTo>
                <a:lnTo>
                  <a:pt x="649115" y="108653"/>
                </a:lnTo>
                <a:lnTo>
                  <a:pt x="648499" y="108477"/>
                </a:lnTo>
                <a:lnTo>
                  <a:pt x="647899" y="108291"/>
                </a:lnTo>
                <a:lnTo>
                  <a:pt x="647314" y="108093"/>
                </a:lnTo>
                <a:lnTo>
                  <a:pt x="646745" y="107883"/>
                </a:lnTo>
                <a:lnTo>
                  <a:pt x="646192" y="107663"/>
                </a:lnTo>
                <a:lnTo>
                  <a:pt x="645654" y="107431"/>
                </a:lnTo>
                <a:lnTo>
                  <a:pt x="645132" y="107187"/>
                </a:lnTo>
                <a:lnTo>
                  <a:pt x="644626" y="106933"/>
                </a:lnTo>
                <a:lnTo>
                  <a:pt x="644135" y="106667"/>
                </a:lnTo>
                <a:lnTo>
                  <a:pt x="643659" y="106389"/>
                </a:lnTo>
                <a:lnTo>
                  <a:pt x="643197" y="106098"/>
                </a:lnTo>
                <a:lnTo>
                  <a:pt x="642749" y="105793"/>
                </a:lnTo>
                <a:lnTo>
                  <a:pt x="642314" y="105476"/>
                </a:lnTo>
                <a:lnTo>
                  <a:pt x="641892" y="105146"/>
                </a:lnTo>
                <a:lnTo>
                  <a:pt x="641485" y="104803"/>
                </a:lnTo>
                <a:lnTo>
                  <a:pt x="641091" y="104447"/>
                </a:lnTo>
                <a:lnTo>
                  <a:pt x="640711" y="104078"/>
                </a:lnTo>
                <a:lnTo>
                  <a:pt x="640344" y="103696"/>
                </a:lnTo>
                <a:lnTo>
                  <a:pt x="639992" y="103301"/>
                </a:lnTo>
                <a:lnTo>
                  <a:pt x="639653" y="102893"/>
                </a:lnTo>
                <a:lnTo>
                  <a:pt x="639327" y="102472"/>
                </a:lnTo>
                <a:lnTo>
                  <a:pt x="639015" y="102038"/>
                </a:lnTo>
                <a:lnTo>
                  <a:pt x="638717" y="101591"/>
                </a:lnTo>
                <a:lnTo>
                  <a:pt x="638433" y="101131"/>
                </a:lnTo>
                <a:lnTo>
                  <a:pt x="638163" y="100658"/>
                </a:lnTo>
                <a:lnTo>
                  <a:pt x="637906" y="100172"/>
                </a:lnTo>
                <a:lnTo>
                  <a:pt x="637662" y="99673"/>
                </a:lnTo>
                <a:lnTo>
                  <a:pt x="637433" y="99161"/>
                </a:lnTo>
                <a:lnTo>
                  <a:pt x="637217" y="98636"/>
                </a:lnTo>
                <a:lnTo>
                  <a:pt x="637015" y="98098"/>
                </a:lnTo>
                <a:lnTo>
                  <a:pt x="636826" y="97547"/>
                </a:lnTo>
                <a:lnTo>
                  <a:pt x="636652" y="96983"/>
                </a:lnTo>
                <a:lnTo>
                  <a:pt x="636491" y="96406"/>
                </a:lnTo>
                <a:lnTo>
                  <a:pt x="623695" y="98909"/>
                </a:lnTo>
                <a:lnTo>
                  <a:pt x="623819" y="99417"/>
                </a:lnTo>
                <a:lnTo>
                  <a:pt x="623948" y="99918"/>
                </a:lnTo>
                <a:lnTo>
                  <a:pt x="624083" y="100413"/>
                </a:lnTo>
                <a:lnTo>
                  <a:pt x="624224" y="100901"/>
                </a:lnTo>
                <a:lnTo>
                  <a:pt x="624370" y="101383"/>
                </a:lnTo>
                <a:lnTo>
                  <a:pt x="624523" y="101858"/>
                </a:lnTo>
                <a:lnTo>
                  <a:pt x="624681" y="102327"/>
                </a:lnTo>
                <a:lnTo>
                  <a:pt x="624844" y="102789"/>
                </a:lnTo>
                <a:lnTo>
                  <a:pt x="625014" y="103244"/>
                </a:lnTo>
                <a:lnTo>
                  <a:pt x="625189" y="103693"/>
                </a:lnTo>
                <a:lnTo>
                  <a:pt x="625370" y="104135"/>
                </a:lnTo>
                <a:lnTo>
                  <a:pt x="625556" y="104571"/>
                </a:lnTo>
                <a:lnTo>
                  <a:pt x="625749" y="105000"/>
                </a:lnTo>
                <a:lnTo>
                  <a:pt x="625947" y="105422"/>
                </a:lnTo>
                <a:lnTo>
                  <a:pt x="626150" y="105838"/>
                </a:lnTo>
                <a:lnTo>
                  <a:pt x="626360" y="106247"/>
                </a:lnTo>
                <a:lnTo>
                  <a:pt x="626575" y="106650"/>
                </a:lnTo>
                <a:lnTo>
                  <a:pt x="626796" y="107046"/>
                </a:lnTo>
                <a:lnTo>
                  <a:pt x="627023" y="107436"/>
                </a:lnTo>
                <a:lnTo>
                  <a:pt x="627255" y="107819"/>
                </a:lnTo>
                <a:lnTo>
                  <a:pt x="627493" y="108195"/>
                </a:lnTo>
                <a:lnTo>
                  <a:pt x="627737" y="108565"/>
                </a:lnTo>
                <a:lnTo>
                  <a:pt x="627987" y="108928"/>
                </a:lnTo>
                <a:lnTo>
                  <a:pt x="628242" y="109285"/>
                </a:lnTo>
                <a:lnTo>
                  <a:pt x="628503" y="109635"/>
                </a:lnTo>
                <a:lnTo>
                  <a:pt x="628769" y="109979"/>
                </a:lnTo>
                <a:lnTo>
                  <a:pt x="629040" y="110318"/>
                </a:lnTo>
                <a:lnTo>
                  <a:pt x="629316" y="110651"/>
                </a:lnTo>
                <a:lnTo>
                  <a:pt x="629598" y="110978"/>
                </a:lnTo>
                <a:lnTo>
                  <a:pt x="629884" y="111300"/>
                </a:lnTo>
                <a:lnTo>
                  <a:pt x="630176" y="111616"/>
                </a:lnTo>
                <a:lnTo>
                  <a:pt x="630473" y="111926"/>
                </a:lnTo>
                <a:lnTo>
                  <a:pt x="630775" y="112230"/>
                </a:lnTo>
                <a:lnTo>
                  <a:pt x="631082" y="112529"/>
                </a:lnTo>
                <a:lnTo>
                  <a:pt x="631395" y="112822"/>
                </a:lnTo>
                <a:lnTo>
                  <a:pt x="631712" y="113109"/>
                </a:lnTo>
                <a:lnTo>
                  <a:pt x="632035" y="113390"/>
                </a:lnTo>
                <a:lnTo>
                  <a:pt x="632363" y="113666"/>
                </a:lnTo>
                <a:lnTo>
                  <a:pt x="632696" y="113936"/>
                </a:lnTo>
                <a:lnTo>
                  <a:pt x="633035" y="114200"/>
                </a:lnTo>
                <a:lnTo>
                  <a:pt x="633378" y="114459"/>
                </a:lnTo>
                <a:lnTo>
                  <a:pt x="633727" y="114711"/>
                </a:lnTo>
                <a:lnTo>
                  <a:pt x="634081" y="114958"/>
                </a:lnTo>
                <a:lnTo>
                  <a:pt x="634440" y="115200"/>
                </a:lnTo>
                <a:lnTo>
                  <a:pt x="634804" y="115435"/>
                </a:lnTo>
                <a:lnTo>
                  <a:pt x="635173" y="115665"/>
                </a:lnTo>
                <a:lnTo>
                  <a:pt x="635548" y="115889"/>
                </a:lnTo>
                <a:lnTo>
                  <a:pt x="635927" y="116107"/>
                </a:lnTo>
                <a:lnTo>
                  <a:pt x="636312" y="116320"/>
                </a:lnTo>
                <a:lnTo>
                  <a:pt x="636702" y="116528"/>
                </a:lnTo>
                <a:lnTo>
                  <a:pt x="637097" y="116731"/>
                </a:lnTo>
                <a:lnTo>
                  <a:pt x="637498" y="116929"/>
                </a:lnTo>
                <a:lnTo>
                  <a:pt x="637903" y="117122"/>
                </a:lnTo>
                <a:lnTo>
                  <a:pt x="638314" y="117310"/>
                </a:lnTo>
                <a:lnTo>
                  <a:pt x="638730" y="117494"/>
                </a:lnTo>
                <a:lnTo>
                  <a:pt x="639151" y="117672"/>
                </a:lnTo>
                <a:lnTo>
                  <a:pt x="639577" y="117845"/>
                </a:lnTo>
                <a:lnTo>
                  <a:pt x="640008" y="118014"/>
                </a:lnTo>
                <a:lnTo>
                  <a:pt x="640445" y="118178"/>
                </a:lnTo>
                <a:lnTo>
                  <a:pt x="640886" y="118337"/>
                </a:lnTo>
                <a:lnTo>
                  <a:pt x="641333" y="118490"/>
                </a:lnTo>
                <a:lnTo>
                  <a:pt x="641785" y="118639"/>
                </a:lnTo>
                <a:lnTo>
                  <a:pt x="642242" y="118783"/>
                </a:lnTo>
                <a:lnTo>
                  <a:pt x="642705" y="118923"/>
                </a:lnTo>
                <a:lnTo>
                  <a:pt x="643172" y="119057"/>
                </a:lnTo>
                <a:lnTo>
                  <a:pt x="643645" y="119186"/>
                </a:lnTo>
                <a:lnTo>
                  <a:pt x="644123" y="119311"/>
                </a:lnTo>
                <a:lnTo>
                  <a:pt x="644606" y="119430"/>
                </a:lnTo>
                <a:lnTo>
                  <a:pt x="645094" y="119545"/>
                </a:lnTo>
                <a:lnTo>
                  <a:pt x="645588" y="119655"/>
                </a:lnTo>
                <a:lnTo>
                  <a:pt x="646086" y="119759"/>
                </a:lnTo>
                <a:lnTo>
                  <a:pt x="646590" y="119859"/>
                </a:lnTo>
                <a:lnTo>
                  <a:pt x="647099" y="119955"/>
                </a:lnTo>
                <a:lnTo>
                  <a:pt x="647613" y="120046"/>
                </a:lnTo>
                <a:lnTo>
                  <a:pt x="648132" y="120134"/>
                </a:lnTo>
                <a:lnTo>
                  <a:pt x="648656" y="120217"/>
                </a:lnTo>
                <a:lnTo>
                  <a:pt x="649186" y="120297"/>
                </a:lnTo>
                <a:lnTo>
                  <a:pt x="649721" y="120372"/>
                </a:lnTo>
                <a:lnTo>
                  <a:pt x="650261" y="120443"/>
                </a:lnTo>
                <a:lnTo>
                  <a:pt x="650806" y="120510"/>
                </a:lnTo>
                <a:lnTo>
                  <a:pt x="651356" y="120573"/>
                </a:lnTo>
                <a:lnTo>
                  <a:pt x="651911" y="120632"/>
                </a:lnTo>
                <a:lnTo>
                  <a:pt x="652472" y="120687"/>
                </a:lnTo>
                <a:lnTo>
                  <a:pt x="653038" y="120738"/>
                </a:lnTo>
                <a:lnTo>
                  <a:pt x="653609" y="120785"/>
                </a:lnTo>
                <a:lnTo>
                  <a:pt x="654185" y="120828"/>
                </a:lnTo>
                <a:lnTo>
                  <a:pt x="654766" y="120866"/>
                </a:lnTo>
                <a:lnTo>
                  <a:pt x="655352" y="120901"/>
                </a:lnTo>
                <a:lnTo>
                  <a:pt x="655944" y="120931"/>
                </a:lnTo>
                <a:lnTo>
                  <a:pt x="656541" y="120958"/>
                </a:lnTo>
                <a:lnTo>
                  <a:pt x="657143" y="120980"/>
                </a:lnTo>
                <a:lnTo>
                  <a:pt x="657750" y="120999"/>
                </a:lnTo>
                <a:lnTo>
                  <a:pt x="658362" y="121013"/>
                </a:lnTo>
                <a:lnTo>
                  <a:pt x="658980" y="121023"/>
                </a:lnTo>
                <a:lnTo>
                  <a:pt x="659602" y="121029"/>
                </a:lnTo>
                <a:lnTo>
                  <a:pt x="660230" y="121031"/>
                </a:lnTo>
                <a:lnTo>
                  <a:pt x="660931" y="121028"/>
                </a:lnTo>
                <a:lnTo>
                  <a:pt x="661625" y="121019"/>
                </a:lnTo>
                <a:lnTo>
                  <a:pt x="662313" y="121004"/>
                </a:lnTo>
                <a:lnTo>
                  <a:pt x="662994" y="120983"/>
                </a:lnTo>
                <a:lnTo>
                  <a:pt x="663669" y="120956"/>
                </a:lnTo>
                <a:lnTo>
                  <a:pt x="664337" y="120923"/>
                </a:lnTo>
                <a:lnTo>
                  <a:pt x="664998" y="120884"/>
                </a:lnTo>
                <a:lnTo>
                  <a:pt x="665653" y="120839"/>
                </a:lnTo>
                <a:lnTo>
                  <a:pt x="666301" y="120788"/>
                </a:lnTo>
                <a:lnTo>
                  <a:pt x="666943" y="120731"/>
                </a:lnTo>
                <a:lnTo>
                  <a:pt x="667578" y="120668"/>
                </a:lnTo>
                <a:lnTo>
                  <a:pt x="668207" y="120599"/>
                </a:lnTo>
                <a:lnTo>
                  <a:pt x="668829" y="120524"/>
                </a:lnTo>
                <a:lnTo>
                  <a:pt x="669444" y="120442"/>
                </a:lnTo>
                <a:lnTo>
                  <a:pt x="670053" y="120355"/>
                </a:lnTo>
                <a:lnTo>
                  <a:pt x="670656" y="120262"/>
                </a:lnTo>
                <a:lnTo>
                  <a:pt x="671251" y="120163"/>
                </a:lnTo>
                <a:lnTo>
                  <a:pt x="671841" y="120058"/>
                </a:lnTo>
                <a:lnTo>
                  <a:pt x="672423" y="119947"/>
                </a:lnTo>
                <a:lnTo>
                  <a:pt x="672999" y="119830"/>
                </a:lnTo>
                <a:lnTo>
                  <a:pt x="673569" y="119706"/>
                </a:lnTo>
                <a:lnTo>
                  <a:pt x="674132" y="119577"/>
                </a:lnTo>
                <a:lnTo>
                  <a:pt x="674688" y="119442"/>
                </a:lnTo>
                <a:lnTo>
                  <a:pt x="675238" y="119301"/>
                </a:lnTo>
                <a:lnTo>
                  <a:pt x="675781" y="119154"/>
                </a:lnTo>
                <a:lnTo>
                  <a:pt x="676317" y="119002"/>
                </a:lnTo>
                <a:lnTo>
                  <a:pt x="676846" y="118844"/>
                </a:lnTo>
                <a:lnTo>
                  <a:pt x="677367" y="118681"/>
                </a:lnTo>
                <a:lnTo>
                  <a:pt x="677882" y="118513"/>
                </a:lnTo>
                <a:lnTo>
                  <a:pt x="678389" y="118339"/>
                </a:lnTo>
                <a:lnTo>
                  <a:pt x="678889" y="118160"/>
                </a:lnTo>
                <a:lnTo>
                  <a:pt x="679383" y="117976"/>
                </a:lnTo>
                <a:lnTo>
                  <a:pt x="679869" y="117786"/>
                </a:lnTo>
                <a:lnTo>
                  <a:pt x="680347" y="117592"/>
                </a:lnTo>
                <a:lnTo>
                  <a:pt x="680819" y="117391"/>
                </a:lnTo>
                <a:lnTo>
                  <a:pt x="681284" y="117186"/>
                </a:lnTo>
                <a:lnTo>
                  <a:pt x="681741" y="116975"/>
                </a:lnTo>
                <a:lnTo>
                  <a:pt x="682192" y="116759"/>
                </a:lnTo>
                <a:lnTo>
                  <a:pt x="682635" y="116538"/>
                </a:lnTo>
                <a:lnTo>
                  <a:pt x="683071" y="116311"/>
                </a:lnTo>
                <a:lnTo>
                  <a:pt x="683500" y="116079"/>
                </a:lnTo>
                <a:lnTo>
                  <a:pt x="683922" y="115842"/>
                </a:lnTo>
                <a:lnTo>
                  <a:pt x="684336" y="115599"/>
                </a:lnTo>
                <a:lnTo>
                  <a:pt x="684744" y="115351"/>
                </a:lnTo>
                <a:lnTo>
                  <a:pt x="685145" y="115098"/>
                </a:lnTo>
                <a:lnTo>
                  <a:pt x="685538" y="114840"/>
                </a:lnTo>
                <a:lnTo>
                  <a:pt x="685924" y="114576"/>
                </a:lnTo>
                <a:lnTo>
                  <a:pt x="686303" y="114307"/>
                </a:lnTo>
                <a:lnTo>
                  <a:pt x="686675" y="114032"/>
                </a:lnTo>
                <a:lnTo>
                  <a:pt x="687039" y="113752"/>
                </a:lnTo>
                <a:lnTo>
                  <a:pt x="687396" y="113467"/>
                </a:lnTo>
                <a:lnTo>
                  <a:pt x="687746" y="113176"/>
                </a:lnTo>
                <a:lnTo>
                  <a:pt x="688088" y="112880"/>
                </a:lnTo>
                <a:lnTo>
                  <a:pt x="688423" y="112579"/>
                </a:lnTo>
                <a:lnTo>
                  <a:pt x="688751" y="112273"/>
                </a:lnTo>
                <a:lnTo>
                  <a:pt x="689071" y="111961"/>
                </a:lnTo>
                <a:lnTo>
                  <a:pt x="689383" y="111644"/>
                </a:lnTo>
                <a:lnTo>
                  <a:pt x="689688" y="111321"/>
                </a:lnTo>
                <a:lnTo>
                  <a:pt x="689986" y="110994"/>
                </a:lnTo>
                <a:lnTo>
                  <a:pt x="690277" y="110661"/>
                </a:lnTo>
                <a:lnTo>
                  <a:pt x="690560" y="110323"/>
                </a:lnTo>
                <a:lnTo>
                  <a:pt x="690835" y="109979"/>
                </a:lnTo>
                <a:lnTo>
                  <a:pt x="691103" y="109630"/>
                </a:lnTo>
                <a:lnTo>
                  <a:pt x="691364" y="109276"/>
                </a:lnTo>
                <a:lnTo>
                  <a:pt x="691617" y="108916"/>
                </a:lnTo>
                <a:lnTo>
                  <a:pt x="691863" y="108552"/>
                </a:lnTo>
                <a:lnTo>
                  <a:pt x="692102" y="108182"/>
                </a:lnTo>
                <a:lnTo>
                  <a:pt x="692333" y="107806"/>
                </a:lnTo>
                <a:lnTo>
                  <a:pt x="692557" y="107426"/>
                </a:lnTo>
                <a:lnTo>
                  <a:pt x="692773" y="107040"/>
                </a:lnTo>
                <a:lnTo>
                  <a:pt x="692982" y="106648"/>
                </a:lnTo>
                <a:lnTo>
                  <a:pt x="693184" y="106252"/>
                </a:lnTo>
                <a:lnTo>
                  <a:pt x="693377" y="105850"/>
                </a:lnTo>
                <a:lnTo>
                  <a:pt x="693563" y="105444"/>
                </a:lnTo>
                <a:lnTo>
                  <a:pt x="693740" y="105033"/>
                </a:lnTo>
                <a:lnTo>
                  <a:pt x="693909" y="104617"/>
                </a:lnTo>
                <a:lnTo>
                  <a:pt x="694070" y="104197"/>
                </a:lnTo>
                <a:lnTo>
                  <a:pt x="694222" y="103772"/>
                </a:lnTo>
                <a:lnTo>
                  <a:pt x="694366" y="103343"/>
                </a:lnTo>
                <a:lnTo>
                  <a:pt x="694502" y="102909"/>
                </a:lnTo>
                <a:lnTo>
                  <a:pt x="694630" y="102470"/>
                </a:lnTo>
                <a:lnTo>
                  <a:pt x="694750" y="102027"/>
                </a:lnTo>
                <a:lnTo>
                  <a:pt x="694861" y="101579"/>
                </a:lnTo>
                <a:lnTo>
                  <a:pt x="694964" y="101127"/>
                </a:lnTo>
                <a:lnTo>
                  <a:pt x="695059" y="100670"/>
                </a:lnTo>
                <a:lnTo>
                  <a:pt x="695145" y="100208"/>
                </a:lnTo>
                <a:lnTo>
                  <a:pt x="695224" y="99742"/>
                </a:lnTo>
                <a:lnTo>
                  <a:pt x="695294" y="99271"/>
                </a:lnTo>
                <a:lnTo>
                  <a:pt x="695356" y="98795"/>
                </a:lnTo>
                <a:lnTo>
                  <a:pt x="695409" y="98315"/>
                </a:lnTo>
                <a:lnTo>
                  <a:pt x="695455" y="97830"/>
                </a:lnTo>
                <a:lnTo>
                  <a:pt x="695492" y="97341"/>
                </a:lnTo>
                <a:lnTo>
                  <a:pt x="695520" y="96847"/>
                </a:lnTo>
                <a:lnTo>
                  <a:pt x="695541" y="96349"/>
                </a:lnTo>
                <a:lnTo>
                  <a:pt x="695553" y="95845"/>
                </a:lnTo>
                <a:lnTo>
                  <a:pt x="695558" y="95338"/>
                </a:lnTo>
                <a:lnTo>
                  <a:pt x="695555" y="94950"/>
                </a:lnTo>
                <a:lnTo>
                  <a:pt x="695548" y="94567"/>
                </a:lnTo>
                <a:lnTo>
                  <a:pt x="695537" y="94187"/>
                </a:lnTo>
                <a:lnTo>
                  <a:pt x="695521" y="93812"/>
                </a:lnTo>
                <a:lnTo>
                  <a:pt x="695500" y="93440"/>
                </a:lnTo>
                <a:lnTo>
                  <a:pt x="695475" y="93072"/>
                </a:lnTo>
                <a:close/>
                <a:moveTo>
                  <a:pt x="540412" y="82700"/>
                </a:moveTo>
                <a:lnTo>
                  <a:pt x="540340" y="82912"/>
                </a:lnTo>
                <a:lnTo>
                  <a:pt x="540266" y="83127"/>
                </a:lnTo>
                <a:lnTo>
                  <a:pt x="540192" y="83345"/>
                </a:lnTo>
                <a:lnTo>
                  <a:pt x="540115" y="83566"/>
                </a:lnTo>
                <a:lnTo>
                  <a:pt x="540038" y="83790"/>
                </a:lnTo>
                <a:lnTo>
                  <a:pt x="539959" y="84017"/>
                </a:lnTo>
                <a:lnTo>
                  <a:pt x="539879" y="84248"/>
                </a:lnTo>
                <a:lnTo>
                  <a:pt x="539797" y="84481"/>
                </a:lnTo>
                <a:lnTo>
                  <a:pt x="539714" y="84718"/>
                </a:lnTo>
                <a:lnTo>
                  <a:pt x="539629" y="84957"/>
                </a:lnTo>
                <a:lnTo>
                  <a:pt x="539543" y="85200"/>
                </a:lnTo>
                <a:lnTo>
                  <a:pt x="539456" y="85446"/>
                </a:lnTo>
                <a:lnTo>
                  <a:pt x="539367" y="85695"/>
                </a:lnTo>
                <a:lnTo>
                  <a:pt x="539277" y="85947"/>
                </a:lnTo>
                <a:lnTo>
                  <a:pt x="539186" y="86201"/>
                </a:lnTo>
                <a:lnTo>
                  <a:pt x="539093" y="86460"/>
                </a:lnTo>
                <a:lnTo>
                  <a:pt x="538999" y="86721"/>
                </a:lnTo>
                <a:lnTo>
                  <a:pt x="538903" y="86985"/>
                </a:lnTo>
                <a:lnTo>
                  <a:pt x="538806" y="87252"/>
                </a:lnTo>
                <a:lnTo>
                  <a:pt x="538707" y="87522"/>
                </a:lnTo>
                <a:lnTo>
                  <a:pt x="538607" y="87796"/>
                </a:lnTo>
                <a:lnTo>
                  <a:pt x="538507" y="88071"/>
                </a:lnTo>
                <a:lnTo>
                  <a:pt x="538406" y="88345"/>
                </a:lnTo>
                <a:lnTo>
                  <a:pt x="538306" y="88619"/>
                </a:lnTo>
                <a:lnTo>
                  <a:pt x="538206" y="88893"/>
                </a:lnTo>
                <a:lnTo>
                  <a:pt x="538106" y="89167"/>
                </a:lnTo>
                <a:lnTo>
                  <a:pt x="538006" y="89441"/>
                </a:lnTo>
                <a:lnTo>
                  <a:pt x="537907" y="89714"/>
                </a:lnTo>
                <a:lnTo>
                  <a:pt x="537807" y="89987"/>
                </a:lnTo>
                <a:lnTo>
                  <a:pt x="537708" y="90259"/>
                </a:lnTo>
                <a:lnTo>
                  <a:pt x="537608" y="90531"/>
                </a:lnTo>
                <a:lnTo>
                  <a:pt x="537509" y="90803"/>
                </a:lnTo>
                <a:lnTo>
                  <a:pt x="537410" y="91075"/>
                </a:lnTo>
                <a:lnTo>
                  <a:pt x="537311" y="91347"/>
                </a:lnTo>
                <a:lnTo>
                  <a:pt x="537213" y="91618"/>
                </a:lnTo>
                <a:lnTo>
                  <a:pt x="537114" y="91889"/>
                </a:lnTo>
                <a:lnTo>
                  <a:pt x="537016" y="92159"/>
                </a:lnTo>
                <a:lnTo>
                  <a:pt x="536917" y="92430"/>
                </a:lnTo>
                <a:lnTo>
                  <a:pt x="536819" y="92700"/>
                </a:lnTo>
                <a:lnTo>
                  <a:pt x="536721" y="92969"/>
                </a:lnTo>
                <a:lnTo>
                  <a:pt x="536623" y="93239"/>
                </a:lnTo>
                <a:lnTo>
                  <a:pt x="536526" y="93508"/>
                </a:lnTo>
                <a:lnTo>
                  <a:pt x="536428" y="93777"/>
                </a:lnTo>
                <a:lnTo>
                  <a:pt x="536331" y="94046"/>
                </a:lnTo>
                <a:lnTo>
                  <a:pt x="536233" y="94314"/>
                </a:lnTo>
                <a:lnTo>
                  <a:pt x="536137" y="94581"/>
                </a:lnTo>
                <a:lnTo>
                  <a:pt x="536041" y="94846"/>
                </a:lnTo>
                <a:lnTo>
                  <a:pt x="535945" y="95109"/>
                </a:lnTo>
                <a:lnTo>
                  <a:pt x="535851" y="95370"/>
                </a:lnTo>
                <a:lnTo>
                  <a:pt x="535758" y="95629"/>
                </a:lnTo>
                <a:lnTo>
                  <a:pt x="535665" y="95886"/>
                </a:lnTo>
                <a:lnTo>
                  <a:pt x="535573" y="96141"/>
                </a:lnTo>
                <a:lnTo>
                  <a:pt x="535482" y="96393"/>
                </a:lnTo>
                <a:lnTo>
                  <a:pt x="535392" y="96643"/>
                </a:lnTo>
                <a:lnTo>
                  <a:pt x="535303" y="96892"/>
                </a:lnTo>
                <a:lnTo>
                  <a:pt x="535214" y="97138"/>
                </a:lnTo>
                <a:lnTo>
                  <a:pt x="535127" y="97382"/>
                </a:lnTo>
                <a:lnTo>
                  <a:pt x="535040" y="97624"/>
                </a:lnTo>
                <a:lnTo>
                  <a:pt x="534954" y="97864"/>
                </a:lnTo>
                <a:lnTo>
                  <a:pt x="534869" y="98102"/>
                </a:lnTo>
                <a:lnTo>
                  <a:pt x="534785" y="98338"/>
                </a:lnTo>
                <a:lnTo>
                  <a:pt x="534701" y="98571"/>
                </a:lnTo>
                <a:lnTo>
                  <a:pt x="534619" y="98803"/>
                </a:lnTo>
                <a:lnTo>
                  <a:pt x="534537" y="99033"/>
                </a:lnTo>
                <a:lnTo>
                  <a:pt x="534456" y="99260"/>
                </a:lnTo>
                <a:lnTo>
                  <a:pt x="534376" y="99485"/>
                </a:lnTo>
                <a:lnTo>
                  <a:pt x="534297" y="99708"/>
                </a:lnTo>
                <a:lnTo>
                  <a:pt x="534219" y="99929"/>
                </a:lnTo>
                <a:lnTo>
                  <a:pt x="534141" y="100148"/>
                </a:lnTo>
                <a:lnTo>
                  <a:pt x="534065" y="100363"/>
                </a:lnTo>
                <a:lnTo>
                  <a:pt x="533992" y="100572"/>
                </a:lnTo>
                <a:lnTo>
                  <a:pt x="533920" y="100775"/>
                </a:lnTo>
                <a:lnTo>
                  <a:pt x="533852" y="100972"/>
                </a:lnTo>
                <a:lnTo>
                  <a:pt x="533785" y="101163"/>
                </a:lnTo>
                <a:lnTo>
                  <a:pt x="533721" y="101348"/>
                </a:lnTo>
                <a:lnTo>
                  <a:pt x="533659" y="101527"/>
                </a:lnTo>
                <a:lnTo>
                  <a:pt x="533600" y="101700"/>
                </a:lnTo>
                <a:lnTo>
                  <a:pt x="533543" y="101867"/>
                </a:lnTo>
                <a:lnTo>
                  <a:pt x="533489" y="102028"/>
                </a:lnTo>
                <a:lnTo>
                  <a:pt x="533436" y="102182"/>
                </a:lnTo>
                <a:lnTo>
                  <a:pt x="533387" y="102331"/>
                </a:lnTo>
                <a:lnTo>
                  <a:pt x="533339" y="102474"/>
                </a:lnTo>
                <a:lnTo>
                  <a:pt x="533294" y="102611"/>
                </a:lnTo>
                <a:lnTo>
                  <a:pt x="533251" y="102742"/>
                </a:lnTo>
                <a:lnTo>
                  <a:pt x="533211" y="102867"/>
                </a:lnTo>
                <a:lnTo>
                  <a:pt x="533173" y="102985"/>
                </a:lnTo>
                <a:lnTo>
                  <a:pt x="533138" y="103098"/>
                </a:lnTo>
                <a:lnTo>
                  <a:pt x="533104" y="103205"/>
                </a:lnTo>
                <a:lnTo>
                  <a:pt x="533074" y="103306"/>
                </a:lnTo>
                <a:lnTo>
                  <a:pt x="533045" y="103401"/>
                </a:lnTo>
                <a:lnTo>
                  <a:pt x="533019" y="103489"/>
                </a:lnTo>
                <a:lnTo>
                  <a:pt x="532996" y="103572"/>
                </a:lnTo>
                <a:lnTo>
                  <a:pt x="532974" y="103649"/>
                </a:lnTo>
                <a:lnTo>
                  <a:pt x="532959" y="103585"/>
                </a:lnTo>
                <a:lnTo>
                  <a:pt x="532942" y="103513"/>
                </a:lnTo>
                <a:lnTo>
                  <a:pt x="532921" y="103434"/>
                </a:lnTo>
                <a:lnTo>
                  <a:pt x="532898" y="103347"/>
                </a:lnTo>
                <a:lnTo>
                  <a:pt x="532872" y="103253"/>
                </a:lnTo>
                <a:lnTo>
                  <a:pt x="532843" y="103151"/>
                </a:lnTo>
                <a:lnTo>
                  <a:pt x="532812" y="103042"/>
                </a:lnTo>
                <a:lnTo>
                  <a:pt x="532778" y="102925"/>
                </a:lnTo>
                <a:lnTo>
                  <a:pt x="532740" y="102800"/>
                </a:lnTo>
                <a:lnTo>
                  <a:pt x="532700" y="102668"/>
                </a:lnTo>
                <a:lnTo>
                  <a:pt x="532658" y="102529"/>
                </a:lnTo>
                <a:lnTo>
                  <a:pt x="532612" y="102382"/>
                </a:lnTo>
                <a:lnTo>
                  <a:pt x="532564" y="102227"/>
                </a:lnTo>
                <a:lnTo>
                  <a:pt x="532513" y="102065"/>
                </a:lnTo>
                <a:lnTo>
                  <a:pt x="532459" y="101895"/>
                </a:lnTo>
                <a:lnTo>
                  <a:pt x="532402" y="101718"/>
                </a:lnTo>
                <a:lnTo>
                  <a:pt x="532342" y="101533"/>
                </a:lnTo>
                <a:lnTo>
                  <a:pt x="532280" y="101340"/>
                </a:lnTo>
                <a:lnTo>
                  <a:pt x="532215" y="101141"/>
                </a:lnTo>
                <a:lnTo>
                  <a:pt x="532147" y="100933"/>
                </a:lnTo>
                <a:lnTo>
                  <a:pt x="532076" y="100718"/>
                </a:lnTo>
                <a:lnTo>
                  <a:pt x="532003" y="100495"/>
                </a:lnTo>
                <a:lnTo>
                  <a:pt x="531927" y="100265"/>
                </a:lnTo>
                <a:lnTo>
                  <a:pt x="531848" y="100028"/>
                </a:lnTo>
                <a:lnTo>
                  <a:pt x="531767" y="99785"/>
                </a:lnTo>
                <a:lnTo>
                  <a:pt x="531685" y="99540"/>
                </a:lnTo>
                <a:lnTo>
                  <a:pt x="531602" y="99292"/>
                </a:lnTo>
                <a:lnTo>
                  <a:pt x="531518" y="99042"/>
                </a:lnTo>
                <a:lnTo>
                  <a:pt x="531433" y="98789"/>
                </a:lnTo>
                <a:lnTo>
                  <a:pt x="531347" y="98534"/>
                </a:lnTo>
                <a:lnTo>
                  <a:pt x="531260" y="98276"/>
                </a:lnTo>
                <a:lnTo>
                  <a:pt x="531173" y="98016"/>
                </a:lnTo>
                <a:lnTo>
                  <a:pt x="531084" y="97753"/>
                </a:lnTo>
                <a:lnTo>
                  <a:pt x="530994" y="97488"/>
                </a:lnTo>
                <a:lnTo>
                  <a:pt x="530903" y="97220"/>
                </a:lnTo>
                <a:lnTo>
                  <a:pt x="530812" y="96950"/>
                </a:lnTo>
                <a:lnTo>
                  <a:pt x="530719" y="96677"/>
                </a:lnTo>
                <a:lnTo>
                  <a:pt x="530625" y="96401"/>
                </a:lnTo>
                <a:lnTo>
                  <a:pt x="530530" y="96124"/>
                </a:lnTo>
                <a:lnTo>
                  <a:pt x="530435" y="95843"/>
                </a:lnTo>
                <a:lnTo>
                  <a:pt x="530338" y="95560"/>
                </a:lnTo>
                <a:lnTo>
                  <a:pt x="530241" y="95275"/>
                </a:lnTo>
                <a:lnTo>
                  <a:pt x="530142" y="94987"/>
                </a:lnTo>
                <a:lnTo>
                  <a:pt x="530043" y="94696"/>
                </a:lnTo>
                <a:lnTo>
                  <a:pt x="529942" y="94403"/>
                </a:lnTo>
                <a:lnTo>
                  <a:pt x="529841" y="94108"/>
                </a:lnTo>
                <a:lnTo>
                  <a:pt x="529738" y="93810"/>
                </a:lnTo>
                <a:lnTo>
                  <a:pt x="529635" y="93509"/>
                </a:lnTo>
                <a:lnTo>
                  <a:pt x="529531" y="93208"/>
                </a:lnTo>
                <a:lnTo>
                  <a:pt x="529427" y="92906"/>
                </a:lnTo>
                <a:lnTo>
                  <a:pt x="529323" y="92604"/>
                </a:lnTo>
                <a:lnTo>
                  <a:pt x="529219" y="92302"/>
                </a:lnTo>
                <a:lnTo>
                  <a:pt x="529115" y="92001"/>
                </a:lnTo>
                <a:lnTo>
                  <a:pt x="529011" y="91699"/>
                </a:lnTo>
                <a:lnTo>
                  <a:pt x="528907" y="91397"/>
                </a:lnTo>
                <a:lnTo>
                  <a:pt x="528803" y="91095"/>
                </a:lnTo>
                <a:lnTo>
                  <a:pt x="528699" y="90793"/>
                </a:lnTo>
                <a:lnTo>
                  <a:pt x="528595" y="90492"/>
                </a:lnTo>
                <a:lnTo>
                  <a:pt x="528491" y="90190"/>
                </a:lnTo>
                <a:lnTo>
                  <a:pt x="528387" y="89888"/>
                </a:lnTo>
                <a:lnTo>
                  <a:pt x="528283" y="89586"/>
                </a:lnTo>
                <a:lnTo>
                  <a:pt x="528179" y="89285"/>
                </a:lnTo>
                <a:lnTo>
                  <a:pt x="528075" y="88983"/>
                </a:lnTo>
                <a:lnTo>
                  <a:pt x="527971" y="88681"/>
                </a:lnTo>
                <a:lnTo>
                  <a:pt x="527868" y="88379"/>
                </a:lnTo>
                <a:lnTo>
                  <a:pt x="527764" y="88078"/>
                </a:lnTo>
                <a:lnTo>
                  <a:pt x="527660" y="87776"/>
                </a:lnTo>
                <a:lnTo>
                  <a:pt x="527556" y="87474"/>
                </a:lnTo>
                <a:lnTo>
                  <a:pt x="527452" y="87172"/>
                </a:lnTo>
                <a:lnTo>
                  <a:pt x="527348" y="86870"/>
                </a:lnTo>
                <a:lnTo>
                  <a:pt x="527244" y="86569"/>
                </a:lnTo>
                <a:lnTo>
                  <a:pt x="527140" y="86267"/>
                </a:lnTo>
                <a:lnTo>
                  <a:pt x="527037" y="85968"/>
                </a:lnTo>
                <a:lnTo>
                  <a:pt x="526935" y="85673"/>
                </a:lnTo>
                <a:lnTo>
                  <a:pt x="526835" y="85384"/>
                </a:lnTo>
                <a:lnTo>
                  <a:pt x="526736" y="85100"/>
                </a:lnTo>
                <a:lnTo>
                  <a:pt x="526639" y="84821"/>
                </a:lnTo>
                <a:lnTo>
                  <a:pt x="526544" y="84547"/>
                </a:lnTo>
                <a:lnTo>
                  <a:pt x="526450" y="84278"/>
                </a:lnTo>
                <a:lnTo>
                  <a:pt x="526358" y="84014"/>
                </a:lnTo>
                <a:lnTo>
                  <a:pt x="526267" y="83755"/>
                </a:lnTo>
                <a:lnTo>
                  <a:pt x="526177" y="83501"/>
                </a:lnTo>
                <a:lnTo>
                  <a:pt x="526090" y="83252"/>
                </a:lnTo>
                <a:lnTo>
                  <a:pt x="526003" y="83008"/>
                </a:lnTo>
                <a:lnTo>
                  <a:pt x="525919" y="82769"/>
                </a:lnTo>
                <a:lnTo>
                  <a:pt x="525835" y="82535"/>
                </a:lnTo>
                <a:lnTo>
                  <a:pt x="525754" y="82306"/>
                </a:lnTo>
                <a:lnTo>
                  <a:pt x="525674" y="82082"/>
                </a:lnTo>
                <a:lnTo>
                  <a:pt x="525595" y="81864"/>
                </a:lnTo>
                <a:lnTo>
                  <a:pt x="525518" y="81650"/>
                </a:lnTo>
                <a:lnTo>
                  <a:pt x="525442" y="81441"/>
                </a:lnTo>
                <a:lnTo>
                  <a:pt x="525368" y="81237"/>
                </a:lnTo>
                <a:lnTo>
                  <a:pt x="525296" y="81039"/>
                </a:lnTo>
                <a:lnTo>
                  <a:pt x="525225" y="80845"/>
                </a:lnTo>
                <a:lnTo>
                  <a:pt x="525156" y="80656"/>
                </a:lnTo>
                <a:lnTo>
                  <a:pt x="525088" y="80473"/>
                </a:lnTo>
                <a:lnTo>
                  <a:pt x="506740" y="32350"/>
                </a:lnTo>
                <a:lnTo>
                  <a:pt x="491289" y="32350"/>
                </a:lnTo>
                <a:lnTo>
                  <a:pt x="525812" y="119019"/>
                </a:lnTo>
                <a:lnTo>
                  <a:pt x="524444" y="122492"/>
                </a:lnTo>
                <a:lnTo>
                  <a:pt x="524100" y="123350"/>
                </a:lnTo>
                <a:lnTo>
                  <a:pt x="523751" y="124189"/>
                </a:lnTo>
                <a:lnTo>
                  <a:pt x="523397" y="125008"/>
                </a:lnTo>
                <a:lnTo>
                  <a:pt x="523038" y="125807"/>
                </a:lnTo>
                <a:lnTo>
                  <a:pt x="522675" y="126587"/>
                </a:lnTo>
                <a:lnTo>
                  <a:pt x="522307" y="127347"/>
                </a:lnTo>
                <a:lnTo>
                  <a:pt x="521934" y="128087"/>
                </a:lnTo>
                <a:lnTo>
                  <a:pt x="521556" y="128808"/>
                </a:lnTo>
                <a:lnTo>
                  <a:pt x="521174" y="129509"/>
                </a:lnTo>
                <a:lnTo>
                  <a:pt x="520786" y="130191"/>
                </a:lnTo>
                <a:lnTo>
                  <a:pt x="520395" y="130853"/>
                </a:lnTo>
                <a:lnTo>
                  <a:pt x="519998" y="131495"/>
                </a:lnTo>
                <a:lnTo>
                  <a:pt x="519597" y="132118"/>
                </a:lnTo>
                <a:lnTo>
                  <a:pt x="519190" y="132721"/>
                </a:lnTo>
                <a:lnTo>
                  <a:pt x="518780" y="133304"/>
                </a:lnTo>
                <a:lnTo>
                  <a:pt x="518364" y="133868"/>
                </a:lnTo>
                <a:lnTo>
                  <a:pt x="517944" y="134412"/>
                </a:lnTo>
                <a:lnTo>
                  <a:pt x="517518" y="134937"/>
                </a:lnTo>
                <a:lnTo>
                  <a:pt x="517089" y="135441"/>
                </a:lnTo>
                <a:lnTo>
                  <a:pt x="516654" y="135927"/>
                </a:lnTo>
                <a:lnTo>
                  <a:pt x="516214" y="136392"/>
                </a:lnTo>
                <a:lnTo>
                  <a:pt x="515770" y="136838"/>
                </a:lnTo>
                <a:lnTo>
                  <a:pt x="515321" y="137265"/>
                </a:lnTo>
                <a:lnTo>
                  <a:pt x="514868" y="137671"/>
                </a:lnTo>
                <a:lnTo>
                  <a:pt x="514410" y="138060"/>
                </a:lnTo>
                <a:lnTo>
                  <a:pt x="513950" y="138433"/>
                </a:lnTo>
                <a:lnTo>
                  <a:pt x="513486" y="138788"/>
                </a:lnTo>
                <a:lnTo>
                  <a:pt x="513019" y="139128"/>
                </a:lnTo>
                <a:lnTo>
                  <a:pt x="512549" y="139450"/>
                </a:lnTo>
                <a:lnTo>
                  <a:pt x="512076" y="139756"/>
                </a:lnTo>
                <a:lnTo>
                  <a:pt x="511600" y="140046"/>
                </a:lnTo>
                <a:lnTo>
                  <a:pt x="511121" y="140319"/>
                </a:lnTo>
                <a:lnTo>
                  <a:pt x="510639" y="140575"/>
                </a:lnTo>
                <a:lnTo>
                  <a:pt x="510154" y="140815"/>
                </a:lnTo>
                <a:lnTo>
                  <a:pt x="509666" y="141039"/>
                </a:lnTo>
                <a:lnTo>
                  <a:pt x="509174" y="141246"/>
                </a:lnTo>
                <a:lnTo>
                  <a:pt x="508680" y="141436"/>
                </a:lnTo>
                <a:lnTo>
                  <a:pt x="508182" y="141610"/>
                </a:lnTo>
                <a:lnTo>
                  <a:pt x="507682" y="141767"/>
                </a:lnTo>
                <a:lnTo>
                  <a:pt x="507178" y="141907"/>
                </a:lnTo>
                <a:lnTo>
                  <a:pt x="506671" y="142032"/>
                </a:lnTo>
                <a:lnTo>
                  <a:pt x="506162" y="142139"/>
                </a:lnTo>
                <a:lnTo>
                  <a:pt x="505649" y="142230"/>
                </a:lnTo>
                <a:lnTo>
                  <a:pt x="505133" y="142305"/>
                </a:lnTo>
                <a:lnTo>
                  <a:pt x="504614" y="142362"/>
                </a:lnTo>
                <a:lnTo>
                  <a:pt x="504092" y="142404"/>
                </a:lnTo>
                <a:lnTo>
                  <a:pt x="503567" y="142429"/>
                </a:lnTo>
                <a:lnTo>
                  <a:pt x="503038" y="142437"/>
                </a:lnTo>
                <a:lnTo>
                  <a:pt x="502923" y="142437"/>
                </a:lnTo>
                <a:lnTo>
                  <a:pt x="502806" y="142436"/>
                </a:lnTo>
                <a:lnTo>
                  <a:pt x="502688" y="142435"/>
                </a:lnTo>
                <a:lnTo>
                  <a:pt x="502567" y="142434"/>
                </a:lnTo>
                <a:lnTo>
                  <a:pt x="502444" y="142432"/>
                </a:lnTo>
                <a:lnTo>
                  <a:pt x="502319" y="142429"/>
                </a:lnTo>
                <a:lnTo>
                  <a:pt x="502192" y="142427"/>
                </a:lnTo>
                <a:lnTo>
                  <a:pt x="502064" y="142424"/>
                </a:lnTo>
                <a:lnTo>
                  <a:pt x="501933" y="142420"/>
                </a:lnTo>
                <a:lnTo>
                  <a:pt x="501800" y="142416"/>
                </a:lnTo>
                <a:lnTo>
                  <a:pt x="501666" y="142412"/>
                </a:lnTo>
                <a:lnTo>
                  <a:pt x="501529" y="142407"/>
                </a:lnTo>
                <a:lnTo>
                  <a:pt x="501391" y="142401"/>
                </a:lnTo>
                <a:lnTo>
                  <a:pt x="501251" y="142396"/>
                </a:lnTo>
                <a:lnTo>
                  <a:pt x="501108" y="142390"/>
                </a:lnTo>
                <a:lnTo>
                  <a:pt x="500964" y="142383"/>
                </a:lnTo>
                <a:lnTo>
                  <a:pt x="500818" y="142376"/>
                </a:lnTo>
                <a:lnTo>
                  <a:pt x="500669" y="142369"/>
                </a:lnTo>
                <a:lnTo>
                  <a:pt x="500519" y="142361"/>
                </a:lnTo>
                <a:lnTo>
                  <a:pt x="500367" y="142353"/>
                </a:lnTo>
                <a:lnTo>
                  <a:pt x="500213" y="142344"/>
                </a:lnTo>
                <a:lnTo>
                  <a:pt x="500057" y="142335"/>
                </a:lnTo>
                <a:lnTo>
                  <a:pt x="499899" y="142326"/>
                </a:lnTo>
                <a:lnTo>
                  <a:pt x="499739" y="142316"/>
                </a:lnTo>
                <a:lnTo>
                  <a:pt x="499579" y="142306"/>
                </a:lnTo>
                <a:lnTo>
                  <a:pt x="499420" y="142295"/>
                </a:lnTo>
                <a:lnTo>
                  <a:pt x="499262" y="142284"/>
                </a:lnTo>
                <a:lnTo>
                  <a:pt x="499106" y="142273"/>
                </a:lnTo>
                <a:lnTo>
                  <a:pt x="498952" y="142261"/>
                </a:lnTo>
                <a:lnTo>
                  <a:pt x="498798" y="142248"/>
                </a:lnTo>
                <a:lnTo>
                  <a:pt x="498647" y="142236"/>
                </a:lnTo>
                <a:lnTo>
                  <a:pt x="498496" y="142222"/>
                </a:lnTo>
                <a:lnTo>
                  <a:pt x="498347" y="142209"/>
                </a:lnTo>
                <a:lnTo>
                  <a:pt x="498199" y="142195"/>
                </a:lnTo>
                <a:lnTo>
                  <a:pt x="498053" y="142180"/>
                </a:lnTo>
                <a:lnTo>
                  <a:pt x="497908" y="142165"/>
                </a:lnTo>
                <a:lnTo>
                  <a:pt x="497765" y="142150"/>
                </a:lnTo>
                <a:lnTo>
                  <a:pt x="497623" y="142134"/>
                </a:lnTo>
                <a:lnTo>
                  <a:pt x="497482" y="142118"/>
                </a:lnTo>
                <a:lnTo>
                  <a:pt x="497343" y="142102"/>
                </a:lnTo>
                <a:lnTo>
                  <a:pt x="497205" y="142085"/>
                </a:lnTo>
                <a:lnTo>
                  <a:pt x="497068" y="142067"/>
                </a:lnTo>
                <a:lnTo>
                  <a:pt x="496933" y="142049"/>
                </a:lnTo>
                <a:lnTo>
                  <a:pt x="496799" y="142031"/>
                </a:lnTo>
                <a:lnTo>
                  <a:pt x="496667" y="142013"/>
                </a:lnTo>
                <a:lnTo>
                  <a:pt x="496536" y="141993"/>
                </a:lnTo>
                <a:lnTo>
                  <a:pt x="496407" y="141974"/>
                </a:lnTo>
                <a:lnTo>
                  <a:pt x="496279" y="141954"/>
                </a:lnTo>
                <a:lnTo>
                  <a:pt x="496279" y="152818"/>
                </a:lnTo>
                <a:lnTo>
                  <a:pt x="496493" y="152864"/>
                </a:lnTo>
                <a:lnTo>
                  <a:pt x="496706" y="152909"/>
                </a:lnTo>
                <a:lnTo>
                  <a:pt x="496919" y="152952"/>
                </a:lnTo>
                <a:lnTo>
                  <a:pt x="497130" y="152995"/>
                </a:lnTo>
                <a:lnTo>
                  <a:pt x="497341" y="153035"/>
                </a:lnTo>
                <a:lnTo>
                  <a:pt x="497551" y="153074"/>
                </a:lnTo>
                <a:lnTo>
                  <a:pt x="497760" y="153112"/>
                </a:lnTo>
                <a:lnTo>
                  <a:pt x="497969" y="153149"/>
                </a:lnTo>
                <a:lnTo>
                  <a:pt x="498176" y="153184"/>
                </a:lnTo>
                <a:lnTo>
                  <a:pt x="498383" y="153217"/>
                </a:lnTo>
                <a:lnTo>
                  <a:pt x="498588" y="153250"/>
                </a:lnTo>
                <a:lnTo>
                  <a:pt x="498793" y="153281"/>
                </a:lnTo>
                <a:lnTo>
                  <a:pt x="498997" y="153310"/>
                </a:lnTo>
                <a:lnTo>
                  <a:pt x="499201" y="153338"/>
                </a:lnTo>
                <a:lnTo>
                  <a:pt x="499403" y="153365"/>
                </a:lnTo>
                <a:lnTo>
                  <a:pt x="499605" y="153390"/>
                </a:lnTo>
                <a:lnTo>
                  <a:pt x="499806" y="153414"/>
                </a:lnTo>
                <a:lnTo>
                  <a:pt x="500006" y="153437"/>
                </a:lnTo>
                <a:lnTo>
                  <a:pt x="500205" y="153458"/>
                </a:lnTo>
                <a:lnTo>
                  <a:pt x="500403" y="153477"/>
                </a:lnTo>
                <a:lnTo>
                  <a:pt x="500600" y="153496"/>
                </a:lnTo>
                <a:lnTo>
                  <a:pt x="500797" y="153513"/>
                </a:lnTo>
                <a:lnTo>
                  <a:pt x="500993" y="153528"/>
                </a:lnTo>
                <a:lnTo>
                  <a:pt x="501187" y="153542"/>
                </a:lnTo>
                <a:lnTo>
                  <a:pt x="501383" y="153555"/>
                </a:lnTo>
                <a:lnTo>
                  <a:pt x="501579" y="153568"/>
                </a:lnTo>
                <a:lnTo>
                  <a:pt x="501777" y="153580"/>
                </a:lnTo>
                <a:lnTo>
                  <a:pt x="501977" y="153591"/>
                </a:lnTo>
                <a:lnTo>
                  <a:pt x="502177" y="153602"/>
                </a:lnTo>
                <a:lnTo>
                  <a:pt x="502379" y="153613"/>
                </a:lnTo>
                <a:lnTo>
                  <a:pt x="502583" y="153622"/>
                </a:lnTo>
                <a:lnTo>
                  <a:pt x="502788" y="153632"/>
                </a:lnTo>
                <a:lnTo>
                  <a:pt x="502994" y="153640"/>
                </a:lnTo>
                <a:lnTo>
                  <a:pt x="503202" y="153648"/>
                </a:lnTo>
                <a:lnTo>
                  <a:pt x="503411" y="153656"/>
                </a:lnTo>
                <a:lnTo>
                  <a:pt x="503622" y="153663"/>
                </a:lnTo>
                <a:lnTo>
                  <a:pt x="503834" y="153669"/>
                </a:lnTo>
                <a:lnTo>
                  <a:pt x="504047" y="153675"/>
                </a:lnTo>
                <a:lnTo>
                  <a:pt x="504262" y="153680"/>
                </a:lnTo>
                <a:lnTo>
                  <a:pt x="504478" y="153685"/>
                </a:lnTo>
                <a:lnTo>
                  <a:pt x="504695" y="153689"/>
                </a:lnTo>
                <a:lnTo>
                  <a:pt x="504914" y="153693"/>
                </a:lnTo>
                <a:lnTo>
                  <a:pt x="505135" y="153696"/>
                </a:lnTo>
                <a:lnTo>
                  <a:pt x="505356" y="153699"/>
                </a:lnTo>
                <a:lnTo>
                  <a:pt x="505580" y="153701"/>
                </a:lnTo>
                <a:lnTo>
                  <a:pt x="505804" y="153702"/>
                </a:lnTo>
                <a:lnTo>
                  <a:pt x="506030" y="153703"/>
                </a:lnTo>
                <a:lnTo>
                  <a:pt x="506257" y="153703"/>
                </a:lnTo>
                <a:lnTo>
                  <a:pt x="506778" y="153699"/>
                </a:lnTo>
                <a:lnTo>
                  <a:pt x="507293" y="153687"/>
                </a:lnTo>
                <a:lnTo>
                  <a:pt x="507804" y="153666"/>
                </a:lnTo>
                <a:lnTo>
                  <a:pt x="508309" y="153637"/>
                </a:lnTo>
                <a:lnTo>
                  <a:pt x="508810" y="153600"/>
                </a:lnTo>
                <a:lnTo>
                  <a:pt x="509305" y="153554"/>
                </a:lnTo>
                <a:lnTo>
                  <a:pt x="509796" y="153501"/>
                </a:lnTo>
                <a:lnTo>
                  <a:pt x="510281" y="153439"/>
                </a:lnTo>
                <a:lnTo>
                  <a:pt x="510761" y="153369"/>
                </a:lnTo>
                <a:lnTo>
                  <a:pt x="511236" y="153290"/>
                </a:lnTo>
                <a:lnTo>
                  <a:pt x="511707" y="153203"/>
                </a:lnTo>
                <a:lnTo>
                  <a:pt x="512172" y="153108"/>
                </a:lnTo>
                <a:lnTo>
                  <a:pt x="512632" y="153005"/>
                </a:lnTo>
                <a:lnTo>
                  <a:pt x="513087" y="152894"/>
                </a:lnTo>
                <a:lnTo>
                  <a:pt x="513538" y="152774"/>
                </a:lnTo>
                <a:lnTo>
                  <a:pt x="513983" y="152646"/>
                </a:lnTo>
                <a:lnTo>
                  <a:pt x="514423" y="152509"/>
                </a:lnTo>
                <a:lnTo>
                  <a:pt x="514858" y="152365"/>
                </a:lnTo>
                <a:lnTo>
                  <a:pt x="515288" y="152212"/>
                </a:lnTo>
                <a:lnTo>
                  <a:pt x="515713" y="152051"/>
                </a:lnTo>
                <a:lnTo>
                  <a:pt x="516133" y="151882"/>
                </a:lnTo>
                <a:lnTo>
                  <a:pt x="516548" y="151704"/>
                </a:lnTo>
                <a:lnTo>
                  <a:pt x="516958" y="151518"/>
                </a:lnTo>
                <a:lnTo>
                  <a:pt x="517362" y="151324"/>
                </a:lnTo>
                <a:lnTo>
                  <a:pt x="517763" y="151122"/>
                </a:lnTo>
                <a:lnTo>
                  <a:pt x="518161" y="150913"/>
                </a:lnTo>
                <a:lnTo>
                  <a:pt x="518556" y="150697"/>
                </a:lnTo>
                <a:lnTo>
                  <a:pt x="518947" y="150473"/>
                </a:lnTo>
                <a:lnTo>
                  <a:pt x="519336" y="150242"/>
                </a:lnTo>
                <a:lnTo>
                  <a:pt x="519721" y="150003"/>
                </a:lnTo>
                <a:lnTo>
                  <a:pt x="520104" y="149758"/>
                </a:lnTo>
                <a:lnTo>
                  <a:pt x="520483" y="149505"/>
                </a:lnTo>
                <a:lnTo>
                  <a:pt x="520859" y="149245"/>
                </a:lnTo>
                <a:lnTo>
                  <a:pt x="521232" y="148977"/>
                </a:lnTo>
                <a:lnTo>
                  <a:pt x="521603" y="148702"/>
                </a:lnTo>
                <a:lnTo>
                  <a:pt x="521970" y="148420"/>
                </a:lnTo>
                <a:lnTo>
                  <a:pt x="522333" y="148131"/>
                </a:lnTo>
                <a:lnTo>
                  <a:pt x="522694" y="147834"/>
                </a:lnTo>
                <a:lnTo>
                  <a:pt x="523052" y="147530"/>
                </a:lnTo>
                <a:lnTo>
                  <a:pt x="523407" y="147219"/>
                </a:lnTo>
                <a:lnTo>
                  <a:pt x="523759" y="146900"/>
                </a:lnTo>
                <a:lnTo>
                  <a:pt x="524107" y="146575"/>
                </a:lnTo>
                <a:lnTo>
                  <a:pt x="524453" y="146241"/>
                </a:lnTo>
                <a:lnTo>
                  <a:pt x="524795" y="145901"/>
                </a:lnTo>
                <a:lnTo>
                  <a:pt x="525134" y="145553"/>
                </a:lnTo>
                <a:lnTo>
                  <a:pt x="525471" y="145198"/>
                </a:lnTo>
                <a:lnTo>
                  <a:pt x="525804" y="144836"/>
                </a:lnTo>
                <a:lnTo>
                  <a:pt x="526134" y="144466"/>
                </a:lnTo>
                <a:lnTo>
                  <a:pt x="526461" y="144090"/>
                </a:lnTo>
                <a:lnTo>
                  <a:pt x="526786" y="143707"/>
                </a:lnTo>
                <a:lnTo>
                  <a:pt x="527108" y="143318"/>
                </a:lnTo>
                <a:lnTo>
                  <a:pt x="527427" y="142923"/>
                </a:lnTo>
                <a:lnTo>
                  <a:pt x="527744" y="142521"/>
                </a:lnTo>
                <a:lnTo>
                  <a:pt x="528058" y="142112"/>
                </a:lnTo>
                <a:lnTo>
                  <a:pt x="528369" y="141697"/>
                </a:lnTo>
                <a:lnTo>
                  <a:pt x="528678" y="141276"/>
                </a:lnTo>
                <a:lnTo>
                  <a:pt x="528984" y="140848"/>
                </a:lnTo>
                <a:lnTo>
                  <a:pt x="529287" y="140414"/>
                </a:lnTo>
                <a:lnTo>
                  <a:pt x="529588" y="139973"/>
                </a:lnTo>
                <a:lnTo>
                  <a:pt x="529886" y="139526"/>
                </a:lnTo>
                <a:lnTo>
                  <a:pt x="530181" y="139072"/>
                </a:lnTo>
                <a:lnTo>
                  <a:pt x="530474" y="138612"/>
                </a:lnTo>
                <a:lnTo>
                  <a:pt x="530764" y="138146"/>
                </a:lnTo>
                <a:lnTo>
                  <a:pt x="531052" y="137673"/>
                </a:lnTo>
                <a:lnTo>
                  <a:pt x="531337" y="137194"/>
                </a:lnTo>
                <a:lnTo>
                  <a:pt x="531619" y="136708"/>
                </a:lnTo>
                <a:lnTo>
                  <a:pt x="531898" y="136216"/>
                </a:lnTo>
                <a:lnTo>
                  <a:pt x="532175" y="135717"/>
                </a:lnTo>
                <a:lnTo>
                  <a:pt x="532449" y="135212"/>
                </a:lnTo>
                <a:lnTo>
                  <a:pt x="532721" y="134700"/>
                </a:lnTo>
                <a:lnTo>
                  <a:pt x="532990" y="134182"/>
                </a:lnTo>
                <a:lnTo>
                  <a:pt x="533256" y="133658"/>
                </a:lnTo>
                <a:lnTo>
                  <a:pt x="533521" y="133127"/>
                </a:lnTo>
                <a:lnTo>
                  <a:pt x="533785" y="132592"/>
                </a:lnTo>
                <a:lnTo>
                  <a:pt x="534049" y="132050"/>
                </a:lnTo>
                <a:lnTo>
                  <a:pt x="534312" y="131503"/>
                </a:lnTo>
                <a:lnTo>
                  <a:pt x="534575" y="130951"/>
                </a:lnTo>
                <a:lnTo>
                  <a:pt x="534838" y="130393"/>
                </a:lnTo>
                <a:lnTo>
                  <a:pt x="535100" y="129830"/>
                </a:lnTo>
                <a:lnTo>
                  <a:pt x="535362" y="129262"/>
                </a:lnTo>
                <a:lnTo>
                  <a:pt x="535623" y="128688"/>
                </a:lnTo>
                <a:lnTo>
                  <a:pt x="535884" y="128108"/>
                </a:lnTo>
                <a:lnTo>
                  <a:pt x="536144" y="127523"/>
                </a:lnTo>
                <a:lnTo>
                  <a:pt x="536404" y="126933"/>
                </a:lnTo>
                <a:lnTo>
                  <a:pt x="536664" y="126337"/>
                </a:lnTo>
                <a:lnTo>
                  <a:pt x="536923" y="125735"/>
                </a:lnTo>
                <a:lnTo>
                  <a:pt x="537182" y="125129"/>
                </a:lnTo>
                <a:lnTo>
                  <a:pt x="537440" y="124516"/>
                </a:lnTo>
                <a:lnTo>
                  <a:pt x="537698" y="123899"/>
                </a:lnTo>
                <a:lnTo>
                  <a:pt x="537956" y="123275"/>
                </a:lnTo>
                <a:lnTo>
                  <a:pt x="538213" y="122647"/>
                </a:lnTo>
                <a:lnTo>
                  <a:pt x="538470" y="122013"/>
                </a:lnTo>
                <a:lnTo>
                  <a:pt x="538726" y="121373"/>
                </a:lnTo>
                <a:lnTo>
                  <a:pt x="538982" y="120728"/>
                </a:lnTo>
                <a:lnTo>
                  <a:pt x="539237" y="120078"/>
                </a:lnTo>
                <a:lnTo>
                  <a:pt x="539493" y="119422"/>
                </a:lnTo>
                <a:lnTo>
                  <a:pt x="572969" y="32350"/>
                </a:lnTo>
                <a:lnTo>
                  <a:pt x="557679" y="32350"/>
                </a:lnTo>
                <a:lnTo>
                  <a:pt x="540619" y="82082"/>
                </a:lnTo>
                <a:lnTo>
                  <a:pt x="540551" y="82285"/>
                </a:lnTo>
                <a:lnTo>
                  <a:pt x="540482" y="82491"/>
                </a:lnTo>
                <a:lnTo>
                  <a:pt x="540412" y="82700"/>
                </a:lnTo>
                <a:close/>
                <a:moveTo>
                  <a:pt x="2318009" y="13841"/>
                </a:moveTo>
                <a:lnTo>
                  <a:pt x="2318009" y="0"/>
                </a:lnTo>
                <a:lnTo>
                  <a:pt x="2303524" y="0"/>
                </a:lnTo>
                <a:lnTo>
                  <a:pt x="2303524" y="13841"/>
                </a:lnTo>
                <a:lnTo>
                  <a:pt x="2318009" y="13841"/>
                </a:lnTo>
                <a:close/>
                <a:moveTo>
                  <a:pt x="1319221" y="47102"/>
                </a:moveTo>
                <a:lnTo>
                  <a:pt x="1319228" y="47040"/>
                </a:lnTo>
                <a:lnTo>
                  <a:pt x="1319235" y="46973"/>
                </a:lnTo>
                <a:lnTo>
                  <a:pt x="1319242" y="46904"/>
                </a:lnTo>
                <a:lnTo>
                  <a:pt x="1319248" y="46830"/>
                </a:lnTo>
                <a:lnTo>
                  <a:pt x="1319255" y="46754"/>
                </a:lnTo>
                <a:lnTo>
                  <a:pt x="1319262" y="46674"/>
                </a:lnTo>
                <a:lnTo>
                  <a:pt x="1319268" y="46590"/>
                </a:lnTo>
                <a:lnTo>
                  <a:pt x="1319275" y="46503"/>
                </a:lnTo>
                <a:lnTo>
                  <a:pt x="1319282" y="46412"/>
                </a:lnTo>
                <a:lnTo>
                  <a:pt x="1319289" y="46318"/>
                </a:lnTo>
                <a:lnTo>
                  <a:pt x="1319295" y="46220"/>
                </a:lnTo>
                <a:lnTo>
                  <a:pt x="1319302" y="46119"/>
                </a:lnTo>
                <a:lnTo>
                  <a:pt x="1319309" y="46014"/>
                </a:lnTo>
                <a:lnTo>
                  <a:pt x="1319315" y="45906"/>
                </a:lnTo>
                <a:lnTo>
                  <a:pt x="1319322" y="45794"/>
                </a:lnTo>
                <a:lnTo>
                  <a:pt x="1319329" y="45679"/>
                </a:lnTo>
                <a:lnTo>
                  <a:pt x="1319335" y="45560"/>
                </a:lnTo>
                <a:lnTo>
                  <a:pt x="1319342" y="45438"/>
                </a:lnTo>
                <a:lnTo>
                  <a:pt x="1319349" y="45312"/>
                </a:lnTo>
                <a:lnTo>
                  <a:pt x="1319356" y="45183"/>
                </a:lnTo>
                <a:lnTo>
                  <a:pt x="1319362" y="45051"/>
                </a:lnTo>
                <a:lnTo>
                  <a:pt x="1319369" y="44916"/>
                </a:lnTo>
                <a:lnTo>
                  <a:pt x="1319376" y="44779"/>
                </a:lnTo>
                <a:lnTo>
                  <a:pt x="1319384" y="44639"/>
                </a:lnTo>
                <a:lnTo>
                  <a:pt x="1319391" y="44497"/>
                </a:lnTo>
                <a:lnTo>
                  <a:pt x="1319398" y="44353"/>
                </a:lnTo>
                <a:lnTo>
                  <a:pt x="1319406" y="44207"/>
                </a:lnTo>
                <a:lnTo>
                  <a:pt x="1319414" y="44058"/>
                </a:lnTo>
                <a:lnTo>
                  <a:pt x="1319422" y="43906"/>
                </a:lnTo>
                <a:lnTo>
                  <a:pt x="1319430" y="43753"/>
                </a:lnTo>
                <a:lnTo>
                  <a:pt x="1319438" y="43597"/>
                </a:lnTo>
                <a:lnTo>
                  <a:pt x="1319446" y="43438"/>
                </a:lnTo>
                <a:lnTo>
                  <a:pt x="1319455" y="43278"/>
                </a:lnTo>
                <a:lnTo>
                  <a:pt x="1319463" y="43114"/>
                </a:lnTo>
                <a:lnTo>
                  <a:pt x="1319472" y="42949"/>
                </a:lnTo>
                <a:lnTo>
                  <a:pt x="1319481" y="42781"/>
                </a:lnTo>
                <a:lnTo>
                  <a:pt x="1319490" y="42611"/>
                </a:lnTo>
                <a:lnTo>
                  <a:pt x="1319499" y="42438"/>
                </a:lnTo>
                <a:lnTo>
                  <a:pt x="1319508" y="42263"/>
                </a:lnTo>
                <a:lnTo>
                  <a:pt x="1319518" y="42086"/>
                </a:lnTo>
                <a:lnTo>
                  <a:pt x="1319527" y="41906"/>
                </a:lnTo>
                <a:lnTo>
                  <a:pt x="1319537" y="41724"/>
                </a:lnTo>
                <a:lnTo>
                  <a:pt x="1319547" y="41540"/>
                </a:lnTo>
                <a:lnTo>
                  <a:pt x="1319557" y="41353"/>
                </a:lnTo>
                <a:lnTo>
                  <a:pt x="1319567" y="41164"/>
                </a:lnTo>
                <a:lnTo>
                  <a:pt x="1319577" y="40974"/>
                </a:lnTo>
                <a:lnTo>
                  <a:pt x="1319586" y="40782"/>
                </a:lnTo>
                <a:lnTo>
                  <a:pt x="1319596" y="40589"/>
                </a:lnTo>
                <a:lnTo>
                  <a:pt x="1319605" y="40395"/>
                </a:lnTo>
                <a:lnTo>
                  <a:pt x="1319615" y="40199"/>
                </a:lnTo>
                <a:lnTo>
                  <a:pt x="1319624" y="40002"/>
                </a:lnTo>
                <a:lnTo>
                  <a:pt x="1319633" y="39803"/>
                </a:lnTo>
                <a:lnTo>
                  <a:pt x="1319642" y="39603"/>
                </a:lnTo>
                <a:lnTo>
                  <a:pt x="1319650" y="39402"/>
                </a:lnTo>
                <a:lnTo>
                  <a:pt x="1319659" y="39199"/>
                </a:lnTo>
                <a:lnTo>
                  <a:pt x="1319667" y="38995"/>
                </a:lnTo>
                <a:lnTo>
                  <a:pt x="1319676" y="38789"/>
                </a:lnTo>
                <a:lnTo>
                  <a:pt x="1319684" y="38582"/>
                </a:lnTo>
                <a:lnTo>
                  <a:pt x="1319692" y="38374"/>
                </a:lnTo>
                <a:lnTo>
                  <a:pt x="1319700" y="38164"/>
                </a:lnTo>
                <a:lnTo>
                  <a:pt x="1319708" y="37953"/>
                </a:lnTo>
                <a:lnTo>
                  <a:pt x="1319715" y="37741"/>
                </a:lnTo>
                <a:lnTo>
                  <a:pt x="1319723" y="37527"/>
                </a:lnTo>
                <a:lnTo>
                  <a:pt x="1319730" y="37312"/>
                </a:lnTo>
                <a:lnTo>
                  <a:pt x="1319737" y="37095"/>
                </a:lnTo>
                <a:lnTo>
                  <a:pt x="1319744" y="36877"/>
                </a:lnTo>
                <a:lnTo>
                  <a:pt x="1319751" y="36657"/>
                </a:lnTo>
                <a:lnTo>
                  <a:pt x="1319758" y="36437"/>
                </a:lnTo>
                <a:lnTo>
                  <a:pt x="1319764" y="36215"/>
                </a:lnTo>
                <a:lnTo>
                  <a:pt x="1319771" y="35993"/>
                </a:lnTo>
                <a:lnTo>
                  <a:pt x="1319777" y="35771"/>
                </a:lnTo>
                <a:lnTo>
                  <a:pt x="1319783" y="35550"/>
                </a:lnTo>
                <a:lnTo>
                  <a:pt x="1319788" y="35328"/>
                </a:lnTo>
                <a:lnTo>
                  <a:pt x="1319793" y="35106"/>
                </a:lnTo>
                <a:lnTo>
                  <a:pt x="1319798" y="34885"/>
                </a:lnTo>
                <a:lnTo>
                  <a:pt x="1319803" y="34663"/>
                </a:lnTo>
                <a:lnTo>
                  <a:pt x="1319807" y="34441"/>
                </a:lnTo>
                <a:lnTo>
                  <a:pt x="1319811" y="34219"/>
                </a:lnTo>
                <a:lnTo>
                  <a:pt x="1319815" y="33998"/>
                </a:lnTo>
                <a:lnTo>
                  <a:pt x="1319818" y="33776"/>
                </a:lnTo>
                <a:lnTo>
                  <a:pt x="1319821" y="33554"/>
                </a:lnTo>
                <a:lnTo>
                  <a:pt x="1319824" y="33333"/>
                </a:lnTo>
                <a:lnTo>
                  <a:pt x="1319827" y="33111"/>
                </a:lnTo>
                <a:lnTo>
                  <a:pt x="1319829" y="32889"/>
                </a:lnTo>
                <a:lnTo>
                  <a:pt x="1319832" y="32667"/>
                </a:lnTo>
                <a:lnTo>
                  <a:pt x="1319833" y="32446"/>
                </a:lnTo>
                <a:lnTo>
                  <a:pt x="1319835" y="32224"/>
                </a:lnTo>
                <a:lnTo>
                  <a:pt x="1319836" y="32002"/>
                </a:lnTo>
                <a:lnTo>
                  <a:pt x="1319837" y="31780"/>
                </a:lnTo>
                <a:lnTo>
                  <a:pt x="1319838" y="31559"/>
                </a:lnTo>
                <a:lnTo>
                  <a:pt x="1319838" y="31337"/>
                </a:lnTo>
                <a:lnTo>
                  <a:pt x="1319838" y="31115"/>
                </a:lnTo>
                <a:lnTo>
                  <a:pt x="1319838" y="0"/>
                </a:lnTo>
                <a:lnTo>
                  <a:pt x="1305353" y="0"/>
                </a:lnTo>
                <a:lnTo>
                  <a:pt x="1305353" y="119422"/>
                </a:lnTo>
                <a:lnTo>
                  <a:pt x="1319838" y="119422"/>
                </a:lnTo>
                <a:lnTo>
                  <a:pt x="1319838" y="68133"/>
                </a:lnTo>
                <a:lnTo>
                  <a:pt x="1319841" y="67633"/>
                </a:lnTo>
                <a:lnTo>
                  <a:pt x="1319850" y="67137"/>
                </a:lnTo>
                <a:lnTo>
                  <a:pt x="1319864" y="66645"/>
                </a:lnTo>
                <a:lnTo>
                  <a:pt x="1319883" y="66157"/>
                </a:lnTo>
                <a:lnTo>
                  <a:pt x="1319908" y="65673"/>
                </a:lnTo>
                <a:lnTo>
                  <a:pt x="1319939" y="65194"/>
                </a:lnTo>
                <a:lnTo>
                  <a:pt x="1319975" y="64719"/>
                </a:lnTo>
                <a:lnTo>
                  <a:pt x="1320017" y="64248"/>
                </a:lnTo>
                <a:lnTo>
                  <a:pt x="1320065" y="63781"/>
                </a:lnTo>
                <a:lnTo>
                  <a:pt x="1320118" y="63319"/>
                </a:lnTo>
                <a:lnTo>
                  <a:pt x="1320176" y="62860"/>
                </a:lnTo>
                <a:lnTo>
                  <a:pt x="1320241" y="62406"/>
                </a:lnTo>
                <a:lnTo>
                  <a:pt x="1320311" y="61956"/>
                </a:lnTo>
                <a:lnTo>
                  <a:pt x="1320386" y="61510"/>
                </a:lnTo>
                <a:lnTo>
                  <a:pt x="1320467" y="61068"/>
                </a:lnTo>
                <a:lnTo>
                  <a:pt x="1320554" y="60631"/>
                </a:lnTo>
                <a:lnTo>
                  <a:pt x="1320646" y="60198"/>
                </a:lnTo>
                <a:lnTo>
                  <a:pt x="1320744" y="59769"/>
                </a:lnTo>
                <a:lnTo>
                  <a:pt x="1320847" y="59344"/>
                </a:lnTo>
                <a:lnTo>
                  <a:pt x="1320956" y="58923"/>
                </a:lnTo>
                <a:lnTo>
                  <a:pt x="1321071" y="58506"/>
                </a:lnTo>
                <a:lnTo>
                  <a:pt x="1321191" y="58094"/>
                </a:lnTo>
                <a:lnTo>
                  <a:pt x="1321317" y="57686"/>
                </a:lnTo>
                <a:lnTo>
                  <a:pt x="1321448" y="57282"/>
                </a:lnTo>
                <a:lnTo>
                  <a:pt x="1321584" y="56882"/>
                </a:lnTo>
                <a:lnTo>
                  <a:pt x="1321725" y="56488"/>
                </a:lnTo>
                <a:lnTo>
                  <a:pt x="1321871" y="56098"/>
                </a:lnTo>
                <a:lnTo>
                  <a:pt x="1322021" y="55714"/>
                </a:lnTo>
                <a:lnTo>
                  <a:pt x="1322176" y="55335"/>
                </a:lnTo>
                <a:lnTo>
                  <a:pt x="1322336" y="54960"/>
                </a:lnTo>
                <a:lnTo>
                  <a:pt x="1322500" y="54591"/>
                </a:lnTo>
                <a:lnTo>
                  <a:pt x="1322668" y="54227"/>
                </a:lnTo>
                <a:lnTo>
                  <a:pt x="1322842" y="53867"/>
                </a:lnTo>
                <a:lnTo>
                  <a:pt x="1323020" y="53513"/>
                </a:lnTo>
                <a:lnTo>
                  <a:pt x="1323202" y="53164"/>
                </a:lnTo>
                <a:lnTo>
                  <a:pt x="1323389" y="52820"/>
                </a:lnTo>
                <a:lnTo>
                  <a:pt x="1323581" y="52481"/>
                </a:lnTo>
                <a:lnTo>
                  <a:pt x="1323777" y="52146"/>
                </a:lnTo>
                <a:lnTo>
                  <a:pt x="1323978" y="51817"/>
                </a:lnTo>
                <a:lnTo>
                  <a:pt x="1324184" y="51493"/>
                </a:lnTo>
                <a:lnTo>
                  <a:pt x="1324394" y="51174"/>
                </a:lnTo>
                <a:lnTo>
                  <a:pt x="1324609" y="50860"/>
                </a:lnTo>
                <a:lnTo>
                  <a:pt x="1324828" y="50551"/>
                </a:lnTo>
                <a:lnTo>
                  <a:pt x="1325052" y="50247"/>
                </a:lnTo>
                <a:lnTo>
                  <a:pt x="1325281" y="49948"/>
                </a:lnTo>
                <a:lnTo>
                  <a:pt x="1325514" y="49654"/>
                </a:lnTo>
                <a:lnTo>
                  <a:pt x="1325752" y="49365"/>
                </a:lnTo>
                <a:lnTo>
                  <a:pt x="1325995" y="49081"/>
                </a:lnTo>
                <a:lnTo>
                  <a:pt x="1326241" y="48802"/>
                </a:lnTo>
                <a:lnTo>
                  <a:pt x="1326492" y="48529"/>
                </a:lnTo>
                <a:lnTo>
                  <a:pt x="1326748" y="48260"/>
                </a:lnTo>
                <a:lnTo>
                  <a:pt x="1327007" y="47998"/>
                </a:lnTo>
                <a:lnTo>
                  <a:pt x="1327271" y="47740"/>
                </a:lnTo>
                <a:lnTo>
                  <a:pt x="1327539" y="47488"/>
                </a:lnTo>
                <a:lnTo>
                  <a:pt x="1327811" y="47241"/>
                </a:lnTo>
                <a:lnTo>
                  <a:pt x="1328087" y="46999"/>
                </a:lnTo>
                <a:lnTo>
                  <a:pt x="1328367" y="46763"/>
                </a:lnTo>
                <a:lnTo>
                  <a:pt x="1328652" y="46532"/>
                </a:lnTo>
                <a:lnTo>
                  <a:pt x="1328941" y="46306"/>
                </a:lnTo>
                <a:lnTo>
                  <a:pt x="1329234" y="46086"/>
                </a:lnTo>
                <a:lnTo>
                  <a:pt x="1329531" y="45871"/>
                </a:lnTo>
                <a:lnTo>
                  <a:pt x="1329832" y="45661"/>
                </a:lnTo>
                <a:lnTo>
                  <a:pt x="1330138" y="45456"/>
                </a:lnTo>
                <a:lnTo>
                  <a:pt x="1330447" y="45257"/>
                </a:lnTo>
                <a:lnTo>
                  <a:pt x="1330761" y="45063"/>
                </a:lnTo>
                <a:lnTo>
                  <a:pt x="1331079" y="44875"/>
                </a:lnTo>
                <a:lnTo>
                  <a:pt x="1331402" y="44692"/>
                </a:lnTo>
                <a:lnTo>
                  <a:pt x="1331728" y="44514"/>
                </a:lnTo>
                <a:lnTo>
                  <a:pt x="1332059" y="44341"/>
                </a:lnTo>
                <a:lnTo>
                  <a:pt x="1332394" y="44174"/>
                </a:lnTo>
                <a:lnTo>
                  <a:pt x="1332733" y="44012"/>
                </a:lnTo>
                <a:lnTo>
                  <a:pt x="1333076" y="43855"/>
                </a:lnTo>
                <a:lnTo>
                  <a:pt x="1333423" y="43704"/>
                </a:lnTo>
                <a:lnTo>
                  <a:pt x="1333774" y="43560"/>
                </a:lnTo>
                <a:lnTo>
                  <a:pt x="1334128" y="43422"/>
                </a:lnTo>
                <a:lnTo>
                  <a:pt x="1334486" y="43290"/>
                </a:lnTo>
                <a:lnTo>
                  <a:pt x="1334847" y="43165"/>
                </a:lnTo>
                <a:lnTo>
                  <a:pt x="1335211" y="43047"/>
                </a:lnTo>
                <a:lnTo>
                  <a:pt x="1335579" y="42934"/>
                </a:lnTo>
                <a:lnTo>
                  <a:pt x="1335951" y="42828"/>
                </a:lnTo>
                <a:lnTo>
                  <a:pt x="1336326" y="42729"/>
                </a:lnTo>
                <a:lnTo>
                  <a:pt x="1336704" y="42636"/>
                </a:lnTo>
                <a:lnTo>
                  <a:pt x="1337086" y="42549"/>
                </a:lnTo>
                <a:lnTo>
                  <a:pt x="1337472" y="42469"/>
                </a:lnTo>
                <a:lnTo>
                  <a:pt x="1337861" y="42395"/>
                </a:lnTo>
                <a:lnTo>
                  <a:pt x="1338254" y="42328"/>
                </a:lnTo>
                <a:lnTo>
                  <a:pt x="1338650" y="42267"/>
                </a:lnTo>
                <a:lnTo>
                  <a:pt x="1339049" y="42212"/>
                </a:lnTo>
                <a:lnTo>
                  <a:pt x="1339452" y="42164"/>
                </a:lnTo>
                <a:lnTo>
                  <a:pt x="1339859" y="42122"/>
                </a:lnTo>
                <a:lnTo>
                  <a:pt x="1340269" y="42087"/>
                </a:lnTo>
                <a:lnTo>
                  <a:pt x="1340682" y="42058"/>
                </a:lnTo>
                <a:lnTo>
                  <a:pt x="1341099" y="42036"/>
                </a:lnTo>
                <a:lnTo>
                  <a:pt x="1341519" y="42020"/>
                </a:lnTo>
                <a:lnTo>
                  <a:pt x="1341943" y="42010"/>
                </a:lnTo>
                <a:lnTo>
                  <a:pt x="1342371" y="42007"/>
                </a:lnTo>
                <a:lnTo>
                  <a:pt x="1342837" y="42009"/>
                </a:lnTo>
                <a:lnTo>
                  <a:pt x="1343295" y="42017"/>
                </a:lnTo>
                <a:lnTo>
                  <a:pt x="1343746" y="42029"/>
                </a:lnTo>
                <a:lnTo>
                  <a:pt x="1344190" y="42046"/>
                </a:lnTo>
                <a:lnTo>
                  <a:pt x="1344627" y="42068"/>
                </a:lnTo>
                <a:lnTo>
                  <a:pt x="1345057" y="42095"/>
                </a:lnTo>
                <a:lnTo>
                  <a:pt x="1345479" y="42127"/>
                </a:lnTo>
                <a:lnTo>
                  <a:pt x="1345894" y="42163"/>
                </a:lnTo>
                <a:lnTo>
                  <a:pt x="1346301" y="42205"/>
                </a:lnTo>
                <a:lnTo>
                  <a:pt x="1346702" y="42251"/>
                </a:lnTo>
                <a:lnTo>
                  <a:pt x="1347095" y="42303"/>
                </a:lnTo>
                <a:lnTo>
                  <a:pt x="1347481" y="42359"/>
                </a:lnTo>
                <a:lnTo>
                  <a:pt x="1347859" y="42420"/>
                </a:lnTo>
                <a:lnTo>
                  <a:pt x="1348231" y="42486"/>
                </a:lnTo>
                <a:lnTo>
                  <a:pt x="1348595" y="42557"/>
                </a:lnTo>
                <a:lnTo>
                  <a:pt x="1348952" y="42633"/>
                </a:lnTo>
                <a:lnTo>
                  <a:pt x="1349301" y="42713"/>
                </a:lnTo>
                <a:lnTo>
                  <a:pt x="1349644" y="42799"/>
                </a:lnTo>
                <a:lnTo>
                  <a:pt x="1349979" y="42889"/>
                </a:lnTo>
                <a:lnTo>
                  <a:pt x="1350306" y="42985"/>
                </a:lnTo>
                <a:lnTo>
                  <a:pt x="1350627" y="43085"/>
                </a:lnTo>
                <a:lnTo>
                  <a:pt x="1350940" y="43190"/>
                </a:lnTo>
                <a:lnTo>
                  <a:pt x="1351246" y="43300"/>
                </a:lnTo>
                <a:lnTo>
                  <a:pt x="1351545" y="43415"/>
                </a:lnTo>
                <a:lnTo>
                  <a:pt x="1351837" y="43535"/>
                </a:lnTo>
                <a:lnTo>
                  <a:pt x="1352124" y="43659"/>
                </a:lnTo>
                <a:lnTo>
                  <a:pt x="1352405" y="43788"/>
                </a:lnTo>
                <a:lnTo>
                  <a:pt x="1352680" y="43922"/>
                </a:lnTo>
                <a:lnTo>
                  <a:pt x="1352950" y="44060"/>
                </a:lnTo>
                <a:lnTo>
                  <a:pt x="1353215" y="44203"/>
                </a:lnTo>
                <a:lnTo>
                  <a:pt x="1353473" y="44352"/>
                </a:lnTo>
                <a:lnTo>
                  <a:pt x="1353726" y="44504"/>
                </a:lnTo>
                <a:lnTo>
                  <a:pt x="1353974" y="44662"/>
                </a:lnTo>
                <a:lnTo>
                  <a:pt x="1354216" y="44824"/>
                </a:lnTo>
                <a:lnTo>
                  <a:pt x="1354452" y="44991"/>
                </a:lnTo>
                <a:lnTo>
                  <a:pt x="1354683" y="45163"/>
                </a:lnTo>
                <a:lnTo>
                  <a:pt x="1354908" y="45339"/>
                </a:lnTo>
                <a:lnTo>
                  <a:pt x="1355128" y="45521"/>
                </a:lnTo>
                <a:lnTo>
                  <a:pt x="1355342" y="45707"/>
                </a:lnTo>
                <a:lnTo>
                  <a:pt x="1355550" y="45897"/>
                </a:lnTo>
                <a:lnTo>
                  <a:pt x="1355753" y="46093"/>
                </a:lnTo>
                <a:lnTo>
                  <a:pt x="1355951" y="46293"/>
                </a:lnTo>
                <a:lnTo>
                  <a:pt x="1356142" y="46498"/>
                </a:lnTo>
                <a:lnTo>
                  <a:pt x="1356328" y="46708"/>
                </a:lnTo>
                <a:lnTo>
                  <a:pt x="1356509" y="46923"/>
                </a:lnTo>
                <a:lnTo>
                  <a:pt x="1356684" y="47142"/>
                </a:lnTo>
                <a:lnTo>
                  <a:pt x="1356853" y="47366"/>
                </a:lnTo>
                <a:lnTo>
                  <a:pt x="1357017" y="47595"/>
                </a:lnTo>
                <a:lnTo>
                  <a:pt x="1357176" y="47828"/>
                </a:lnTo>
                <a:lnTo>
                  <a:pt x="1357330" y="48067"/>
                </a:lnTo>
                <a:lnTo>
                  <a:pt x="1357480" y="48310"/>
                </a:lnTo>
                <a:lnTo>
                  <a:pt x="1357626" y="48558"/>
                </a:lnTo>
                <a:lnTo>
                  <a:pt x="1357767" y="48811"/>
                </a:lnTo>
                <a:lnTo>
                  <a:pt x="1357905" y="49069"/>
                </a:lnTo>
                <a:lnTo>
                  <a:pt x="1358037" y="49332"/>
                </a:lnTo>
                <a:lnTo>
                  <a:pt x="1358166" y="49600"/>
                </a:lnTo>
                <a:lnTo>
                  <a:pt x="1358290" y="49873"/>
                </a:lnTo>
                <a:lnTo>
                  <a:pt x="1358410" y="50150"/>
                </a:lnTo>
                <a:lnTo>
                  <a:pt x="1358525" y="50433"/>
                </a:lnTo>
                <a:lnTo>
                  <a:pt x="1358636" y="50720"/>
                </a:lnTo>
                <a:lnTo>
                  <a:pt x="1358743" y="51012"/>
                </a:lnTo>
                <a:lnTo>
                  <a:pt x="1358846" y="51309"/>
                </a:lnTo>
                <a:lnTo>
                  <a:pt x="1358944" y="51611"/>
                </a:lnTo>
                <a:lnTo>
                  <a:pt x="1359038" y="51918"/>
                </a:lnTo>
                <a:lnTo>
                  <a:pt x="1359127" y="52230"/>
                </a:lnTo>
                <a:lnTo>
                  <a:pt x="1359212" y="52546"/>
                </a:lnTo>
                <a:lnTo>
                  <a:pt x="1359293" y="52868"/>
                </a:lnTo>
                <a:lnTo>
                  <a:pt x="1359370" y="53194"/>
                </a:lnTo>
                <a:lnTo>
                  <a:pt x="1359442" y="53525"/>
                </a:lnTo>
                <a:lnTo>
                  <a:pt x="1359510" y="53861"/>
                </a:lnTo>
                <a:lnTo>
                  <a:pt x="1359573" y="54202"/>
                </a:lnTo>
                <a:lnTo>
                  <a:pt x="1359632" y="54548"/>
                </a:lnTo>
                <a:lnTo>
                  <a:pt x="1359688" y="54899"/>
                </a:lnTo>
                <a:lnTo>
                  <a:pt x="1359741" y="55254"/>
                </a:lnTo>
                <a:lnTo>
                  <a:pt x="1359793" y="55614"/>
                </a:lnTo>
                <a:lnTo>
                  <a:pt x="1359841" y="55979"/>
                </a:lnTo>
                <a:lnTo>
                  <a:pt x="1359888" y="56349"/>
                </a:lnTo>
                <a:lnTo>
                  <a:pt x="1359931" y="56723"/>
                </a:lnTo>
                <a:lnTo>
                  <a:pt x="1359973" y="57102"/>
                </a:lnTo>
                <a:lnTo>
                  <a:pt x="1360012" y="57486"/>
                </a:lnTo>
                <a:lnTo>
                  <a:pt x="1360049" y="57875"/>
                </a:lnTo>
                <a:lnTo>
                  <a:pt x="1360083" y="58268"/>
                </a:lnTo>
                <a:lnTo>
                  <a:pt x="1360116" y="58667"/>
                </a:lnTo>
                <a:lnTo>
                  <a:pt x="1360145" y="59070"/>
                </a:lnTo>
                <a:lnTo>
                  <a:pt x="1360173" y="59477"/>
                </a:lnTo>
                <a:lnTo>
                  <a:pt x="1360197" y="59890"/>
                </a:lnTo>
                <a:lnTo>
                  <a:pt x="1360220" y="60307"/>
                </a:lnTo>
                <a:lnTo>
                  <a:pt x="1360240" y="60729"/>
                </a:lnTo>
                <a:lnTo>
                  <a:pt x="1360258" y="61155"/>
                </a:lnTo>
                <a:lnTo>
                  <a:pt x="1360273" y="61587"/>
                </a:lnTo>
                <a:lnTo>
                  <a:pt x="1360287" y="62023"/>
                </a:lnTo>
                <a:lnTo>
                  <a:pt x="1360297" y="62464"/>
                </a:lnTo>
                <a:lnTo>
                  <a:pt x="1360306" y="62910"/>
                </a:lnTo>
                <a:lnTo>
                  <a:pt x="1360311" y="63360"/>
                </a:lnTo>
                <a:lnTo>
                  <a:pt x="1360315" y="63815"/>
                </a:lnTo>
                <a:lnTo>
                  <a:pt x="1360316" y="64275"/>
                </a:lnTo>
                <a:lnTo>
                  <a:pt x="1360316" y="119422"/>
                </a:lnTo>
                <a:lnTo>
                  <a:pt x="1374882" y="119422"/>
                </a:lnTo>
                <a:lnTo>
                  <a:pt x="1374882" y="61401"/>
                </a:lnTo>
                <a:lnTo>
                  <a:pt x="1374880" y="60839"/>
                </a:lnTo>
                <a:lnTo>
                  <a:pt x="1374874" y="60282"/>
                </a:lnTo>
                <a:lnTo>
                  <a:pt x="1374864" y="59728"/>
                </a:lnTo>
                <a:lnTo>
                  <a:pt x="1374849" y="59179"/>
                </a:lnTo>
                <a:lnTo>
                  <a:pt x="1374831" y="58633"/>
                </a:lnTo>
                <a:lnTo>
                  <a:pt x="1374809" y="58091"/>
                </a:lnTo>
                <a:lnTo>
                  <a:pt x="1374783" y="57553"/>
                </a:lnTo>
                <a:lnTo>
                  <a:pt x="1374752" y="57019"/>
                </a:lnTo>
                <a:lnTo>
                  <a:pt x="1374718" y="56489"/>
                </a:lnTo>
                <a:lnTo>
                  <a:pt x="1374679" y="55963"/>
                </a:lnTo>
                <a:lnTo>
                  <a:pt x="1374637" y="55441"/>
                </a:lnTo>
                <a:lnTo>
                  <a:pt x="1374590" y="54923"/>
                </a:lnTo>
                <a:lnTo>
                  <a:pt x="1374539" y="54408"/>
                </a:lnTo>
                <a:lnTo>
                  <a:pt x="1374485" y="53898"/>
                </a:lnTo>
                <a:lnTo>
                  <a:pt x="1374426" y="53391"/>
                </a:lnTo>
                <a:lnTo>
                  <a:pt x="1374363" y="52889"/>
                </a:lnTo>
                <a:lnTo>
                  <a:pt x="1374296" y="52390"/>
                </a:lnTo>
                <a:lnTo>
                  <a:pt x="1374225" y="51895"/>
                </a:lnTo>
                <a:lnTo>
                  <a:pt x="1374151" y="51404"/>
                </a:lnTo>
                <a:lnTo>
                  <a:pt x="1374072" y="50917"/>
                </a:lnTo>
                <a:lnTo>
                  <a:pt x="1373988" y="50434"/>
                </a:lnTo>
                <a:lnTo>
                  <a:pt x="1373901" y="49955"/>
                </a:lnTo>
                <a:lnTo>
                  <a:pt x="1373810" y="49479"/>
                </a:lnTo>
                <a:lnTo>
                  <a:pt x="1373715" y="49008"/>
                </a:lnTo>
                <a:lnTo>
                  <a:pt x="1373614" y="48541"/>
                </a:lnTo>
                <a:lnTo>
                  <a:pt x="1373507" y="48080"/>
                </a:lnTo>
                <a:lnTo>
                  <a:pt x="1373393" y="47624"/>
                </a:lnTo>
                <a:lnTo>
                  <a:pt x="1373272" y="47174"/>
                </a:lnTo>
                <a:lnTo>
                  <a:pt x="1373145" y="46729"/>
                </a:lnTo>
                <a:lnTo>
                  <a:pt x="1373011" y="46289"/>
                </a:lnTo>
                <a:lnTo>
                  <a:pt x="1372870" y="45855"/>
                </a:lnTo>
                <a:lnTo>
                  <a:pt x="1372722" y="45427"/>
                </a:lnTo>
                <a:lnTo>
                  <a:pt x="1372568" y="45004"/>
                </a:lnTo>
                <a:lnTo>
                  <a:pt x="1372407" y="44586"/>
                </a:lnTo>
                <a:lnTo>
                  <a:pt x="1372240" y="44174"/>
                </a:lnTo>
                <a:lnTo>
                  <a:pt x="1372065" y="43767"/>
                </a:lnTo>
                <a:lnTo>
                  <a:pt x="1371884" y="43366"/>
                </a:lnTo>
                <a:lnTo>
                  <a:pt x="1371696" y="42970"/>
                </a:lnTo>
                <a:lnTo>
                  <a:pt x="1371502" y="42580"/>
                </a:lnTo>
                <a:lnTo>
                  <a:pt x="1371301" y="42195"/>
                </a:lnTo>
                <a:lnTo>
                  <a:pt x="1371093" y="41815"/>
                </a:lnTo>
                <a:lnTo>
                  <a:pt x="1370878" y="41441"/>
                </a:lnTo>
                <a:lnTo>
                  <a:pt x="1370657" y="41072"/>
                </a:lnTo>
                <a:lnTo>
                  <a:pt x="1370429" y="40709"/>
                </a:lnTo>
                <a:lnTo>
                  <a:pt x="1370194" y="40351"/>
                </a:lnTo>
                <a:lnTo>
                  <a:pt x="1369953" y="39999"/>
                </a:lnTo>
                <a:lnTo>
                  <a:pt x="1369705" y="39652"/>
                </a:lnTo>
                <a:lnTo>
                  <a:pt x="1369450" y="39311"/>
                </a:lnTo>
                <a:lnTo>
                  <a:pt x="1369188" y="38975"/>
                </a:lnTo>
                <a:lnTo>
                  <a:pt x="1368918" y="38646"/>
                </a:lnTo>
                <a:lnTo>
                  <a:pt x="1368640" y="38323"/>
                </a:lnTo>
                <a:lnTo>
                  <a:pt x="1368355" y="38007"/>
                </a:lnTo>
                <a:lnTo>
                  <a:pt x="1368061" y="37696"/>
                </a:lnTo>
                <a:lnTo>
                  <a:pt x="1367760" y="37392"/>
                </a:lnTo>
                <a:lnTo>
                  <a:pt x="1367451" y="37094"/>
                </a:lnTo>
                <a:lnTo>
                  <a:pt x="1367134" y="36803"/>
                </a:lnTo>
                <a:lnTo>
                  <a:pt x="1366809" y="36518"/>
                </a:lnTo>
                <a:lnTo>
                  <a:pt x="1366477" y="36239"/>
                </a:lnTo>
                <a:lnTo>
                  <a:pt x="1366137" y="35966"/>
                </a:lnTo>
                <a:lnTo>
                  <a:pt x="1365788" y="35700"/>
                </a:lnTo>
                <a:lnTo>
                  <a:pt x="1365432" y="35440"/>
                </a:lnTo>
                <a:lnTo>
                  <a:pt x="1365069" y="35186"/>
                </a:lnTo>
                <a:lnTo>
                  <a:pt x="1364697" y="34938"/>
                </a:lnTo>
                <a:lnTo>
                  <a:pt x="1364318" y="34697"/>
                </a:lnTo>
                <a:lnTo>
                  <a:pt x="1363930" y="34462"/>
                </a:lnTo>
                <a:lnTo>
                  <a:pt x="1363535" y="34234"/>
                </a:lnTo>
                <a:lnTo>
                  <a:pt x="1363132" y="34011"/>
                </a:lnTo>
                <a:lnTo>
                  <a:pt x="1362721" y="33795"/>
                </a:lnTo>
                <a:lnTo>
                  <a:pt x="1362303" y="33585"/>
                </a:lnTo>
                <a:lnTo>
                  <a:pt x="1361877" y="33382"/>
                </a:lnTo>
                <a:lnTo>
                  <a:pt x="1361442" y="33185"/>
                </a:lnTo>
                <a:lnTo>
                  <a:pt x="1361000" y="32994"/>
                </a:lnTo>
                <a:lnTo>
                  <a:pt x="1360549" y="32810"/>
                </a:lnTo>
                <a:lnTo>
                  <a:pt x="1360087" y="32634"/>
                </a:lnTo>
                <a:lnTo>
                  <a:pt x="1359615" y="32466"/>
                </a:lnTo>
                <a:lnTo>
                  <a:pt x="1359133" y="32305"/>
                </a:lnTo>
                <a:lnTo>
                  <a:pt x="1358640" y="32153"/>
                </a:lnTo>
                <a:lnTo>
                  <a:pt x="1358136" y="32008"/>
                </a:lnTo>
                <a:lnTo>
                  <a:pt x="1357622" y="31871"/>
                </a:lnTo>
                <a:lnTo>
                  <a:pt x="1357097" y="31742"/>
                </a:lnTo>
                <a:lnTo>
                  <a:pt x="1356562" y="31621"/>
                </a:lnTo>
                <a:lnTo>
                  <a:pt x="1356017" y="31507"/>
                </a:lnTo>
                <a:lnTo>
                  <a:pt x="1355461" y="31402"/>
                </a:lnTo>
                <a:lnTo>
                  <a:pt x="1354894" y="31304"/>
                </a:lnTo>
                <a:lnTo>
                  <a:pt x="1354317" y="31214"/>
                </a:lnTo>
                <a:lnTo>
                  <a:pt x="1353730" y="31132"/>
                </a:lnTo>
                <a:lnTo>
                  <a:pt x="1353132" y="31057"/>
                </a:lnTo>
                <a:lnTo>
                  <a:pt x="1352524" y="30991"/>
                </a:lnTo>
                <a:lnTo>
                  <a:pt x="1351905" y="30932"/>
                </a:lnTo>
                <a:lnTo>
                  <a:pt x="1351276" y="30881"/>
                </a:lnTo>
                <a:lnTo>
                  <a:pt x="1350636" y="30838"/>
                </a:lnTo>
                <a:lnTo>
                  <a:pt x="1349986" y="30803"/>
                </a:lnTo>
                <a:lnTo>
                  <a:pt x="1349325" y="30776"/>
                </a:lnTo>
                <a:lnTo>
                  <a:pt x="1348654" y="30756"/>
                </a:lnTo>
                <a:lnTo>
                  <a:pt x="1347972" y="30745"/>
                </a:lnTo>
                <a:lnTo>
                  <a:pt x="1347280" y="30741"/>
                </a:lnTo>
                <a:lnTo>
                  <a:pt x="1346866" y="30742"/>
                </a:lnTo>
                <a:lnTo>
                  <a:pt x="1346455" y="30747"/>
                </a:lnTo>
                <a:lnTo>
                  <a:pt x="1346047" y="30755"/>
                </a:lnTo>
                <a:lnTo>
                  <a:pt x="1345643" y="30766"/>
                </a:lnTo>
                <a:lnTo>
                  <a:pt x="1345243" y="30781"/>
                </a:lnTo>
                <a:lnTo>
                  <a:pt x="1344845" y="30799"/>
                </a:lnTo>
                <a:lnTo>
                  <a:pt x="1344451" y="30820"/>
                </a:lnTo>
                <a:lnTo>
                  <a:pt x="1344061" y="30844"/>
                </a:lnTo>
                <a:lnTo>
                  <a:pt x="1343673" y="30871"/>
                </a:lnTo>
                <a:lnTo>
                  <a:pt x="1343290" y="30902"/>
                </a:lnTo>
                <a:lnTo>
                  <a:pt x="1342909" y="30936"/>
                </a:lnTo>
                <a:lnTo>
                  <a:pt x="1342532" y="30973"/>
                </a:lnTo>
                <a:lnTo>
                  <a:pt x="1342158" y="31014"/>
                </a:lnTo>
                <a:lnTo>
                  <a:pt x="1341787" y="31057"/>
                </a:lnTo>
                <a:lnTo>
                  <a:pt x="1341420" y="31104"/>
                </a:lnTo>
                <a:lnTo>
                  <a:pt x="1341056" y="31154"/>
                </a:lnTo>
                <a:lnTo>
                  <a:pt x="1340696" y="31207"/>
                </a:lnTo>
                <a:lnTo>
                  <a:pt x="1340339" y="31264"/>
                </a:lnTo>
                <a:lnTo>
                  <a:pt x="1339985" y="31324"/>
                </a:lnTo>
                <a:lnTo>
                  <a:pt x="1339635" y="31387"/>
                </a:lnTo>
                <a:lnTo>
                  <a:pt x="1339288" y="31453"/>
                </a:lnTo>
                <a:lnTo>
                  <a:pt x="1338944" y="31522"/>
                </a:lnTo>
                <a:lnTo>
                  <a:pt x="1338604" y="31595"/>
                </a:lnTo>
                <a:lnTo>
                  <a:pt x="1338267" y="31671"/>
                </a:lnTo>
                <a:lnTo>
                  <a:pt x="1337932" y="31751"/>
                </a:lnTo>
                <a:lnTo>
                  <a:pt x="1337601" y="31834"/>
                </a:lnTo>
                <a:lnTo>
                  <a:pt x="1337271" y="31921"/>
                </a:lnTo>
                <a:lnTo>
                  <a:pt x="1336943" y="32012"/>
                </a:lnTo>
                <a:lnTo>
                  <a:pt x="1336618" y="32106"/>
                </a:lnTo>
                <a:lnTo>
                  <a:pt x="1336295" y="32205"/>
                </a:lnTo>
                <a:lnTo>
                  <a:pt x="1335974" y="32307"/>
                </a:lnTo>
                <a:lnTo>
                  <a:pt x="1335656" y="32413"/>
                </a:lnTo>
                <a:lnTo>
                  <a:pt x="1335339" y="32522"/>
                </a:lnTo>
                <a:lnTo>
                  <a:pt x="1335025" y="32636"/>
                </a:lnTo>
                <a:lnTo>
                  <a:pt x="1334714" y="32753"/>
                </a:lnTo>
                <a:lnTo>
                  <a:pt x="1334404" y="32874"/>
                </a:lnTo>
                <a:lnTo>
                  <a:pt x="1334097" y="32999"/>
                </a:lnTo>
                <a:lnTo>
                  <a:pt x="1333791" y="33128"/>
                </a:lnTo>
                <a:lnTo>
                  <a:pt x="1333489" y="33261"/>
                </a:lnTo>
                <a:lnTo>
                  <a:pt x="1333188" y="33397"/>
                </a:lnTo>
                <a:lnTo>
                  <a:pt x="1332890" y="33537"/>
                </a:lnTo>
                <a:lnTo>
                  <a:pt x="1332593" y="33681"/>
                </a:lnTo>
                <a:lnTo>
                  <a:pt x="1332299" y="33828"/>
                </a:lnTo>
                <a:lnTo>
                  <a:pt x="1332008" y="33980"/>
                </a:lnTo>
                <a:lnTo>
                  <a:pt x="1331718" y="34135"/>
                </a:lnTo>
                <a:lnTo>
                  <a:pt x="1331431" y="34294"/>
                </a:lnTo>
                <a:lnTo>
                  <a:pt x="1331146" y="34457"/>
                </a:lnTo>
                <a:lnTo>
                  <a:pt x="1330863" y="34623"/>
                </a:lnTo>
                <a:lnTo>
                  <a:pt x="1330583" y="34794"/>
                </a:lnTo>
                <a:lnTo>
                  <a:pt x="1330304" y="34968"/>
                </a:lnTo>
                <a:lnTo>
                  <a:pt x="1330027" y="35145"/>
                </a:lnTo>
                <a:lnTo>
                  <a:pt x="1329752" y="35327"/>
                </a:lnTo>
                <a:lnTo>
                  <a:pt x="1329479" y="35512"/>
                </a:lnTo>
                <a:lnTo>
                  <a:pt x="1329208" y="35701"/>
                </a:lnTo>
                <a:lnTo>
                  <a:pt x="1328940" y="35894"/>
                </a:lnTo>
                <a:lnTo>
                  <a:pt x="1328673" y="36091"/>
                </a:lnTo>
                <a:lnTo>
                  <a:pt x="1328407" y="36292"/>
                </a:lnTo>
                <a:lnTo>
                  <a:pt x="1328144" y="36496"/>
                </a:lnTo>
                <a:lnTo>
                  <a:pt x="1327883" y="36704"/>
                </a:lnTo>
                <a:lnTo>
                  <a:pt x="1327624" y="36916"/>
                </a:lnTo>
                <a:lnTo>
                  <a:pt x="1327367" y="37132"/>
                </a:lnTo>
                <a:lnTo>
                  <a:pt x="1327112" y="37352"/>
                </a:lnTo>
                <a:lnTo>
                  <a:pt x="1326858" y="37575"/>
                </a:lnTo>
                <a:lnTo>
                  <a:pt x="1326607" y="37802"/>
                </a:lnTo>
                <a:lnTo>
                  <a:pt x="1326358" y="38033"/>
                </a:lnTo>
                <a:lnTo>
                  <a:pt x="1326110" y="38268"/>
                </a:lnTo>
                <a:lnTo>
                  <a:pt x="1325865" y="38506"/>
                </a:lnTo>
                <a:lnTo>
                  <a:pt x="1325621" y="38749"/>
                </a:lnTo>
                <a:lnTo>
                  <a:pt x="1325380" y="38995"/>
                </a:lnTo>
                <a:lnTo>
                  <a:pt x="1325140" y="39245"/>
                </a:lnTo>
                <a:lnTo>
                  <a:pt x="1324902" y="39499"/>
                </a:lnTo>
                <a:lnTo>
                  <a:pt x="1324667" y="39756"/>
                </a:lnTo>
                <a:lnTo>
                  <a:pt x="1324433" y="40018"/>
                </a:lnTo>
                <a:lnTo>
                  <a:pt x="1324200" y="40284"/>
                </a:lnTo>
                <a:lnTo>
                  <a:pt x="1323969" y="40555"/>
                </a:lnTo>
                <a:lnTo>
                  <a:pt x="1323739" y="40831"/>
                </a:lnTo>
                <a:lnTo>
                  <a:pt x="1323511" y="41111"/>
                </a:lnTo>
                <a:lnTo>
                  <a:pt x="1323284" y="41396"/>
                </a:lnTo>
                <a:lnTo>
                  <a:pt x="1323058" y="41686"/>
                </a:lnTo>
                <a:lnTo>
                  <a:pt x="1322834" y="41980"/>
                </a:lnTo>
                <a:lnTo>
                  <a:pt x="1322611" y="42279"/>
                </a:lnTo>
                <a:lnTo>
                  <a:pt x="1322389" y="42582"/>
                </a:lnTo>
                <a:lnTo>
                  <a:pt x="1322169" y="42890"/>
                </a:lnTo>
                <a:lnTo>
                  <a:pt x="1321951" y="43203"/>
                </a:lnTo>
                <a:lnTo>
                  <a:pt x="1321734" y="43521"/>
                </a:lnTo>
                <a:lnTo>
                  <a:pt x="1321518" y="43843"/>
                </a:lnTo>
                <a:lnTo>
                  <a:pt x="1321303" y="44169"/>
                </a:lnTo>
                <a:lnTo>
                  <a:pt x="1321090" y="44501"/>
                </a:lnTo>
                <a:lnTo>
                  <a:pt x="1320879" y="44837"/>
                </a:lnTo>
                <a:lnTo>
                  <a:pt x="1320668" y="45177"/>
                </a:lnTo>
                <a:lnTo>
                  <a:pt x="1320459" y="45522"/>
                </a:lnTo>
                <a:lnTo>
                  <a:pt x="1320252" y="45872"/>
                </a:lnTo>
                <a:lnTo>
                  <a:pt x="1320046" y="46227"/>
                </a:lnTo>
                <a:lnTo>
                  <a:pt x="1319841" y="46586"/>
                </a:lnTo>
                <a:lnTo>
                  <a:pt x="1319638" y="46950"/>
                </a:lnTo>
                <a:lnTo>
                  <a:pt x="1319436" y="47318"/>
                </a:lnTo>
                <a:lnTo>
                  <a:pt x="1319195" y="47318"/>
                </a:lnTo>
                <a:lnTo>
                  <a:pt x="1319201" y="47269"/>
                </a:lnTo>
                <a:lnTo>
                  <a:pt x="1319208" y="47217"/>
                </a:lnTo>
                <a:lnTo>
                  <a:pt x="1319215" y="47161"/>
                </a:lnTo>
                <a:lnTo>
                  <a:pt x="1319221" y="47102"/>
                </a:lnTo>
                <a:close/>
                <a:moveTo>
                  <a:pt x="2395479" y="106042"/>
                </a:moveTo>
                <a:lnTo>
                  <a:pt x="2395481" y="106218"/>
                </a:lnTo>
                <a:lnTo>
                  <a:pt x="2395482" y="106394"/>
                </a:lnTo>
                <a:lnTo>
                  <a:pt x="2395484" y="106570"/>
                </a:lnTo>
                <a:lnTo>
                  <a:pt x="2395486" y="106747"/>
                </a:lnTo>
                <a:lnTo>
                  <a:pt x="2395488" y="106923"/>
                </a:lnTo>
                <a:lnTo>
                  <a:pt x="2395491" y="107100"/>
                </a:lnTo>
                <a:lnTo>
                  <a:pt x="2395494" y="107277"/>
                </a:lnTo>
                <a:lnTo>
                  <a:pt x="2395497" y="107454"/>
                </a:lnTo>
                <a:lnTo>
                  <a:pt x="2395501" y="107631"/>
                </a:lnTo>
                <a:lnTo>
                  <a:pt x="2395504" y="107808"/>
                </a:lnTo>
                <a:lnTo>
                  <a:pt x="2395508" y="107986"/>
                </a:lnTo>
                <a:lnTo>
                  <a:pt x="2395513" y="108163"/>
                </a:lnTo>
                <a:lnTo>
                  <a:pt x="2395517" y="108341"/>
                </a:lnTo>
                <a:lnTo>
                  <a:pt x="2395522" y="108519"/>
                </a:lnTo>
                <a:lnTo>
                  <a:pt x="2395527" y="108697"/>
                </a:lnTo>
                <a:lnTo>
                  <a:pt x="2395533" y="108875"/>
                </a:lnTo>
                <a:lnTo>
                  <a:pt x="2395539" y="109053"/>
                </a:lnTo>
                <a:lnTo>
                  <a:pt x="2395545" y="109232"/>
                </a:lnTo>
                <a:lnTo>
                  <a:pt x="2395551" y="109410"/>
                </a:lnTo>
                <a:lnTo>
                  <a:pt x="2395558" y="109589"/>
                </a:lnTo>
                <a:lnTo>
                  <a:pt x="2395564" y="109767"/>
                </a:lnTo>
                <a:lnTo>
                  <a:pt x="2395571" y="109945"/>
                </a:lnTo>
                <a:lnTo>
                  <a:pt x="2395578" y="110122"/>
                </a:lnTo>
                <a:lnTo>
                  <a:pt x="2395585" y="110298"/>
                </a:lnTo>
                <a:lnTo>
                  <a:pt x="2395593" y="110474"/>
                </a:lnTo>
                <a:lnTo>
                  <a:pt x="2395600" y="110649"/>
                </a:lnTo>
                <a:lnTo>
                  <a:pt x="2395608" y="110823"/>
                </a:lnTo>
                <a:lnTo>
                  <a:pt x="2395616" y="110996"/>
                </a:lnTo>
                <a:lnTo>
                  <a:pt x="2395624" y="111169"/>
                </a:lnTo>
                <a:lnTo>
                  <a:pt x="2395632" y="111341"/>
                </a:lnTo>
                <a:lnTo>
                  <a:pt x="2395640" y="111512"/>
                </a:lnTo>
                <a:lnTo>
                  <a:pt x="2395648" y="111683"/>
                </a:lnTo>
                <a:lnTo>
                  <a:pt x="2395656" y="111853"/>
                </a:lnTo>
                <a:lnTo>
                  <a:pt x="2395665" y="112022"/>
                </a:lnTo>
                <a:lnTo>
                  <a:pt x="2395674" y="112191"/>
                </a:lnTo>
                <a:lnTo>
                  <a:pt x="2395683" y="112359"/>
                </a:lnTo>
                <a:lnTo>
                  <a:pt x="2395692" y="112526"/>
                </a:lnTo>
                <a:lnTo>
                  <a:pt x="2395701" y="112692"/>
                </a:lnTo>
                <a:lnTo>
                  <a:pt x="2395710" y="112858"/>
                </a:lnTo>
                <a:lnTo>
                  <a:pt x="2395720" y="113023"/>
                </a:lnTo>
                <a:lnTo>
                  <a:pt x="2395729" y="113187"/>
                </a:lnTo>
                <a:lnTo>
                  <a:pt x="2395739" y="113350"/>
                </a:lnTo>
                <a:lnTo>
                  <a:pt x="2395749" y="113513"/>
                </a:lnTo>
                <a:lnTo>
                  <a:pt x="2395759" y="113675"/>
                </a:lnTo>
                <a:lnTo>
                  <a:pt x="2395769" y="113836"/>
                </a:lnTo>
                <a:lnTo>
                  <a:pt x="2395779" y="113996"/>
                </a:lnTo>
                <a:lnTo>
                  <a:pt x="2395789" y="114154"/>
                </a:lnTo>
                <a:lnTo>
                  <a:pt x="2395799" y="114310"/>
                </a:lnTo>
                <a:lnTo>
                  <a:pt x="2395809" y="114465"/>
                </a:lnTo>
                <a:lnTo>
                  <a:pt x="2395819" y="114618"/>
                </a:lnTo>
                <a:lnTo>
                  <a:pt x="2395829" y="114770"/>
                </a:lnTo>
                <a:lnTo>
                  <a:pt x="2395839" y="114921"/>
                </a:lnTo>
                <a:lnTo>
                  <a:pt x="2395849" y="115069"/>
                </a:lnTo>
                <a:lnTo>
                  <a:pt x="2395859" y="115216"/>
                </a:lnTo>
                <a:lnTo>
                  <a:pt x="2395869" y="115362"/>
                </a:lnTo>
                <a:lnTo>
                  <a:pt x="2395879" y="115506"/>
                </a:lnTo>
                <a:lnTo>
                  <a:pt x="2395889" y="115649"/>
                </a:lnTo>
                <a:lnTo>
                  <a:pt x="2395900" y="115790"/>
                </a:lnTo>
                <a:lnTo>
                  <a:pt x="2395910" y="115929"/>
                </a:lnTo>
                <a:lnTo>
                  <a:pt x="2395920" y="116067"/>
                </a:lnTo>
                <a:lnTo>
                  <a:pt x="2395930" y="116204"/>
                </a:lnTo>
                <a:lnTo>
                  <a:pt x="2395940" y="116339"/>
                </a:lnTo>
                <a:lnTo>
                  <a:pt x="2395950" y="116472"/>
                </a:lnTo>
                <a:lnTo>
                  <a:pt x="2395960" y="116604"/>
                </a:lnTo>
                <a:lnTo>
                  <a:pt x="2395970" y="116734"/>
                </a:lnTo>
                <a:lnTo>
                  <a:pt x="2395980" y="116863"/>
                </a:lnTo>
                <a:lnTo>
                  <a:pt x="2395990" y="116990"/>
                </a:lnTo>
                <a:lnTo>
                  <a:pt x="2396000" y="117116"/>
                </a:lnTo>
                <a:lnTo>
                  <a:pt x="2396010" y="117239"/>
                </a:lnTo>
                <a:lnTo>
                  <a:pt x="2396021" y="117360"/>
                </a:lnTo>
                <a:lnTo>
                  <a:pt x="2396031" y="117479"/>
                </a:lnTo>
                <a:lnTo>
                  <a:pt x="2396041" y="117595"/>
                </a:lnTo>
                <a:lnTo>
                  <a:pt x="2396052" y="117709"/>
                </a:lnTo>
                <a:lnTo>
                  <a:pt x="2396063" y="117821"/>
                </a:lnTo>
                <a:lnTo>
                  <a:pt x="2396074" y="117930"/>
                </a:lnTo>
                <a:lnTo>
                  <a:pt x="2396085" y="118037"/>
                </a:lnTo>
                <a:lnTo>
                  <a:pt x="2396096" y="118141"/>
                </a:lnTo>
                <a:lnTo>
                  <a:pt x="2396108" y="118243"/>
                </a:lnTo>
                <a:lnTo>
                  <a:pt x="2396119" y="118343"/>
                </a:lnTo>
                <a:lnTo>
                  <a:pt x="2396131" y="118440"/>
                </a:lnTo>
                <a:lnTo>
                  <a:pt x="2396143" y="118535"/>
                </a:lnTo>
                <a:lnTo>
                  <a:pt x="2396155" y="118628"/>
                </a:lnTo>
                <a:lnTo>
                  <a:pt x="2396167" y="118718"/>
                </a:lnTo>
                <a:lnTo>
                  <a:pt x="2396179" y="118806"/>
                </a:lnTo>
                <a:lnTo>
                  <a:pt x="2396191" y="118891"/>
                </a:lnTo>
                <a:lnTo>
                  <a:pt x="2396204" y="118974"/>
                </a:lnTo>
                <a:lnTo>
                  <a:pt x="2396216" y="119054"/>
                </a:lnTo>
                <a:lnTo>
                  <a:pt x="2396229" y="119133"/>
                </a:lnTo>
                <a:lnTo>
                  <a:pt x="2396242" y="119209"/>
                </a:lnTo>
                <a:lnTo>
                  <a:pt x="2396255" y="119282"/>
                </a:lnTo>
                <a:lnTo>
                  <a:pt x="2396268" y="119353"/>
                </a:lnTo>
                <a:lnTo>
                  <a:pt x="2396282" y="119422"/>
                </a:lnTo>
                <a:lnTo>
                  <a:pt x="2410123" y="119422"/>
                </a:lnTo>
                <a:lnTo>
                  <a:pt x="2410116" y="119360"/>
                </a:lnTo>
                <a:lnTo>
                  <a:pt x="2410110" y="119294"/>
                </a:lnTo>
                <a:lnTo>
                  <a:pt x="2410103" y="119225"/>
                </a:lnTo>
                <a:lnTo>
                  <a:pt x="2410096" y="119152"/>
                </a:lnTo>
                <a:lnTo>
                  <a:pt x="2410090" y="119076"/>
                </a:lnTo>
                <a:lnTo>
                  <a:pt x="2410083" y="118997"/>
                </a:lnTo>
                <a:lnTo>
                  <a:pt x="2410076" y="118914"/>
                </a:lnTo>
                <a:lnTo>
                  <a:pt x="2410069" y="118827"/>
                </a:lnTo>
                <a:lnTo>
                  <a:pt x="2410063" y="118737"/>
                </a:lnTo>
                <a:lnTo>
                  <a:pt x="2410056" y="118644"/>
                </a:lnTo>
                <a:lnTo>
                  <a:pt x="2410049" y="118546"/>
                </a:lnTo>
                <a:lnTo>
                  <a:pt x="2410043" y="118446"/>
                </a:lnTo>
                <a:lnTo>
                  <a:pt x="2410036" y="118342"/>
                </a:lnTo>
                <a:lnTo>
                  <a:pt x="2410029" y="118234"/>
                </a:lnTo>
                <a:lnTo>
                  <a:pt x="2410023" y="118123"/>
                </a:lnTo>
                <a:lnTo>
                  <a:pt x="2410016" y="118009"/>
                </a:lnTo>
                <a:lnTo>
                  <a:pt x="2410009" y="117891"/>
                </a:lnTo>
                <a:lnTo>
                  <a:pt x="2410002" y="117769"/>
                </a:lnTo>
                <a:lnTo>
                  <a:pt x="2409996" y="117645"/>
                </a:lnTo>
                <a:lnTo>
                  <a:pt x="2409989" y="117516"/>
                </a:lnTo>
                <a:lnTo>
                  <a:pt x="2409982" y="117384"/>
                </a:lnTo>
                <a:lnTo>
                  <a:pt x="2409976" y="117249"/>
                </a:lnTo>
                <a:lnTo>
                  <a:pt x="2409969" y="117110"/>
                </a:lnTo>
                <a:lnTo>
                  <a:pt x="2409962" y="116967"/>
                </a:lnTo>
                <a:lnTo>
                  <a:pt x="2409955" y="116822"/>
                </a:lnTo>
                <a:lnTo>
                  <a:pt x="2409949" y="116674"/>
                </a:lnTo>
                <a:lnTo>
                  <a:pt x="2409942" y="116524"/>
                </a:lnTo>
                <a:lnTo>
                  <a:pt x="2409935" y="116372"/>
                </a:lnTo>
                <a:lnTo>
                  <a:pt x="2409929" y="116217"/>
                </a:lnTo>
                <a:lnTo>
                  <a:pt x="2409922" y="116059"/>
                </a:lnTo>
                <a:lnTo>
                  <a:pt x="2409915" y="115900"/>
                </a:lnTo>
                <a:lnTo>
                  <a:pt x="2409909" y="115738"/>
                </a:lnTo>
                <a:lnTo>
                  <a:pt x="2409902" y="115573"/>
                </a:lnTo>
                <a:lnTo>
                  <a:pt x="2409895" y="115407"/>
                </a:lnTo>
                <a:lnTo>
                  <a:pt x="2409888" y="115238"/>
                </a:lnTo>
                <a:lnTo>
                  <a:pt x="2409882" y="115066"/>
                </a:lnTo>
                <a:lnTo>
                  <a:pt x="2409875" y="114892"/>
                </a:lnTo>
                <a:lnTo>
                  <a:pt x="2409868" y="114716"/>
                </a:lnTo>
                <a:lnTo>
                  <a:pt x="2409862" y="114537"/>
                </a:lnTo>
                <a:lnTo>
                  <a:pt x="2409855" y="114356"/>
                </a:lnTo>
                <a:lnTo>
                  <a:pt x="2409848" y="114173"/>
                </a:lnTo>
                <a:lnTo>
                  <a:pt x="2409841" y="113987"/>
                </a:lnTo>
                <a:lnTo>
                  <a:pt x="2409835" y="113799"/>
                </a:lnTo>
                <a:lnTo>
                  <a:pt x="2409828" y="113609"/>
                </a:lnTo>
                <a:lnTo>
                  <a:pt x="2409821" y="113416"/>
                </a:lnTo>
                <a:lnTo>
                  <a:pt x="2409815" y="113221"/>
                </a:lnTo>
                <a:lnTo>
                  <a:pt x="2409808" y="113023"/>
                </a:lnTo>
                <a:lnTo>
                  <a:pt x="2409801" y="112823"/>
                </a:lnTo>
                <a:lnTo>
                  <a:pt x="2409795" y="112621"/>
                </a:lnTo>
                <a:lnTo>
                  <a:pt x="2409788" y="112417"/>
                </a:lnTo>
                <a:lnTo>
                  <a:pt x="2409782" y="112212"/>
                </a:lnTo>
                <a:lnTo>
                  <a:pt x="2409775" y="112005"/>
                </a:lnTo>
                <a:lnTo>
                  <a:pt x="2409769" y="111796"/>
                </a:lnTo>
                <a:lnTo>
                  <a:pt x="2409763" y="111586"/>
                </a:lnTo>
                <a:lnTo>
                  <a:pt x="2409758" y="111374"/>
                </a:lnTo>
                <a:lnTo>
                  <a:pt x="2409752" y="111160"/>
                </a:lnTo>
                <a:lnTo>
                  <a:pt x="2409747" y="110944"/>
                </a:lnTo>
                <a:lnTo>
                  <a:pt x="2409741" y="110727"/>
                </a:lnTo>
                <a:lnTo>
                  <a:pt x="2409736" y="110508"/>
                </a:lnTo>
                <a:lnTo>
                  <a:pt x="2409731" y="110288"/>
                </a:lnTo>
                <a:lnTo>
                  <a:pt x="2409726" y="110066"/>
                </a:lnTo>
                <a:lnTo>
                  <a:pt x="2409721" y="109842"/>
                </a:lnTo>
                <a:lnTo>
                  <a:pt x="2409716" y="109617"/>
                </a:lnTo>
                <a:lnTo>
                  <a:pt x="2409712" y="109389"/>
                </a:lnTo>
                <a:lnTo>
                  <a:pt x="2409707" y="109161"/>
                </a:lnTo>
                <a:lnTo>
                  <a:pt x="2409703" y="108930"/>
                </a:lnTo>
                <a:lnTo>
                  <a:pt x="2409699" y="108698"/>
                </a:lnTo>
                <a:lnTo>
                  <a:pt x="2409695" y="108464"/>
                </a:lnTo>
                <a:lnTo>
                  <a:pt x="2409691" y="108228"/>
                </a:lnTo>
                <a:lnTo>
                  <a:pt x="2409687" y="107991"/>
                </a:lnTo>
                <a:lnTo>
                  <a:pt x="2409684" y="107752"/>
                </a:lnTo>
                <a:lnTo>
                  <a:pt x="2409680" y="107512"/>
                </a:lnTo>
                <a:lnTo>
                  <a:pt x="2409677" y="107270"/>
                </a:lnTo>
                <a:lnTo>
                  <a:pt x="2409674" y="107027"/>
                </a:lnTo>
                <a:lnTo>
                  <a:pt x="2409671" y="106784"/>
                </a:lnTo>
                <a:lnTo>
                  <a:pt x="2409668" y="106539"/>
                </a:lnTo>
                <a:lnTo>
                  <a:pt x="2409665" y="106294"/>
                </a:lnTo>
                <a:lnTo>
                  <a:pt x="2409663" y="106048"/>
                </a:lnTo>
                <a:lnTo>
                  <a:pt x="2409660" y="105801"/>
                </a:lnTo>
                <a:lnTo>
                  <a:pt x="2409658" y="105554"/>
                </a:lnTo>
                <a:lnTo>
                  <a:pt x="2409656" y="105305"/>
                </a:lnTo>
                <a:lnTo>
                  <a:pt x="2409654" y="105056"/>
                </a:lnTo>
                <a:lnTo>
                  <a:pt x="2409652" y="104805"/>
                </a:lnTo>
                <a:lnTo>
                  <a:pt x="2409650" y="104554"/>
                </a:lnTo>
                <a:lnTo>
                  <a:pt x="2409649" y="104302"/>
                </a:lnTo>
                <a:lnTo>
                  <a:pt x="2409647" y="104050"/>
                </a:lnTo>
                <a:lnTo>
                  <a:pt x="2409646" y="103796"/>
                </a:lnTo>
                <a:lnTo>
                  <a:pt x="2409645" y="103542"/>
                </a:lnTo>
                <a:lnTo>
                  <a:pt x="2409644" y="103286"/>
                </a:lnTo>
                <a:lnTo>
                  <a:pt x="2409643" y="103030"/>
                </a:lnTo>
                <a:lnTo>
                  <a:pt x="2409642" y="102773"/>
                </a:lnTo>
                <a:lnTo>
                  <a:pt x="2409641" y="102516"/>
                </a:lnTo>
                <a:lnTo>
                  <a:pt x="2409641" y="102257"/>
                </a:lnTo>
                <a:lnTo>
                  <a:pt x="2409641" y="101998"/>
                </a:lnTo>
                <a:lnTo>
                  <a:pt x="2409640" y="101737"/>
                </a:lnTo>
                <a:lnTo>
                  <a:pt x="2409640" y="101476"/>
                </a:lnTo>
                <a:lnTo>
                  <a:pt x="2409640" y="0"/>
                </a:lnTo>
                <a:lnTo>
                  <a:pt x="2395155" y="0"/>
                </a:lnTo>
                <a:lnTo>
                  <a:pt x="2395155" y="33778"/>
                </a:lnTo>
                <a:lnTo>
                  <a:pt x="2395155" y="33841"/>
                </a:lnTo>
                <a:lnTo>
                  <a:pt x="2395155" y="33906"/>
                </a:lnTo>
                <a:lnTo>
                  <a:pt x="2395155" y="33975"/>
                </a:lnTo>
                <a:lnTo>
                  <a:pt x="2395155" y="34047"/>
                </a:lnTo>
                <a:lnTo>
                  <a:pt x="2395155" y="34122"/>
                </a:lnTo>
                <a:lnTo>
                  <a:pt x="2395155" y="34201"/>
                </a:lnTo>
                <a:lnTo>
                  <a:pt x="2395155" y="34283"/>
                </a:lnTo>
                <a:lnTo>
                  <a:pt x="2395155" y="34369"/>
                </a:lnTo>
                <a:lnTo>
                  <a:pt x="2395155" y="34458"/>
                </a:lnTo>
                <a:lnTo>
                  <a:pt x="2395155" y="34550"/>
                </a:lnTo>
                <a:lnTo>
                  <a:pt x="2395155" y="34646"/>
                </a:lnTo>
                <a:lnTo>
                  <a:pt x="2395155" y="34745"/>
                </a:lnTo>
                <a:lnTo>
                  <a:pt x="2395155" y="34847"/>
                </a:lnTo>
                <a:lnTo>
                  <a:pt x="2395155" y="34953"/>
                </a:lnTo>
                <a:lnTo>
                  <a:pt x="2395155" y="35062"/>
                </a:lnTo>
                <a:lnTo>
                  <a:pt x="2395155" y="35174"/>
                </a:lnTo>
                <a:lnTo>
                  <a:pt x="2395155" y="35290"/>
                </a:lnTo>
                <a:lnTo>
                  <a:pt x="2395155" y="35409"/>
                </a:lnTo>
                <a:lnTo>
                  <a:pt x="2395155" y="35532"/>
                </a:lnTo>
                <a:lnTo>
                  <a:pt x="2395155" y="35658"/>
                </a:lnTo>
                <a:lnTo>
                  <a:pt x="2395155" y="35787"/>
                </a:lnTo>
                <a:lnTo>
                  <a:pt x="2395155" y="35920"/>
                </a:lnTo>
                <a:lnTo>
                  <a:pt x="2395155" y="36056"/>
                </a:lnTo>
                <a:lnTo>
                  <a:pt x="2395155" y="36195"/>
                </a:lnTo>
                <a:lnTo>
                  <a:pt x="2395155" y="36337"/>
                </a:lnTo>
                <a:lnTo>
                  <a:pt x="2395155" y="36479"/>
                </a:lnTo>
                <a:lnTo>
                  <a:pt x="2395156" y="36621"/>
                </a:lnTo>
                <a:lnTo>
                  <a:pt x="2395156" y="36765"/>
                </a:lnTo>
                <a:lnTo>
                  <a:pt x="2395157" y="36909"/>
                </a:lnTo>
                <a:lnTo>
                  <a:pt x="2395158" y="37054"/>
                </a:lnTo>
                <a:lnTo>
                  <a:pt x="2395159" y="37200"/>
                </a:lnTo>
                <a:lnTo>
                  <a:pt x="2395160" y="37346"/>
                </a:lnTo>
                <a:lnTo>
                  <a:pt x="2395161" y="37493"/>
                </a:lnTo>
                <a:lnTo>
                  <a:pt x="2395162" y="37641"/>
                </a:lnTo>
                <a:lnTo>
                  <a:pt x="2395164" y="37789"/>
                </a:lnTo>
                <a:lnTo>
                  <a:pt x="2395165" y="37939"/>
                </a:lnTo>
                <a:lnTo>
                  <a:pt x="2395167" y="38088"/>
                </a:lnTo>
                <a:lnTo>
                  <a:pt x="2395169" y="38239"/>
                </a:lnTo>
                <a:lnTo>
                  <a:pt x="2395171" y="38390"/>
                </a:lnTo>
                <a:lnTo>
                  <a:pt x="2395173" y="38542"/>
                </a:lnTo>
                <a:lnTo>
                  <a:pt x="2395175" y="38695"/>
                </a:lnTo>
                <a:lnTo>
                  <a:pt x="2395178" y="38848"/>
                </a:lnTo>
                <a:lnTo>
                  <a:pt x="2395180" y="39003"/>
                </a:lnTo>
                <a:lnTo>
                  <a:pt x="2395183" y="39157"/>
                </a:lnTo>
                <a:lnTo>
                  <a:pt x="2395186" y="39313"/>
                </a:lnTo>
                <a:lnTo>
                  <a:pt x="2395189" y="39469"/>
                </a:lnTo>
                <a:lnTo>
                  <a:pt x="2395192" y="39626"/>
                </a:lnTo>
                <a:lnTo>
                  <a:pt x="2395195" y="39784"/>
                </a:lnTo>
                <a:lnTo>
                  <a:pt x="2395199" y="39941"/>
                </a:lnTo>
                <a:lnTo>
                  <a:pt x="2395202" y="40098"/>
                </a:lnTo>
                <a:lnTo>
                  <a:pt x="2395205" y="40255"/>
                </a:lnTo>
                <a:lnTo>
                  <a:pt x="2395209" y="40410"/>
                </a:lnTo>
                <a:lnTo>
                  <a:pt x="2395212" y="40566"/>
                </a:lnTo>
                <a:lnTo>
                  <a:pt x="2395216" y="40721"/>
                </a:lnTo>
                <a:lnTo>
                  <a:pt x="2395219" y="40875"/>
                </a:lnTo>
                <a:lnTo>
                  <a:pt x="2395222" y="41028"/>
                </a:lnTo>
                <a:lnTo>
                  <a:pt x="2395226" y="41181"/>
                </a:lnTo>
                <a:lnTo>
                  <a:pt x="2395229" y="41334"/>
                </a:lnTo>
                <a:lnTo>
                  <a:pt x="2395232" y="41486"/>
                </a:lnTo>
                <a:lnTo>
                  <a:pt x="2395236" y="41637"/>
                </a:lnTo>
                <a:lnTo>
                  <a:pt x="2395239" y="41788"/>
                </a:lnTo>
                <a:lnTo>
                  <a:pt x="2395242" y="41938"/>
                </a:lnTo>
                <a:lnTo>
                  <a:pt x="2395246" y="42088"/>
                </a:lnTo>
                <a:lnTo>
                  <a:pt x="2395249" y="42237"/>
                </a:lnTo>
                <a:lnTo>
                  <a:pt x="2395252" y="42386"/>
                </a:lnTo>
                <a:lnTo>
                  <a:pt x="2395256" y="42534"/>
                </a:lnTo>
                <a:lnTo>
                  <a:pt x="2395259" y="42681"/>
                </a:lnTo>
                <a:lnTo>
                  <a:pt x="2395262" y="42828"/>
                </a:lnTo>
                <a:lnTo>
                  <a:pt x="2395266" y="42974"/>
                </a:lnTo>
                <a:lnTo>
                  <a:pt x="2395269" y="43120"/>
                </a:lnTo>
                <a:lnTo>
                  <a:pt x="2395273" y="43265"/>
                </a:lnTo>
                <a:lnTo>
                  <a:pt x="2395276" y="43410"/>
                </a:lnTo>
                <a:lnTo>
                  <a:pt x="2395279" y="43553"/>
                </a:lnTo>
                <a:lnTo>
                  <a:pt x="2395282" y="43692"/>
                </a:lnTo>
                <a:lnTo>
                  <a:pt x="2395285" y="43829"/>
                </a:lnTo>
                <a:lnTo>
                  <a:pt x="2395288" y="43962"/>
                </a:lnTo>
                <a:lnTo>
                  <a:pt x="2395291" y="44092"/>
                </a:lnTo>
                <a:lnTo>
                  <a:pt x="2395293" y="44219"/>
                </a:lnTo>
                <a:lnTo>
                  <a:pt x="2395296" y="44342"/>
                </a:lnTo>
                <a:lnTo>
                  <a:pt x="2395298" y="44462"/>
                </a:lnTo>
                <a:lnTo>
                  <a:pt x="2395300" y="44579"/>
                </a:lnTo>
                <a:lnTo>
                  <a:pt x="2395302" y="44693"/>
                </a:lnTo>
                <a:lnTo>
                  <a:pt x="2395304" y="44804"/>
                </a:lnTo>
                <a:lnTo>
                  <a:pt x="2395306" y="44911"/>
                </a:lnTo>
                <a:lnTo>
                  <a:pt x="2395308" y="45016"/>
                </a:lnTo>
                <a:lnTo>
                  <a:pt x="2395309" y="45117"/>
                </a:lnTo>
                <a:lnTo>
                  <a:pt x="2395310" y="45214"/>
                </a:lnTo>
                <a:lnTo>
                  <a:pt x="2395312" y="45309"/>
                </a:lnTo>
                <a:lnTo>
                  <a:pt x="2395313" y="45400"/>
                </a:lnTo>
                <a:lnTo>
                  <a:pt x="2395314" y="45489"/>
                </a:lnTo>
                <a:lnTo>
                  <a:pt x="2395314" y="45573"/>
                </a:lnTo>
                <a:lnTo>
                  <a:pt x="2395315" y="45655"/>
                </a:lnTo>
                <a:lnTo>
                  <a:pt x="2395315" y="45734"/>
                </a:lnTo>
                <a:lnTo>
                  <a:pt x="2395316" y="45809"/>
                </a:lnTo>
                <a:lnTo>
                  <a:pt x="2395316" y="45881"/>
                </a:lnTo>
                <a:lnTo>
                  <a:pt x="2395316" y="45950"/>
                </a:lnTo>
                <a:lnTo>
                  <a:pt x="2395155" y="45950"/>
                </a:lnTo>
                <a:lnTo>
                  <a:pt x="2394815" y="45297"/>
                </a:lnTo>
                <a:lnTo>
                  <a:pt x="2394467" y="44658"/>
                </a:lnTo>
                <a:lnTo>
                  <a:pt x="2394109" y="44035"/>
                </a:lnTo>
                <a:lnTo>
                  <a:pt x="2393742" y="43426"/>
                </a:lnTo>
                <a:lnTo>
                  <a:pt x="2393367" y="42832"/>
                </a:lnTo>
                <a:lnTo>
                  <a:pt x="2392982" y="42254"/>
                </a:lnTo>
                <a:lnTo>
                  <a:pt x="2392589" y="41690"/>
                </a:lnTo>
                <a:lnTo>
                  <a:pt x="2392187" y="41141"/>
                </a:lnTo>
                <a:lnTo>
                  <a:pt x="2391775" y="40606"/>
                </a:lnTo>
                <a:lnTo>
                  <a:pt x="2391355" y="40087"/>
                </a:lnTo>
                <a:lnTo>
                  <a:pt x="2390926" y="39583"/>
                </a:lnTo>
                <a:lnTo>
                  <a:pt x="2390488" y="39093"/>
                </a:lnTo>
                <a:lnTo>
                  <a:pt x="2390041" y="38619"/>
                </a:lnTo>
                <a:lnTo>
                  <a:pt x="2389585" y="38159"/>
                </a:lnTo>
                <a:lnTo>
                  <a:pt x="2389120" y="37714"/>
                </a:lnTo>
                <a:lnTo>
                  <a:pt x="2388646" y="37285"/>
                </a:lnTo>
                <a:lnTo>
                  <a:pt x="2388163" y="36870"/>
                </a:lnTo>
                <a:lnTo>
                  <a:pt x="2387671" y="36470"/>
                </a:lnTo>
                <a:lnTo>
                  <a:pt x="2387170" y="36084"/>
                </a:lnTo>
                <a:lnTo>
                  <a:pt x="2386661" y="35714"/>
                </a:lnTo>
                <a:lnTo>
                  <a:pt x="2386142" y="35359"/>
                </a:lnTo>
                <a:lnTo>
                  <a:pt x="2385615" y="35018"/>
                </a:lnTo>
                <a:lnTo>
                  <a:pt x="2385078" y="34693"/>
                </a:lnTo>
                <a:lnTo>
                  <a:pt x="2384533" y="34382"/>
                </a:lnTo>
                <a:lnTo>
                  <a:pt x="2383977" y="34085"/>
                </a:lnTo>
                <a:lnTo>
                  <a:pt x="2383410" y="33800"/>
                </a:lnTo>
                <a:lnTo>
                  <a:pt x="2382831" y="33529"/>
                </a:lnTo>
                <a:lnTo>
                  <a:pt x="2382241" y="33269"/>
                </a:lnTo>
                <a:lnTo>
                  <a:pt x="2381640" y="33023"/>
                </a:lnTo>
                <a:lnTo>
                  <a:pt x="2381027" y="32789"/>
                </a:lnTo>
                <a:lnTo>
                  <a:pt x="2380403" y="32568"/>
                </a:lnTo>
                <a:lnTo>
                  <a:pt x="2379767" y="32359"/>
                </a:lnTo>
                <a:lnTo>
                  <a:pt x="2379120" y="32163"/>
                </a:lnTo>
                <a:lnTo>
                  <a:pt x="2378461" y="31980"/>
                </a:lnTo>
                <a:lnTo>
                  <a:pt x="2377791" y="31809"/>
                </a:lnTo>
                <a:lnTo>
                  <a:pt x="2377109" y="31651"/>
                </a:lnTo>
                <a:lnTo>
                  <a:pt x="2376416" y="31506"/>
                </a:lnTo>
                <a:lnTo>
                  <a:pt x="2375711" y="31373"/>
                </a:lnTo>
                <a:lnTo>
                  <a:pt x="2374995" y="31253"/>
                </a:lnTo>
                <a:lnTo>
                  <a:pt x="2374268" y="31145"/>
                </a:lnTo>
                <a:lnTo>
                  <a:pt x="2373529" y="31050"/>
                </a:lnTo>
                <a:lnTo>
                  <a:pt x="2372779" y="30968"/>
                </a:lnTo>
                <a:lnTo>
                  <a:pt x="2372017" y="30899"/>
                </a:lnTo>
                <a:lnTo>
                  <a:pt x="2371244" y="30842"/>
                </a:lnTo>
                <a:lnTo>
                  <a:pt x="2370459" y="30798"/>
                </a:lnTo>
                <a:lnTo>
                  <a:pt x="2369663" y="30766"/>
                </a:lnTo>
                <a:lnTo>
                  <a:pt x="2368855" y="30747"/>
                </a:lnTo>
                <a:lnTo>
                  <a:pt x="2368036" y="30741"/>
                </a:lnTo>
                <a:lnTo>
                  <a:pt x="2365422" y="30820"/>
                </a:lnTo>
                <a:lnTo>
                  <a:pt x="2362920" y="31057"/>
                </a:lnTo>
                <a:lnTo>
                  <a:pt x="2360529" y="31452"/>
                </a:lnTo>
                <a:lnTo>
                  <a:pt x="2358249" y="32006"/>
                </a:lnTo>
                <a:lnTo>
                  <a:pt x="2356081" y="32718"/>
                </a:lnTo>
                <a:lnTo>
                  <a:pt x="2354023" y="33587"/>
                </a:lnTo>
                <a:lnTo>
                  <a:pt x="2352077" y="34615"/>
                </a:lnTo>
                <a:lnTo>
                  <a:pt x="2350242" y="35801"/>
                </a:lnTo>
                <a:lnTo>
                  <a:pt x="2348519" y="37146"/>
                </a:lnTo>
                <a:lnTo>
                  <a:pt x="2346906" y="38648"/>
                </a:lnTo>
                <a:lnTo>
                  <a:pt x="2345405" y="40309"/>
                </a:lnTo>
                <a:lnTo>
                  <a:pt x="2344015" y="42128"/>
                </a:lnTo>
                <a:lnTo>
                  <a:pt x="2342736" y="44104"/>
                </a:lnTo>
                <a:lnTo>
                  <a:pt x="2341568" y="46239"/>
                </a:lnTo>
                <a:lnTo>
                  <a:pt x="2340512" y="48533"/>
                </a:lnTo>
                <a:lnTo>
                  <a:pt x="2339566" y="50984"/>
                </a:lnTo>
                <a:lnTo>
                  <a:pt x="2338732" y="53594"/>
                </a:lnTo>
                <a:lnTo>
                  <a:pt x="2338009" y="56361"/>
                </a:lnTo>
                <a:lnTo>
                  <a:pt x="2337398" y="59287"/>
                </a:lnTo>
                <a:lnTo>
                  <a:pt x="2336897" y="62371"/>
                </a:lnTo>
                <a:lnTo>
                  <a:pt x="2336508" y="65613"/>
                </a:lnTo>
                <a:lnTo>
                  <a:pt x="2336230" y="69013"/>
                </a:lnTo>
                <a:lnTo>
                  <a:pt x="2336063" y="72572"/>
                </a:lnTo>
                <a:lnTo>
                  <a:pt x="2336008" y="76288"/>
                </a:lnTo>
                <a:lnTo>
                  <a:pt x="2336021" y="78146"/>
                </a:lnTo>
                <a:lnTo>
                  <a:pt x="2336062" y="79964"/>
                </a:lnTo>
                <a:lnTo>
                  <a:pt x="2336129" y="81743"/>
                </a:lnTo>
                <a:lnTo>
                  <a:pt x="2336223" y="83482"/>
                </a:lnTo>
                <a:lnTo>
                  <a:pt x="2336345" y="85181"/>
                </a:lnTo>
                <a:lnTo>
                  <a:pt x="2336493" y="86840"/>
                </a:lnTo>
                <a:lnTo>
                  <a:pt x="2336668" y="88460"/>
                </a:lnTo>
                <a:lnTo>
                  <a:pt x="2336870" y="90040"/>
                </a:lnTo>
                <a:lnTo>
                  <a:pt x="2337100" y="91581"/>
                </a:lnTo>
                <a:lnTo>
                  <a:pt x="2337356" y="93081"/>
                </a:lnTo>
                <a:lnTo>
                  <a:pt x="2337639" y="94542"/>
                </a:lnTo>
                <a:lnTo>
                  <a:pt x="2337949" y="95964"/>
                </a:lnTo>
                <a:lnTo>
                  <a:pt x="2338286" y="97346"/>
                </a:lnTo>
                <a:lnTo>
                  <a:pt x="2338650" y="98688"/>
                </a:lnTo>
                <a:lnTo>
                  <a:pt x="2339041" y="99990"/>
                </a:lnTo>
                <a:lnTo>
                  <a:pt x="2339459" y="101253"/>
                </a:lnTo>
                <a:lnTo>
                  <a:pt x="2339904" y="102476"/>
                </a:lnTo>
                <a:lnTo>
                  <a:pt x="2340376" y="103659"/>
                </a:lnTo>
                <a:lnTo>
                  <a:pt x="2340875" y="104803"/>
                </a:lnTo>
                <a:lnTo>
                  <a:pt x="2341400" y="105907"/>
                </a:lnTo>
                <a:lnTo>
                  <a:pt x="2341953" y="106971"/>
                </a:lnTo>
                <a:lnTo>
                  <a:pt x="2342533" y="107996"/>
                </a:lnTo>
                <a:lnTo>
                  <a:pt x="2343140" y="108981"/>
                </a:lnTo>
                <a:lnTo>
                  <a:pt x="2343773" y="109926"/>
                </a:lnTo>
                <a:lnTo>
                  <a:pt x="2344436" y="110832"/>
                </a:lnTo>
                <a:lnTo>
                  <a:pt x="2345128" y="111700"/>
                </a:lnTo>
                <a:lnTo>
                  <a:pt x="2345851" y="112529"/>
                </a:lnTo>
                <a:lnTo>
                  <a:pt x="2346604" y="113319"/>
                </a:lnTo>
                <a:lnTo>
                  <a:pt x="2347388" y="114071"/>
                </a:lnTo>
                <a:lnTo>
                  <a:pt x="2348202" y="114784"/>
                </a:lnTo>
                <a:lnTo>
                  <a:pt x="2349046" y="115459"/>
                </a:lnTo>
                <a:lnTo>
                  <a:pt x="2349920" y="116095"/>
                </a:lnTo>
                <a:lnTo>
                  <a:pt x="2350825" y="116693"/>
                </a:lnTo>
                <a:lnTo>
                  <a:pt x="2351760" y="117252"/>
                </a:lnTo>
                <a:lnTo>
                  <a:pt x="2352726" y="117773"/>
                </a:lnTo>
                <a:lnTo>
                  <a:pt x="2353722" y="118255"/>
                </a:lnTo>
                <a:lnTo>
                  <a:pt x="2354748" y="118698"/>
                </a:lnTo>
                <a:lnTo>
                  <a:pt x="2355804" y="119103"/>
                </a:lnTo>
                <a:lnTo>
                  <a:pt x="2356891" y="119469"/>
                </a:lnTo>
                <a:lnTo>
                  <a:pt x="2358008" y="119797"/>
                </a:lnTo>
                <a:lnTo>
                  <a:pt x="2359155" y="120086"/>
                </a:lnTo>
                <a:lnTo>
                  <a:pt x="2360333" y="120337"/>
                </a:lnTo>
                <a:lnTo>
                  <a:pt x="2361541" y="120549"/>
                </a:lnTo>
                <a:lnTo>
                  <a:pt x="2362779" y="120723"/>
                </a:lnTo>
                <a:lnTo>
                  <a:pt x="2364048" y="120858"/>
                </a:lnTo>
                <a:lnTo>
                  <a:pt x="2365347" y="120954"/>
                </a:lnTo>
                <a:lnTo>
                  <a:pt x="2366676" y="121012"/>
                </a:lnTo>
                <a:lnTo>
                  <a:pt x="2368036" y="121031"/>
                </a:lnTo>
                <a:lnTo>
                  <a:pt x="2368848" y="121025"/>
                </a:lnTo>
                <a:lnTo>
                  <a:pt x="2369650" y="121006"/>
                </a:lnTo>
                <a:lnTo>
                  <a:pt x="2370441" y="120974"/>
                </a:lnTo>
                <a:lnTo>
                  <a:pt x="2371220" y="120930"/>
                </a:lnTo>
                <a:lnTo>
                  <a:pt x="2371989" y="120873"/>
                </a:lnTo>
                <a:lnTo>
                  <a:pt x="2372746" y="120804"/>
                </a:lnTo>
                <a:lnTo>
                  <a:pt x="2373492" y="120722"/>
                </a:lnTo>
                <a:lnTo>
                  <a:pt x="2374228" y="120627"/>
                </a:lnTo>
                <a:lnTo>
                  <a:pt x="2374952" y="120519"/>
                </a:lnTo>
                <a:lnTo>
                  <a:pt x="2375665" y="120399"/>
                </a:lnTo>
                <a:lnTo>
                  <a:pt x="2376368" y="120267"/>
                </a:lnTo>
                <a:lnTo>
                  <a:pt x="2377059" y="120121"/>
                </a:lnTo>
                <a:lnTo>
                  <a:pt x="2377739" y="119963"/>
                </a:lnTo>
                <a:lnTo>
                  <a:pt x="2378408" y="119793"/>
                </a:lnTo>
                <a:lnTo>
                  <a:pt x="2379066" y="119610"/>
                </a:lnTo>
                <a:lnTo>
                  <a:pt x="2379713" y="119414"/>
                </a:lnTo>
                <a:lnTo>
                  <a:pt x="2380349" y="119205"/>
                </a:lnTo>
                <a:lnTo>
                  <a:pt x="2380974" y="118984"/>
                </a:lnTo>
                <a:lnTo>
                  <a:pt x="2381588" y="118751"/>
                </a:lnTo>
                <a:lnTo>
                  <a:pt x="2382191" y="118504"/>
                </a:lnTo>
                <a:lnTo>
                  <a:pt x="2382783" y="118245"/>
                </a:lnTo>
                <a:lnTo>
                  <a:pt x="2383364" y="117973"/>
                </a:lnTo>
                <a:lnTo>
                  <a:pt x="2383934" y="117689"/>
                </a:lnTo>
                <a:lnTo>
                  <a:pt x="2384493" y="117392"/>
                </a:lnTo>
                <a:lnTo>
                  <a:pt x="2385041" y="117081"/>
                </a:lnTo>
                <a:lnTo>
                  <a:pt x="2385581" y="116752"/>
                </a:lnTo>
                <a:lnTo>
                  <a:pt x="2386111" y="116407"/>
                </a:lnTo>
                <a:lnTo>
                  <a:pt x="2386633" y="116046"/>
                </a:lnTo>
                <a:lnTo>
                  <a:pt x="2387145" y="115668"/>
                </a:lnTo>
                <a:lnTo>
                  <a:pt x="2387649" y="115273"/>
                </a:lnTo>
                <a:lnTo>
                  <a:pt x="2388143" y="114862"/>
                </a:lnTo>
                <a:lnTo>
                  <a:pt x="2388628" y="114435"/>
                </a:lnTo>
                <a:lnTo>
                  <a:pt x="2389104" y="113990"/>
                </a:lnTo>
                <a:lnTo>
                  <a:pt x="2389571" y="113530"/>
                </a:lnTo>
                <a:lnTo>
                  <a:pt x="2390029" y="113052"/>
                </a:lnTo>
                <a:lnTo>
                  <a:pt x="2390478" y="112558"/>
                </a:lnTo>
                <a:lnTo>
                  <a:pt x="2390917" y="112048"/>
                </a:lnTo>
                <a:lnTo>
                  <a:pt x="2391348" y="111521"/>
                </a:lnTo>
                <a:lnTo>
                  <a:pt x="2391770" y="110977"/>
                </a:lnTo>
                <a:lnTo>
                  <a:pt x="2392182" y="110417"/>
                </a:lnTo>
                <a:lnTo>
                  <a:pt x="2392586" y="109840"/>
                </a:lnTo>
                <a:lnTo>
                  <a:pt x="2392980" y="109247"/>
                </a:lnTo>
                <a:lnTo>
                  <a:pt x="2393365" y="108637"/>
                </a:lnTo>
                <a:lnTo>
                  <a:pt x="2393741" y="108010"/>
                </a:lnTo>
                <a:lnTo>
                  <a:pt x="2394108" y="107367"/>
                </a:lnTo>
                <a:lnTo>
                  <a:pt x="2394466" y="106708"/>
                </a:lnTo>
                <a:lnTo>
                  <a:pt x="2394815" y="106032"/>
                </a:lnTo>
                <a:lnTo>
                  <a:pt x="2395155" y="105339"/>
                </a:lnTo>
                <a:lnTo>
                  <a:pt x="2395477" y="105339"/>
                </a:lnTo>
                <a:lnTo>
                  <a:pt x="2395477" y="105514"/>
                </a:lnTo>
                <a:lnTo>
                  <a:pt x="2395478" y="105690"/>
                </a:lnTo>
                <a:lnTo>
                  <a:pt x="2395478" y="105866"/>
                </a:lnTo>
                <a:lnTo>
                  <a:pt x="2395479" y="106042"/>
                </a:lnTo>
                <a:close/>
                <a:moveTo>
                  <a:pt x="2351271" y="72045"/>
                </a:moveTo>
                <a:lnTo>
                  <a:pt x="2351295" y="71322"/>
                </a:lnTo>
                <a:lnTo>
                  <a:pt x="2351323" y="70609"/>
                </a:lnTo>
                <a:lnTo>
                  <a:pt x="2351356" y="69905"/>
                </a:lnTo>
                <a:lnTo>
                  <a:pt x="2351392" y="69211"/>
                </a:lnTo>
                <a:lnTo>
                  <a:pt x="2351434" y="68526"/>
                </a:lnTo>
                <a:lnTo>
                  <a:pt x="2351479" y="67851"/>
                </a:lnTo>
                <a:lnTo>
                  <a:pt x="2351529" y="67185"/>
                </a:lnTo>
                <a:lnTo>
                  <a:pt x="2351583" y="66530"/>
                </a:lnTo>
                <a:lnTo>
                  <a:pt x="2351641" y="65883"/>
                </a:lnTo>
                <a:lnTo>
                  <a:pt x="2351704" y="65247"/>
                </a:lnTo>
                <a:lnTo>
                  <a:pt x="2351771" y="64620"/>
                </a:lnTo>
                <a:lnTo>
                  <a:pt x="2351843" y="64002"/>
                </a:lnTo>
                <a:lnTo>
                  <a:pt x="2351919" y="63395"/>
                </a:lnTo>
                <a:lnTo>
                  <a:pt x="2351999" y="62796"/>
                </a:lnTo>
                <a:lnTo>
                  <a:pt x="2352083" y="62208"/>
                </a:lnTo>
                <a:lnTo>
                  <a:pt x="2352172" y="61629"/>
                </a:lnTo>
                <a:lnTo>
                  <a:pt x="2352265" y="61060"/>
                </a:lnTo>
                <a:lnTo>
                  <a:pt x="2352363" y="60500"/>
                </a:lnTo>
                <a:lnTo>
                  <a:pt x="2352464" y="59950"/>
                </a:lnTo>
                <a:lnTo>
                  <a:pt x="2352571" y="59409"/>
                </a:lnTo>
                <a:lnTo>
                  <a:pt x="2352681" y="58876"/>
                </a:lnTo>
                <a:lnTo>
                  <a:pt x="2352797" y="58352"/>
                </a:lnTo>
                <a:lnTo>
                  <a:pt x="2352917" y="57837"/>
                </a:lnTo>
                <a:lnTo>
                  <a:pt x="2353042" y="57330"/>
                </a:lnTo>
                <a:lnTo>
                  <a:pt x="2353171" y="56831"/>
                </a:lnTo>
                <a:lnTo>
                  <a:pt x="2353305" y="56341"/>
                </a:lnTo>
                <a:lnTo>
                  <a:pt x="2353443" y="55860"/>
                </a:lnTo>
                <a:lnTo>
                  <a:pt x="2353587" y="55387"/>
                </a:lnTo>
                <a:lnTo>
                  <a:pt x="2353734" y="54922"/>
                </a:lnTo>
                <a:lnTo>
                  <a:pt x="2353887" y="54466"/>
                </a:lnTo>
                <a:lnTo>
                  <a:pt x="2354044" y="54019"/>
                </a:lnTo>
                <a:lnTo>
                  <a:pt x="2354205" y="53580"/>
                </a:lnTo>
                <a:lnTo>
                  <a:pt x="2354371" y="53149"/>
                </a:lnTo>
                <a:lnTo>
                  <a:pt x="2354542" y="52727"/>
                </a:lnTo>
                <a:lnTo>
                  <a:pt x="2354718" y="52314"/>
                </a:lnTo>
                <a:lnTo>
                  <a:pt x="2354898" y="51909"/>
                </a:lnTo>
                <a:lnTo>
                  <a:pt x="2355082" y="51512"/>
                </a:lnTo>
                <a:lnTo>
                  <a:pt x="2355271" y="51124"/>
                </a:lnTo>
                <a:lnTo>
                  <a:pt x="2355465" y="50745"/>
                </a:lnTo>
                <a:lnTo>
                  <a:pt x="2355664" y="50374"/>
                </a:lnTo>
                <a:lnTo>
                  <a:pt x="2355867" y="50012"/>
                </a:lnTo>
                <a:lnTo>
                  <a:pt x="2356074" y="49658"/>
                </a:lnTo>
                <a:lnTo>
                  <a:pt x="2356287" y="49312"/>
                </a:lnTo>
                <a:lnTo>
                  <a:pt x="2356504" y="48975"/>
                </a:lnTo>
                <a:lnTo>
                  <a:pt x="2356725" y="48646"/>
                </a:lnTo>
                <a:lnTo>
                  <a:pt x="2356951" y="48324"/>
                </a:lnTo>
                <a:lnTo>
                  <a:pt x="2357181" y="48010"/>
                </a:lnTo>
                <a:lnTo>
                  <a:pt x="2357416" y="47704"/>
                </a:lnTo>
                <a:lnTo>
                  <a:pt x="2357655" y="47406"/>
                </a:lnTo>
                <a:lnTo>
                  <a:pt x="2357898" y="47115"/>
                </a:lnTo>
                <a:lnTo>
                  <a:pt x="2358147" y="46833"/>
                </a:lnTo>
                <a:lnTo>
                  <a:pt x="2358399" y="46558"/>
                </a:lnTo>
                <a:lnTo>
                  <a:pt x="2358656" y="46291"/>
                </a:lnTo>
                <a:lnTo>
                  <a:pt x="2358918" y="46032"/>
                </a:lnTo>
                <a:lnTo>
                  <a:pt x="2359184" y="45780"/>
                </a:lnTo>
                <a:lnTo>
                  <a:pt x="2359454" y="45537"/>
                </a:lnTo>
                <a:lnTo>
                  <a:pt x="2359729" y="45301"/>
                </a:lnTo>
                <a:lnTo>
                  <a:pt x="2360009" y="45073"/>
                </a:lnTo>
                <a:lnTo>
                  <a:pt x="2360293" y="44853"/>
                </a:lnTo>
                <a:lnTo>
                  <a:pt x="2360581" y="44640"/>
                </a:lnTo>
                <a:lnTo>
                  <a:pt x="2360874" y="44436"/>
                </a:lnTo>
                <a:lnTo>
                  <a:pt x="2361171" y="44239"/>
                </a:lnTo>
                <a:lnTo>
                  <a:pt x="2361473" y="44050"/>
                </a:lnTo>
                <a:lnTo>
                  <a:pt x="2361779" y="43869"/>
                </a:lnTo>
                <a:lnTo>
                  <a:pt x="2362090" y="43696"/>
                </a:lnTo>
                <a:lnTo>
                  <a:pt x="2362405" y="43530"/>
                </a:lnTo>
                <a:lnTo>
                  <a:pt x="2362725" y="43372"/>
                </a:lnTo>
                <a:lnTo>
                  <a:pt x="2363049" y="43222"/>
                </a:lnTo>
                <a:lnTo>
                  <a:pt x="2363378" y="43077"/>
                </a:lnTo>
                <a:lnTo>
                  <a:pt x="2363713" y="42939"/>
                </a:lnTo>
                <a:lnTo>
                  <a:pt x="2364052" y="42808"/>
                </a:lnTo>
                <a:lnTo>
                  <a:pt x="2364397" y="42682"/>
                </a:lnTo>
                <a:lnTo>
                  <a:pt x="2364746" y="42564"/>
                </a:lnTo>
                <a:lnTo>
                  <a:pt x="2365101" y="42451"/>
                </a:lnTo>
                <a:lnTo>
                  <a:pt x="2365461" y="42345"/>
                </a:lnTo>
                <a:lnTo>
                  <a:pt x="2365825" y="42246"/>
                </a:lnTo>
                <a:lnTo>
                  <a:pt x="2366195" y="42153"/>
                </a:lnTo>
                <a:lnTo>
                  <a:pt x="2366570" y="42066"/>
                </a:lnTo>
                <a:lnTo>
                  <a:pt x="2366949" y="41986"/>
                </a:lnTo>
                <a:lnTo>
                  <a:pt x="2367334" y="41912"/>
                </a:lnTo>
                <a:lnTo>
                  <a:pt x="2367724" y="41845"/>
                </a:lnTo>
                <a:lnTo>
                  <a:pt x="2368119" y="41784"/>
                </a:lnTo>
                <a:lnTo>
                  <a:pt x="2368519" y="41729"/>
                </a:lnTo>
                <a:lnTo>
                  <a:pt x="2368924" y="41681"/>
                </a:lnTo>
                <a:lnTo>
                  <a:pt x="2369333" y="41640"/>
                </a:lnTo>
                <a:lnTo>
                  <a:pt x="2369748" y="41604"/>
                </a:lnTo>
                <a:lnTo>
                  <a:pt x="2370168" y="41575"/>
                </a:lnTo>
                <a:lnTo>
                  <a:pt x="2370593" y="41553"/>
                </a:lnTo>
                <a:lnTo>
                  <a:pt x="2371023" y="41537"/>
                </a:lnTo>
                <a:lnTo>
                  <a:pt x="2371458" y="41527"/>
                </a:lnTo>
                <a:lnTo>
                  <a:pt x="2371899" y="41524"/>
                </a:lnTo>
                <a:lnTo>
                  <a:pt x="2372366" y="41527"/>
                </a:lnTo>
                <a:lnTo>
                  <a:pt x="2372828" y="41536"/>
                </a:lnTo>
                <a:lnTo>
                  <a:pt x="2373286" y="41551"/>
                </a:lnTo>
                <a:lnTo>
                  <a:pt x="2373739" y="41572"/>
                </a:lnTo>
                <a:lnTo>
                  <a:pt x="2374188" y="41599"/>
                </a:lnTo>
                <a:lnTo>
                  <a:pt x="2374632" y="41632"/>
                </a:lnTo>
                <a:lnTo>
                  <a:pt x="2375072" y="41671"/>
                </a:lnTo>
                <a:lnTo>
                  <a:pt x="2375506" y="41716"/>
                </a:lnTo>
                <a:lnTo>
                  <a:pt x="2375937" y="41767"/>
                </a:lnTo>
                <a:lnTo>
                  <a:pt x="2376362" y="41824"/>
                </a:lnTo>
                <a:lnTo>
                  <a:pt x="2376783" y="41887"/>
                </a:lnTo>
                <a:lnTo>
                  <a:pt x="2377200" y="41956"/>
                </a:lnTo>
                <a:lnTo>
                  <a:pt x="2377611" y="42031"/>
                </a:lnTo>
                <a:lnTo>
                  <a:pt x="2378019" y="42112"/>
                </a:lnTo>
                <a:lnTo>
                  <a:pt x="2378421" y="42199"/>
                </a:lnTo>
                <a:lnTo>
                  <a:pt x="2378819" y="42292"/>
                </a:lnTo>
                <a:lnTo>
                  <a:pt x="2379213" y="42391"/>
                </a:lnTo>
                <a:lnTo>
                  <a:pt x="2379601" y="42496"/>
                </a:lnTo>
                <a:lnTo>
                  <a:pt x="2379985" y="42607"/>
                </a:lnTo>
                <a:lnTo>
                  <a:pt x="2380365" y="42724"/>
                </a:lnTo>
                <a:lnTo>
                  <a:pt x="2380740" y="42847"/>
                </a:lnTo>
                <a:lnTo>
                  <a:pt x="2381110" y="42976"/>
                </a:lnTo>
                <a:lnTo>
                  <a:pt x="2381476" y="43111"/>
                </a:lnTo>
                <a:lnTo>
                  <a:pt x="2381837" y="43252"/>
                </a:lnTo>
                <a:lnTo>
                  <a:pt x="2382193" y="43399"/>
                </a:lnTo>
                <a:lnTo>
                  <a:pt x="2382545" y="43554"/>
                </a:lnTo>
                <a:lnTo>
                  <a:pt x="2382892" y="43717"/>
                </a:lnTo>
                <a:lnTo>
                  <a:pt x="2383235" y="43888"/>
                </a:lnTo>
                <a:lnTo>
                  <a:pt x="2383573" y="44066"/>
                </a:lnTo>
                <a:lnTo>
                  <a:pt x="2383907" y="44252"/>
                </a:lnTo>
                <a:lnTo>
                  <a:pt x="2384235" y="44446"/>
                </a:lnTo>
                <a:lnTo>
                  <a:pt x="2384560" y="44647"/>
                </a:lnTo>
                <a:lnTo>
                  <a:pt x="2384879" y="44856"/>
                </a:lnTo>
                <a:lnTo>
                  <a:pt x="2385194" y="45073"/>
                </a:lnTo>
                <a:lnTo>
                  <a:pt x="2385504" y="45297"/>
                </a:lnTo>
                <a:lnTo>
                  <a:pt x="2385810" y="45529"/>
                </a:lnTo>
                <a:lnTo>
                  <a:pt x="2386111" y="45768"/>
                </a:lnTo>
                <a:lnTo>
                  <a:pt x="2386408" y="46016"/>
                </a:lnTo>
                <a:lnTo>
                  <a:pt x="2386700" y="46271"/>
                </a:lnTo>
                <a:lnTo>
                  <a:pt x="2386987" y="46533"/>
                </a:lnTo>
                <a:lnTo>
                  <a:pt x="2387270" y="46803"/>
                </a:lnTo>
                <a:lnTo>
                  <a:pt x="2387548" y="47081"/>
                </a:lnTo>
                <a:lnTo>
                  <a:pt x="2387821" y="47367"/>
                </a:lnTo>
                <a:lnTo>
                  <a:pt x="2388090" y="47660"/>
                </a:lnTo>
                <a:lnTo>
                  <a:pt x="2388355" y="47961"/>
                </a:lnTo>
                <a:lnTo>
                  <a:pt x="2388614" y="48270"/>
                </a:lnTo>
                <a:lnTo>
                  <a:pt x="2388869" y="48586"/>
                </a:lnTo>
                <a:lnTo>
                  <a:pt x="2389120" y="48910"/>
                </a:lnTo>
                <a:lnTo>
                  <a:pt x="2389365" y="49242"/>
                </a:lnTo>
                <a:lnTo>
                  <a:pt x="2389606" y="49582"/>
                </a:lnTo>
                <a:lnTo>
                  <a:pt x="2389841" y="49931"/>
                </a:lnTo>
                <a:lnTo>
                  <a:pt x="2390072" y="50289"/>
                </a:lnTo>
                <a:lnTo>
                  <a:pt x="2390297" y="50655"/>
                </a:lnTo>
                <a:lnTo>
                  <a:pt x="2390518" y="51030"/>
                </a:lnTo>
                <a:lnTo>
                  <a:pt x="2390733" y="51413"/>
                </a:lnTo>
                <a:lnTo>
                  <a:pt x="2390944" y="51804"/>
                </a:lnTo>
                <a:lnTo>
                  <a:pt x="2391149" y="52204"/>
                </a:lnTo>
                <a:lnTo>
                  <a:pt x="2391349" y="52613"/>
                </a:lnTo>
                <a:lnTo>
                  <a:pt x="2391545" y="53030"/>
                </a:lnTo>
                <a:lnTo>
                  <a:pt x="2391735" y="53455"/>
                </a:lnTo>
                <a:lnTo>
                  <a:pt x="2391920" y="53889"/>
                </a:lnTo>
                <a:lnTo>
                  <a:pt x="2392101" y="54332"/>
                </a:lnTo>
                <a:lnTo>
                  <a:pt x="2392276" y="54783"/>
                </a:lnTo>
                <a:lnTo>
                  <a:pt x="2392446" y="55243"/>
                </a:lnTo>
                <a:lnTo>
                  <a:pt x="2392611" y="55711"/>
                </a:lnTo>
                <a:lnTo>
                  <a:pt x="2392771" y="56187"/>
                </a:lnTo>
                <a:lnTo>
                  <a:pt x="2392926" y="56672"/>
                </a:lnTo>
                <a:lnTo>
                  <a:pt x="2393076" y="57166"/>
                </a:lnTo>
                <a:lnTo>
                  <a:pt x="2393221" y="57668"/>
                </a:lnTo>
                <a:lnTo>
                  <a:pt x="2393361" y="58179"/>
                </a:lnTo>
                <a:lnTo>
                  <a:pt x="2393496" y="58698"/>
                </a:lnTo>
                <a:lnTo>
                  <a:pt x="2393626" y="59225"/>
                </a:lnTo>
                <a:lnTo>
                  <a:pt x="2393751" y="59762"/>
                </a:lnTo>
                <a:lnTo>
                  <a:pt x="2393870" y="60309"/>
                </a:lnTo>
                <a:lnTo>
                  <a:pt x="2393985" y="60866"/>
                </a:lnTo>
                <a:lnTo>
                  <a:pt x="2394093" y="61432"/>
                </a:lnTo>
                <a:lnTo>
                  <a:pt x="2394197" y="62009"/>
                </a:lnTo>
                <a:lnTo>
                  <a:pt x="2394295" y="62595"/>
                </a:lnTo>
                <a:lnTo>
                  <a:pt x="2394388" y="63191"/>
                </a:lnTo>
                <a:lnTo>
                  <a:pt x="2394476" y="63797"/>
                </a:lnTo>
                <a:lnTo>
                  <a:pt x="2394558" y="64413"/>
                </a:lnTo>
                <a:lnTo>
                  <a:pt x="2394635" y="65039"/>
                </a:lnTo>
                <a:lnTo>
                  <a:pt x="2394707" y="65675"/>
                </a:lnTo>
                <a:lnTo>
                  <a:pt x="2394773" y="66321"/>
                </a:lnTo>
                <a:lnTo>
                  <a:pt x="2394834" y="66977"/>
                </a:lnTo>
                <a:lnTo>
                  <a:pt x="2394890" y="67642"/>
                </a:lnTo>
                <a:lnTo>
                  <a:pt x="2394940" y="68318"/>
                </a:lnTo>
                <a:lnTo>
                  <a:pt x="2394985" y="69003"/>
                </a:lnTo>
                <a:lnTo>
                  <a:pt x="2395025" y="69698"/>
                </a:lnTo>
                <a:lnTo>
                  <a:pt x="2395060" y="70403"/>
                </a:lnTo>
                <a:lnTo>
                  <a:pt x="2395089" y="71118"/>
                </a:lnTo>
                <a:lnTo>
                  <a:pt x="2395113" y="71843"/>
                </a:lnTo>
                <a:lnTo>
                  <a:pt x="2395131" y="72578"/>
                </a:lnTo>
                <a:lnTo>
                  <a:pt x="2395145" y="73323"/>
                </a:lnTo>
                <a:lnTo>
                  <a:pt x="2395152" y="74078"/>
                </a:lnTo>
                <a:lnTo>
                  <a:pt x="2395155" y="74842"/>
                </a:lnTo>
                <a:lnTo>
                  <a:pt x="2395152" y="75640"/>
                </a:lnTo>
                <a:lnTo>
                  <a:pt x="2395145" y="76427"/>
                </a:lnTo>
                <a:lnTo>
                  <a:pt x="2395131" y="77204"/>
                </a:lnTo>
                <a:lnTo>
                  <a:pt x="2395113" y="77971"/>
                </a:lnTo>
                <a:lnTo>
                  <a:pt x="2395089" y="78728"/>
                </a:lnTo>
                <a:lnTo>
                  <a:pt x="2395060" y="79474"/>
                </a:lnTo>
                <a:lnTo>
                  <a:pt x="2395025" y="80209"/>
                </a:lnTo>
                <a:lnTo>
                  <a:pt x="2394985" y="80935"/>
                </a:lnTo>
                <a:lnTo>
                  <a:pt x="2394940" y="81650"/>
                </a:lnTo>
                <a:lnTo>
                  <a:pt x="2394890" y="82355"/>
                </a:lnTo>
                <a:lnTo>
                  <a:pt x="2394834" y="83050"/>
                </a:lnTo>
                <a:lnTo>
                  <a:pt x="2394773" y="83734"/>
                </a:lnTo>
                <a:lnTo>
                  <a:pt x="2394707" y="84408"/>
                </a:lnTo>
                <a:lnTo>
                  <a:pt x="2394635" y="85071"/>
                </a:lnTo>
                <a:lnTo>
                  <a:pt x="2394558" y="85725"/>
                </a:lnTo>
                <a:lnTo>
                  <a:pt x="2394476" y="86368"/>
                </a:lnTo>
                <a:lnTo>
                  <a:pt x="2394388" y="87000"/>
                </a:lnTo>
                <a:lnTo>
                  <a:pt x="2394295" y="87623"/>
                </a:lnTo>
                <a:lnTo>
                  <a:pt x="2394197" y="88235"/>
                </a:lnTo>
                <a:lnTo>
                  <a:pt x="2394093" y="88837"/>
                </a:lnTo>
                <a:lnTo>
                  <a:pt x="2393985" y="89428"/>
                </a:lnTo>
                <a:lnTo>
                  <a:pt x="2393870" y="90009"/>
                </a:lnTo>
                <a:lnTo>
                  <a:pt x="2393751" y="90580"/>
                </a:lnTo>
                <a:lnTo>
                  <a:pt x="2393626" y="91141"/>
                </a:lnTo>
                <a:lnTo>
                  <a:pt x="2393496" y="91691"/>
                </a:lnTo>
                <a:lnTo>
                  <a:pt x="2393362" y="92233"/>
                </a:lnTo>
                <a:lnTo>
                  <a:pt x="2393222" y="92766"/>
                </a:lnTo>
                <a:lnTo>
                  <a:pt x="2393077" y="93291"/>
                </a:lnTo>
                <a:lnTo>
                  <a:pt x="2392928" y="93807"/>
                </a:lnTo>
                <a:lnTo>
                  <a:pt x="2392774" y="94313"/>
                </a:lnTo>
                <a:lnTo>
                  <a:pt x="2392614" y="94811"/>
                </a:lnTo>
                <a:lnTo>
                  <a:pt x="2392450" y="95301"/>
                </a:lnTo>
                <a:lnTo>
                  <a:pt x="2392281" y="95781"/>
                </a:lnTo>
                <a:lnTo>
                  <a:pt x="2392108" y="96253"/>
                </a:lnTo>
                <a:lnTo>
                  <a:pt x="2391929" y="96716"/>
                </a:lnTo>
                <a:lnTo>
                  <a:pt x="2391745" y="97170"/>
                </a:lnTo>
                <a:lnTo>
                  <a:pt x="2391557" y="97616"/>
                </a:lnTo>
                <a:lnTo>
                  <a:pt x="2391363" y="98052"/>
                </a:lnTo>
                <a:lnTo>
                  <a:pt x="2391165" y="98480"/>
                </a:lnTo>
                <a:lnTo>
                  <a:pt x="2390962" y="98899"/>
                </a:lnTo>
                <a:lnTo>
                  <a:pt x="2390754" y="99310"/>
                </a:lnTo>
                <a:lnTo>
                  <a:pt x="2390541" y="99711"/>
                </a:lnTo>
                <a:lnTo>
                  <a:pt x="2390323" y="100104"/>
                </a:lnTo>
                <a:lnTo>
                  <a:pt x="2390100" y="100488"/>
                </a:lnTo>
                <a:lnTo>
                  <a:pt x="2389872" y="100863"/>
                </a:lnTo>
                <a:lnTo>
                  <a:pt x="2389640" y="101230"/>
                </a:lnTo>
                <a:lnTo>
                  <a:pt x="2389402" y="101588"/>
                </a:lnTo>
                <a:lnTo>
                  <a:pt x="2389160" y="101936"/>
                </a:lnTo>
                <a:lnTo>
                  <a:pt x="2388913" y="102277"/>
                </a:lnTo>
                <a:lnTo>
                  <a:pt x="2388660" y="102610"/>
                </a:lnTo>
                <a:lnTo>
                  <a:pt x="2388403" y="102934"/>
                </a:lnTo>
                <a:lnTo>
                  <a:pt x="2388141" y="103251"/>
                </a:lnTo>
                <a:lnTo>
                  <a:pt x="2387873" y="103560"/>
                </a:lnTo>
                <a:lnTo>
                  <a:pt x="2387601" y="103861"/>
                </a:lnTo>
                <a:lnTo>
                  <a:pt x="2387323" y="104154"/>
                </a:lnTo>
                <a:lnTo>
                  <a:pt x="2387041" y="104439"/>
                </a:lnTo>
                <a:lnTo>
                  <a:pt x="2386753" y="104716"/>
                </a:lnTo>
                <a:lnTo>
                  <a:pt x="2386461" y="104985"/>
                </a:lnTo>
                <a:lnTo>
                  <a:pt x="2386163" y="105246"/>
                </a:lnTo>
                <a:lnTo>
                  <a:pt x="2385861" y="105499"/>
                </a:lnTo>
                <a:lnTo>
                  <a:pt x="2385553" y="105745"/>
                </a:lnTo>
                <a:lnTo>
                  <a:pt x="2385240" y="105982"/>
                </a:lnTo>
                <a:lnTo>
                  <a:pt x="2384923" y="106211"/>
                </a:lnTo>
                <a:lnTo>
                  <a:pt x="2384600" y="106433"/>
                </a:lnTo>
                <a:lnTo>
                  <a:pt x="2384272" y="106646"/>
                </a:lnTo>
                <a:lnTo>
                  <a:pt x="2383939" y="106852"/>
                </a:lnTo>
                <a:lnTo>
                  <a:pt x="2383601" y="107050"/>
                </a:lnTo>
                <a:lnTo>
                  <a:pt x="2383259" y="107239"/>
                </a:lnTo>
                <a:lnTo>
                  <a:pt x="2382911" y="107421"/>
                </a:lnTo>
                <a:lnTo>
                  <a:pt x="2382558" y="107595"/>
                </a:lnTo>
                <a:lnTo>
                  <a:pt x="2382200" y="107761"/>
                </a:lnTo>
                <a:lnTo>
                  <a:pt x="2381837" y="107919"/>
                </a:lnTo>
                <a:lnTo>
                  <a:pt x="2381469" y="108070"/>
                </a:lnTo>
                <a:lnTo>
                  <a:pt x="2381097" y="108214"/>
                </a:lnTo>
                <a:lnTo>
                  <a:pt x="2380720" y="108352"/>
                </a:lnTo>
                <a:lnTo>
                  <a:pt x="2380338" y="108483"/>
                </a:lnTo>
                <a:lnTo>
                  <a:pt x="2379952" y="108608"/>
                </a:lnTo>
                <a:lnTo>
                  <a:pt x="2379561" y="108727"/>
                </a:lnTo>
                <a:lnTo>
                  <a:pt x="2379166" y="108839"/>
                </a:lnTo>
                <a:lnTo>
                  <a:pt x="2378766" y="108945"/>
                </a:lnTo>
                <a:lnTo>
                  <a:pt x="2378361" y="109044"/>
                </a:lnTo>
                <a:lnTo>
                  <a:pt x="2377952" y="109137"/>
                </a:lnTo>
                <a:lnTo>
                  <a:pt x="2377538" y="109223"/>
                </a:lnTo>
                <a:lnTo>
                  <a:pt x="2377119" y="109303"/>
                </a:lnTo>
                <a:lnTo>
                  <a:pt x="2376696" y="109377"/>
                </a:lnTo>
                <a:lnTo>
                  <a:pt x="2376268" y="109444"/>
                </a:lnTo>
                <a:lnTo>
                  <a:pt x="2375836" y="109505"/>
                </a:lnTo>
                <a:lnTo>
                  <a:pt x="2375399" y="109560"/>
                </a:lnTo>
                <a:lnTo>
                  <a:pt x="2374958" y="109608"/>
                </a:lnTo>
                <a:lnTo>
                  <a:pt x="2374511" y="109650"/>
                </a:lnTo>
                <a:lnTo>
                  <a:pt x="2374061" y="109685"/>
                </a:lnTo>
                <a:lnTo>
                  <a:pt x="2373605" y="109714"/>
                </a:lnTo>
                <a:lnTo>
                  <a:pt x="2373145" y="109736"/>
                </a:lnTo>
                <a:lnTo>
                  <a:pt x="2372681" y="109752"/>
                </a:lnTo>
                <a:lnTo>
                  <a:pt x="2372211" y="109762"/>
                </a:lnTo>
                <a:lnTo>
                  <a:pt x="2371738" y="109765"/>
                </a:lnTo>
                <a:lnTo>
                  <a:pt x="2371278" y="109762"/>
                </a:lnTo>
                <a:lnTo>
                  <a:pt x="2370824" y="109752"/>
                </a:lnTo>
                <a:lnTo>
                  <a:pt x="2370376" y="109735"/>
                </a:lnTo>
                <a:lnTo>
                  <a:pt x="2369934" y="109711"/>
                </a:lnTo>
                <a:lnTo>
                  <a:pt x="2369497" y="109681"/>
                </a:lnTo>
                <a:lnTo>
                  <a:pt x="2369067" y="109645"/>
                </a:lnTo>
                <a:lnTo>
                  <a:pt x="2368642" y="109601"/>
                </a:lnTo>
                <a:lnTo>
                  <a:pt x="2368224" y="109551"/>
                </a:lnTo>
                <a:lnTo>
                  <a:pt x="2367811" y="109494"/>
                </a:lnTo>
                <a:lnTo>
                  <a:pt x="2367404" y="109431"/>
                </a:lnTo>
                <a:lnTo>
                  <a:pt x="2367003" y="109360"/>
                </a:lnTo>
                <a:lnTo>
                  <a:pt x="2366607" y="109283"/>
                </a:lnTo>
                <a:lnTo>
                  <a:pt x="2366218" y="109200"/>
                </a:lnTo>
                <a:lnTo>
                  <a:pt x="2365835" y="109109"/>
                </a:lnTo>
                <a:lnTo>
                  <a:pt x="2365457" y="109012"/>
                </a:lnTo>
                <a:lnTo>
                  <a:pt x="2365085" y="108909"/>
                </a:lnTo>
                <a:lnTo>
                  <a:pt x="2364719" y="108798"/>
                </a:lnTo>
                <a:lnTo>
                  <a:pt x="2364359" y="108681"/>
                </a:lnTo>
                <a:lnTo>
                  <a:pt x="2364005" y="108558"/>
                </a:lnTo>
                <a:lnTo>
                  <a:pt x="2363657" y="108427"/>
                </a:lnTo>
                <a:lnTo>
                  <a:pt x="2363314" y="108290"/>
                </a:lnTo>
                <a:lnTo>
                  <a:pt x="2362978" y="108146"/>
                </a:lnTo>
                <a:lnTo>
                  <a:pt x="2362647" y="107996"/>
                </a:lnTo>
                <a:lnTo>
                  <a:pt x="2362322" y="107839"/>
                </a:lnTo>
                <a:lnTo>
                  <a:pt x="2362003" y="107674"/>
                </a:lnTo>
                <a:lnTo>
                  <a:pt x="2361688" y="107502"/>
                </a:lnTo>
                <a:lnTo>
                  <a:pt x="2361378" y="107323"/>
                </a:lnTo>
                <a:lnTo>
                  <a:pt x="2361073" y="107135"/>
                </a:lnTo>
                <a:lnTo>
                  <a:pt x="2360772" y="106940"/>
                </a:lnTo>
                <a:lnTo>
                  <a:pt x="2360476" y="106737"/>
                </a:lnTo>
                <a:lnTo>
                  <a:pt x="2360185" y="106527"/>
                </a:lnTo>
                <a:lnTo>
                  <a:pt x="2359899" y="106309"/>
                </a:lnTo>
                <a:lnTo>
                  <a:pt x="2359618" y="106083"/>
                </a:lnTo>
                <a:lnTo>
                  <a:pt x="2359341" y="105850"/>
                </a:lnTo>
                <a:lnTo>
                  <a:pt x="2359069" y="105609"/>
                </a:lnTo>
                <a:lnTo>
                  <a:pt x="2358802" y="105360"/>
                </a:lnTo>
                <a:lnTo>
                  <a:pt x="2358539" y="105104"/>
                </a:lnTo>
                <a:lnTo>
                  <a:pt x="2358281" y="104840"/>
                </a:lnTo>
                <a:lnTo>
                  <a:pt x="2358028" y="104568"/>
                </a:lnTo>
                <a:lnTo>
                  <a:pt x="2357780" y="104289"/>
                </a:lnTo>
                <a:lnTo>
                  <a:pt x="2357536" y="104002"/>
                </a:lnTo>
                <a:lnTo>
                  <a:pt x="2357298" y="103707"/>
                </a:lnTo>
                <a:lnTo>
                  <a:pt x="2357064" y="103405"/>
                </a:lnTo>
                <a:lnTo>
                  <a:pt x="2356834" y="103095"/>
                </a:lnTo>
                <a:lnTo>
                  <a:pt x="2356610" y="102777"/>
                </a:lnTo>
                <a:lnTo>
                  <a:pt x="2356390" y="102452"/>
                </a:lnTo>
                <a:lnTo>
                  <a:pt x="2356175" y="102119"/>
                </a:lnTo>
                <a:lnTo>
                  <a:pt x="2355965" y="101778"/>
                </a:lnTo>
                <a:lnTo>
                  <a:pt x="2355759" y="101429"/>
                </a:lnTo>
                <a:lnTo>
                  <a:pt x="2355559" y="101073"/>
                </a:lnTo>
                <a:lnTo>
                  <a:pt x="2355363" y="100708"/>
                </a:lnTo>
                <a:lnTo>
                  <a:pt x="2355171" y="100336"/>
                </a:lnTo>
                <a:lnTo>
                  <a:pt x="2354985" y="99955"/>
                </a:lnTo>
                <a:lnTo>
                  <a:pt x="2354803" y="99567"/>
                </a:lnTo>
                <a:lnTo>
                  <a:pt x="2354626" y="99170"/>
                </a:lnTo>
                <a:lnTo>
                  <a:pt x="2354454" y="98766"/>
                </a:lnTo>
                <a:lnTo>
                  <a:pt x="2354286" y="98354"/>
                </a:lnTo>
                <a:lnTo>
                  <a:pt x="2354124" y="97934"/>
                </a:lnTo>
                <a:lnTo>
                  <a:pt x="2353965" y="97506"/>
                </a:lnTo>
                <a:lnTo>
                  <a:pt x="2353812" y="97070"/>
                </a:lnTo>
                <a:lnTo>
                  <a:pt x="2353664" y="96626"/>
                </a:lnTo>
                <a:lnTo>
                  <a:pt x="2353520" y="96174"/>
                </a:lnTo>
                <a:lnTo>
                  <a:pt x="2353381" y="95714"/>
                </a:lnTo>
                <a:lnTo>
                  <a:pt x="2353247" y="95246"/>
                </a:lnTo>
                <a:lnTo>
                  <a:pt x="2353117" y="94771"/>
                </a:lnTo>
                <a:lnTo>
                  <a:pt x="2352992" y="94287"/>
                </a:lnTo>
                <a:lnTo>
                  <a:pt x="2352872" y="93795"/>
                </a:lnTo>
                <a:lnTo>
                  <a:pt x="2352757" y="93296"/>
                </a:lnTo>
                <a:lnTo>
                  <a:pt x="2352647" y="92788"/>
                </a:lnTo>
                <a:lnTo>
                  <a:pt x="2352541" y="92273"/>
                </a:lnTo>
                <a:lnTo>
                  <a:pt x="2352440" y="91750"/>
                </a:lnTo>
                <a:lnTo>
                  <a:pt x="2352344" y="91218"/>
                </a:lnTo>
                <a:lnTo>
                  <a:pt x="2352252" y="90679"/>
                </a:lnTo>
                <a:lnTo>
                  <a:pt x="2352164" y="90130"/>
                </a:lnTo>
                <a:lnTo>
                  <a:pt x="2352080" y="89573"/>
                </a:lnTo>
                <a:lnTo>
                  <a:pt x="2351999" y="89006"/>
                </a:lnTo>
                <a:lnTo>
                  <a:pt x="2351923" y="88431"/>
                </a:lnTo>
                <a:lnTo>
                  <a:pt x="2351851" y="87847"/>
                </a:lnTo>
                <a:lnTo>
                  <a:pt x="2351782" y="87253"/>
                </a:lnTo>
                <a:lnTo>
                  <a:pt x="2351718" y="86651"/>
                </a:lnTo>
                <a:lnTo>
                  <a:pt x="2351657" y="86040"/>
                </a:lnTo>
                <a:lnTo>
                  <a:pt x="2351600" y="85420"/>
                </a:lnTo>
                <a:lnTo>
                  <a:pt x="2351548" y="84792"/>
                </a:lnTo>
                <a:lnTo>
                  <a:pt x="2351499" y="84154"/>
                </a:lnTo>
                <a:lnTo>
                  <a:pt x="2351454" y="83507"/>
                </a:lnTo>
                <a:lnTo>
                  <a:pt x="2351413" y="82852"/>
                </a:lnTo>
                <a:lnTo>
                  <a:pt x="2351375" y="82187"/>
                </a:lnTo>
                <a:lnTo>
                  <a:pt x="2351342" y="81514"/>
                </a:lnTo>
                <a:lnTo>
                  <a:pt x="2351313" y="80831"/>
                </a:lnTo>
                <a:lnTo>
                  <a:pt x="2351287" y="80140"/>
                </a:lnTo>
                <a:lnTo>
                  <a:pt x="2351266" y="79440"/>
                </a:lnTo>
                <a:lnTo>
                  <a:pt x="2351248" y="78731"/>
                </a:lnTo>
                <a:lnTo>
                  <a:pt x="2351235" y="78013"/>
                </a:lnTo>
                <a:lnTo>
                  <a:pt x="2351225" y="77286"/>
                </a:lnTo>
                <a:lnTo>
                  <a:pt x="2351219" y="76550"/>
                </a:lnTo>
                <a:lnTo>
                  <a:pt x="2351217" y="75805"/>
                </a:lnTo>
                <a:lnTo>
                  <a:pt x="2351219" y="75034"/>
                </a:lnTo>
                <a:lnTo>
                  <a:pt x="2351226" y="74273"/>
                </a:lnTo>
                <a:lnTo>
                  <a:pt x="2351236" y="73521"/>
                </a:lnTo>
                <a:lnTo>
                  <a:pt x="2351252" y="72778"/>
                </a:lnTo>
                <a:lnTo>
                  <a:pt x="2351271" y="72045"/>
                </a:lnTo>
                <a:close/>
                <a:moveTo>
                  <a:pt x="1832495" y="108151"/>
                </a:moveTo>
                <a:lnTo>
                  <a:pt x="1832306" y="108189"/>
                </a:lnTo>
                <a:lnTo>
                  <a:pt x="1832118" y="108226"/>
                </a:lnTo>
                <a:lnTo>
                  <a:pt x="1831932" y="108263"/>
                </a:lnTo>
                <a:lnTo>
                  <a:pt x="1831747" y="108299"/>
                </a:lnTo>
                <a:lnTo>
                  <a:pt x="1831563" y="108334"/>
                </a:lnTo>
                <a:lnTo>
                  <a:pt x="1831381" y="108369"/>
                </a:lnTo>
                <a:lnTo>
                  <a:pt x="1831199" y="108403"/>
                </a:lnTo>
                <a:lnTo>
                  <a:pt x="1831019" y="108437"/>
                </a:lnTo>
                <a:lnTo>
                  <a:pt x="1830841" y="108470"/>
                </a:lnTo>
                <a:lnTo>
                  <a:pt x="1830663" y="108503"/>
                </a:lnTo>
                <a:lnTo>
                  <a:pt x="1830487" y="108535"/>
                </a:lnTo>
                <a:lnTo>
                  <a:pt x="1830312" y="108567"/>
                </a:lnTo>
                <a:lnTo>
                  <a:pt x="1830138" y="108598"/>
                </a:lnTo>
                <a:lnTo>
                  <a:pt x="1829966" y="108628"/>
                </a:lnTo>
                <a:lnTo>
                  <a:pt x="1829794" y="108658"/>
                </a:lnTo>
                <a:lnTo>
                  <a:pt x="1829624" y="108688"/>
                </a:lnTo>
                <a:lnTo>
                  <a:pt x="1829456" y="108716"/>
                </a:lnTo>
                <a:lnTo>
                  <a:pt x="1829288" y="108745"/>
                </a:lnTo>
                <a:lnTo>
                  <a:pt x="1829122" y="108772"/>
                </a:lnTo>
                <a:lnTo>
                  <a:pt x="1828957" y="108799"/>
                </a:lnTo>
                <a:lnTo>
                  <a:pt x="1828793" y="108826"/>
                </a:lnTo>
                <a:lnTo>
                  <a:pt x="1828628" y="108851"/>
                </a:lnTo>
                <a:lnTo>
                  <a:pt x="1828462" y="108875"/>
                </a:lnTo>
                <a:lnTo>
                  <a:pt x="1828297" y="108898"/>
                </a:lnTo>
                <a:lnTo>
                  <a:pt x="1828130" y="108919"/>
                </a:lnTo>
                <a:lnTo>
                  <a:pt x="1827964" y="108940"/>
                </a:lnTo>
                <a:lnTo>
                  <a:pt x="1827797" y="108960"/>
                </a:lnTo>
                <a:lnTo>
                  <a:pt x="1827629" y="108978"/>
                </a:lnTo>
                <a:lnTo>
                  <a:pt x="1827462" y="108995"/>
                </a:lnTo>
                <a:lnTo>
                  <a:pt x="1827293" y="109012"/>
                </a:lnTo>
                <a:lnTo>
                  <a:pt x="1827125" y="109027"/>
                </a:lnTo>
                <a:lnTo>
                  <a:pt x="1826955" y="109041"/>
                </a:lnTo>
                <a:lnTo>
                  <a:pt x="1826786" y="109054"/>
                </a:lnTo>
                <a:lnTo>
                  <a:pt x="1826616" y="109065"/>
                </a:lnTo>
                <a:lnTo>
                  <a:pt x="1826446" y="109076"/>
                </a:lnTo>
                <a:lnTo>
                  <a:pt x="1826275" y="109085"/>
                </a:lnTo>
                <a:lnTo>
                  <a:pt x="1826104" y="109094"/>
                </a:lnTo>
                <a:lnTo>
                  <a:pt x="1825932" y="109101"/>
                </a:lnTo>
                <a:lnTo>
                  <a:pt x="1825760" y="109107"/>
                </a:lnTo>
                <a:lnTo>
                  <a:pt x="1825587" y="109112"/>
                </a:lnTo>
                <a:lnTo>
                  <a:pt x="1825415" y="109116"/>
                </a:lnTo>
                <a:lnTo>
                  <a:pt x="1825241" y="109119"/>
                </a:lnTo>
                <a:lnTo>
                  <a:pt x="1825067" y="109121"/>
                </a:lnTo>
                <a:lnTo>
                  <a:pt x="1824893" y="109121"/>
                </a:lnTo>
                <a:lnTo>
                  <a:pt x="1824476" y="109117"/>
                </a:lnTo>
                <a:lnTo>
                  <a:pt x="1824069" y="109104"/>
                </a:lnTo>
                <a:lnTo>
                  <a:pt x="1823673" y="109082"/>
                </a:lnTo>
                <a:lnTo>
                  <a:pt x="1823287" y="109051"/>
                </a:lnTo>
                <a:lnTo>
                  <a:pt x="1822912" y="109011"/>
                </a:lnTo>
                <a:lnTo>
                  <a:pt x="1822547" y="108963"/>
                </a:lnTo>
                <a:lnTo>
                  <a:pt x="1822193" y="108906"/>
                </a:lnTo>
                <a:lnTo>
                  <a:pt x="1821849" y="108840"/>
                </a:lnTo>
                <a:lnTo>
                  <a:pt x="1821515" y="108766"/>
                </a:lnTo>
                <a:lnTo>
                  <a:pt x="1821192" y="108682"/>
                </a:lnTo>
                <a:lnTo>
                  <a:pt x="1820880" y="108590"/>
                </a:lnTo>
                <a:lnTo>
                  <a:pt x="1820578" y="108489"/>
                </a:lnTo>
                <a:lnTo>
                  <a:pt x="1820286" y="108380"/>
                </a:lnTo>
                <a:lnTo>
                  <a:pt x="1820005" y="108261"/>
                </a:lnTo>
                <a:lnTo>
                  <a:pt x="1819735" y="108134"/>
                </a:lnTo>
                <a:lnTo>
                  <a:pt x="1819475" y="107998"/>
                </a:lnTo>
                <a:lnTo>
                  <a:pt x="1819225" y="107853"/>
                </a:lnTo>
                <a:lnTo>
                  <a:pt x="1818986" y="107700"/>
                </a:lnTo>
                <a:lnTo>
                  <a:pt x="1818757" y="107537"/>
                </a:lnTo>
                <a:lnTo>
                  <a:pt x="1818539" y="107366"/>
                </a:lnTo>
                <a:lnTo>
                  <a:pt x="1818332" y="107186"/>
                </a:lnTo>
                <a:lnTo>
                  <a:pt x="1818134" y="106997"/>
                </a:lnTo>
                <a:lnTo>
                  <a:pt x="1817948" y="106800"/>
                </a:lnTo>
                <a:lnTo>
                  <a:pt x="1817771" y="106594"/>
                </a:lnTo>
                <a:lnTo>
                  <a:pt x="1817604" y="106377"/>
                </a:lnTo>
                <a:lnTo>
                  <a:pt x="1817444" y="106146"/>
                </a:lnTo>
                <a:lnTo>
                  <a:pt x="1817291" y="105903"/>
                </a:lnTo>
                <a:lnTo>
                  <a:pt x="1817144" y="105647"/>
                </a:lnTo>
                <a:lnTo>
                  <a:pt x="1817006" y="105378"/>
                </a:lnTo>
                <a:lnTo>
                  <a:pt x="1816874" y="105096"/>
                </a:lnTo>
                <a:lnTo>
                  <a:pt x="1816749" y="104801"/>
                </a:lnTo>
                <a:lnTo>
                  <a:pt x="1816631" y="104493"/>
                </a:lnTo>
                <a:lnTo>
                  <a:pt x="1816521" y="104172"/>
                </a:lnTo>
                <a:lnTo>
                  <a:pt x="1816418" y="103838"/>
                </a:lnTo>
                <a:lnTo>
                  <a:pt x="1816322" y="103491"/>
                </a:lnTo>
                <a:lnTo>
                  <a:pt x="1816232" y="103131"/>
                </a:lnTo>
                <a:lnTo>
                  <a:pt x="1816151" y="102758"/>
                </a:lnTo>
                <a:lnTo>
                  <a:pt x="1816076" y="102372"/>
                </a:lnTo>
                <a:lnTo>
                  <a:pt x="1816008" y="101974"/>
                </a:lnTo>
                <a:lnTo>
                  <a:pt x="1815947" y="101562"/>
                </a:lnTo>
                <a:lnTo>
                  <a:pt x="1815894" y="101137"/>
                </a:lnTo>
                <a:lnTo>
                  <a:pt x="1815848" y="100700"/>
                </a:lnTo>
                <a:lnTo>
                  <a:pt x="1815808" y="100249"/>
                </a:lnTo>
                <a:lnTo>
                  <a:pt x="1815776" y="99786"/>
                </a:lnTo>
                <a:lnTo>
                  <a:pt x="1815751" y="99309"/>
                </a:lnTo>
                <a:lnTo>
                  <a:pt x="1815734" y="98820"/>
                </a:lnTo>
                <a:lnTo>
                  <a:pt x="1815723" y="98317"/>
                </a:lnTo>
                <a:lnTo>
                  <a:pt x="1815719" y="97802"/>
                </a:lnTo>
                <a:lnTo>
                  <a:pt x="1815719" y="42972"/>
                </a:lnTo>
                <a:lnTo>
                  <a:pt x="1831814" y="42972"/>
                </a:lnTo>
                <a:lnTo>
                  <a:pt x="1831814" y="32350"/>
                </a:lnTo>
                <a:lnTo>
                  <a:pt x="1815719" y="32350"/>
                </a:lnTo>
                <a:lnTo>
                  <a:pt x="1815719" y="12876"/>
                </a:lnTo>
                <a:lnTo>
                  <a:pt x="1806063" y="12876"/>
                </a:lnTo>
                <a:lnTo>
                  <a:pt x="1801798" y="32350"/>
                </a:lnTo>
                <a:lnTo>
                  <a:pt x="1791175" y="32350"/>
                </a:lnTo>
                <a:lnTo>
                  <a:pt x="1791175" y="42972"/>
                </a:lnTo>
                <a:lnTo>
                  <a:pt x="1801234" y="42972"/>
                </a:lnTo>
                <a:lnTo>
                  <a:pt x="1801234" y="101014"/>
                </a:lnTo>
                <a:lnTo>
                  <a:pt x="1801264" y="102621"/>
                </a:lnTo>
                <a:lnTo>
                  <a:pt x="1801355" y="104159"/>
                </a:lnTo>
                <a:lnTo>
                  <a:pt x="1801506" y="105630"/>
                </a:lnTo>
                <a:lnTo>
                  <a:pt x="1801717" y="107032"/>
                </a:lnTo>
                <a:lnTo>
                  <a:pt x="1801989" y="108365"/>
                </a:lnTo>
                <a:lnTo>
                  <a:pt x="1802321" y="109630"/>
                </a:lnTo>
                <a:lnTo>
                  <a:pt x="1802713" y="110827"/>
                </a:lnTo>
                <a:lnTo>
                  <a:pt x="1803166" y="111956"/>
                </a:lnTo>
                <a:lnTo>
                  <a:pt x="1803679" y="113016"/>
                </a:lnTo>
                <a:lnTo>
                  <a:pt x="1804252" y="114007"/>
                </a:lnTo>
                <a:lnTo>
                  <a:pt x="1804886" y="114930"/>
                </a:lnTo>
                <a:lnTo>
                  <a:pt x="1805580" y="115785"/>
                </a:lnTo>
                <a:lnTo>
                  <a:pt x="1806334" y="116572"/>
                </a:lnTo>
                <a:lnTo>
                  <a:pt x="1807149" y="117290"/>
                </a:lnTo>
                <a:lnTo>
                  <a:pt x="1808024" y="117940"/>
                </a:lnTo>
                <a:lnTo>
                  <a:pt x="1808960" y="118521"/>
                </a:lnTo>
                <a:lnTo>
                  <a:pt x="1809956" y="119034"/>
                </a:lnTo>
                <a:lnTo>
                  <a:pt x="1811012" y="119478"/>
                </a:lnTo>
                <a:lnTo>
                  <a:pt x="1812128" y="119854"/>
                </a:lnTo>
                <a:lnTo>
                  <a:pt x="1813305" y="120162"/>
                </a:lnTo>
                <a:lnTo>
                  <a:pt x="1814543" y="120402"/>
                </a:lnTo>
                <a:lnTo>
                  <a:pt x="1815840" y="120572"/>
                </a:lnTo>
                <a:lnTo>
                  <a:pt x="1817198" y="120675"/>
                </a:lnTo>
                <a:lnTo>
                  <a:pt x="1818616" y="120709"/>
                </a:lnTo>
                <a:lnTo>
                  <a:pt x="1818990" y="120708"/>
                </a:lnTo>
                <a:lnTo>
                  <a:pt x="1819360" y="120706"/>
                </a:lnTo>
                <a:lnTo>
                  <a:pt x="1819726" y="120701"/>
                </a:lnTo>
                <a:lnTo>
                  <a:pt x="1820088" y="120695"/>
                </a:lnTo>
                <a:lnTo>
                  <a:pt x="1820447" y="120686"/>
                </a:lnTo>
                <a:lnTo>
                  <a:pt x="1820802" y="120676"/>
                </a:lnTo>
                <a:lnTo>
                  <a:pt x="1821153" y="120664"/>
                </a:lnTo>
                <a:lnTo>
                  <a:pt x="1821500" y="120651"/>
                </a:lnTo>
                <a:lnTo>
                  <a:pt x="1821844" y="120635"/>
                </a:lnTo>
                <a:lnTo>
                  <a:pt x="1822183" y="120618"/>
                </a:lnTo>
                <a:lnTo>
                  <a:pt x="1822519" y="120598"/>
                </a:lnTo>
                <a:lnTo>
                  <a:pt x="1822851" y="120577"/>
                </a:lnTo>
                <a:lnTo>
                  <a:pt x="1823180" y="120554"/>
                </a:lnTo>
                <a:lnTo>
                  <a:pt x="1823504" y="120530"/>
                </a:lnTo>
                <a:lnTo>
                  <a:pt x="1823825" y="120503"/>
                </a:lnTo>
                <a:lnTo>
                  <a:pt x="1824142" y="120475"/>
                </a:lnTo>
                <a:lnTo>
                  <a:pt x="1824456" y="120444"/>
                </a:lnTo>
                <a:lnTo>
                  <a:pt x="1824765" y="120412"/>
                </a:lnTo>
                <a:lnTo>
                  <a:pt x="1825071" y="120378"/>
                </a:lnTo>
                <a:lnTo>
                  <a:pt x="1825373" y="120343"/>
                </a:lnTo>
                <a:lnTo>
                  <a:pt x="1825671" y="120305"/>
                </a:lnTo>
                <a:lnTo>
                  <a:pt x="1825965" y="120265"/>
                </a:lnTo>
                <a:lnTo>
                  <a:pt x="1826256" y="120224"/>
                </a:lnTo>
                <a:lnTo>
                  <a:pt x="1826543" y="120181"/>
                </a:lnTo>
                <a:lnTo>
                  <a:pt x="1826828" y="120137"/>
                </a:lnTo>
                <a:lnTo>
                  <a:pt x="1827112" y="120091"/>
                </a:lnTo>
                <a:lnTo>
                  <a:pt x="1827396" y="120044"/>
                </a:lnTo>
                <a:lnTo>
                  <a:pt x="1827680" y="119996"/>
                </a:lnTo>
                <a:lnTo>
                  <a:pt x="1827963" y="119946"/>
                </a:lnTo>
                <a:lnTo>
                  <a:pt x="1828246" y="119896"/>
                </a:lnTo>
                <a:lnTo>
                  <a:pt x="1828528" y="119844"/>
                </a:lnTo>
                <a:lnTo>
                  <a:pt x="1828810" y="119790"/>
                </a:lnTo>
                <a:lnTo>
                  <a:pt x="1829091" y="119736"/>
                </a:lnTo>
                <a:lnTo>
                  <a:pt x="1829372" y="119680"/>
                </a:lnTo>
                <a:lnTo>
                  <a:pt x="1829653" y="119623"/>
                </a:lnTo>
                <a:lnTo>
                  <a:pt x="1829933" y="119564"/>
                </a:lnTo>
                <a:lnTo>
                  <a:pt x="1830213" y="119505"/>
                </a:lnTo>
                <a:lnTo>
                  <a:pt x="1830492" y="119444"/>
                </a:lnTo>
                <a:lnTo>
                  <a:pt x="1830771" y="119382"/>
                </a:lnTo>
                <a:lnTo>
                  <a:pt x="1831050" y="119318"/>
                </a:lnTo>
                <a:lnTo>
                  <a:pt x="1831328" y="119254"/>
                </a:lnTo>
                <a:lnTo>
                  <a:pt x="1831605" y="119188"/>
                </a:lnTo>
                <a:lnTo>
                  <a:pt x="1831883" y="119120"/>
                </a:lnTo>
                <a:lnTo>
                  <a:pt x="1832159" y="119052"/>
                </a:lnTo>
                <a:lnTo>
                  <a:pt x="1832436" y="118982"/>
                </a:lnTo>
                <a:lnTo>
                  <a:pt x="1832712" y="118911"/>
                </a:lnTo>
                <a:lnTo>
                  <a:pt x="1832987" y="118839"/>
                </a:lnTo>
                <a:lnTo>
                  <a:pt x="1833263" y="118765"/>
                </a:lnTo>
                <a:lnTo>
                  <a:pt x="1833263" y="107995"/>
                </a:lnTo>
                <a:lnTo>
                  <a:pt x="1833069" y="108035"/>
                </a:lnTo>
                <a:lnTo>
                  <a:pt x="1832876" y="108074"/>
                </a:lnTo>
                <a:lnTo>
                  <a:pt x="1832685" y="108113"/>
                </a:lnTo>
                <a:lnTo>
                  <a:pt x="1832495" y="108151"/>
                </a:lnTo>
                <a:close/>
                <a:moveTo>
                  <a:pt x="1924128" y="108151"/>
                </a:moveTo>
                <a:lnTo>
                  <a:pt x="1923940" y="108189"/>
                </a:lnTo>
                <a:lnTo>
                  <a:pt x="1923752" y="108226"/>
                </a:lnTo>
                <a:lnTo>
                  <a:pt x="1923566" y="108263"/>
                </a:lnTo>
                <a:lnTo>
                  <a:pt x="1923381" y="108299"/>
                </a:lnTo>
                <a:lnTo>
                  <a:pt x="1923197" y="108334"/>
                </a:lnTo>
                <a:lnTo>
                  <a:pt x="1923014" y="108369"/>
                </a:lnTo>
                <a:lnTo>
                  <a:pt x="1922833" y="108403"/>
                </a:lnTo>
                <a:lnTo>
                  <a:pt x="1922653" y="108437"/>
                </a:lnTo>
                <a:lnTo>
                  <a:pt x="1922474" y="108470"/>
                </a:lnTo>
                <a:lnTo>
                  <a:pt x="1922297" y="108503"/>
                </a:lnTo>
                <a:lnTo>
                  <a:pt x="1922121" y="108535"/>
                </a:lnTo>
                <a:lnTo>
                  <a:pt x="1921946" y="108567"/>
                </a:lnTo>
                <a:lnTo>
                  <a:pt x="1921772" y="108598"/>
                </a:lnTo>
                <a:lnTo>
                  <a:pt x="1921599" y="108628"/>
                </a:lnTo>
                <a:lnTo>
                  <a:pt x="1921428" y="108658"/>
                </a:lnTo>
                <a:lnTo>
                  <a:pt x="1921258" y="108688"/>
                </a:lnTo>
                <a:lnTo>
                  <a:pt x="1921090" y="108716"/>
                </a:lnTo>
                <a:lnTo>
                  <a:pt x="1920922" y="108745"/>
                </a:lnTo>
                <a:lnTo>
                  <a:pt x="1920756" y="108772"/>
                </a:lnTo>
                <a:lnTo>
                  <a:pt x="1920591" y="108799"/>
                </a:lnTo>
                <a:lnTo>
                  <a:pt x="1920426" y="108826"/>
                </a:lnTo>
                <a:lnTo>
                  <a:pt x="1920262" y="108851"/>
                </a:lnTo>
                <a:lnTo>
                  <a:pt x="1920096" y="108875"/>
                </a:lnTo>
                <a:lnTo>
                  <a:pt x="1919930" y="108898"/>
                </a:lnTo>
                <a:lnTo>
                  <a:pt x="1919764" y="108919"/>
                </a:lnTo>
                <a:lnTo>
                  <a:pt x="1919598" y="108940"/>
                </a:lnTo>
                <a:lnTo>
                  <a:pt x="1919431" y="108960"/>
                </a:lnTo>
                <a:lnTo>
                  <a:pt x="1919263" y="108978"/>
                </a:lnTo>
                <a:lnTo>
                  <a:pt x="1919095" y="108995"/>
                </a:lnTo>
                <a:lnTo>
                  <a:pt x="1918927" y="109012"/>
                </a:lnTo>
                <a:lnTo>
                  <a:pt x="1918758" y="109027"/>
                </a:lnTo>
                <a:lnTo>
                  <a:pt x="1918589" y="109041"/>
                </a:lnTo>
                <a:lnTo>
                  <a:pt x="1918420" y="109054"/>
                </a:lnTo>
                <a:lnTo>
                  <a:pt x="1918250" y="109065"/>
                </a:lnTo>
                <a:lnTo>
                  <a:pt x="1918079" y="109076"/>
                </a:lnTo>
                <a:lnTo>
                  <a:pt x="1917909" y="109085"/>
                </a:lnTo>
                <a:lnTo>
                  <a:pt x="1917737" y="109094"/>
                </a:lnTo>
                <a:lnTo>
                  <a:pt x="1917566" y="109101"/>
                </a:lnTo>
                <a:lnTo>
                  <a:pt x="1917394" y="109107"/>
                </a:lnTo>
                <a:lnTo>
                  <a:pt x="1917221" y="109112"/>
                </a:lnTo>
                <a:lnTo>
                  <a:pt x="1917048" y="109116"/>
                </a:lnTo>
                <a:lnTo>
                  <a:pt x="1916875" y="109119"/>
                </a:lnTo>
                <a:lnTo>
                  <a:pt x="1916701" y="109121"/>
                </a:lnTo>
                <a:lnTo>
                  <a:pt x="1916527" y="109121"/>
                </a:lnTo>
                <a:lnTo>
                  <a:pt x="1916110" y="109117"/>
                </a:lnTo>
                <a:lnTo>
                  <a:pt x="1915703" y="109104"/>
                </a:lnTo>
                <a:lnTo>
                  <a:pt x="1915307" y="109082"/>
                </a:lnTo>
                <a:lnTo>
                  <a:pt x="1914921" y="109051"/>
                </a:lnTo>
                <a:lnTo>
                  <a:pt x="1914546" y="109011"/>
                </a:lnTo>
                <a:lnTo>
                  <a:pt x="1914181" y="108963"/>
                </a:lnTo>
                <a:lnTo>
                  <a:pt x="1913826" y="108906"/>
                </a:lnTo>
                <a:lnTo>
                  <a:pt x="1913483" y="108840"/>
                </a:lnTo>
                <a:lnTo>
                  <a:pt x="1913149" y="108766"/>
                </a:lnTo>
                <a:lnTo>
                  <a:pt x="1912826" y="108682"/>
                </a:lnTo>
                <a:lnTo>
                  <a:pt x="1912514" y="108590"/>
                </a:lnTo>
                <a:lnTo>
                  <a:pt x="1912212" y="108489"/>
                </a:lnTo>
                <a:lnTo>
                  <a:pt x="1911920" y="108380"/>
                </a:lnTo>
                <a:lnTo>
                  <a:pt x="1911639" y="108261"/>
                </a:lnTo>
                <a:lnTo>
                  <a:pt x="1911369" y="108134"/>
                </a:lnTo>
                <a:lnTo>
                  <a:pt x="1911109" y="107998"/>
                </a:lnTo>
                <a:lnTo>
                  <a:pt x="1910859" y="107853"/>
                </a:lnTo>
                <a:lnTo>
                  <a:pt x="1910620" y="107700"/>
                </a:lnTo>
                <a:lnTo>
                  <a:pt x="1910391" y="107537"/>
                </a:lnTo>
                <a:lnTo>
                  <a:pt x="1910173" y="107366"/>
                </a:lnTo>
                <a:lnTo>
                  <a:pt x="1909965" y="107186"/>
                </a:lnTo>
                <a:lnTo>
                  <a:pt x="1909768" y="106997"/>
                </a:lnTo>
                <a:lnTo>
                  <a:pt x="1909581" y="106800"/>
                </a:lnTo>
                <a:lnTo>
                  <a:pt x="1909405" y="106594"/>
                </a:lnTo>
                <a:lnTo>
                  <a:pt x="1909238" y="106377"/>
                </a:lnTo>
                <a:lnTo>
                  <a:pt x="1909077" y="106146"/>
                </a:lnTo>
                <a:lnTo>
                  <a:pt x="1908924" y="105903"/>
                </a:lnTo>
                <a:lnTo>
                  <a:pt x="1908778" y="105647"/>
                </a:lnTo>
                <a:lnTo>
                  <a:pt x="1908639" y="105378"/>
                </a:lnTo>
                <a:lnTo>
                  <a:pt x="1908507" y="105096"/>
                </a:lnTo>
                <a:lnTo>
                  <a:pt x="1908383" y="104801"/>
                </a:lnTo>
                <a:lnTo>
                  <a:pt x="1908265" y="104493"/>
                </a:lnTo>
                <a:lnTo>
                  <a:pt x="1908155" y="104172"/>
                </a:lnTo>
                <a:lnTo>
                  <a:pt x="1908051" y="103838"/>
                </a:lnTo>
                <a:lnTo>
                  <a:pt x="1907955" y="103491"/>
                </a:lnTo>
                <a:lnTo>
                  <a:pt x="1907866" y="103131"/>
                </a:lnTo>
                <a:lnTo>
                  <a:pt x="1907784" y="102758"/>
                </a:lnTo>
                <a:lnTo>
                  <a:pt x="1907709" y="102372"/>
                </a:lnTo>
                <a:lnTo>
                  <a:pt x="1907642" y="101974"/>
                </a:lnTo>
                <a:lnTo>
                  <a:pt x="1907581" y="101562"/>
                </a:lnTo>
                <a:lnTo>
                  <a:pt x="1907528" y="101137"/>
                </a:lnTo>
                <a:lnTo>
                  <a:pt x="1907481" y="100700"/>
                </a:lnTo>
                <a:lnTo>
                  <a:pt x="1907442" y="100249"/>
                </a:lnTo>
                <a:lnTo>
                  <a:pt x="1907410" y="99786"/>
                </a:lnTo>
                <a:lnTo>
                  <a:pt x="1907385" y="99309"/>
                </a:lnTo>
                <a:lnTo>
                  <a:pt x="1907367" y="98820"/>
                </a:lnTo>
                <a:lnTo>
                  <a:pt x="1907357" y="98317"/>
                </a:lnTo>
                <a:lnTo>
                  <a:pt x="1907353" y="97802"/>
                </a:lnTo>
                <a:lnTo>
                  <a:pt x="1907353" y="42972"/>
                </a:lnTo>
                <a:lnTo>
                  <a:pt x="1923448" y="42972"/>
                </a:lnTo>
                <a:lnTo>
                  <a:pt x="1923448" y="32350"/>
                </a:lnTo>
                <a:lnTo>
                  <a:pt x="1907353" y="32350"/>
                </a:lnTo>
                <a:lnTo>
                  <a:pt x="1907353" y="12876"/>
                </a:lnTo>
                <a:lnTo>
                  <a:pt x="1897696" y="12876"/>
                </a:lnTo>
                <a:lnTo>
                  <a:pt x="1893431" y="32350"/>
                </a:lnTo>
                <a:lnTo>
                  <a:pt x="1882809" y="32350"/>
                </a:lnTo>
                <a:lnTo>
                  <a:pt x="1882809" y="42972"/>
                </a:lnTo>
                <a:lnTo>
                  <a:pt x="1892868" y="42972"/>
                </a:lnTo>
                <a:lnTo>
                  <a:pt x="1892868" y="101014"/>
                </a:lnTo>
                <a:lnTo>
                  <a:pt x="1892898" y="102621"/>
                </a:lnTo>
                <a:lnTo>
                  <a:pt x="1892989" y="104159"/>
                </a:lnTo>
                <a:lnTo>
                  <a:pt x="1893140" y="105630"/>
                </a:lnTo>
                <a:lnTo>
                  <a:pt x="1893351" y="107032"/>
                </a:lnTo>
                <a:lnTo>
                  <a:pt x="1893622" y="108365"/>
                </a:lnTo>
                <a:lnTo>
                  <a:pt x="1893954" y="109630"/>
                </a:lnTo>
                <a:lnTo>
                  <a:pt x="1894347" y="110827"/>
                </a:lnTo>
                <a:lnTo>
                  <a:pt x="1894799" y="111956"/>
                </a:lnTo>
                <a:lnTo>
                  <a:pt x="1895312" y="113016"/>
                </a:lnTo>
                <a:lnTo>
                  <a:pt x="1895886" y="114007"/>
                </a:lnTo>
                <a:lnTo>
                  <a:pt x="1896520" y="114930"/>
                </a:lnTo>
                <a:lnTo>
                  <a:pt x="1897214" y="115785"/>
                </a:lnTo>
                <a:lnTo>
                  <a:pt x="1897968" y="116572"/>
                </a:lnTo>
                <a:lnTo>
                  <a:pt x="1898783" y="117290"/>
                </a:lnTo>
                <a:lnTo>
                  <a:pt x="1899658" y="117940"/>
                </a:lnTo>
                <a:lnTo>
                  <a:pt x="1900593" y="118521"/>
                </a:lnTo>
                <a:lnTo>
                  <a:pt x="1901589" y="119034"/>
                </a:lnTo>
                <a:lnTo>
                  <a:pt x="1902646" y="119478"/>
                </a:lnTo>
                <a:lnTo>
                  <a:pt x="1903762" y="119854"/>
                </a:lnTo>
                <a:lnTo>
                  <a:pt x="1904939" y="120162"/>
                </a:lnTo>
                <a:lnTo>
                  <a:pt x="1906176" y="120402"/>
                </a:lnTo>
                <a:lnTo>
                  <a:pt x="1907474" y="120572"/>
                </a:lnTo>
                <a:lnTo>
                  <a:pt x="1908832" y="120675"/>
                </a:lnTo>
                <a:lnTo>
                  <a:pt x="1910250" y="120709"/>
                </a:lnTo>
                <a:lnTo>
                  <a:pt x="1910624" y="120708"/>
                </a:lnTo>
                <a:lnTo>
                  <a:pt x="1910994" y="120706"/>
                </a:lnTo>
                <a:lnTo>
                  <a:pt x="1911360" y="120701"/>
                </a:lnTo>
                <a:lnTo>
                  <a:pt x="1911722" y="120695"/>
                </a:lnTo>
                <a:lnTo>
                  <a:pt x="1912081" y="120686"/>
                </a:lnTo>
                <a:lnTo>
                  <a:pt x="1912436" y="120676"/>
                </a:lnTo>
                <a:lnTo>
                  <a:pt x="1912787" y="120664"/>
                </a:lnTo>
                <a:lnTo>
                  <a:pt x="1913134" y="120651"/>
                </a:lnTo>
                <a:lnTo>
                  <a:pt x="1913477" y="120635"/>
                </a:lnTo>
                <a:lnTo>
                  <a:pt x="1913817" y="120618"/>
                </a:lnTo>
                <a:lnTo>
                  <a:pt x="1914153" y="120598"/>
                </a:lnTo>
                <a:lnTo>
                  <a:pt x="1914485" y="120577"/>
                </a:lnTo>
                <a:lnTo>
                  <a:pt x="1914813" y="120554"/>
                </a:lnTo>
                <a:lnTo>
                  <a:pt x="1915138" y="120530"/>
                </a:lnTo>
                <a:lnTo>
                  <a:pt x="1915459" y="120503"/>
                </a:lnTo>
                <a:lnTo>
                  <a:pt x="1915776" y="120475"/>
                </a:lnTo>
                <a:lnTo>
                  <a:pt x="1916089" y="120444"/>
                </a:lnTo>
                <a:lnTo>
                  <a:pt x="1916399" y="120412"/>
                </a:lnTo>
                <a:lnTo>
                  <a:pt x="1916705" y="120378"/>
                </a:lnTo>
                <a:lnTo>
                  <a:pt x="1917007" y="120343"/>
                </a:lnTo>
                <a:lnTo>
                  <a:pt x="1917305" y="120305"/>
                </a:lnTo>
                <a:lnTo>
                  <a:pt x="1917599" y="120265"/>
                </a:lnTo>
                <a:lnTo>
                  <a:pt x="1917890" y="120224"/>
                </a:lnTo>
                <a:lnTo>
                  <a:pt x="1918177" y="120181"/>
                </a:lnTo>
                <a:lnTo>
                  <a:pt x="1918462" y="120137"/>
                </a:lnTo>
                <a:lnTo>
                  <a:pt x="1918746" y="120091"/>
                </a:lnTo>
                <a:lnTo>
                  <a:pt x="1919030" y="120044"/>
                </a:lnTo>
                <a:lnTo>
                  <a:pt x="1919313" y="119996"/>
                </a:lnTo>
                <a:lnTo>
                  <a:pt x="1919597" y="119946"/>
                </a:lnTo>
                <a:lnTo>
                  <a:pt x="1919879" y="119896"/>
                </a:lnTo>
                <a:lnTo>
                  <a:pt x="1920162" y="119844"/>
                </a:lnTo>
                <a:lnTo>
                  <a:pt x="1920443" y="119790"/>
                </a:lnTo>
                <a:lnTo>
                  <a:pt x="1920725" y="119736"/>
                </a:lnTo>
                <a:lnTo>
                  <a:pt x="1921006" y="119680"/>
                </a:lnTo>
                <a:lnTo>
                  <a:pt x="1921286" y="119623"/>
                </a:lnTo>
                <a:lnTo>
                  <a:pt x="1921567" y="119564"/>
                </a:lnTo>
                <a:lnTo>
                  <a:pt x="1921846" y="119505"/>
                </a:lnTo>
                <a:lnTo>
                  <a:pt x="1922126" y="119444"/>
                </a:lnTo>
                <a:lnTo>
                  <a:pt x="1922405" y="119382"/>
                </a:lnTo>
                <a:lnTo>
                  <a:pt x="1922683" y="119318"/>
                </a:lnTo>
                <a:lnTo>
                  <a:pt x="1922961" y="119254"/>
                </a:lnTo>
                <a:lnTo>
                  <a:pt x="1923239" y="119188"/>
                </a:lnTo>
                <a:lnTo>
                  <a:pt x="1923516" y="119120"/>
                </a:lnTo>
                <a:lnTo>
                  <a:pt x="1923793" y="119052"/>
                </a:lnTo>
                <a:lnTo>
                  <a:pt x="1924070" y="118982"/>
                </a:lnTo>
                <a:lnTo>
                  <a:pt x="1924346" y="118911"/>
                </a:lnTo>
                <a:lnTo>
                  <a:pt x="1924621" y="118839"/>
                </a:lnTo>
                <a:lnTo>
                  <a:pt x="1924896" y="118765"/>
                </a:lnTo>
                <a:lnTo>
                  <a:pt x="1924896" y="107995"/>
                </a:lnTo>
                <a:lnTo>
                  <a:pt x="1924702" y="108035"/>
                </a:lnTo>
                <a:lnTo>
                  <a:pt x="1924510" y="108074"/>
                </a:lnTo>
                <a:lnTo>
                  <a:pt x="1924318" y="108113"/>
                </a:lnTo>
                <a:lnTo>
                  <a:pt x="1924128" y="108151"/>
                </a:lnTo>
                <a:close/>
                <a:moveTo>
                  <a:pt x="2647801" y="108151"/>
                </a:moveTo>
                <a:lnTo>
                  <a:pt x="2647612" y="108189"/>
                </a:lnTo>
                <a:lnTo>
                  <a:pt x="2647425" y="108226"/>
                </a:lnTo>
                <a:lnTo>
                  <a:pt x="2647238" y="108263"/>
                </a:lnTo>
                <a:lnTo>
                  <a:pt x="2647053" y="108299"/>
                </a:lnTo>
                <a:lnTo>
                  <a:pt x="2646870" y="108334"/>
                </a:lnTo>
                <a:lnTo>
                  <a:pt x="2646687" y="108369"/>
                </a:lnTo>
                <a:lnTo>
                  <a:pt x="2646506" y="108403"/>
                </a:lnTo>
                <a:lnTo>
                  <a:pt x="2646326" y="108437"/>
                </a:lnTo>
                <a:lnTo>
                  <a:pt x="2646147" y="108470"/>
                </a:lnTo>
                <a:lnTo>
                  <a:pt x="2645970" y="108503"/>
                </a:lnTo>
                <a:lnTo>
                  <a:pt x="2645793" y="108535"/>
                </a:lnTo>
                <a:lnTo>
                  <a:pt x="2645618" y="108567"/>
                </a:lnTo>
                <a:lnTo>
                  <a:pt x="2645445" y="108598"/>
                </a:lnTo>
                <a:lnTo>
                  <a:pt x="2645272" y="108628"/>
                </a:lnTo>
                <a:lnTo>
                  <a:pt x="2645101" y="108658"/>
                </a:lnTo>
                <a:lnTo>
                  <a:pt x="2644931" y="108688"/>
                </a:lnTo>
                <a:lnTo>
                  <a:pt x="2644762" y="108716"/>
                </a:lnTo>
                <a:lnTo>
                  <a:pt x="2644595" y="108745"/>
                </a:lnTo>
                <a:lnTo>
                  <a:pt x="2644429" y="108772"/>
                </a:lnTo>
                <a:lnTo>
                  <a:pt x="2644264" y="108799"/>
                </a:lnTo>
                <a:lnTo>
                  <a:pt x="2644099" y="108826"/>
                </a:lnTo>
                <a:lnTo>
                  <a:pt x="2643934" y="108851"/>
                </a:lnTo>
                <a:lnTo>
                  <a:pt x="2643769" y="108875"/>
                </a:lnTo>
                <a:lnTo>
                  <a:pt x="2643603" y="108898"/>
                </a:lnTo>
                <a:lnTo>
                  <a:pt x="2643437" y="108919"/>
                </a:lnTo>
                <a:lnTo>
                  <a:pt x="2643270" y="108940"/>
                </a:lnTo>
                <a:lnTo>
                  <a:pt x="2643103" y="108960"/>
                </a:lnTo>
                <a:lnTo>
                  <a:pt x="2642936" y="108978"/>
                </a:lnTo>
                <a:lnTo>
                  <a:pt x="2642768" y="108995"/>
                </a:lnTo>
                <a:lnTo>
                  <a:pt x="2642600" y="109012"/>
                </a:lnTo>
                <a:lnTo>
                  <a:pt x="2642431" y="109027"/>
                </a:lnTo>
                <a:lnTo>
                  <a:pt x="2642262" y="109041"/>
                </a:lnTo>
                <a:lnTo>
                  <a:pt x="2642092" y="109054"/>
                </a:lnTo>
                <a:lnTo>
                  <a:pt x="2641922" y="109065"/>
                </a:lnTo>
                <a:lnTo>
                  <a:pt x="2641752" y="109076"/>
                </a:lnTo>
                <a:lnTo>
                  <a:pt x="2641581" y="109085"/>
                </a:lnTo>
                <a:lnTo>
                  <a:pt x="2641410" y="109094"/>
                </a:lnTo>
                <a:lnTo>
                  <a:pt x="2641238" y="109101"/>
                </a:lnTo>
                <a:lnTo>
                  <a:pt x="2641066" y="109107"/>
                </a:lnTo>
                <a:lnTo>
                  <a:pt x="2640894" y="109112"/>
                </a:lnTo>
                <a:lnTo>
                  <a:pt x="2640721" y="109116"/>
                </a:lnTo>
                <a:lnTo>
                  <a:pt x="2640548" y="109119"/>
                </a:lnTo>
                <a:lnTo>
                  <a:pt x="2640374" y="109121"/>
                </a:lnTo>
                <a:lnTo>
                  <a:pt x="2640200" y="109121"/>
                </a:lnTo>
                <a:lnTo>
                  <a:pt x="2639783" y="109117"/>
                </a:lnTo>
                <a:lnTo>
                  <a:pt x="2639376" y="109104"/>
                </a:lnTo>
                <a:lnTo>
                  <a:pt x="2638980" y="109082"/>
                </a:lnTo>
                <a:lnTo>
                  <a:pt x="2638594" y="109051"/>
                </a:lnTo>
                <a:lnTo>
                  <a:pt x="2638218" y="109011"/>
                </a:lnTo>
                <a:lnTo>
                  <a:pt x="2637854" y="108963"/>
                </a:lnTo>
                <a:lnTo>
                  <a:pt x="2637499" y="108906"/>
                </a:lnTo>
                <a:lnTo>
                  <a:pt x="2637155" y="108840"/>
                </a:lnTo>
                <a:lnTo>
                  <a:pt x="2636822" y="108766"/>
                </a:lnTo>
                <a:lnTo>
                  <a:pt x="2636499" y="108682"/>
                </a:lnTo>
                <a:lnTo>
                  <a:pt x="2636186" y="108590"/>
                </a:lnTo>
                <a:lnTo>
                  <a:pt x="2635884" y="108489"/>
                </a:lnTo>
                <a:lnTo>
                  <a:pt x="2635593" y="108380"/>
                </a:lnTo>
                <a:lnTo>
                  <a:pt x="2635312" y="108261"/>
                </a:lnTo>
                <a:lnTo>
                  <a:pt x="2635041" y="108134"/>
                </a:lnTo>
                <a:lnTo>
                  <a:pt x="2634781" y="107998"/>
                </a:lnTo>
                <a:lnTo>
                  <a:pt x="2634532" y="107853"/>
                </a:lnTo>
                <a:lnTo>
                  <a:pt x="2634293" y="107700"/>
                </a:lnTo>
                <a:lnTo>
                  <a:pt x="2634064" y="107537"/>
                </a:lnTo>
                <a:lnTo>
                  <a:pt x="2633846" y="107366"/>
                </a:lnTo>
                <a:lnTo>
                  <a:pt x="2633638" y="107186"/>
                </a:lnTo>
                <a:lnTo>
                  <a:pt x="2633441" y="106997"/>
                </a:lnTo>
                <a:lnTo>
                  <a:pt x="2633254" y="106800"/>
                </a:lnTo>
                <a:lnTo>
                  <a:pt x="2633078" y="106594"/>
                </a:lnTo>
                <a:lnTo>
                  <a:pt x="2632911" y="106377"/>
                </a:lnTo>
                <a:lnTo>
                  <a:pt x="2632750" y="106146"/>
                </a:lnTo>
                <a:lnTo>
                  <a:pt x="2632597" y="105903"/>
                </a:lnTo>
                <a:lnTo>
                  <a:pt x="2632451" y="105647"/>
                </a:lnTo>
                <a:lnTo>
                  <a:pt x="2632312" y="105378"/>
                </a:lnTo>
                <a:lnTo>
                  <a:pt x="2632180" y="105096"/>
                </a:lnTo>
                <a:lnTo>
                  <a:pt x="2632055" y="104801"/>
                </a:lnTo>
                <a:lnTo>
                  <a:pt x="2631938" y="104493"/>
                </a:lnTo>
                <a:lnTo>
                  <a:pt x="2631827" y="104172"/>
                </a:lnTo>
                <a:lnTo>
                  <a:pt x="2631724" y="103838"/>
                </a:lnTo>
                <a:lnTo>
                  <a:pt x="2631628" y="103491"/>
                </a:lnTo>
                <a:lnTo>
                  <a:pt x="2631539" y="103131"/>
                </a:lnTo>
                <a:lnTo>
                  <a:pt x="2631457" y="102758"/>
                </a:lnTo>
                <a:lnTo>
                  <a:pt x="2631382" y="102372"/>
                </a:lnTo>
                <a:lnTo>
                  <a:pt x="2631314" y="101974"/>
                </a:lnTo>
                <a:lnTo>
                  <a:pt x="2631254" y="101562"/>
                </a:lnTo>
                <a:lnTo>
                  <a:pt x="2631200" y="101137"/>
                </a:lnTo>
                <a:lnTo>
                  <a:pt x="2631154" y="100700"/>
                </a:lnTo>
                <a:lnTo>
                  <a:pt x="2631115" y="100249"/>
                </a:lnTo>
                <a:lnTo>
                  <a:pt x="2631083" y="99786"/>
                </a:lnTo>
                <a:lnTo>
                  <a:pt x="2631058" y="99309"/>
                </a:lnTo>
                <a:lnTo>
                  <a:pt x="2631040" y="98820"/>
                </a:lnTo>
                <a:lnTo>
                  <a:pt x="2631029" y="98317"/>
                </a:lnTo>
                <a:lnTo>
                  <a:pt x="2631026" y="97802"/>
                </a:lnTo>
                <a:lnTo>
                  <a:pt x="2631026" y="42972"/>
                </a:lnTo>
                <a:lnTo>
                  <a:pt x="2647120" y="42972"/>
                </a:lnTo>
                <a:lnTo>
                  <a:pt x="2647120" y="32350"/>
                </a:lnTo>
                <a:lnTo>
                  <a:pt x="2631026" y="32350"/>
                </a:lnTo>
                <a:lnTo>
                  <a:pt x="2631026" y="12876"/>
                </a:lnTo>
                <a:lnTo>
                  <a:pt x="2621369" y="12876"/>
                </a:lnTo>
                <a:lnTo>
                  <a:pt x="2617104" y="32350"/>
                </a:lnTo>
                <a:lnTo>
                  <a:pt x="2606482" y="32350"/>
                </a:lnTo>
                <a:lnTo>
                  <a:pt x="2606482" y="42972"/>
                </a:lnTo>
                <a:lnTo>
                  <a:pt x="2616541" y="42972"/>
                </a:lnTo>
                <a:lnTo>
                  <a:pt x="2616541" y="101014"/>
                </a:lnTo>
                <a:lnTo>
                  <a:pt x="2616571" y="102621"/>
                </a:lnTo>
                <a:lnTo>
                  <a:pt x="2616661" y="104159"/>
                </a:lnTo>
                <a:lnTo>
                  <a:pt x="2616812" y="105630"/>
                </a:lnTo>
                <a:lnTo>
                  <a:pt x="2617024" y="107032"/>
                </a:lnTo>
                <a:lnTo>
                  <a:pt x="2617295" y="108365"/>
                </a:lnTo>
                <a:lnTo>
                  <a:pt x="2617627" y="109630"/>
                </a:lnTo>
                <a:lnTo>
                  <a:pt x="2618019" y="110827"/>
                </a:lnTo>
                <a:lnTo>
                  <a:pt x="2618472" y="111956"/>
                </a:lnTo>
                <a:lnTo>
                  <a:pt x="2618985" y="113016"/>
                </a:lnTo>
                <a:lnTo>
                  <a:pt x="2619559" y="114007"/>
                </a:lnTo>
                <a:lnTo>
                  <a:pt x="2620192" y="114930"/>
                </a:lnTo>
                <a:lnTo>
                  <a:pt x="2620886" y="115785"/>
                </a:lnTo>
                <a:lnTo>
                  <a:pt x="2621641" y="116572"/>
                </a:lnTo>
                <a:lnTo>
                  <a:pt x="2622456" y="117290"/>
                </a:lnTo>
                <a:lnTo>
                  <a:pt x="2623331" y="117940"/>
                </a:lnTo>
                <a:lnTo>
                  <a:pt x="2624266" y="118521"/>
                </a:lnTo>
                <a:lnTo>
                  <a:pt x="2625262" y="119034"/>
                </a:lnTo>
                <a:lnTo>
                  <a:pt x="2626318" y="119478"/>
                </a:lnTo>
                <a:lnTo>
                  <a:pt x="2627435" y="119854"/>
                </a:lnTo>
                <a:lnTo>
                  <a:pt x="2628612" y="120162"/>
                </a:lnTo>
                <a:lnTo>
                  <a:pt x="2629849" y="120402"/>
                </a:lnTo>
                <a:lnTo>
                  <a:pt x="2631147" y="120572"/>
                </a:lnTo>
                <a:lnTo>
                  <a:pt x="2632505" y="120675"/>
                </a:lnTo>
                <a:lnTo>
                  <a:pt x="2633923" y="120709"/>
                </a:lnTo>
                <a:lnTo>
                  <a:pt x="2634297" y="120708"/>
                </a:lnTo>
                <a:lnTo>
                  <a:pt x="2634666" y="120706"/>
                </a:lnTo>
                <a:lnTo>
                  <a:pt x="2635033" y="120701"/>
                </a:lnTo>
                <a:lnTo>
                  <a:pt x="2635395" y="120695"/>
                </a:lnTo>
                <a:lnTo>
                  <a:pt x="2635753" y="120686"/>
                </a:lnTo>
                <a:lnTo>
                  <a:pt x="2636108" y="120676"/>
                </a:lnTo>
                <a:lnTo>
                  <a:pt x="2636459" y="120664"/>
                </a:lnTo>
                <a:lnTo>
                  <a:pt x="2636807" y="120651"/>
                </a:lnTo>
                <a:lnTo>
                  <a:pt x="2637150" y="120635"/>
                </a:lnTo>
                <a:lnTo>
                  <a:pt x="2637490" y="120618"/>
                </a:lnTo>
                <a:lnTo>
                  <a:pt x="2637826" y="120598"/>
                </a:lnTo>
                <a:lnTo>
                  <a:pt x="2638158" y="120577"/>
                </a:lnTo>
                <a:lnTo>
                  <a:pt x="2638486" y="120554"/>
                </a:lnTo>
                <a:lnTo>
                  <a:pt x="2638811" y="120530"/>
                </a:lnTo>
                <a:lnTo>
                  <a:pt x="2639132" y="120503"/>
                </a:lnTo>
                <a:lnTo>
                  <a:pt x="2639449" y="120475"/>
                </a:lnTo>
                <a:lnTo>
                  <a:pt x="2639762" y="120444"/>
                </a:lnTo>
                <a:lnTo>
                  <a:pt x="2640072" y="120412"/>
                </a:lnTo>
                <a:lnTo>
                  <a:pt x="2640377" y="120378"/>
                </a:lnTo>
                <a:lnTo>
                  <a:pt x="2640679" y="120343"/>
                </a:lnTo>
                <a:lnTo>
                  <a:pt x="2640977" y="120305"/>
                </a:lnTo>
                <a:lnTo>
                  <a:pt x="2641272" y="120265"/>
                </a:lnTo>
                <a:lnTo>
                  <a:pt x="2641563" y="120224"/>
                </a:lnTo>
                <a:lnTo>
                  <a:pt x="2641849" y="120181"/>
                </a:lnTo>
                <a:lnTo>
                  <a:pt x="2642134" y="120137"/>
                </a:lnTo>
                <a:lnTo>
                  <a:pt x="2642419" y="120091"/>
                </a:lnTo>
                <a:lnTo>
                  <a:pt x="2642703" y="120044"/>
                </a:lnTo>
                <a:lnTo>
                  <a:pt x="2642986" y="119996"/>
                </a:lnTo>
                <a:lnTo>
                  <a:pt x="2643269" y="119946"/>
                </a:lnTo>
                <a:lnTo>
                  <a:pt x="2643552" y="119896"/>
                </a:lnTo>
                <a:lnTo>
                  <a:pt x="2643834" y="119844"/>
                </a:lnTo>
                <a:lnTo>
                  <a:pt x="2644116" y="119790"/>
                </a:lnTo>
                <a:lnTo>
                  <a:pt x="2644398" y="119736"/>
                </a:lnTo>
                <a:lnTo>
                  <a:pt x="2644679" y="119680"/>
                </a:lnTo>
                <a:lnTo>
                  <a:pt x="2644959" y="119623"/>
                </a:lnTo>
                <a:lnTo>
                  <a:pt x="2645239" y="119564"/>
                </a:lnTo>
                <a:lnTo>
                  <a:pt x="2645519" y="119505"/>
                </a:lnTo>
                <a:lnTo>
                  <a:pt x="2645799" y="119444"/>
                </a:lnTo>
                <a:lnTo>
                  <a:pt x="2646077" y="119382"/>
                </a:lnTo>
                <a:lnTo>
                  <a:pt x="2646356" y="119318"/>
                </a:lnTo>
                <a:lnTo>
                  <a:pt x="2646634" y="119254"/>
                </a:lnTo>
                <a:lnTo>
                  <a:pt x="2646912" y="119188"/>
                </a:lnTo>
                <a:lnTo>
                  <a:pt x="2647189" y="119120"/>
                </a:lnTo>
                <a:lnTo>
                  <a:pt x="2647466" y="119052"/>
                </a:lnTo>
                <a:lnTo>
                  <a:pt x="2647742" y="118982"/>
                </a:lnTo>
                <a:lnTo>
                  <a:pt x="2648018" y="118911"/>
                </a:lnTo>
                <a:lnTo>
                  <a:pt x="2648294" y="118839"/>
                </a:lnTo>
                <a:lnTo>
                  <a:pt x="2648569" y="118765"/>
                </a:lnTo>
                <a:lnTo>
                  <a:pt x="2648569" y="107995"/>
                </a:lnTo>
                <a:lnTo>
                  <a:pt x="2648375" y="108035"/>
                </a:lnTo>
                <a:lnTo>
                  <a:pt x="2648183" y="108074"/>
                </a:lnTo>
                <a:lnTo>
                  <a:pt x="2647991" y="108113"/>
                </a:lnTo>
                <a:lnTo>
                  <a:pt x="2647801" y="108151"/>
                </a:lnTo>
                <a:close/>
                <a:moveTo>
                  <a:pt x="2089509" y="72471"/>
                </a:moveTo>
                <a:lnTo>
                  <a:pt x="2089522" y="71940"/>
                </a:lnTo>
                <a:lnTo>
                  <a:pt x="2089538" y="71414"/>
                </a:lnTo>
                <a:lnTo>
                  <a:pt x="2089558" y="70890"/>
                </a:lnTo>
                <a:lnTo>
                  <a:pt x="2089582" y="70370"/>
                </a:lnTo>
                <a:lnTo>
                  <a:pt x="2089609" y="69854"/>
                </a:lnTo>
                <a:lnTo>
                  <a:pt x="2089640" y="69341"/>
                </a:lnTo>
                <a:lnTo>
                  <a:pt x="2089675" y="68832"/>
                </a:lnTo>
                <a:lnTo>
                  <a:pt x="2089713" y="68326"/>
                </a:lnTo>
                <a:lnTo>
                  <a:pt x="2089754" y="67824"/>
                </a:lnTo>
                <a:lnTo>
                  <a:pt x="2089800" y="67325"/>
                </a:lnTo>
                <a:lnTo>
                  <a:pt x="2089849" y="66829"/>
                </a:lnTo>
                <a:lnTo>
                  <a:pt x="2089902" y="66337"/>
                </a:lnTo>
                <a:lnTo>
                  <a:pt x="2089958" y="65849"/>
                </a:lnTo>
                <a:lnTo>
                  <a:pt x="2090018" y="65364"/>
                </a:lnTo>
                <a:lnTo>
                  <a:pt x="2090081" y="64882"/>
                </a:lnTo>
                <a:lnTo>
                  <a:pt x="2090149" y="64405"/>
                </a:lnTo>
                <a:lnTo>
                  <a:pt x="2090219" y="63930"/>
                </a:lnTo>
                <a:lnTo>
                  <a:pt x="2090294" y="63459"/>
                </a:lnTo>
                <a:lnTo>
                  <a:pt x="2090372" y="62992"/>
                </a:lnTo>
                <a:lnTo>
                  <a:pt x="2090454" y="62528"/>
                </a:lnTo>
                <a:lnTo>
                  <a:pt x="2090539" y="62067"/>
                </a:lnTo>
                <a:lnTo>
                  <a:pt x="2090628" y="61611"/>
                </a:lnTo>
                <a:lnTo>
                  <a:pt x="2090721" y="61160"/>
                </a:lnTo>
                <a:lnTo>
                  <a:pt x="2090819" y="60714"/>
                </a:lnTo>
                <a:lnTo>
                  <a:pt x="2090920" y="60274"/>
                </a:lnTo>
                <a:lnTo>
                  <a:pt x="2091026" y="59839"/>
                </a:lnTo>
                <a:lnTo>
                  <a:pt x="2091135" y="59409"/>
                </a:lnTo>
                <a:lnTo>
                  <a:pt x="2091249" y="58985"/>
                </a:lnTo>
                <a:lnTo>
                  <a:pt x="2091366" y="58566"/>
                </a:lnTo>
                <a:lnTo>
                  <a:pt x="2091488" y="58152"/>
                </a:lnTo>
                <a:lnTo>
                  <a:pt x="2091613" y="57743"/>
                </a:lnTo>
                <a:lnTo>
                  <a:pt x="2091743" y="57340"/>
                </a:lnTo>
                <a:lnTo>
                  <a:pt x="2091877" y="56942"/>
                </a:lnTo>
                <a:lnTo>
                  <a:pt x="2092015" y="56549"/>
                </a:lnTo>
                <a:lnTo>
                  <a:pt x="2092157" y="56162"/>
                </a:lnTo>
                <a:lnTo>
                  <a:pt x="2092303" y="55780"/>
                </a:lnTo>
                <a:lnTo>
                  <a:pt x="2092452" y="55404"/>
                </a:lnTo>
                <a:lnTo>
                  <a:pt x="2092607" y="55032"/>
                </a:lnTo>
                <a:lnTo>
                  <a:pt x="2092765" y="54666"/>
                </a:lnTo>
                <a:lnTo>
                  <a:pt x="2092927" y="54305"/>
                </a:lnTo>
                <a:lnTo>
                  <a:pt x="2093093" y="53950"/>
                </a:lnTo>
                <a:lnTo>
                  <a:pt x="2093263" y="53600"/>
                </a:lnTo>
                <a:lnTo>
                  <a:pt x="2093437" y="53255"/>
                </a:lnTo>
                <a:lnTo>
                  <a:pt x="2093616" y="52916"/>
                </a:lnTo>
                <a:lnTo>
                  <a:pt x="2093798" y="52581"/>
                </a:lnTo>
                <a:lnTo>
                  <a:pt x="2093985" y="52253"/>
                </a:lnTo>
                <a:lnTo>
                  <a:pt x="2094176" y="51930"/>
                </a:lnTo>
                <a:lnTo>
                  <a:pt x="2094372" y="51613"/>
                </a:lnTo>
                <a:lnTo>
                  <a:pt x="2094572" y="51303"/>
                </a:lnTo>
                <a:lnTo>
                  <a:pt x="2094776" y="50998"/>
                </a:lnTo>
                <a:lnTo>
                  <a:pt x="2094985" y="50699"/>
                </a:lnTo>
                <a:lnTo>
                  <a:pt x="2095199" y="50406"/>
                </a:lnTo>
                <a:lnTo>
                  <a:pt x="2095417" y="50120"/>
                </a:lnTo>
                <a:lnTo>
                  <a:pt x="2095639" y="49839"/>
                </a:lnTo>
                <a:lnTo>
                  <a:pt x="2095866" y="49564"/>
                </a:lnTo>
                <a:lnTo>
                  <a:pt x="2096097" y="49296"/>
                </a:lnTo>
                <a:lnTo>
                  <a:pt x="2096333" y="49033"/>
                </a:lnTo>
                <a:lnTo>
                  <a:pt x="2096573" y="48776"/>
                </a:lnTo>
                <a:lnTo>
                  <a:pt x="2096818" y="48526"/>
                </a:lnTo>
                <a:lnTo>
                  <a:pt x="2097067" y="48281"/>
                </a:lnTo>
                <a:lnTo>
                  <a:pt x="2097321" y="48043"/>
                </a:lnTo>
                <a:lnTo>
                  <a:pt x="2097579" y="47810"/>
                </a:lnTo>
                <a:lnTo>
                  <a:pt x="2097842" y="47583"/>
                </a:lnTo>
                <a:lnTo>
                  <a:pt x="2098109" y="47363"/>
                </a:lnTo>
                <a:lnTo>
                  <a:pt x="2098381" y="47148"/>
                </a:lnTo>
                <a:lnTo>
                  <a:pt x="2098657" y="46940"/>
                </a:lnTo>
                <a:lnTo>
                  <a:pt x="2098937" y="46737"/>
                </a:lnTo>
                <a:lnTo>
                  <a:pt x="2099222" y="46540"/>
                </a:lnTo>
                <a:lnTo>
                  <a:pt x="2099512" y="46350"/>
                </a:lnTo>
                <a:lnTo>
                  <a:pt x="2099806" y="46166"/>
                </a:lnTo>
                <a:lnTo>
                  <a:pt x="2100106" y="45990"/>
                </a:lnTo>
                <a:lnTo>
                  <a:pt x="2100410" y="45822"/>
                </a:lnTo>
                <a:lnTo>
                  <a:pt x="2100720" y="45662"/>
                </a:lnTo>
                <a:lnTo>
                  <a:pt x="2101035" y="45510"/>
                </a:lnTo>
                <a:lnTo>
                  <a:pt x="2101355" y="45365"/>
                </a:lnTo>
                <a:lnTo>
                  <a:pt x="2101680" y="45228"/>
                </a:lnTo>
                <a:lnTo>
                  <a:pt x="2102011" y="45099"/>
                </a:lnTo>
                <a:lnTo>
                  <a:pt x="2102347" y="44978"/>
                </a:lnTo>
                <a:lnTo>
                  <a:pt x="2102687" y="44865"/>
                </a:lnTo>
                <a:lnTo>
                  <a:pt x="2103033" y="44759"/>
                </a:lnTo>
                <a:lnTo>
                  <a:pt x="2103385" y="44662"/>
                </a:lnTo>
                <a:lnTo>
                  <a:pt x="2103741" y="44572"/>
                </a:lnTo>
                <a:lnTo>
                  <a:pt x="2104102" y="44490"/>
                </a:lnTo>
                <a:lnTo>
                  <a:pt x="2104469" y="44416"/>
                </a:lnTo>
                <a:lnTo>
                  <a:pt x="2104841" y="44349"/>
                </a:lnTo>
                <a:lnTo>
                  <a:pt x="2105218" y="44291"/>
                </a:lnTo>
                <a:lnTo>
                  <a:pt x="2105600" y="44240"/>
                </a:lnTo>
                <a:lnTo>
                  <a:pt x="2105987" y="44197"/>
                </a:lnTo>
                <a:lnTo>
                  <a:pt x="2106380" y="44162"/>
                </a:lnTo>
                <a:lnTo>
                  <a:pt x="2106778" y="44134"/>
                </a:lnTo>
                <a:lnTo>
                  <a:pt x="2107180" y="44115"/>
                </a:lnTo>
                <a:lnTo>
                  <a:pt x="2107588" y="44103"/>
                </a:lnTo>
                <a:lnTo>
                  <a:pt x="2108002" y="44099"/>
                </a:lnTo>
                <a:lnTo>
                  <a:pt x="2108202" y="44099"/>
                </a:lnTo>
                <a:lnTo>
                  <a:pt x="2108401" y="44101"/>
                </a:lnTo>
                <a:lnTo>
                  <a:pt x="2108598" y="44102"/>
                </a:lnTo>
                <a:lnTo>
                  <a:pt x="2108793" y="44105"/>
                </a:lnTo>
                <a:lnTo>
                  <a:pt x="2108987" y="44108"/>
                </a:lnTo>
                <a:lnTo>
                  <a:pt x="2109179" y="44112"/>
                </a:lnTo>
                <a:lnTo>
                  <a:pt x="2109369" y="44116"/>
                </a:lnTo>
                <a:lnTo>
                  <a:pt x="2109557" y="44121"/>
                </a:lnTo>
                <a:lnTo>
                  <a:pt x="2109744" y="44127"/>
                </a:lnTo>
                <a:lnTo>
                  <a:pt x="2109930" y="44134"/>
                </a:lnTo>
                <a:lnTo>
                  <a:pt x="2110113" y="44141"/>
                </a:lnTo>
                <a:lnTo>
                  <a:pt x="2110295" y="44149"/>
                </a:lnTo>
                <a:lnTo>
                  <a:pt x="2110475" y="44158"/>
                </a:lnTo>
                <a:lnTo>
                  <a:pt x="2110654" y="44168"/>
                </a:lnTo>
                <a:lnTo>
                  <a:pt x="2110831" y="44178"/>
                </a:lnTo>
                <a:lnTo>
                  <a:pt x="2111006" y="44189"/>
                </a:lnTo>
                <a:lnTo>
                  <a:pt x="2111179" y="44200"/>
                </a:lnTo>
                <a:lnTo>
                  <a:pt x="2111351" y="44212"/>
                </a:lnTo>
                <a:lnTo>
                  <a:pt x="2111521" y="44225"/>
                </a:lnTo>
                <a:lnTo>
                  <a:pt x="2111690" y="44239"/>
                </a:lnTo>
                <a:lnTo>
                  <a:pt x="2111857" y="44253"/>
                </a:lnTo>
                <a:lnTo>
                  <a:pt x="2112022" y="44268"/>
                </a:lnTo>
                <a:lnTo>
                  <a:pt x="2112185" y="44284"/>
                </a:lnTo>
                <a:lnTo>
                  <a:pt x="2112347" y="44300"/>
                </a:lnTo>
                <a:lnTo>
                  <a:pt x="2112507" y="44317"/>
                </a:lnTo>
                <a:lnTo>
                  <a:pt x="2112666" y="44335"/>
                </a:lnTo>
                <a:lnTo>
                  <a:pt x="2112822" y="44354"/>
                </a:lnTo>
                <a:lnTo>
                  <a:pt x="2112978" y="44373"/>
                </a:lnTo>
                <a:lnTo>
                  <a:pt x="2113131" y="44393"/>
                </a:lnTo>
                <a:lnTo>
                  <a:pt x="2113283" y="44413"/>
                </a:lnTo>
                <a:lnTo>
                  <a:pt x="2113433" y="44435"/>
                </a:lnTo>
                <a:lnTo>
                  <a:pt x="2113581" y="44457"/>
                </a:lnTo>
                <a:lnTo>
                  <a:pt x="2113728" y="44479"/>
                </a:lnTo>
                <a:lnTo>
                  <a:pt x="2113873" y="44503"/>
                </a:lnTo>
                <a:lnTo>
                  <a:pt x="2114016" y="44527"/>
                </a:lnTo>
                <a:lnTo>
                  <a:pt x="2114158" y="44552"/>
                </a:lnTo>
                <a:lnTo>
                  <a:pt x="2114298" y="44577"/>
                </a:lnTo>
                <a:lnTo>
                  <a:pt x="2114436" y="44603"/>
                </a:lnTo>
                <a:lnTo>
                  <a:pt x="2114573" y="44630"/>
                </a:lnTo>
                <a:lnTo>
                  <a:pt x="2114708" y="44658"/>
                </a:lnTo>
                <a:lnTo>
                  <a:pt x="2114841" y="44686"/>
                </a:lnTo>
                <a:lnTo>
                  <a:pt x="2114973" y="44715"/>
                </a:lnTo>
                <a:lnTo>
                  <a:pt x="2115103" y="44745"/>
                </a:lnTo>
                <a:lnTo>
                  <a:pt x="2115231" y="44775"/>
                </a:lnTo>
                <a:lnTo>
                  <a:pt x="2115357" y="44806"/>
                </a:lnTo>
                <a:lnTo>
                  <a:pt x="2115482" y="44838"/>
                </a:lnTo>
                <a:lnTo>
                  <a:pt x="2115605" y="44871"/>
                </a:lnTo>
                <a:lnTo>
                  <a:pt x="2115727" y="44904"/>
                </a:lnTo>
                <a:lnTo>
                  <a:pt x="2115727" y="31550"/>
                </a:lnTo>
                <a:lnTo>
                  <a:pt x="2115652" y="31530"/>
                </a:lnTo>
                <a:lnTo>
                  <a:pt x="2115574" y="31509"/>
                </a:lnTo>
                <a:lnTo>
                  <a:pt x="2115494" y="31489"/>
                </a:lnTo>
                <a:lnTo>
                  <a:pt x="2115412" y="31468"/>
                </a:lnTo>
                <a:lnTo>
                  <a:pt x="2115327" y="31447"/>
                </a:lnTo>
                <a:lnTo>
                  <a:pt x="2115239" y="31426"/>
                </a:lnTo>
                <a:lnTo>
                  <a:pt x="2115149" y="31405"/>
                </a:lnTo>
                <a:lnTo>
                  <a:pt x="2115056" y="31384"/>
                </a:lnTo>
                <a:lnTo>
                  <a:pt x="2114961" y="31362"/>
                </a:lnTo>
                <a:lnTo>
                  <a:pt x="2114864" y="31341"/>
                </a:lnTo>
                <a:lnTo>
                  <a:pt x="2114763" y="31319"/>
                </a:lnTo>
                <a:lnTo>
                  <a:pt x="2114661" y="31297"/>
                </a:lnTo>
                <a:lnTo>
                  <a:pt x="2114556" y="31275"/>
                </a:lnTo>
                <a:lnTo>
                  <a:pt x="2114448" y="31253"/>
                </a:lnTo>
                <a:lnTo>
                  <a:pt x="2114338" y="31231"/>
                </a:lnTo>
                <a:lnTo>
                  <a:pt x="2114225" y="31208"/>
                </a:lnTo>
                <a:lnTo>
                  <a:pt x="2114110" y="31186"/>
                </a:lnTo>
                <a:lnTo>
                  <a:pt x="2113992" y="31163"/>
                </a:lnTo>
                <a:lnTo>
                  <a:pt x="2113872" y="31141"/>
                </a:lnTo>
                <a:lnTo>
                  <a:pt x="2113749" y="31118"/>
                </a:lnTo>
                <a:lnTo>
                  <a:pt x="2113623" y="31095"/>
                </a:lnTo>
                <a:lnTo>
                  <a:pt x="2113496" y="31071"/>
                </a:lnTo>
                <a:lnTo>
                  <a:pt x="2113365" y="31048"/>
                </a:lnTo>
                <a:lnTo>
                  <a:pt x="2113232" y="31025"/>
                </a:lnTo>
                <a:lnTo>
                  <a:pt x="2113098" y="31002"/>
                </a:lnTo>
                <a:lnTo>
                  <a:pt x="2112963" y="30979"/>
                </a:lnTo>
                <a:lnTo>
                  <a:pt x="2112827" y="30958"/>
                </a:lnTo>
                <a:lnTo>
                  <a:pt x="2112691" y="30938"/>
                </a:lnTo>
                <a:lnTo>
                  <a:pt x="2112555" y="30919"/>
                </a:lnTo>
                <a:lnTo>
                  <a:pt x="2112418" y="30900"/>
                </a:lnTo>
                <a:lnTo>
                  <a:pt x="2112280" y="30883"/>
                </a:lnTo>
                <a:lnTo>
                  <a:pt x="2112142" y="30867"/>
                </a:lnTo>
                <a:lnTo>
                  <a:pt x="2112003" y="30852"/>
                </a:lnTo>
                <a:lnTo>
                  <a:pt x="2111863" y="30837"/>
                </a:lnTo>
                <a:lnTo>
                  <a:pt x="2111723" y="30824"/>
                </a:lnTo>
                <a:lnTo>
                  <a:pt x="2111583" y="30812"/>
                </a:lnTo>
                <a:lnTo>
                  <a:pt x="2111442" y="30800"/>
                </a:lnTo>
                <a:lnTo>
                  <a:pt x="2111300" y="30790"/>
                </a:lnTo>
                <a:lnTo>
                  <a:pt x="2111158" y="30781"/>
                </a:lnTo>
                <a:lnTo>
                  <a:pt x="2111015" y="30772"/>
                </a:lnTo>
                <a:lnTo>
                  <a:pt x="2110872" y="30765"/>
                </a:lnTo>
                <a:lnTo>
                  <a:pt x="2110728" y="30758"/>
                </a:lnTo>
                <a:lnTo>
                  <a:pt x="2110583" y="30753"/>
                </a:lnTo>
                <a:lnTo>
                  <a:pt x="2110438" y="30749"/>
                </a:lnTo>
                <a:lnTo>
                  <a:pt x="2110293" y="30745"/>
                </a:lnTo>
                <a:lnTo>
                  <a:pt x="2110146" y="30743"/>
                </a:lnTo>
                <a:lnTo>
                  <a:pt x="2110000" y="30741"/>
                </a:lnTo>
                <a:lnTo>
                  <a:pt x="2109853" y="30741"/>
                </a:lnTo>
                <a:lnTo>
                  <a:pt x="2109473" y="30743"/>
                </a:lnTo>
                <a:lnTo>
                  <a:pt x="2109098" y="30749"/>
                </a:lnTo>
                <a:lnTo>
                  <a:pt x="2108727" y="30759"/>
                </a:lnTo>
                <a:lnTo>
                  <a:pt x="2108362" y="30773"/>
                </a:lnTo>
                <a:lnTo>
                  <a:pt x="2108001" y="30791"/>
                </a:lnTo>
                <a:lnTo>
                  <a:pt x="2107645" y="30814"/>
                </a:lnTo>
                <a:lnTo>
                  <a:pt x="2107293" y="30840"/>
                </a:lnTo>
                <a:lnTo>
                  <a:pt x="2106947" y="30870"/>
                </a:lnTo>
                <a:lnTo>
                  <a:pt x="2106605" y="30905"/>
                </a:lnTo>
                <a:lnTo>
                  <a:pt x="2106268" y="30943"/>
                </a:lnTo>
                <a:lnTo>
                  <a:pt x="2105935" y="30986"/>
                </a:lnTo>
                <a:lnTo>
                  <a:pt x="2105608" y="31032"/>
                </a:lnTo>
                <a:lnTo>
                  <a:pt x="2105285" y="31083"/>
                </a:lnTo>
                <a:lnTo>
                  <a:pt x="2104967" y="31138"/>
                </a:lnTo>
                <a:lnTo>
                  <a:pt x="2104653" y="31196"/>
                </a:lnTo>
                <a:lnTo>
                  <a:pt x="2104345" y="31259"/>
                </a:lnTo>
                <a:lnTo>
                  <a:pt x="2104041" y="31326"/>
                </a:lnTo>
                <a:lnTo>
                  <a:pt x="2103742" y="31397"/>
                </a:lnTo>
                <a:lnTo>
                  <a:pt x="2103447" y="31472"/>
                </a:lnTo>
                <a:lnTo>
                  <a:pt x="2103158" y="31551"/>
                </a:lnTo>
                <a:lnTo>
                  <a:pt x="2102873" y="31634"/>
                </a:lnTo>
                <a:lnTo>
                  <a:pt x="2102593" y="31721"/>
                </a:lnTo>
                <a:lnTo>
                  <a:pt x="2102317" y="31812"/>
                </a:lnTo>
                <a:lnTo>
                  <a:pt x="2102047" y="31907"/>
                </a:lnTo>
                <a:lnTo>
                  <a:pt x="2101780" y="32007"/>
                </a:lnTo>
                <a:lnTo>
                  <a:pt x="2101516" y="32110"/>
                </a:lnTo>
                <a:lnTo>
                  <a:pt x="2101256" y="32218"/>
                </a:lnTo>
                <a:lnTo>
                  <a:pt x="2100998" y="32330"/>
                </a:lnTo>
                <a:lnTo>
                  <a:pt x="2100744" y="32446"/>
                </a:lnTo>
                <a:lnTo>
                  <a:pt x="2100493" y="32566"/>
                </a:lnTo>
                <a:lnTo>
                  <a:pt x="2100244" y="32691"/>
                </a:lnTo>
                <a:lnTo>
                  <a:pt x="2099999" y="32820"/>
                </a:lnTo>
                <a:lnTo>
                  <a:pt x="2099757" y="32952"/>
                </a:lnTo>
                <a:lnTo>
                  <a:pt x="2099518" y="33089"/>
                </a:lnTo>
                <a:lnTo>
                  <a:pt x="2099282" y="33231"/>
                </a:lnTo>
                <a:lnTo>
                  <a:pt x="2099049" y="33376"/>
                </a:lnTo>
                <a:lnTo>
                  <a:pt x="2098819" y="33526"/>
                </a:lnTo>
                <a:lnTo>
                  <a:pt x="2098592" y="33680"/>
                </a:lnTo>
                <a:lnTo>
                  <a:pt x="2098369" y="33838"/>
                </a:lnTo>
                <a:lnTo>
                  <a:pt x="2098148" y="34000"/>
                </a:lnTo>
                <a:lnTo>
                  <a:pt x="2097931" y="34166"/>
                </a:lnTo>
                <a:lnTo>
                  <a:pt x="2097716" y="34337"/>
                </a:lnTo>
                <a:lnTo>
                  <a:pt x="2097505" y="34512"/>
                </a:lnTo>
                <a:lnTo>
                  <a:pt x="2097297" y="34691"/>
                </a:lnTo>
                <a:lnTo>
                  <a:pt x="2097091" y="34874"/>
                </a:lnTo>
                <a:lnTo>
                  <a:pt x="2096889" y="35061"/>
                </a:lnTo>
                <a:lnTo>
                  <a:pt x="2096690" y="35253"/>
                </a:lnTo>
                <a:lnTo>
                  <a:pt x="2096494" y="35448"/>
                </a:lnTo>
                <a:lnTo>
                  <a:pt x="2096301" y="35648"/>
                </a:lnTo>
                <a:lnTo>
                  <a:pt x="2096109" y="35853"/>
                </a:lnTo>
                <a:lnTo>
                  <a:pt x="2095920" y="36062"/>
                </a:lnTo>
                <a:lnTo>
                  <a:pt x="2095733" y="36275"/>
                </a:lnTo>
                <a:lnTo>
                  <a:pt x="2095548" y="36493"/>
                </a:lnTo>
                <a:lnTo>
                  <a:pt x="2095365" y="36716"/>
                </a:lnTo>
                <a:lnTo>
                  <a:pt x="2095184" y="36943"/>
                </a:lnTo>
                <a:lnTo>
                  <a:pt x="2095005" y="37174"/>
                </a:lnTo>
                <a:lnTo>
                  <a:pt x="2094829" y="37410"/>
                </a:lnTo>
                <a:lnTo>
                  <a:pt x="2094654" y="37650"/>
                </a:lnTo>
                <a:lnTo>
                  <a:pt x="2094482" y="37895"/>
                </a:lnTo>
                <a:lnTo>
                  <a:pt x="2094311" y="38144"/>
                </a:lnTo>
                <a:lnTo>
                  <a:pt x="2094143" y="38398"/>
                </a:lnTo>
                <a:lnTo>
                  <a:pt x="2093977" y="38656"/>
                </a:lnTo>
                <a:lnTo>
                  <a:pt x="2093813" y="38919"/>
                </a:lnTo>
                <a:lnTo>
                  <a:pt x="2093651" y="39186"/>
                </a:lnTo>
                <a:lnTo>
                  <a:pt x="2093491" y="39457"/>
                </a:lnTo>
                <a:lnTo>
                  <a:pt x="2093333" y="39733"/>
                </a:lnTo>
                <a:lnTo>
                  <a:pt x="2093177" y="40014"/>
                </a:lnTo>
                <a:lnTo>
                  <a:pt x="2093024" y="40299"/>
                </a:lnTo>
                <a:lnTo>
                  <a:pt x="2092872" y="40588"/>
                </a:lnTo>
                <a:lnTo>
                  <a:pt x="2092723" y="40882"/>
                </a:lnTo>
                <a:lnTo>
                  <a:pt x="2092575" y="41181"/>
                </a:lnTo>
                <a:lnTo>
                  <a:pt x="2092430" y="41484"/>
                </a:lnTo>
                <a:lnTo>
                  <a:pt x="2092286" y="41791"/>
                </a:lnTo>
                <a:lnTo>
                  <a:pt x="2092143" y="42103"/>
                </a:lnTo>
                <a:lnTo>
                  <a:pt x="2092001" y="42420"/>
                </a:lnTo>
                <a:lnTo>
                  <a:pt x="2091859" y="42741"/>
                </a:lnTo>
                <a:lnTo>
                  <a:pt x="2091718" y="43067"/>
                </a:lnTo>
                <a:lnTo>
                  <a:pt x="2091578" y="43397"/>
                </a:lnTo>
                <a:lnTo>
                  <a:pt x="2091438" y="43733"/>
                </a:lnTo>
                <a:lnTo>
                  <a:pt x="2091299" y="44072"/>
                </a:lnTo>
                <a:lnTo>
                  <a:pt x="2091161" y="44417"/>
                </a:lnTo>
                <a:lnTo>
                  <a:pt x="2091023" y="44766"/>
                </a:lnTo>
                <a:lnTo>
                  <a:pt x="2090886" y="45119"/>
                </a:lnTo>
                <a:lnTo>
                  <a:pt x="2090750" y="45477"/>
                </a:lnTo>
                <a:lnTo>
                  <a:pt x="2090615" y="45840"/>
                </a:lnTo>
                <a:lnTo>
                  <a:pt x="2090480" y="46207"/>
                </a:lnTo>
                <a:lnTo>
                  <a:pt x="2090346" y="46579"/>
                </a:lnTo>
                <a:lnTo>
                  <a:pt x="2090213" y="46956"/>
                </a:lnTo>
                <a:lnTo>
                  <a:pt x="2090080" y="47337"/>
                </a:lnTo>
                <a:lnTo>
                  <a:pt x="2089948" y="47723"/>
                </a:lnTo>
                <a:lnTo>
                  <a:pt x="2089817" y="48113"/>
                </a:lnTo>
                <a:lnTo>
                  <a:pt x="2089686" y="48508"/>
                </a:lnTo>
                <a:lnTo>
                  <a:pt x="2089556" y="48908"/>
                </a:lnTo>
                <a:lnTo>
                  <a:pt x="2089427" y="49312"/>
                </a:lnTo>
                <a:lnTo>
                  <a:pt x="2089299" y="49721"/>
                </a:lnTo>
                <a:lnTo>
                  <a:pt x="2089171" y="50135"/>
                </a:lnTo>
                <a:lnTo>
                  <a:pt x="2088849" y="50135"/>
                </a:lnTo>
                <a:lnTo>
                  <a:pt x="2088849" y="49999"/>
                </a:lnTo>
                <a:lnTo>
                  <a:pt x="2088849" y="49862"/>
                </a:lnTo>
                <a:lnTo>
                  <a:pt x="2088848" y="49722"/>
                </a:lnTo>
                <a:lnTo>
                  <a:pt x="2088848" y="49579"/>
                </a:lnTo>
                <a:lnTo>
                  <a:pt x="2088847" y="49434"/>
                </a:lnTo>
                <a:lnTo>
                  <a:pt x="2088847" y="49287"/>
                </a:lnTo>
                <a:lnTo>
                  <a:pt x="2088846" y="49138"/>
                </a:lnTo>
                <a:lnTo>
                  <a:pt x="2088845" y="48986"/>
                </a:lnTo>
                <a:lnTo>
                  <a:pt x="2088843" y="48831"/>
                </a:lnTo>
                <a:lnTo>
                  <a:pt x="2088842" y="48675"/>
                </a:lnTo>
                <a:lnTo>
                  <a:pt x="2088841" y="48516"/>
                </a:lnTo>
                <a:lnTo>
                  <a:pt x="2088839" y="48354"/>
                </a:lnTo>
                <a:lnTo>
                  <a:pt x="2088837" y="48190"/>
                </a:lnTo>
                <a:lnTo>
                  <a:pt x="2088835" y="48024"/>
                </a:lnTo>
                <a:lnTo>
                  <a:pt x="2088833" y="47856"/>
                </a:lnTo>
                <a:lnTo>
                  <a:pt x="2088831" y="47685"/>
                </a:lnTo>
                <a:lnTo>
                  <a:pt x="2088829" y="47511"/>
                </a:lnTo>
                <a:lnTo>
                  <a:pt x="2088826" y="47336"/>
                </a:lnTo>
                <a:lnTo>
                  <a:pt x="2088824" y="47158"/>
                </a:lnTo>
                <a:lnTo>
                  <a:pt x="2088821" y="46977"/>
                </a:lnTo>
                <a:lnTo>
                  <a:pt x="2088818" y="46794"/>
                </a:lnTo>
                <a:lnTo>
                  <a:pt x="2088815" y="46609"/>
                </a:lnTo>
                <a:lnTo>
                  <a:pt x="2088812" y="46422"/>
                </a:lnTo>
                <a:lnTo>
                  <a:pt x="2088809" y="46232"/>
                </a:lnTo>
                <a:lnTo>
                  <a:pt x="2088805" y="46040"/>
                </a:lnTo>
                <a:lnTo>
                  <a:pt x="2088802" y="45848"/>
                </a:lnTo>
                <a:lnTo>
                  <a:pt x="2088798" y="45655"/>
                </a:lnTo>
                <a:lnTo>
                  <a:pt x="2088793" y="45462"/>
                </a:lnTo>
                <a:lnTo>
                  <a:pt x="2088789" y="45267"/>
                </a:lnTo>
                <a:lnTo>
                  <a:pt x="2088784" y="45072"/>
                </a:lnTo>
                <a:lnTo>
                  <a:pt x="2088779" y="44877"/>
                </a:lnTo>
                <a:lnTo>
                  <a:pt x="2088773" y="44680"/>
                </a:lnTo>
                <a:lnTo>
                  <a:pt x="2088767" y="44483"/>
                </a:lnTo>
                <a:lnTo>
                  <a:pt x="2088761" y="44285"/>
                </a:lnTo>
                <a:lnTo>
                  <a:pt x="2088755" y="44087"/>
                </a:lnTo>
                <a:lnTo>
                  <a:pt x="2088749" y="43888"/>
                </a:lnTo>
                <a:lnTo>
                  <a:pt x="2088742" y="43688"/>
                </a:lnTo>
                <a:lnTo>
                  <a:pt x="2088735" y="43487"/>
                </a:lnTo>
                <a:lnTo>
                  <a:pt x="2088727" y="43286"/>
                </a:lnTo>
                <a:lnTo>
                  <a:pt x="2088719" y="43084"/>
                </a:lnTo>
                <a:lnTo>
                  <a:pt x="2088711" y="42882"/>
                </a:lnTo>
                <a:lnTo>
                  <a:pt x="2088703" y="42678"/>
                </a:lnTo>
                <a:lnTo>
                  <a:pt x="2088695" y="42474"/>
                </a:lnTo>
                <a:lnTo>
                  <a:pt x="2088686" y="42269"/>
                </a:lnTo>
                <a:lnTo>
                  <a:pt x="2088677" y="42064"/>
                </a:lnTo>
                <a:lnTo>
                  <a:pt x="2088667" y="41858"/>
                </a:lnTo>
                <a:lnTo>
                  <a:pt x="2088658" y="41651"/>
                </a:lnTo>
                <a:lnTo>
                  <a:pt x="2088648" y="41444"/>
                </a:lnTo>
                <a:lnTo>
                  <a:pt x="2088638" y="41236"/>
                </a:lnTo>
                <a:lnTo>
                  <a:pt x="2088628" y="41029"/>
                </a:lnTo>
                <a:lnTo>
                  <a:pt x="2088618" y="40822"/>
                </a:lnTo>
                <a:lnTo>
                  <a:pt x="2088608" y="40615"/>
                </a:lnTo>
                <a:lnTo>
                  <a:pt x="2088598" y="40409"/>
                </a:lnTo>
                <a:lnTo>
                  <a:pt x="2088588" y="40204"/>
                </a:lnTo>
                <a:lnTo>
                  <a:pt x="2088578" y="39999"/>
                </a:lnTo>
                <a:lnTo>
                  <a:pt x="2088567" y="39794"/>
                </a:lnTo>
                <a:lnTo>
                  <a:pt x="2088557" y="39589"/>
                </a:lnTo>
                <a:lnTo>
                  <a:pt x="2088547" y="39386"/>
                </a:lnTo>
                <a:lnTo>
                  <a:pt x="2088537" y="39182"/>
                </a:lnTo>
                <a:lnTo>
                  <a:pt x="2088527" y="38979"/>
                </a:lnTo>
                <a:lnTo>
                  <a:pt x="2088517" y="38776"/>
                </a:lnTo>
                <a:lnTo>
                  <a:pt x="2088507" y="38574"/>
                </a:lnTo>
                <a:lnTo>
                  <a:pt x="2088497" y="38372"/>
                </a:lnTo>
                <a:lnTo>
                  <a:pt x="2088487" y="38171"/>
                </a:lnTo>
                <a:lnTo>
                  <a:pt x="2088477" y="37970"/>
                </a:lnTo>
                <a:lnTo>
                  <a:pt x="2088467" y="37769"/>
                </a:lnTo>
                <a:lnTo>
                  <a:pt x="2088457" y="37569"/>
                </a:lnTo>
                <a:lnTo>
                  <a:pt x="2088447" y="37370"/>
                </a:lnTo>
                <a:lnTo>
                  <a:pt x="2088437" y="37170"/>
                </a:lnTo>
                <a:lnTo>
                  <a:pt x="2088427" y="36971"/>
                </a:lnTo>
                <a:lnTo>
                  <a:pt x="2088417" y="36773"/>
                </a:lnTo>
                <a:lnTo>
                  <a:pt x="2088406" y="36575"/>
                </a:lnTo>
                <a:lnTo>
                  <a:pt x="2088397" y="36378"/>
                </a:lnTo>
                <a:lnTo>
                  <a:pt x="2088387" y="36183"/>
                </a:lnTo>
                <a:lnTo>
                  <a:pt x="2088377" y="35990"/>
                </a:lnTo>
                <a:lnTo>
                  <a:pt x="2088367" y="35798"/>
                </a:lnTo>
                <a:lnTo>
                  <a:pt x="2088358" y="35608"/>
                </a:lnTo>
                <a:lnTo>
                  <a:pt x="2088349" y="35421"/>
                </a:lnTo>
                <a:lnTo>
                  <a:pt x="2088340" y="35235"/>
                </a:lnTo>
                <a:lnTo>
                  <a:pt x="2088330" y="35050"/>
                </a:lnTo>
                <a:lnTo>
                  <a:pt x="2088322" y="34868"/>
                </a:lnTo>
                <a:lnTo>
                  <a:pt x="2088313" y="34687"/>
                </a:lnTo>
                <a:lnTo>
                  <a:pt x="2088304" y="34509"/>
                </a:lnTo>
                <a:lnTo>
                  <a:pt x="2088296" y="34332"/>
                </a:lnTo>
                <a:lnTo>
                  <a:pt x="2088288" y="34157"/>
                </a:lnTo>
                <a:lnTo>
                  <a:pt x="2088279" y="33983"/>
                </a:lnTo>
                <a:lnTo>
                  <a:pt x="2088271" y="33812"/>
                </a:lnTo>
                <a:lnTo>
                  <a:pt x="2088263" y="33642"/>
                </a:lnTo>
                <a:lnTo>
                  <a:pt x="2088256" y="33474"/>
                </a:lnTo>
                <a:lnTo>
                  <a:pt x="2088248" y="33308"/>
                </a:lnTo>
                <a:lnTo>
                  <a:pt x="2088241" y="33144"/>
                </a:lnTo>
                <a:lnTo>
                  <a:pt x="2088233" y="32982"/>
                </a:lnTo>
                <a:lnTo>
                  <a:pt x="2088226" y="32821"/>
                </a:lnTo>
                <a:lnTo>
                  <a:pt x="2088219" y="32662"/>
                </a:lnTo>
                <a:lnTo>
                  <a:pt x="2088212" y="32505"/>
                </a:lnTo>
                <a:lnTo>
                  <a:pt x="2088205" y="32350"/>
                </a:lnTo>
                <a:lnTo>
                  <a:pt x="2074525" y="32350"/>
                </a:lnTo>
                <a:lnTo>
                  <a:pt x="2074532" y="32505"/>
                </a:lnTo>
                <a:lnTo>
                  <a:pt x="2074538" y="32662"/>
                </a:lnTo>
                <a:lnTo>
                  <a:pt x="2074545" y="32820"/>
                </a:lnTo>
                <a:lnTo>
                  <a:pt x="2074552" y="32980"/>
                </a:lnTo>
                <a:lnTo>
                  <a:pt x="2074558" y="33142"/>
                </a:lnTo>
                <a:lnTo>
                  <a:pt x="2074565" y="33306"/>
                </a:lnTo>
                <a:lnTo>
                  <a:pt x="2074572" y="33471"/>
                </a:lnTo>
                <a:lnTo>
                  <a:pt x="2074579" y="33638"/>
                </a:lnTo>
                <a:lnTo>
                  <a:pt x="2074585" y="33806"/>
                </a:lnTo>
                <a:lnTo>
                  <a:pt x="2074592" y="33976"/>
                </a:lnTo>
                <a:lnTo>
                  <a:pt x="2074599" y="34148"/>
                </a:lnTo>
                <a:lnTo>
                  <a:pt x="2074605" y="34322"/>
                </a:lnTo>
                <a:lnTo>
                  <a:pt x="2074612" y="34497"/>
                </a:lnTo>
                <a:lnTo>
                  <a:pt x="2074619" y="34674"/>
                </a:lnTo>
                <a:lnTo>
                  <a:pt x="2074626" y="34852"/>
                </a:lnTo>
                <a:lnTo>
                  <a:pt x="2074632" y="35033"/>
                </a:lnTo>
                <a:lnTo>
                  <a:pt x="2074639" y="35214"/>
                </a:lnTo>
                <a:lnTo>
                  <a:pt x="2074646" y="35398"/>
                </a:lnTo>
                <a:lnTo>
                  <a:pt x="2074652" y="35583"/>
                </a:lnTo>
                <a:lnTo>
                  <a:pt x="2074659" y="35770"/>
                </a:lnTo>
                <a:lnTo>
                  <a:pt x="2074666" y="35959"/>
                </a:lnTo>
                <a:lnTo>
                  <a:pt x="2074672" y="36149"/>
                </a:lnTo>
                <a:lnTo>
                  <a:pt x="2074679" y="36341"/>
                </a:lnTo>
                <a:lnTo>
                  <a:pt x="2074686" y="36535"/>
                </a:lnTo>
                <a:lnTo>
                  <a:pt x="2074693" y="36730"/>
                </a:lnTo>
                <a:lnTo>
                  <a:pt x="2074699" y="36926"/>
                </a:lnTo>
                <a:lnTo>
                  <a:pt x="2074706" y="37123"/>
                </a:lnTo>
                <a:lnTo>
                  <a:pt x="2074713" y="37322"/>
                </a:lnTo>
                <a:lnTo>
                  <a:pt x="2074719" y="37521"/>
                </a:lnTo>
                <a:lnTo>
                  <a:pt x="2074726" y="37722"/>
                </a:lnTo>
                <a:lnTo>
                  <a:pt x="2074733" y="37923"/>
                </a:lnTo>
                <a:lnTo>
                  <a:pt x="2074740" y="38126"/>
                </a:lnTo>
                <a:lnTo>
                  <a:pt x="2074746" y="38330"/>
                </a:lnTo>
                <a:lnTo>
                  <a:pt x="2074753" y="38535"/>
                </a:lnTo>
                <a:lnTo>
                  <a:pt x="2074760" y="38742"/>
                </a:lnTo>
                <a:lnTo>
                  <a:pt x="2074766" y="38949"/>
                </a:lnTo>
                <a:lnTo>
                  <a:pt x="2074773" y="39157"/>
                </a:lnTo>
                <a:lnTo>
                  <a:pt x="2074780" y="39367"/>
                </a:lnTo>
                <a:lnTo>
                  <a:pt x="2074786" y="39578"/>
                </a:lnTo>
                <a:lnTo>
                  <a:pt x="2074793" y="39789"/>
                </a:lnTo>
                <a:lnTo>
                  <a:pt x="2074800" y="40002"/>
                </a:lnTo>
                <a:lnTo>
                  <a:pt x="2074807" y="40216"/>
                </a:lnTo>
                <a:lnTo>
                  <a:pt x="2074813" y="40431"/>
                </a:lnTo>
                <a:lnTo>
                  <a:pt x="2074820" y="40648"/>
                </a:lnTo>
                <a:lnTo>
                  <a:pt x="2074827" y="40865"/>
                </a:lnTo>
                <a:lnTo>
                  <a:pt x="2074833" y="41084"/>
                </a:lnTo>
                <a:lnTo>
                  <a:pt x="2074840" y="41303"/>
                </a:lnTo>
                <a:lnTo>
                  <a:pt x="2074847" y="41524"/>
                </a:lnTo>
                <a:lnTo>
                  <a:pt x="2074853" y="41746"/>
                </a:lnTo>
                <a:lnTo>
                  <a:pt x="2074860" y="41968"/>
                </a:lnTo>
                <a:lnTo>
                  <a:pt x="2074866" y="42191"/>
                </a:lnTo>
                <a:lnTo>
                  <a:pt x="2074873" y="42415"/>
                </a:lnTo>
                <a:lnTo>
                  <a:pt x="2074879" y="42639"/>
                </a:lnTo>
                <a:lnTo>
                  <a:pt x="2074885" y="42864"/>
                </a:lnTo>
                <a:lnTo>
                  <a:pt x="2074890" y="43090"/>
                </a:lnTo>
                <a:lnTo>
                  <a:pt x="2074896" y="43317"/>
                </a:lnTo>
                <a:lnTo>
                  <a:pt x="2074902" y="43544"/>
                </a:lnTo>
                <a:lnTo>
                  <a:pt x="2074907" y="43772"/>
                </a:lnTo>
                <a:lnTo>
                  <a:pt x="2074912" y="44001"/>
                </a:lnTo>
                <a:lnTo>
                  <a:pt x="2074917" y="44230"/>
                </a:lnTo>
                <a:lnTo>
                  <a:pt x="2074922" y="44460"/>
                </a:lnTo>
                <a:lnTo>
                  <a:pt x="2074927" y="44691"/>
                </a:lnTo>
                <a:lnTo>
                  <a:pt x="2074932" y="44922"/>
                </a:lnTo>
                <a:lnTo>
                  <a:pt x="2074936" y="45154"/>
                </a:lnTo>
                <a:lnTo>
                  <a:pt x="2074941" y="45387"/>
                </a:lnTo>
                <a:lnTo>
                  <a:pt x="2074945" y="45621"/>
                </a:lnTo>
                <a:lnTo>
                  <a:pt x="2074949" y="45855"/>
                </a:lnTo>
                <a:lnTo>
                  <a:pt x="2074953" y="46090"/>
                </a:lnTo>
                <a:lnTo>
                  <a:pt x="2074957" y="46325"/>
                </a:lnTo>
                <a:lnTo>
                  <a:pt x="2074961" y="46562"/>
                </a:lnTo>
                <a:lnTo>
                  <a:pt x="2074964" y="46799"/>
                </a:lnTo>
                <a:lnTo>
                  <a:pt x="2074968" y="47036"/>
                </a:lnTo>
                <a:lnTo>
                  <a:pt x="2074971" y="47274"/>
                </a:lnTo>
                <a:lnTo>
                  <a:pt x="2074974" y="47512"/>
                </a:lnTo>
                <a:lnTo>
                  <a:pt x="2074977" y="47749"/>
                </a:lnTo>
                <a:lnTo>
                  <a:pt x="2074980" y="47985"/>
                </a:lnTo>
                <a:lnTo>
                  <a:pt x="2074983" y="48221"/>
                </a:lnTo>
                <a:lnTo>
                  <a:pt x="2074985" y="48457"/>
                </a:lnTo>
                <a:lnTo>
                  <a:pt x="2074988" y="48693"/>
                </a:lnTo>
                <a:lnTo>
                  <a:pt x="2074990" y="48927"/>
                </a:lnTo>
                <a:lnTo>
                  <a:pt x="2074992" y="49162"/>
                </a:lnTo>
                <a:lnTo>
                  <a:pt x="2074994" y="49396"/>
                </a:lnTo>
                <a:lnTo>
                  <a:pt x="2074996" y="49630"/>
                </a:lnTo>
                <a:lnTo>
                  <a:pt x="2074998" y="49863"/>
                </a:lnTo>
                <a:lnTo>
                  <a:pt x="2074999" y="50096"/>
                </a:lnTo>
                <a:lnTo>
                  <a:pt x="2075001" y="50328"/>
                </a:lnTo>
                <a:lnTo>
                  <a:pt x="2075002" y="50560"/>
                </a:lnTo>
                <a:lnTo>
                  <a:pt x="2075003" y="50792"/>
                </a:lnTo>
                <a:lnTo>
                  <a:pt x="2075004" y="51023"/>
                </a:lnTo>
                <a:lnTo>
                  <a:pt x="2075005" y="51254"/>
                </a:lnTo>
                <a:lnTo>
                  <a:pt x="2075006" y="51484"/>
                </a:lnTo>
                <a:lnTo>
                  <a:pt x="2075007" y="51714"/>
                </a:lnTo>
                <a:lnTo>
                  <a:pt x="2075007" y="51943"/>
                </a:lnTo>
                <a:lnTo>
                  <a:pt x="2075007" y="52172"/>
                </a:lnTo>
                <a:lnTo>
                  <a:pt x="2075008" y="52401"/>
                </a:lnTo>
                <a:lnTo>
                  <a:pt x="2075008" y="52629"/>
                </a:lnTo>
                <a:lnTo>
                  <a:pt x="2075008" y="119422"/>
                </a:lnTo>
                <a:lnTo>
                  <a:pt x="2089493" y="119422"/>
                </a:lnTo>
                <a:lnTo>
                  <a:pt x="2089493" y="74083"/>
                </a:lnTo>
                <a:lnTo>
                  <a:pt x="2089495" y="73542"/>
                </a:lnTo>
                <a:lnTo>
                  <a:pt x="2089500" y="73005"/>
                </a:lnTo>
                <a:lnTo>
                  <a:pt x="2089509" y="72471"/>
                </a:lnTo>
                <a:close/>
                <a:moveTo>
                  <a:pt x="2593265" y="58780"/>
                </a:moveTo>
                <a:lnTo>
                  <a:pt x="2593241" y="58144"/>
                </a:lnTo>
                <a:lnTo>
                  <a:pt x="2593211" y="57515"/>
                </a:lnTo>
                <a:lnTo>
                  <a:pt x="2593175" y="56895"/>
                </a:lnTo>
                <a:lnTo>
                  <a:pt x="2593135" y="56282"/>
                </a:lnTo>
                <a:lnTo>
                  <a:pt x="2593088" y="55677"/>
                </a:lnTo>
                <a:lnTo>
                  <a:pt x="2593037" y="55079"/>
                </a:lnTo>
                <a:lnTo>
                  <a:pt x="2592979" y="54489"/>
                </a:lnTo>
                <a:lnTo>
                  <a:pt x="2592917" y="53907"/>
                </a:lnTo>
                <a:lnTo>
                  <a:pt x="2592849" y="53332"/>
                </a:lnTo>
                <a:lnTo>
                  <a:pt x="2592775" y="52765"/>
                </a:lnTo>
                <a:lnTo>
                  <a:pt x="2592696" y="52206"/>
                </a:lnTo>
                <a:lnTo>
                  <a:pt x="2592612" y="51655"/>
                </a:lnTo>
                <a:lnTo>
                  <a:pt x="2592522" y="51111"/>
                </a:lnTo>
                <a:lnTo>
                  <a:pt x="2592426" y="50575"/>
                </a:lnTo>
                <a:lnTo>
                  <a:pt x="2592325" y="50046"/>
                </a:lnTo>
                <a:lnTo>
                  <a:pt x="2592219" y="49525"/>
                </a:lnTo>
                <a:lnTo>
                  <a:pt x="2592108" y="49012"/>
                </a:lnTo>
                <a:lnTo>
                  <a:pt x="2591990" y="48507"/>
                </a:lnTo>
                <a:lnTo>
                  <a:pt x="2591868" y="48009"/>
                </a:lnTo>
                <a:lnTo>
                  <a:pt x="2591740" y="47519"/>
                </a:lnTo>
                <a:lnTo>
                  <a:pt x="2591606" y="47037"/>
                </a:lnTo>
                <a:lnTo>
                  <a:pt x="2591466" y="46562"/>
                </a:lnTo>
                <a:lnTo>
                  <a:pt x="2591319" y="46094"/>
                </a:lnTo>
                <a:lnTo>
                  <a:pt x="2591166" y="45634"/>
                </a:lnTo>
                <a:lnTo>
                  <a:pt x="2591007" y="45181"/>
                </a:lnTo>
                <a:lnTo>
                  <a:pt x="2590842" y="44735"/>
                </a:lnTo>
                <a:lnTo>
                  <a:pt x="2590670" y="44297"/>
                </a:lnTo>
                <a:lnTo>
                  <a:pt x="2590492" y="43867"/>
                </a:lnTo>
                <a:lnTo>
                  <a:pt x="2590308" y="43443"/>
                </a:lnTo>
                <a:lnTo>
                  <a:pt x="2590118" y="43028"/>
                </a:lnTo>
                <a:lnTo>
                  <a:pt x="2589921" y="42619"/>
                </a:lnTo>
                <a:lnTo>
                  <a:pt x="2589718" y="42218"/>
                </a:lnTo>
                <a:lnTo>
                  <a:pt x="2589509" y="41824"/>
                </a:lnTo>
                <a:lnTo>
                  <a:pt x="2589293" y="41438"/>
                </a:lnTo>
                <a:lnTo>
                  <a:pt x="2589071" y="41059"/>
                </a:lnTo>
                <a:lnTo>
                  <a:pt x="2588843" y="40688"/>
                </a:lnTo>
                <a:lnTo>
                  <a:pt x="2588608" y="40324"/>
                </a:lnTo>
                <a:lnTo>
                  <a:pt x="2588367" y="39967"/>
                </a:lnTo>
                <a:lnTo>
                  <a:pt x="2588120" y="39618"/>
                </a:lnTo>
                <a:lnTo>
                  <a:pt x="2587867" y="39276"/>
                </a:lnTo>
                <a:lnTo>
                  <a:pt x="2587607" y="38942"/>
                </a:lnTo>
                <a:lnTo>
                  <a:pt x="2587341" y="38615"/>
                </a:lnTo>
                <a:lnTo>
                  <a:pt x="2587069" y="38295"/>
                </a:lnTo>
                <a:lnTo>
                  <a:pt x="2586791" y="37983"/>
                </a:lnTo>
                <a:lnTo>
                  <a:pt x="2586506" y="37678"/>
                </a:lnTo>
                <a:lnTo>
                  <a:pt x="2586214" y="37380"/>
                </a:lnTo>
                <a:lnTo>
                  <a:pt x="2585917" y="37088"/>
                </a:lnTo>
                <a:lnTo>
                  <a:pt x="2585613" y="36803"/>
                </a:lnTo>
                <a:lnTo>
                  <a:pt x="2585302" y="36525"/>
                </a:lnTo>
                <a:lnTo>
                  <a:pt x="2584985" y="36253"/>
                </a:lnTo>
                <a:lnTo>
                  <a:pt x="2584662" y="35988"/>
                </a:lnTo>
                <a:lnTo>
                  <a:pt x="2584332" y="35730"/>
                </a:lnTo>
                <a:lnTo>
                  <a:pt x="2583995" y="35478"/>
                </a:lnTo>
                <a:lnTo>
                  <a:pt x="2583653" y="35234"/>
                </a:lnTo>
                <a:lnTo>
                  <a:pt x="2583304" y="34996"/>
                </a:lnTo>
                <a:lnTo>
                  <a:pt x="2582948" y="34764"/>
                </a:lnTo>
                <a:lnTo>
                  <a:pt x="2582586" y="34540"/>
                </a:lnTo>
                <a:lnTo>
                  <a:pt x="2582218" y="34322"/>
                </a:lnTo>
                <a:lnTo>
                  <a:pt x="2581843" y="34110"/>
                </a:lnTo>
                <a:lnTo>
                  <a:pt x="2581462" y="33906"/>
                </a:lnTo>
                <a:lnTo>
                  <a:pt x="2581074" y="33708"/>
                </a:lnTo>
                <a:lnTo>
                  <a:pt x="2580680" y="33517"/>
                </a:lnTo>
                <a:lnTo>
                  <a:pt x="2580279" y="33333"/>
                </a:lnTo>
                <a:lnTo>
                  <a:pt x="2579872" y="33155"/>
                </a:lnTo>
                <a:lnTo>
                  <a:pt x="2579459" y="32984"/>
                </a:lnTo>
                <a:lnTo>
                  <a:pt x="2579039" y="32820"/>
                </a:lnTo>
                <a:lnTo>
                  <a:pt x="2578613" y="32662"/>
                </a:lnTo>
                <a:lnTo>
                  <a:pt x="2578180" y="32511"/>
                </a:lnTo>
                <a:lnTo>
                  <a:pt x="2577741" y="32367"/>
                </a:lnTo>
                <a:lnTo>
                  <a:pt x="2577294" y="32228"/>
                </a:lnTo>
                <a:lnTo>
                  <a:pt x="2576841" y="32096"/>
                </a:lnTo>
                <a:lnTo>
                  <a:pt x="2576381" y="31970"/>
                </a:lnTo>
                <a:lnTo>
                  <a:pt x="2575913" y="31850"/>
                </a:lnTo>
                <a:lnTo>
                  <a:pt x="2575439" y="31736"/>
                </a:lnTo>
                <a:lnTo>
                  <a:pt x="2574958" y="31629"/>
                </a:lnTo>
                <a:lnTo>
                  <a:pt x="2574469" y="31527"/>
                </a:lnTo>
                <a:lnTo>
                  <a:pt x="2573974" y="31432"/>
                </a:lnTo>
                <a:lnTo>
                  <a:pt x="2573472" y="31343"/>
                </a:lnTo>
                <a:lnTo>
                  <a:pt x="2572963" y="31260"/>
                </a:lnTo>
                <a:lnTo>
                  <a:pt x="2572446" y="31183"/>
                </a:lnTo>
                <a:lnTo>
                  <a:pt x="2571923" y="31113"/>
                </a:lnTo>
                <a:lnTo>
                  <a:pt x="2571393" y="31048"/>
                </a:lnTo>
                <a:lnTo>
                  <a:pt x="2570856" y="30990"/>
                </a:lnTo>
                <a:lnTo>
                  <a:pt x="2570312" y="30937"/>
                </a:lnTo>
                <a:lnTo>
                  <a:pt x="2569760" y="30891"/>
                </a:lnTo>
                <a:lnTo>
                  <a:pt x="2569202" y="30851"/>
                </a:lnTo>
                <a:lnTo>
                  <a:pt x="2568637" y="30817"/>
                </a:lnTo>
                <a:lnTo>
                  <a:pt x="2568065" y="30790"/>
                </a:lnTo>
                <a:lnTo>
                  <a:pt x="2567486" y="30768"/>
                </a:lnTo>
                <a:lnTo>
                  <a:pt x="2566900" y="30753"/>
                </a:lnTo>
                <a:lnTo>
                  <a:pt x="2566307" y="30744"/>
                </a:lnTo>
                <a:lnTo>
                  <a:pt x="2565707" y="30741"/>
                </a:lnTo>
                <a:lnTo>
                  <a:pt x="2565240" y="30743"/>
                </a:lnTo>
                <a:lnTo>
                  <a:pt x="2564777" y="30749"/>
                </a:lnTo>
                <a:lnTo>
                  <a:pt x="2564320" y="30759"/>
                </a:lnTo>
                <a:lnTo>
                  <a:pt x="2563867" y="30773"/>
                </a:lnTo>
                <a:lnTo>
                  <a:pt x="2563419" y="30792"/>
                </a:lnTo>
                <a:lnTo>
                  <a:pt x="2562976" y="30814"/>
                </a:lnTo>
                <a:lnTo>
                  <a:pt x="2562537" y="30841"/>
                </a:lnTo>
                <a:lnTo>
                  <a:pt x="2562103" y="30871"/>
                </a:lnTo>
                <a:lnTo>
                  <a:pt x="2561674" y="30906"/>
                </a:lnTo>
                <a:lnTo>
                  <a:pt x="2561250" y="30945"/>
                </a:lnTo>
                <a:lnTo>
                  <a:pt x="2560830" y="30987"/>
                </a:lnTo>
                <a:lnTo>
                  <a:pt x="2560416" y="31034"/>
                </a:lnTo>
                <a:lnTo>
                  <a:pt x="2560006" y="31085"/>
                </a:lnTo>
                <a:lnTo>
                  <a:pt x="2559600" y="31140"/>
                </a:lnTo>
                <a:lnTo>
                  <a:pt x="2559200" y="31199"/>
                </a:lnTo>
                <a:lnTo>
                  <a:pt x="2558804" y="31263"/>
                </a:lnTo>
                <a:lnTo>
                  <a:pt x="2558413" y="31330"/>
                </a:lnTo>
                <a:lnTo>
                  <a:pt x="2558027" y="31401"/>
                </a:lnTo>
                <a:lnTo>
                  <a:pt x="2557645" y="31477"/>
                </a:lnTo>
                <a:lnTo>
                  <a:pt x="2557268" y="31556"/>
                </a:lnTo>
                <a:lnTo>
                  <a:pt x="2556896" y="31640"/>
                </a:lnTo>
                <a:lnTo>
                  <a:pt x="2556529" y="31727"/>
                </a:lnTo>
                <a:lnTo>
                  <a:pt x="2556166" y="31819"/>
                </a:lnTo>
                <a:lnTo>
                  <a:pt x="2555809" y="31915"/>
                </a:lnTo>
                <a:lnTo>
                  <a:pt x="2555455" y="32014"/>
                </a:lnTo>
                <a:lnTo>
                  <a:pt x="2555104" y="32117"/>
                </a:lnTo>
                <a:lnTo>
                  <a:pt x="2554757" y="32223"/>
                </a:lnTo>
                <a:lnTo>
                  <a:pt x="2554414" y="32333"/>
                </a:lnTo>
                <a:lnTo>
                  <a:pt x="2554073" y="32445"/>
                </a:lnTo>
                <a:lnTo>
                  <a:pt x="2553736" y="32562"/>
                </a:lnTo>
                <a:lnTo>
                  <a:pt x="2553403" y="32681"/>
                </a:lnTo>
                <a:lnTo>
                  <a:pt x="2553073" y="32804"/>
                </a:lnTo>
                <a:lnTo>
                  <a:pt x="2552746" y="32930"/>
                </a:lnTo>
                <a:lnTo>
                  <a:pt x="2552422" y="33060"/>
                </a:lnTo>
                <a:lnTo>
                  <a:pt x="2552102" y="33193"/>
                </a:lnTo>
                <a:lnTo>
                  <a:pt x="2551785" y="33330"/>
                </a:lnTo>
                <a:lnTo>
                  <a:pt x="2551471" y="33469"/>
                </a:lnTo>
                <a:lnTo>
                  <a:pt x="2551161" y="33613"/>
                </a:lnTo>
                <a:lnTo>
                  <a:pt x="2550855" y="33759"/>
                </a:lnTo>
                <a:lnTo>
                  <a:pt x="2550551" y="33909"/>
                </a:lnTo>
                <a:lnTo>
                  <a:pt x="2550251" y="34062"/>
                </a:lnTo>
                <a:lnTo>
                  <a:pt x="2549954" y="34219"/>
                </a:lnTo>
                <a:lnTo>
                  <a:pt x="2549661" y="34379"/>
                </a:lnTo>
                <a:lnTo>
                  <a:pt x="2549371" y="34542"/>
                </a:lnTo>
                <a:lnTo>
                  <a:pt x="2549084" y="34709"/>
                </a:lnTo>
                <a:lnTo>
                  <a:pt x="2548801" y="34879"/>
                </a:lnTo>
                <a:lnTo>
                  <a:pt x="2548521" y="35053"/>
                </a:lnTo>
                <a:lnTo>
                  <a:pt x="2548244" y="35230"/>
                </a:lnTo>
                <a:lnTo>
                  <a:pt x="2547971" y="35410"/>
                </a:lnTo>
                <a:lnTo>
                  <a:pt x="2547700" y="35593"/>
                </a:lnTo>
                <a:lnTo>
                  <a:pt x="2547432" y="35780"/>
                </a:lnTo>
                <a:lnTo>
                  <a:pt x="2547167" y="35970"/>
                </a:lnTo>
                <a:lnTo>
                  <a:pt x="2546904" y="36163"/>
                </a:lnTo>
                <a:lnTo>
                  <a:pt x="2546645" y="36359"/>
                </a:lnTo>
                <a:lnTo>
                  <a:pt x="2546388" y="36558"/>
                </a:lnTo>
                <a:lnTo>
                  <a:pt x="2546134" y="36761"/>
                </a:lnTo>
                <a:lnTo>
                  <a:pt x="2545883" y="36967"/>
                </a:lnTo>
                <a:lnTo>
                  <a:pt x="2545634" y="37177"/>
                </a:lnTo>
                <a:lnTo>
                  <a:pt x="2545389" y="37389"/>
                </a:lnTo>
                <a:lnTo>
                  <a:pt x="2545146" y="37605"/>
                </a:lnTo>
                <a:lnTo>
                  <a:pt x="2544906" y="37824"/>
                </a:lnTo>
                <a:lnTo>
                  <a:pt x="2544669" y="38046"/>
                </a:lnTo>
                <a:lnTo>
                  <a:pt x="2544434" y="38271"/>
                </a:lnTo>
                <a:lnTo>
                  <a:pt x="2544203" y="38500"/>
                </a:lnTo>
                <a:lnTo>
                  <a:pt x="2543974" y="38732"/>
                </a:lnTo>
                <a:lnTo>
                  <a:pt x="2543748" y="38967"/>
                </a:lnTo>
                <a:lnTo>
                  <a:pt x="2543524" y="39205"/>
                </a:lnTo>
                <a:lnTo>
                  <a:pt x="2543304" y="39447"/>
                </a:lnTo>
                <a:lnTo>
                  <a:pt x="2543086" y="39691"/>
                </a:lnTo>
                <a:lnTo>
                  <a:pt x="2542871" y="39939"/>
                </a:lnTo>
                <a:lnTo>
                  <a:pt x="2542659" y="40191"/>
                </a:lnTo>
                <a:lnTo>
                  <a:pt x="2542450" y="40445"/>
                </a:lnTo>
                <a:lnTo>
                  <a:pt x="2542243" y="40702"/>
                </a:lnTo>
                <a:lnTo>
                  <a:pt x="2542037" y="40962"/>
                </a:lnTo>
                <a:lnTo>
                  <a:pt x="2541833" y="41225"/>
                </a:lnTo>
                <a:lnTo>
                  <a:pt x="2541630" y="41490"/>
                </a:lnTo>
                <a:lnTo>
                  <a:pt x="2541428" y="41757"/>
                </a:lnTo>
                <a:lnTo>
                  <a:pt x="2541228" y="42027"/>
                </a:lnTo>
                <a:lnTo>
                  <a:pt x="2541029" y="42300"/>
                </a:lnTo>
                <a:lnTo>
                  <a:pt x="2540832" y="42575"/>
                </a:lnTo>
                <a:lnTo>
                  <a:pt x="2540636" y="42852"/>
                </a:lnTo>
                <a:lnTo>
                  <a:pt x="2540441" y="43132"/>
                </a:lnTo>
                <a:lnTo>
                  <a:pt x="2540248" y="43415"/>
                </a:lnTo>
                <a:lnTo>
                  <a:pt x="2540056" y="43700"/>
                </a:lnTo>
                <a:lnTo>
                  <a:pt x="2539866" y="43988"/>
                </a:lnTo>
                <a:lnTo>
                  <a:pt x="2539677" y="44278"/>
                </a:lnTo>
                <a:lnTo>
                  <a:pt x="2539489" y="44570"/>
                </a:lnTo>
                <a:lnTo>
                  <a:pt x="2539303" y="44866"/>
                </a:lnTo>
                <a:lnTo>
                  <a:pt x="2539118" y="45163"/>
                </a:lnTo>
                <a:lnTo>
                  <a:pt x="2538934" y="45464"/>
                </a:lnTo>
                <a:lnTo>
                  <a:pt x="2538752" y="45766"/>
                </a:lnTo>
                <a:lnTo>
                  <a:pt x="2538572" y="46072"/>
                </a:lnTo>
                <a:lnTo>
                  <a:pt x="2538393" y="46379"/>
                </a:lnTo>
                <a:lnTo>
                  <a:pt x="2538215" y="46690"/>
                </a:lnTo>
                <a:lnTo>
                  <a:pt x="2538038" y="47003"/>
                </a:lnTo>
                <a:lnTo>
                  <a:pt x="2537863" y="47318"/>
                </a:lnTo>
                <a:lnTo>
                  <a:pt x="2537622" y="47318"/>
                </a:lnTo>
                <a:lnTo>
                  <a:pt x="2537622" y="47182"/>
                </a:lnTo>
                <a:lnTo>
                  <a:pt x="2537621" y="47043"/>
                </a:lnTo>
                <a:lnTo>
                  <a:pt x="2537620" y="46902"/>
                </a:lnTo>
                <a:lnTo>
                  <a:pt x="2537620" y="46758"/>
                </a:lnTo>
                <a:lnTo>
                  <a:pt x="2537618" y="46611"/>
                </a:lnTo>
                <a:lnTo>
                  <a:pt x="2537617" y="46461"/>
                </a:lnTo>
                <a:lnTo>
                  <a:pt x="2537615" y="46309"/>
                </a:lnTo>
                <a:lnTo>
                  <a:pt x="2537613" y="46155"/>
                </a:lnTo>
                <a:lnTo>
                  <a:pt x="2537610" y="45997"/>
                </a:lnTo>
                <a:lnTo>
                  <a:pt x="2537608" y="45837"/>
                </a:lnTo>
                <a:lnTo>
                  <a:pt x="2537605" y="45674"/>
                </a:lnTo>
                <a:lnTo>
                  <a:pt x="2537602" y="45509"/>
                </a:lnTo>
                <a:lnTo>
                  <a:pt x="2537598" y="45340"/>
                </a:lnTo>
                <a:lnTo>
                  <a:pt x="2537594" y="45170"/>
                </a:lnTo>
                <a:lnTo>
                  <a:pt x="2537590" y="44996"/>
                </a:lnTo>
                <a:lnTo>
                  <a:pt x="2537586" y="44820"/>
                </a:lnTo>
                <a:lnTo>
                  <a:pt x="2537581" y="44641"/>
                </a:lnTo>
                <a:lnTo>
                  <a:pt x="2537576" y="44460"/>
                </a:lnTo>
                <a:lnTo>
                  <a:pt x="2537571" y="44275"/>
                </a:lnTo>
                <a:lnTo>
                  <a:pt x="2537566" y="44089"/>
                </a:lnTo>
                <a:lnTo>
                  <a:pt x="2537560" y="43899"/>
                </a:lnTo>
                <a:lnTo>
                  <a:pt x="2537554" y="43707"/>
                </a:lnTo>
                <a:lnTo>
                  <a:pt x="2537548" y="43512"/>
                </a:lnTo>
                <a:lnTo>
                  <a:pt x="2537541" y="43315"/>
                </a:lnTo>
                <a:lnTo>
                  <a:pt x="2537535" y="43116"/>
                </a:lnTo>
                <a:lnTo>
                  <a:pt x="2537528" y="42917"/>
                </a:lnTo>
                <a:lnTo>
                  <a:pt x="2537521" y="42719"/>
                </a:lnTo>
                <a:lnTo>
                  <a:pt x="2537513" y="42520"/>
                </a:lnTo>
                <a:lnTo>
                  <a:pt x="2537506" y="42323"/>
                </a:lnTo>
                <a:lnTo>
                  <a:pt x="2537499" y="42125"/>
                </a:lnTo>
                <a:lnTo>
                  <a:pt x="2537491" y="41928"/>
                </a:lnTo>
                <a:lnTo>
                  <a:pt x="2537483" y="41731"/>
                </a:lnTo>
                <a:lnTo>
                  <a:pt x="2537475" y="41534"/>
                </a:lnTo>
                <a:lnTo>
                  <a:pt x="2537467" y="41338"/>
                </a:lnTo>
                <a:lnTo>
                  <a:pt x="2537459" y="41142"/>
                </a:lnTo>
                <a:lnTo>
                  <a:pt x="2537451" y="40946"/>
                </a:lnTo>
                <a:lnTo>
                  <a:pt x="2537442" y="40751"/>
                </a:lnTo>
                <a:lnTo>
                  <a:pt x="2537434" y="40556"/>
                </a:lnTo>
                <a:lnTo>
                  <a:pt x="2537425" y="40361"/>
                </a:lnTo>
                <a:lnTo>
                  <a:pt x="2537416" y="40166"/>
                </a:lnTo>
                <a:lnTo>
                  <a:pt x="2537407" y="39972"/>
                </a:lnTo>
                <a:lnTo>
                  <a:pt x="2537398" y="39778"/>
                </a:lnTo>
                <a:lnTo>
                  <a:pt x="2537389" y="39584"/>
                </a:lnTo>
                <a:lnTo>
                  <a:pt x="2537379" y="39390"/>
                </a:lnTo>
                <a:lnTo>
                  <a:pt x="2537370" y="39197"/>
                </a:lnTo>
                <a:lnTo>
                  <a:pt x="2537360" y="39004"/>
                </a:lnTo>
                <a:lnTo>
                  <a:pt x="2537350" y="38812"/>
                </a:lnTo>
                <a:lnTo>
                  <a:pt x="2537340" y="38619"/>
                </a:lnTo>
                <a:lnTo>
                  <a:pt x="2537330" y="38428"/>
                </a:lnTo>
                <a:lnTo>
                  <a:pt x="2537320" y="38239"/>
                </a:lnTo>
                <a:lnTo>
                  <a:pt x="2537311" y="38051"/>
                </a:lnTo>
                <a:lnTo>
                  <a:pt x="2537301" y="37865"/>
                </a:lnTo>
                <a:lnTo>
                  <a:pt x="2537292" y="37681"/>
                </a:lnTo>
                <a:lnTo>
                  <a:pt x="2537282" y="37499"/>
                </a:lnTo>
                <a:lnTo>
                  <a:pt x="2537273" y="37319"/>
                </a:lnTo>
                <a:lnTo>
                  <a:pt x="2537264" y="37141"/>
                </a:lnTo>
                <a:lnTo>
                  <a:pt x="2537255" y="36964"/>
                </a:lnTo>
                <a:lnTo>
                  <a:pt x="2537246" y="36789"/>
                </a:lnTo>
                <a:lnTo>
                  <a:pt x="2537238" y="36616"/>
                </a:lnTo>
                <a:lnTo>
                  <a:pt x="2537229" y="36445"/>
                </a:lnTo>
                <a:lnTo>
                  <a:pt x="2537221" y="36276"/>
                </a:lnTo>
                <a:lnTo>
                  <a:pt x="2537213" y="36109"/>
                </a:lnTo>
                <a:lnTo>
                  <a:pt x="2537205" y="35943"/>
                </a:lnTo>
                <a:lnTo>
                  <a:pt x="2537197" y="35779"/>
                </a:lnTo>
                <a:lnTo>
                  <a:pt x="2537189" y="35617"/>
                </a:lnTo>
                <a:lnTo>
                  <a:pt x="2537182" y="35457"/>
                </a:lnTo>
                <a:lnTo>
                  <a:pt x="2537174" y="35299"/>
                </a:lnTo>
                <a:lnTo>
                  <a:pt x="2537167" y="35143"/>
                </a:lnTo>
                <a:lnTo>
                  <a:pt x="2537160" y="34988"/>
                </a:lnTo>
                <a:lnTo>
                  <a:pt x="2537153" y="34835"/>
                </a:lnTo>
                <a:lnTo>
                  <a:pt x="2537146" y="34685"/>
                </a:lnTo>
                <a:lnTo>
                  <a:pt x="2537139" y="34535"/>
                </a:lnTo>
                <a:lnTo>
                  <a:pt x="2537132" y="34389"/>
                </a:lnTo>
                <a:lnTo>
                  <a:pt x="2537126" y="34248"/>
                </a:lnTo>
                <a:lnTo>
                  <a:pt x="2537119" y="34112"/>
                </a:lnTo>
                <a:lnTo>
                  <a:pt x="2537112" y="33980"/>
                </a:lnTo>
                <a:lnTo>
                  <a:pt x="2537105" y="33853"/>
                </a:lnTo>
                <a:lnTo>
                  <a:pt x="2537099" y="33731"/>
                </a:lnTo>
                <a:lnTo>
                  <a:pt x="2537092" y="33614"/>
                </a:lnTo>
                <a:lnTo>
                  <a:pt x="2537085" y="33501"/>
                </a:lnTo>
                <a:lnTo>
                  <a:pt x="2537079" y="33394"/>
                </a:lnTo>
                <a:lnTo>
                  <a:pt x="2537072" y="33291"/>
                </a:lnTo>
                <a:lnTo>
                  <a:pt x="2537065" y="33192"/>
                </a:lnTo>
                <a:lnTo>
                  <a:pt x="2537058" y="33099"/>
                </a:lnTo>
                <a:lnTo>
                  <a:pt x="2537052" y="33010"/>
                </a:lnTo>
                <a:lnTo>
                  <a:pt x="2537045" y="32926"/>
                </a:lnTo>
                <a:lnTo>
                  <a:pt x="2537038" y="32847"/>
                </a:lnTo>
                <a:lnTo>
                  <a:pt x="2537032" y="32773"/>
                </a:lnTo>
                <a:lnTo>
                  <a:pt x="2537025" y="32703"/>
                </a:lnTo>
                <a:lnTo>
                  <a:pt x="2537018" y="32638"/>
                </a:lnTo>
                <a:lnTo>
                  <a:pt x="2537012" y="32578"/>
                </a:lnTo>
                <a:lnTo>
                  <a:pt x="2537005" y="32523"/>
                </a:lnTo>
                <a:lnTo>
                  <a:pt x="2536998" y="32473"/>
                </a:lnTo>
                <a:lnTo>
                  <a:pt x="2536991" y="32427"/>
                </a:lnTo>
                <a:lnTo>
                  <a:pt x="2536985" y="32386"/>
                </a:lnTo>
                <a:lnTo>
                  <a:pt x="2536978" y="32350"/>
                </a:lnTo>
                <a:lnTo>
                  <a:pt x="2523298" y="32350"/>
                </a:lnTo>
                <a:lnTo>
                  <a:pt x="2523304" y="32399"/>
                </a:lnTo>
                <a:lnTo>
                  <a:pt x="2523311" y="32453"/>
                </a:lnTo>
                <a:lnTo>
                  <a:pt x="2523318" y="32512"/>
                </a:lnTo>
                <a:lnTo>
                  <a:pt x="2523324" y="32576"/>
                </a:lnTo>
                <a:lnTo>
                  <a:pt x="2523331" y="32644"/>
                </a:lnTo>
                <a:lnTo>
                  <a:pt x="2523338" y="32717"/>
                </a:lnTo>
                <a:lnTo>
                  <a:pt x="2523345" y="32795"/>
                </a:lnTo>
                <a:lnTo>
                  <a:pt x="2523351" y="32878"/>
                </a:lnTo>
                <a:lnTo>
                  <a:pt x="2523358" y="32965"/>
                </a:lnTo>
                <a:lnTo>
                  <a:pt x="2523365" y="33057"/>
                </a:lnTo>
                <a:lnTo>
                  <a:pt x="2523371" y="33154"/>
                </a:lnTo>
                <a:lnTo>
                  <a:pt x="2523378" y="33255"/>
                </a:lnTo>
                <a:lnTo>
                  <a:pt x="2523385" y="33362"/>
                </a:lnTo>
                <a:lnTo>
                  <a:pt x="2523391" y="33473"/>
                </a:lnTo>
                <a:lnTo>
                  <a:pt x="2523398" y="33589"/>
                </a:lnTo>
                <a:lnTo>
                  <a:pt x="2523405" y="33709"/>
                </a:lnTo>
                <a:lnTo>
                  <a:pt x="2523412" y="33834"/>
                </a:lnTo>
                <a:lnTo>
                  <a:pt x="2523418" y="33965"/>
                </a:lnTo>
                <a:lnTo>
                  <a:pt x="2523425" y="34099"/>
                </a:lnTo>
                <a:lnTo>
                  <a:pt x="2523432" y="34239"/>
                </a:lnTo>
                <a:lnTo>
                  <a:pt x="2523438" y="34383"/>
                </a:lnTo>
                <a:lnTo>
                  <a:pt x="2523445" y="34532"/>
                </a:lnTo>
                <a:lnTo>
                  <a:pt x="2523452" y="34686"/>
                </a:lnTo>
                <a:lnTo>
                  <a:pt x="2523459" y="34845"/>
                </a:lnTo>
                <a:lnTo>
                  <a:pt x="2523465" y="35007"/>
                </a:lnTo>
                <a:lnTo>
                  <a:pt x="2523472" y="35172"/>
                </a:lnTo>
                <a:lnTo>
                  <a:pt x="2523479" y="35340"/>
                </a:lnTo>
                <a:lnTo>
                  <a:pt x="2523485" y="35510"/>
                </a:lnTo>
                <a:lnTo>
                  <a:pt x="2523492" y="35683"/>
                </a:lnTo>
                <a:lnTo>
                  <a:pt x="2523499" y="35858"/>
                </a:lnTo>
                <a:lnTo>
                  <a:pt x="2523505" y="36036"/>
                </a:lnTo>
                <a:lnTo>
                  <a:pt x="2523512" y="36217"/>
                </a:lnTo>
                <a:lnTo>
                  <a:pt x="2523519" y="36401"/>
                </a:lnTo>
                <a:lnTo>
                  <a:pt x="2523526" y="36587"/>
                </a:lnTo>
                <a:lnTo>
                  <a:pt x="2523532" y="36776"/>
                </a:lnTo>
                <a:lnTo>
                  <a:pt x="2523539" y="36967"/>
                </a:lnTo>
                <a:lnTo>
                  <a:pt x="2523546" y="37161"/>
                </a:lnTo>
                <a:lnTo>
                  <a:pt x="2523552" y="37358"/>
                </a:lnTo>
                <a:lnTo>
                  <a:pt x="2523559" y="37558"/>
                </a:lnTo>
                <a:lnTo>
                  <a:pt x="2523566" y="37760"/>
                </a:lnTo>
                <a:lnTo>
                  <a:pt x="2523573" y="37964"/>
                </a:lnTo>
                <a:lnTo>
                  <a:pt x="2523579" y="38172"/>
                </a:lnTo>
                <a:lnTo>
                  <a:pt x="2523586" y="38382"/>
                </a:lnTo>
                <a:lnTo>
                  <a:pt x="2523593" y="38595"/>
                </a:lnTo>
                <a:lnTo>
                  <a:pt x="2523599" y="38810"/>
                </a:lnTo>
                <a:lnTo>
                  <a:pt x="2523606" y="39028"/>
                </a:lnTo>
                <a:lnTo>
                  <a:pt x="2523613" y="39249"/>
                </a:lnTo>
                <a:lnTo>
                  <a:pt x="2523619" y="39472"/>
                </a:lnTo>
                <a:lnTo>
                  <a:pt x="2523626" y="39697"/>
                </a:lnTo>
                <a:lnTo>
                  <a:pt x="2523633" y="39923"/>
                </a:lnTo>
                <a:lnTo>
                  <a:pt x="2523639" y="40151"/>
                </a:lnTo>
                <a:lnTo>
                  <a:pt x="2523645" y="40379"/>
                </a:lnTo>
                <a:lnTo>
                  <a:pt x="2523651" y="40609"/>
                </a:lnTo>
                <a:lnTo>
                  <a:pt x="2523657" y="40840"/>
                </a:lnTo>
                <a:lnTo>
                  <a:pt x="2523663" y="41072"/>
                </a:lnTo>
                <a:lnTo>
                  <a:pt x="2523669" y="41305"/>
                </a:lnTo>
                <a:lnTo>
                  <a:pt x="2523674" y="41539"/>
                </a:lnTo>
                <a:lnTo>
                  <a:pt x="2523680" y="41774"/>
                </a:lnTo>
                <a:lnTo>
                  <a:pt x="2523685" y="42011"/>
                </a:lnTo>
                <a:lnTo>
                  <a:pt x="2523690" y="42248"/>
                </a:lnTo>
                <a:lnTo>
                  <a:pt x="2523695" y="42487"/>
                </a:lnTo>
                <a:lnTo>
                  <a:pt x="2523700" y="42727"/>
                </a:lnTo>
                <a:lnTo>
                  <a:pt x="2523704" y="42967"/>
                </a:lnTo>
                <a:lnTo>
                  <a:pt x="2523709" y="43209"/>
                </a:lnTo>
                <a:lnTo>
                  <a:pt x="2523713" y="43453"/>
                </a:lnTo>
                <a:lnTo>
                  <a:pt x="2523718" y="43697"/>
                </a:lnTo>
                <a:lnTo>
                  <a:pt x="2523722" y="43942"/>
                </a:lnTo>
                <a:lnTo>
                  <a:pt x="2523726" y="44189"/>
                </a:lnTo>
                <a:lnTo>
                  <a:pt x="2523730" y="44436"/>
                </a:lnTo>
                <a:lnTo>
                  <a:pt x="2523733" y="44685"/>
                </a:lnTo>
                <a:lnTo>
                  <a:pt x="2523737" y="44935"/>
                </a:lnTo>
                <a:lnTo>
                  <a:pt x="2523740" y="45185"/>
                </a:lnTo>
                <a:lnTo>
                  <a:pt x="2523743" y="45436"/>
                </a:lnTo>
                <a:lnTo>
                  <a:pt x="2523747" y="45686"/>
                </a:lnTo>
                <a:lnTo>
                  <a:pt x="2523750" y="45936"/>
                </a:lnTo>
                <a:lnTo>
                  <a:pt x="2523752" y="46184"/>
                </a:lnTo>
                <a:lnTo>
                  <a:pt x="2523755" y="46431"/>
                </a:lnTo>
                <a:lnTo>
                  <a:pt x="2523758" y="46677"/>
                </a:lnTo>
                <a:lnTo>
                  <a:pt x="2523760" y="46922"/>
                </a:lnTo>
                <a:lnTo>
                  <a:pt x="2523763" y="47166"/>
                </a:lnTo>
                <a:lnTo>
                  <a:pt x="2523765" y="47409"/>
                </a:lnTo>
                <a:lnTo>
                  <a:pt x="2523767" y="47651"/>
                </a:lnTo>
                <a:lnTo>
                  <a:pt x="2523769" y="47893"/>
                </a:lnTo>
                <a:lnTo>
                  <a:pt x="2523770" y="48133"/>
                </a:lnTo>
                <a:lnTo>
                  <a:pt x="2523772" y="48372"/>
                </a:lnTo>
                <a:lnTo>
                  <a:pt x="2523773" y="48610"/>
                </a:lnTo>
                <a:lnTo>
                  <a:pt x="2523775" y="48848"/>
                </a:lnTo>
                <a:lnTo>
                  <a:pt x="2523776" y="49084"/>
                </a:lnTo>
                <a:lnTo>
                  <a:pt x="2523777" y="49319"/>
                </a:lnTo>
                <a:lnTo>
                  <a:pt x="2523778" y="49554"/>
                </a:lnTo>
                <a:lnTo>
                  <a:pt x="2523779" y="49787"/>
                </a:lnTo>
                <a:lnTo>
                  <a:pt x="2523779" y="50019"/>
                </a:lnTo>
                <a:lnTo>
                  <a:pt x="2523780" y="50251"/>
                </a:lnTo>
                <a:lnTo>
                  <a:pt x="2523780" y="50481"/>
                </a:lnTo>
                <a:lnTo>
                  <a:pt x="2523780" y="50711"/>
                </a:lnTo>
                <a:lnTo>
                  <a:pt x="2523780" y="50939"/>
                </a:lnTo>
                <a:lnTo>
                  <a:pt x="2523780" y="119422"/>
                </a:lnTo>
                <a:lnTo>
                  <a:pt x="2538266" y="119422"/>
                </a:lnTo>
                <a:lnTo>
                  <a:pt x="2538266" y="69018"/>
                </a:lnTo>
                <a:lnTo>
                  <a:pt x="2538268" y="68478"/>
                </a:lnTo>
                <a:lnTo>
                  <a:pt x="2538277" y="67943"/>
                </a:lnTo>
                <a:lnTo>
                  <a:pt x="2538291" y="67414"/>
                </a:lnTo>
                <a:lnTo>
                  <a:pt x="2538310" y="66889"/>
                </a:lnTo>
                <a:lnTo>
                  <a:pt x="2538335" y="66370"/>
                </a:lnTo>
                <a:lnTo>
                  <a:pt x="2538366" y="65856"/>
                </a:lnTo>
                <a:lnTo>
                  <a:pt x="2538402" y="65347"/>
                </a:lnTo>
                <a:lnTo>
                  <a:pt x="2538444" y="64843"/>
                </a:lnTo>
                <a:lnTo>
                  <a:pt x="2538492" y="64344"/>
                </a:lnTo>
                <a:lnTo>
                  <a:pt x="2538545" y="63850"/>
                </a:lnTo>
                <a:lnTo>
                  <a:pt x="2538604" y="63362"/>
                </a:lnTo>
                <a:lnTo>
                  <a:pt x="2538668" y="62879"/>
                </a:lnTo>
                <a:lnTo>
                  <a:pt x="2538738" y="62401"/>
                </a:lnTo>
                <a:lnTo>
                  <a:pt x="2538813" y="61928"/>
                </a:lnTo>
                <a:lnTo>
                  <a:pt x="2538894" y="61460"/>
                </a:lnTo>
                <a:lnTo>
                  <a:pt x="2538981" y="60998"/>
                </a:lnTo>
                <a:lnTo>
                  <a:pt x="2539073" y="60540"/>
                </a:lnTo>
                <a:lnTo>
                  <a:pt x="2539171" y="60088"/>
                </a:lnTo>
                <a:lnTo>
                  <a:pt x="2539274" y="59641"/>
                </a:lnTo>
                <a:lnTo>
                  <a:pt x="2539383" y="59199"/>
                </a:lnTo>
                <a:lnTo>
                  <a:pt x="2539498" y="58762"/>
                </a:lnTo>
                <a:lnTo>
                  <a:pt x="2539618" y="58330"/>
                </a:lnTo>
                <a:lnTo>
                  <a:pt x="2539744" y="57904"/>
                </a:lnTo>
                <a:lnTo>
                  <a:pt x="2539875" y="57483"/>
                </a:lnTo>
                <a:lnTo>
                  <a:pt x="2540011" y="57067"/>
                </a:lnTo>
                <a:lnTo>
                  <a:pt x="2540152" y="56657"/>
                </a:lnTo>
                <a:lnTo>
                  <a:pt x="2540298" y="56252"/>
                </a:lnTo>
                <a:lnTo>
                  <a:pt x="2540448" y="55853"/>
                </a:lnTo>
                <a:lnTo>
                  <a:pt x="2540603" y="55459"/>
                </a:lnTo>
                <a:lnTo>
                  <a:pt x="2540763" y="55071"/>
                </a:lnTo>
                <a:lnTo>
                  <a:pt x="2540927" y="54689"/>
                </a:lnTo>
                <a:lnTo>
                  <a:pt x="2541096" y="54312"/>
                </a:lnTo>
                <a:lnTo>
                  <a:pt x="2541269" y="53941"/>
                </a:lnTo>
                <a:lnTo>
                  <a:pt x="2541447" y="53575"/>
                </a:lnTo>
                <a:lnTo>
                  <a:pt x="2541629" y="53215"/>
                </a:lnTo>
                <a:lnTo>
                  <a:pt x="2541816" y="52861"/>
                </a:lnTo>
                <a:lnTo>
                  <a:pt x="2542008" y="52512"/>
                </a:lnTo>
                <a:lnTo>
                  <a:pt x="2542205" y="52168"/>
                </a:lnTo>
                <a:lnTo>
                  <a:pt x="2542405" y="51831"/>
                </a:lnTo>
                <a:lnTo>
                  <a:pt x="2542611" y="51499"/>
                </a:lnTo>
                <a:lnTo>
                  <a:pt x="2542821" y="51172"/>
                </a:lnTo>
                <a:lnTo>
                  <a:pt x="2543036" y="50851"/>
                </a:lnTo>
                <a:lnTo>
                  <a:pt x="2543255" y="50536"/>
                </a:lnTo>
                <a:lnTo>
                  <a:pt x="2543480" y="50226"/>
                </a:lnTo>
                <a:lnTo>
                  <a:pt x="2543708" y="49922"/>
                </a:lnTo>
                <a:lnTo>
                  <a:pt x="2543941" y="49624"/>
                </a:lnTo>
                <a:lnTo>
                  <a:pt x="2544179" y="49331"/>
                </a:lnTo>
                <a:lnTo>
                  <a:pt x="2544422" y="49043"/>
                </a:lnTo>
                <a:lnTo>
                  <a:pt x="2544669" y="48761"/>
                </a:lnTo>
                <a:lnTo>
                  <a:pt x="2544920" y="48485"/>
                </a:lnTo>
                <a:lnTo>
                  <a:pt x="2545175" y="48214"/>
                </a:lnTo>
                <a:lnTo>
                  <a:pt x="2545434" y="47949"/>
                </a:lnTo>
                <a:lnTo>
                  <a:pt x="2545698" y="47689"/>
                </a:lnTo>
                <a:lnTo>
                  <a:pt x="2545966" y="47435"/>
                </a:lnTo>
                <a:lnTo>
                  <a:pt x="2546238" y="47186"/>
                </a:lnTo>
                <a:lnTo>
                  <a:pt x="2546514" y="46944"/>
                </a:lnTo>
                <a:lnTo>
                  <a:pt x="2546794" y="46706"/>
                </a:lnTo>
                <a:lnTo>
                  <a:pt x="2547079" y="46475"/>
                </a:lnTo>
                <a:lnTo>
                  <a:pt x="2547368" y="46248"/>
                </a:lnTo>
                <a:lnTo>
                  <a:pt x="2547661" y="46028"/>
                </a:lnTo>
                <a:lnTo>
                  <a:pt x="2547958" y="45813"/>
                </a:lnTo>
                <a:lnTo>
                  <a:pt x="2548259" y="45604"/>
                </a:lnTo>
                <a:lnTo>
                  <a:pt x="2548565" y="45400"/>
                </a:lnTo>
                <a:lnTo>
                  <a:pt x="2548875" y="45202"/>
                </a:lnTo>
                <a:lnTo>
                  <a:pt x="2549188" y="45009"/>
                </a:lnTo>
                <a:lnTo>
                  <a:pt x="2549507" y="44822"/>
                </a:lnTo>
                <a:lnTo>
                  <a:pt x="2549829" y="44641"/>
                </a:lnTo>
                <a:lnTo>
                  <a:pt x="2550155" y="44465"/>
                </a:lnTo>
                <a:lnTo>
                  <a:pt x="2550486" y="44295"/>
                </a:lnTo>
                <a:lnTo>
                  <a:pt x="2550821" y="44130"/>
                </a:lnTo>
                <a:lnTo>
                  <a:pt x="2551160" y="43971"/>
                </a:lnTo>
                <a:lnTo>
                  <a:pt x="2551503" y="43817"/>
                </a:lnTo>
                <a:lnTo>
                  <a:pt x="2551850" y="43670"/>
                </a:lnTo>
                <a:lnTo>
                  <a:pt x="2552201" y="43528"/>
                </a:lnTo>
                <a:lnTo>
                  <a:pt x="2552555" y="43393"/>
                </a:lnTo>
                <a:lnTo>
                  <a:pt x="2552913" y="43264"/>
                </a:lnTo>
                <a:lnTo>
                  <a:pt x="2553274" y="43142"/>
                </a:lnTo>
                <a:lnTo>
                  <a:pt x="2553638" y="43025"/>
                </a:lnTo>
                <a:lnTo>
                  <a:pt x="2554006" y="42915"/>
                </a:lnTo>
                <a:lnTo>
                  <a:pt x="2554378" y="42812"/>
                </a:lnTo>
                <a:lnTo>
                  <a:pt x="2554753" y="42714"/>
                </a:lnTo>
                <a:lnTo>
                  <a:pt x="2555132" y="42623"/>
                </a:lnTo>
                <a:lnTo>
                  <a:pt x="2555514" y="42538"/>
                </a:lnTo>
                <a:lnTo>
                  <a:pt x="2555899" y="42459"/>
                </a:lnTo>
                <a:lnTo>
                  <a:pt x="2556288" y="42387"/>
                </a:lnTo>
                <a:lnTo>
                  <a:pt x="2556681" y="42321"/>
                </a:lnTo>
                <a:lnTo>
                  <a:pt x="2557077" y="42261"/>
                </a:lnTo>
                <a:lnTo>
                  <a:pt x="2557476" y="42208"/>
                </a:lnTo>
                <a:lnTo>
                  <a:pt x="2557879" y="42161"/>
                </a:lnTo>
                <a:lnTo>
                  <a:pt x="2558286" y="42120"/>
                </a:lnTo>
                <a:lnTo>
                  <a:pt x="2558696" y="42085"/>
                </a:lnTo>
                <a:lnTo>
                  <a:pt x="2559109" y="42057"/>
                </a:lnTo>
                <a:lnTo>
                  <a:pt x="2559526" y="42035"/>
                </a:lnTo>
                <a:lnTo>
                  <a:pt x="2559947" y="42019"/>
                </a:lnTo>
                <a:lnTo>
                  <a:pt x="2560370" y="42010"/>
                </a:lnTo>
                <a:lnTo>
                  <a:pt x="2560798" y="42007"/>
                </a:lnTo>
                <a:lnTo>
                  <a:pt x="2561218" y="42009"/>
                </a:lnTo>
                <a:lnTo>
                  <a:pt x="2561631" y="42014"/>
                </a:lnTo>
                <a:lnTo>
                  <a:pt x="2562040" y="42024"/>
                </a:lnTo>
                <a:lnTo>
                  <a:pt x="2562442" y="42037"/>
                </a:lnTo>
                <a:lnTo>
                  <a:pt x="2562839" y="42054"/>
                </a:lnTo>
                <a:lnTo>
                  <a:pt x="2563230" y="42075"/>
                </a:lnTo>
                <a:lnTo>
                  <a:pt x="2563615" y="42099"/>
                </a:lnTo>
                <a:lnTo>
                  <a:pt x="2563994" y="42128"/>
                </a:lnTo>
                <a:lnTo>
                  <a:pt x="2564368" y="42160"/>
                </a:lnTo>
                <a:lnTo>
                  <a:pt x="2564736" y="42195"/>
                </a:lnTo>
                <a:lnTo>
                  <a:pt x="2565099" y="42235"/>
                </a:lnTo>
                <a:lnTo>
                  <a:pt x="2565455" y="42278"/>
                </a:lnTo>
                <a:lnTo>
                  <a:pt x="2565806" y="42326"/>
                </a:lnTo>
                <a:lnTo>
                  <a:pt x="2566151" y="42376"/>
                </a:lnTo>
                <a:lnTo>
                  <a:pt x="2566491" y="42431"/>
                </a:lnTo>
                <a:lnTo>
                  <a:pt x="2566824" y="42490"/>
                </a:lnTo>
                <a:lnTo>
                  <a:pt x="2567152" y="42552"/>
                </a:lnTo>
                <a:lnTo>
                  <a:pt x="2567475" y="42618"/>
                </a:lnTo>
                <a:lnTo>
                  <a:pt x="2567791" y="42688"/>
                </a:lnTo>
                <a:lnTo>
                  <a:pt x="2568102" y="42761"/>
                </a:lnTo>
                <a:lnTo>
                  <a:pt x="2568407" y="42839"/>
                </a:lnTo>
                <a:lnTo>
                  <a:pt x="2568706" y="42920"/>
                </a:lnTo>
                <a:lnTo>
                  <a:pt x="2569000" y="43005"/>
                </a:lnTo>
                <a:lnTo>
                  <a:pt x="2569288" y="43093"/>
                </a:lnTo>
                <a:lnTo>
                  <a:pt x="2569571" y="43186"/>
                </a:lnTo>
                <a:lnTo>
                  <a:pt x="2569849" y="43284"/>
                </a:lnTo>
                <a:lnTo>
                  <a:pt x="2570122" y="43388"/>
                </a:lnTo>
                <a:lnTo>
                  <a:pt x="2570391" y="43497"/>
                </a:lnTo>
                <a:lnTo>
                  <a:pt x="2570655" y="43611"/>
                </a:lnTo>
                <a:lnTo>
                  <a:pt x="2570915" y="43731"/>
                </a:lnTo>
                <a:lnTo>
                  <a:pt x="2571170" y="43856"/>
                </a:lnTo>
                <a:lnTo>
                  <a:pt x="2571420" y="43986"/>
                </a:lnTo>
                <a:lnTo>
                  <a:pt x="2571666" y="44121"/>
                </a:lnTo>
                <a:lnTo>
                  <a:pt x="2571907" y="44262"/>
                </a:lnTo>
                <a:lnTo>
                  <a:pt x="2572144" y="44408"/>
                </a:lnTo>
                <a:lnTo>
                  <a:pt x="2572376" y="44559"/>
                </a:lnTo>
                <a:lnTo>
                  <a:pt x="2572603" y="44716"/>
                </a:lnTo>
                <a:lnTo>
                  <a:pt x="2572826" y="44878"/>
                </a:lnTo>
                <a:lnTo>
                  <a:pt x="2573044" y="45045"/>
                </a:lnTo>
                <a:lnTo>
                  <a:pt x="2573258" y="45218"/>
                </a:lnTo>
                <a:lnTo>
                  <a:pt x="2573467" y="45396"/>
                </a:lnTo>
                <a:lnTo>
                  <a:pt x="2573671" y="45579"/>
                </a:lnTo>
                <a:lnTo>
                  <a:pt x="2573871" y="45768"/>
                </a:lnTo>
                <a:lnTo>
                  <a:pt x="2574066" y="45961"/>
                </a:lnTo>
                <a:lnTo>
                  <a:pt x="2574256" y="46161"/>
                </a:lnTo>
                <a:lnTo>
                  <a:pt x="2574442" y="46365"/>
                </a:lnTo>
                <a:lnTo>
                  <a:pt x="2574624" y="46575"/>
                </a:lnTo>
                <a:lnTo>
                  <a:pt x="2574800" y="46790"/>
                </a:lnTo>
                <a:lnTo>
                  <a:pt x="2574973" y="47011"/>
                </a:lnTo>
                <a:lnTo>
                  <a:pt x="2575141" y="47237"/>
                </a:lnTo>
                <a:lnTo>
                  <a:pt x="2575305" y="47469"/>
                </a:lnTo>
                <a:lnTo>
                  <a:pt x="2575465" y="47707"/>
                </a:lnTo>
                <a:lnTo>
                  <a:pt x="2575621" y="47950"/>
                </a:lnTo>
                <a:lnTo>
                  <a:pt x="2575773" y="48199"/>
                </a:lnTo>
                <a:lnTo>
                  <a:pt x="2575921" y="48454"/>
                </a:lnTo>
                <a:lnTo>
                  <a:pt x="2576065" y="48715"/>
                </a:lnTo>
                <a:lnTo>
                  <a:pt x="2576205" y="48981"/>
                </a:lnTo>
                <a:lnTo>
                  <a:pt x="2576341" y="49253"/>
                </a:lnTo>
                <a:lnTo>
                  <a:pt x="2576473" y="49531"/>
                </a:lnTo>
                <a:lnTo>
                  <a:pt x="2576601" y="49815"/>
                </a:lnTo>
                <a:lnTo>
                  <a:pt x="2576724" y="50104"/>
                </a:lnTo>
                <a:lnTo>
                  <a:pt x="2576844" y="50399"/>
                </a:lnTo>
                <a:lnTo>
                  <a:pt x="2576960" y="50699"/>
                </a:lnTo>
                <a:lnTo>
                  <a:pt x="2577071" y="51006"/>
                </a:lnTo>
                <a:lnTo>
                  <a:pt x="2577179" y="51318"/>
                </a:lnTo>
                <a:lnTo>
                  <a:pt x="2577282" y="51636"/>
                </a:lnTo>
                <a:lnTo>
                  <a:pt x="2577382" y="51959"/>
                </a:lnTo>
                <a:lnTo>
                  <a:pt x="2577477" y="52289"/>
                </a:lnTo>
                <a:lnTo>
                  <a:pt x="2577568" y="52624"/>
                </a:lnTo>
                <a:lnTo>
                  <a:pt x="2577656" y="52964"/>
                </a:lnTo>
                <a:lnTo>
                  <a:pt x="2577739" y="53311"/>
                </a:lnTo>
                <a:lnTo>
                  <a:pt x="2577818" y="53663"/>
                </a:lnTo>
                <a:lnTo>
                  <a:pt x="2577893" y="54021"/>
                </a:lnTo>
                <a:lnTo>
                  <a:pt x="2577966" y="54387"/>
                </a:lnTo>
                <a:lnTo>
                  <a:pt x="2578035" y="54761"/>
                </a:lnTo>
                <a:lnTo>
                  <a:pt x="2578101" y="55141"/>
                </a:lnTo>
                <a:lnTo>
                  <a:pt x="2578163" y="55529"/>
                </a:lnTo>
                <a:lnTo>
                  <a:pt x="2578223" y="55924"/>
                </a:lnTo>
                <a:lnTo>
                  <a:pt x="2578279" y="56326"/>
                </a:lnTo>
                <a:lnTo>
                  <a:pt x="2578332" y="56735"/>
                </a:lnTo>
                <a:lnTo>
                  <a:pt x="2578382" y="57152"/>
                </a:lnTo>
                <a:lnTo>
                  <a:pt x="2578428" y="57576"/>
                </a:lnTo>
                <a:lnTo>
                  <a:pt x="2578472" y="58007"/>
                </a:lnTo>
                <a:lnTo>
                  <a:pt x="2578512" y="58446"/>
                </a:lnTo>
                <a:lnTo>
                  <a:pt x="2578549" y="58892"/>
                </a:lnTo>
                <a:lnTo>
                  <a:pt x="2578583" y="59345"/>
                </a:lnTo>
                <a:lnTo>
                  <a:pt x="2578613" y="59805"/>
                </a:lnTo>
                <a:lnTo>
                  <a:pt x="2578641" y="60273"/>
                </a:lnTo>
                <a:lnTo>
                  <a:pt x="2578665" y="60748"/>
                </a:lnTo>
                <a:lnTo>
                  <a:pt x="2578686" y="61230"/>
                </a:lnTo>
                <a:lnTo>
                  <a:pt x="2578703" y="61719"/>
                </a:lnTo>
                <a:lnTo>
                  <a:pt x="2578718" y="62216"/>
                </a:lnTo>
                <a:lnTo>
                  <a:pt x="2578729" y="62720"/>
                </a:lnTo>
                <a:lnTo>
                  <a:pt x="2578737" y="63231"/>
                </a:lnTo>
                <a:lnTo>
                  <a:pt x="2578742" y="63749"/>
                </a:lnTo>
                <a:lnTo>
                  <a:pt x="2578743" y="64275"/>
                </a:lnTo>
                <a:lnTo>
                  <a:pt x="2578743" y="119422"/>
                </a:lnTo>
                <a:lnTo>
                  <a:pt x="2593309" y="119422"/>
                </a:lnTo>
                <a:lnTo>
                  <a:pt x="2593309" y="61401"/>
                </a:lnTo>
                <a:lnTo>
                  <a:pt x="2593306" y="60734"/>
                </a:lnTo>
                <a:lnTo>
                  <a:pt x="2593298" y="60075"/>
                </a:lnTo>
                <a:lnTo>
                  <a:pt x="2593284" y="59424"/>
                </a:lnTo>
                <a:lnTo>
                  <a:pt x="2593265" y="58780"/>
                </a:lnTo>
                <a:close/>
                <a:moveTo>
                  <a:pt x="1469842" y="73706"/>
                </a:moveTo>
                <a:lnTo>
                  <a:pt x="1469812" y="72910"/>
                </a:lnTo>
                <a:lnTo>
                  <a:pt x="1469776" y="72120"/>
                </a:lnTo>
                <a:lnTo>
                  <a:pt x="1469733" y="71334"/>
                </a:lnTo>
                <a:lnTo>
                  <a:pt x="1469684" y="70553"/>
                </a:lnTo>
                <a:lnTo>
                  <a:pt x="1469628" y="69777"/>
                </a:lnTo>
                <a:lnTo>
                  <a:pt x="1469566" y="69005"/>
                </a:lnTo>
                <a:lnTo>
                  <a:pt x="1469497" y="68238"/>
                </a:lnTo>
                <a:lnTo>
                  <a:pt x="1469421" y="67476"/>
                </a:lnTo>
                <a:lnTo>
                  <a:pt x="1469339" y="66718"/>
                </a:lnTo>
                <a:lnTo>
                  <a:pt x="1469251" y="65966"/>
                </a:lnTo>
                <a:lnTo>
                  <a:pt x="1469156" y="65218"/>
                </a:lnTo>
                <a:lnTo>
                  <a:pt x="1469054" y="64475"/>
                </a:lnTo>
                <a:lnTo>
                  <a:pt x="1468945" y="63736"/>
                </a:lnTo>
                <a:lnTo>
                  <a:pt x="1468831" y="63003"/>
                </a:lnTo>
                <a:lnTo>
                  <a:pt x="1468709" y="62274"/>
                </a:lnTo>
                <a:lnTo>
                  <a:pt x="1468581" y="61549"/>
                </a:lnTo>
                <a:lnTo>
                  <a:pt x="1468446" y="60830"/>
                </a:lnTo>
                <a:lnTo>
                  <a:pt x="1468305" y="60115"/>
                </a:lnTo>
                <a:lnTo>
                  <a:pt x="1468157" y="59405"/>
                </a:lnTo>
                <a:lnTo>
                  <a:pt x="1468003" y="58700"/>
                </a:lnTo>
                <a:lnTo>
                  <a:pt x="1467841" y="58001"/>
                </a:lnTo>
                <a:lnTo>
                  <a:pt x="1467670" y="57309"/>
                </a:lnTo>
                <a:lnTo>
                  <a:pt x="1467490" y="56625"/>
                </a:lnTo>
                <a:lnTo>
                  <a:pt x="1467301" y="55949"/>
                </a:lnTo>
                <a:lnTo>
                  <a:pt x="1467103" y="55280"/>
                </a:lnTo>
                <a:lnTo>
                  <a:pt x="1466897" y="54620"/>
                </a:lnTo>
                <a:lnTo>
                  <a:pt x="1466681" y="53966"/>
                </a:lnTo>
                <a:lnTo>
                  <a:pt x="1466456" y="53321"/>
                </a:lnTo>
                <a:lnTo>
                  <a:pt x="1466223" y="52683"/>
                </a:lnTo>
                <a:lnTo>
                  <a:pt x="1465980" y="52053"/>
                </a:lnTo>
                <a:lnTo>
                  <a:pt x="1465729" y="51430"/>
                </a:lnTo>
                <a:lnTo>
                  <a:pt x="1465468" y="50815"/>
                </a:lnTo>
                <a:lnTo>
                  <a:pt x="1465199" y="50208"/>
                </a:lnTo>
                <a:lnTo>
                  <a:pt x="1464921" y="49609"/>
                </a:lnTo>
                <a:lnTo>
                  <a:pt x="1464633" y="49017"/>
                </a:lnTo>
                <a:lnTo>
                  <a:pt x="1464337" y="48433"/>
                </a:lnTo>
                <a:lnTo>
                  <a:pt x="1464032" y="47856"/>
                </a:lnTo>
                <a:lnTo>
                  <a:pt x="1463718" y="47288"/>
                </a:lnTo>
                <a:lnTo>
                  <a:pt x="1463395" y="46727"/>
                </a:lnTo>
                <a:lnTo>
                  <a:pt x="1463063" y="46173"/>
                </a:lnTo>
                <a:lnTo>
                  <a:pt x="1462722" y="45627"/>
                </a:lnTo>
                <a:lnTo>
                  <a:pt x="1462372" y="45089"/>
                </a:lnTo>
                <a:lnTo>
                  <a:pt x="1462014" y="44559"/>
                </a:lnTo>
                <a:lnTo>
                  <a:pt x="1461646" y="44036"/>
                </a:lnTo>
                <a:lnTo>
                  <a:pt x="1461269" y="43522"/>
                </a:lnTo>
                <a:lnTo>
                  <a:pt x="1460881" y="43017"/>
                </a:lnTo>
                <a:lnTo>
                  <a:pt x="1460484" y="42522"/>
                </a:lnTo>
                <a:lnTo>
                  <a:pt x="1460077" y="42036"/>
                </a:lnTo>
                <a:lnTo>
                  <a:pt x="1459659" y="41559"/>
                </a:lnTo>
                <a:lnTo>
                  <a:pt x="1459232" y="41091"/>
                </a:lnTo>
                <a:lnTo>
                  <a:pt x="1458794" y="40633"/>
                </a:lnTo>
                <a:lnTo>
                  <a:pt x="1458346" y="40184"/>
                </a:lnTo>
                <a:lnTo>
                  <a:pt x="1457889" y="39745"/>
                </a:lnTo>
                <a:lnTo>
                  <a:pt x="1457421" y="39315"/>
                </a:lnTo>
                <a:lnTo>
                  <a:pt x="1456943" y="38894"/>
                </a:lnTo>
                <a:lnTo>
                  <a:pt x="1456455" y="38483"/>
                </a:lnTo>
                <a:lnTo>
                  <a:pt x="1455957" y="38081"/>
                </a:lnTo>
                <a:lnTo>
                  <a:pt x="1455449" y="37688"/>
                </a:lnTo>
                <a:lnTo>
                  <a:pt x="1454931" y="37305"/>
                </a:lnTo>
                <a:lnTo>
                  <a:pt x="1454403" y="36931"/>
                </a:lnTo>
                <a:lnTo>
                  <a:pt x="1453865" y="36567"/>
                </a:lnTo>
                <a:lnTo>
                  <a:pt x="1453317" y="36211"/>
                </a:lnTo>
                <a:lnTo>
                  <a:pt x="1452759" y="35865"/>
                </a:lnTo>
                <a:lnTo>
                  <a:pt x="1452190" y="35529"/>
                </a:lnTo>
                <a:lnTo>
                  <a:pt x="1451612" y="35202"/>
                </a:lnTo>
                <a:lnTo>
                  <a:pt x="1451023" y="34884"/>
                </a:lnTo>
                <a:lnTo>
                  <a:pt x="1450425" y="34576"/>
                </a:lnTo>
                <a:lnTo>
                  <a:pt x="1449816" y="34276"/>
                </a:lnTo>
                <a:lnTo>
                  <a:pt x="1449196" y="33988"/>
                </a:lnTo>
                <a:lnTo>
                  <a:pt x="1448564" y="33712"/>
                </a:lnTo>
                <a:lnTo>
                  <a:pt x="1447920" y="33448"/>
                </a:lnTo>
                <a:lnTo>
                  <a:pt x="1447262" y="33196"/>
                </a:lnTo>
                <a:lnTo>
                  <a:pt x="1446593" y="32957"/>
                </a:lnTo>
                <a:lnTo>
                  <a:pt x="1445911" y="32729"/>
                </a:lnTo>
                <a:lnTo>
                  <a:pt x="1445216" y="32515"/>
                </a:lnTo>
                <a:lnTo>
                  <a:pt x="1444510" y="32312"/>
                </a:lnTo>
                <a:lnTo>
                  <a:pt x="1443790" y="32122"/>
                </a:lnTo>
                <a:lnTo>
                  <a:pt x="1443059" y="31944"/>
                </a:lnTo>
                <a:lnTo>
                  <a:pt x="1442314" y="31778"/>
                </a:lnTo>
                <a:lnTo>
                  <a:pt x="1441558" y="31625"/>
                </a:lnTo>
                <a:lnTo>
                  <a:pt x="1440789" y="31483"/>
                </a:lnTo>
                <a:lnTo>
                  <a:pt x="1440007" y="31354"/>
                </a:lnTo>
                <a:lnTo>
                  <a:pt x="1439213" y="31238"/>
                </a:lnTo>
                <a:lnTo>
                  <a:pt x="1438407" y="31133"/>
                </a:lnTo>
                <a:lnTo>
                  <a:pt x="1437588" y="31041"/>
                </a:lnTo>
                <a:lnTo>
                  <a:pt x="1436757" y="30962"/>
                </a:lnTo>
                <a:lnTo>
                  <a:pt x="1435913" y="30894"/>
                </a:lnTo>
                <a:lnTo>
                  <a:pt x="1435057" y="30839"/>
                </a:lnTo>
                <a:lnTo>
                  <a:pt x="1434189" y="30796"/>
                </a:lnTo>
                <a:lnTo>
                  <a:pt x="1433308" y="30765"/>
                </a:lnTo>
                <a:lnTo>
                  <a:pt x="1432415" y="30747"/>
                </a:lnTo>
                <a:lnTo>
                  <a:pt x="1431509" y="30741"/>
                </a:lnTo>
                <a:lnTo>
                  <a:pt x="1430840" y="30745"/>
                </a:lnTo>
                <a:lnTo>
                  <a:pt x="1430174" y="30757"/>
                </a:lnTo>
                <a:lnTo>
                  <a:pt x="1429512" y="30778"/>
                </a:lnTo>
                <a:lnTo>
                  <a:pt x="1428853" y="30807"/>
                </a:lnTo>
                <a:lnTo>
                  <a:pt x="1428198" y="30844"/>
                </a:lnTo>
                <a:lnTo>
                  <a:pt x="1427545" y="30889"/>
                </a:lnTo>
                <a:lnTo>
                  <a:pt x="1426897" y="30943"/>
                </a:lnTo>
                <a:lnTo>
                  <a:pt x="1426251" y="31004"/>
                </a:lnTo>
                <a:lnTo>
                  <a:pt x="1425609" y="31074"/>
                </a:lnTo>
                <a:lnTo>
                  <a:pt x="1424970" y="31153"/>
                </a:lnTo>
                <a:lnTo>
                  <a:pt x="1424335" y="31239"/>
                </a:lnTo>
                <a:lnTo>
                  <a:pt x="1423703" y="31334"/>
                </a:lnTo>
                <a:lnTo>
                  <a:pt x="1423074" y="31437"/>
                </a:lnTo>
                <a:lnTo>
                  <a:pt x="1422449" y="31548"/>
                </a:lnTo>
                <a:lnTo>
                  <a:pt x="1421827" y="31668"/>
                </a:lnTo>
                <a:lnTo>
                  <a:pt x="1421208" y="31796"/>
                </a:lnTo>
                <a:lnTo>
                  <a:pt x="1420593" y="31932"/>
                </a:lnTo>
                <a:lnTo>
                  <a:pt x="1419981" y="32076"/>
                </a:lnTo>
                <a:lnTo>
                  <a:pt x="1419372" y="32228"/>
                </a:lnTo>
                <a:lnTo>
                  <a:pt x="1418767" y="32389"/>
                </a:lnTo>
                <a:lnTo>
                  <a:pt x="1418165" y="32558"/>
                </a:lnTo>
                <a:lnTo>
                  <a:pt x="1417567" y="32735"/>
                </a:lnTo>
                <a:lnTo>
                  <a:pt x="1416972" y="32921"/>
                </a:lnTo>
                <a:lnTo>
                  <a:pt x="1416380" y="33115"/>
                </a:lnTo>
                <a:lnTo>
                  <a:pt x="1415793" y="33317"/>
                </a:lnTo>
                <a:lnTo>
                  <a:pt x="1415212" y="33531"/>
                </a:lnTo>
                <a:lnTo>
                  <a:pt x="1414637" y="33754"/>
                </a:lnTo>
                <a:lnTo>
                  <a:pt x="1414068" y="33987"/>
                </a:lnTo>
                <a:lnTo>
                  <a:pt x="1413506" y="34231"/>
                </a:lnTo>
                <a:lnTo>
                  <a:pt x="1412950" y="34485"/>
                </a:lnTo>
                <a:lnTo>
                  <a:pt x="1412400" y="34749"/>
                </a:lnTo>
                <a:lnTo>
                  <a:pt x="1411855" y="35024"/>
                </a:lnTo>
                <a:lnTo>
                  <a:pt x="1411318" y="35308"/>
                </a:lnTo>
                <a:lnTo>
                  <a:pt x="1410786" y="35603"/>
                </a:lnTo>
                <a:lnTo>
                  <a:pt x="1410260" y="35908"/>
                </a:lnTo>
                <a:lnTo>
                  <a:pt x="1409741" y="36223"/>
                </a:lnTo>
                <a:lnTo>
                  <a:pt x="1409228" y="36548"/>
                </a:lnTo>
                <a:lnTo>
                  <a:pt x="1408720" y="36884"/>
                </a:lnTo>
                <a:lnTo>
                  <a:pt x="1408219" y="37229"/>
                </a:lnTo>
                <a:lnTo>
                  <a:pt x="1407725" y="37585"/>
                </a:lnTo>
                <a:lnTo>
                  <a:pt x="1407236" y="37951"/>
                </a:lnTo>
                <a:lnTo>
                  <a:pt x="1406753" y="38328"/>
                </a:lnTo>
                <a:lnTo>
                  <a:pt x="1406277" y="38714"/>
                </a:lnTo>
                <a:lnTo>
                  <a:pt x="1405807" y="39111"/>
                </a:lnTo>
                <a:lnTo>
                  <a:pt x="1405342" y="39518"/>
                </a:lnTo>
                <a:lnTo>
                  <a:pt x="1404885" y="39935"/>
                </a:lnTo>
                <a:lnTo>
                  <a:pt x="1404433" y="40362"/>
                </a:lnTo>
                <a:lnTo>
                  <a:pt x="1403987" y="40800"/>
                </a:lnTo>
                <a:lnTo>
                  <a:pt x="1403548" y="41248"/>
                </a:lnTo>
                <a:lnTo>
                  <a:pt x="1403117" y="41707"/>
                </a:lnTo>
                <a:lnTo>
                  <a:pt x="1402694" y="42177"/>
                </a:lnTo>
                <a:lnTo>
                  <a:pt x="1402279" y="42658"/>
                </a:lnTo>
                <a:lnTo>
                  <a:pt x="1401872" y="43151"/>
                </a:lnTo>
                <a:lnTo>
                  <a:pt x="1401472" y="43654"/>
                </a:lnTo>
                <a:lnTo>
                  <a:pt x="1401080" y="44168"/>
                </a:lnTo>
                <a:lnTo>
                  <a:pt x="1400697" y="44694"/>
                </a:lnTo>
                <a:lnTo>
                  <a:pt x="1400320" y="45230"/>
                </a:lnTo>
                <a:lnTo>
                  <a:pt x="1399952" y="45778"/>
                </a:lnTo>
                <a:lnTo>
                  <a:pt x="1399592" y="46336"/>
                </a:lnTo>
                <a:lnTo>
                  <a:pt x="1399239" y="46906"/>
                </a:lnTo>
                <a:lnTo>
                  <a:pt x="1398894" y="47486"/>
                </a:lnTo>
                <a:lnTo>
                  <a:pt x="1398557" y="48078"/>
                </a:lnTo>
                <a:lnTo>
                  <a:pt x="1398228" y="48680"/>
                </a:lnTo>
                <a:lnTo>
                  <a:pt x="1397907" y="49294"/>
                </a:lnTo>
                <a:lnTo>
                  <a:pt x="1397593" y="49919"/>
                </a:lnTo>
                <a:lnTo>
                  <a:pt x="1397288" y="50555"/>
                </a:lnTo>
                <a:lnTo>
                  <a:pt x="1396990" y="51201"/>
                </a:lnTo>
                <a:lnTo>
                  <a:pt x="1396700" y="51859"/>
                </a:lnTo>
                <a:lnTo>
                  <a:pt x="1396418" y="52528"/>
                </a:lnTo>
                <a:lnTo>
                  <a:pt x="1396143" y="53208"/>
                </a:lnTo>
                <a:lnTo>
                  <a:pt x="1395877" y="53899"/>
                </a:lnTo>
                <a:lnTo>
                  <a:pt x="1395618" y="54601"/>
                </a:lnTo>
                <a:lnTo>
                  <a:pt x="1395368" y="55315"/>
                </a:lnTo>
                <a:lnTo>
                  <a:pt x="1395129" y="56042"/>
                </a:lnTo>
                <a:lnTo>
                  <a:pt x="1394901" y="56782"/>
                </a:lnTo>
                <a:lnTo>
                  <a:pt x="1394683" y="57535"/>
                </a:lnTo>
                <a:lnTo>
                  <a:pt x="1394476" y="58301"/>
                </a:lnTo>
                <a:lnTo>
                  <a:pt x="1394280" y="59080"/>
                </a:lnTo>
                <a:lnTo>
                  <a:pt x="1394094" y="59872"/>
                </a:lnTo>
                <a:lnTo>
                  <a:pt x="1393919" y="60677"/>
                </a:lnTo>
                <a:lnTo>
                  <a:pt x="1393754" y="61494"/>
                </a:lnTo>
                <a:lnTo>
                  <a:pt x="1393600" y="62325"/>
                </a:lnTo>
                <a:lnTo>
                  <a:pt x="1393457" y="63169"/>
                </a:lnTo>
                <a:lnTo>
                  <a:pt x="1393324" y="64026"/>
                </a:lnTo>
                <a:lnTo>
                  <a:pt x="1393202" y="64896"/>
                </a:lnTo>
                <a:lnTo>
                  <a:pt x="1393091" y="65779"/>
                </a:lnTo>
                <a:lnTo>
                  <a:pt x="1392990" y="66675"/>
                </a:lnTo>
                <a:lnTo>
                  <a:pt x="1392900" y="67584"/>
                </a:lnTo>
                <a:lnTo>
                  <a:pt x="1392820" y="68506"/>
                </a:lnTo>
                <a:lnTo>
                  <a:pt x="1392751" y="69441"/>
                </a:lnTo>
                <a:lnTo>
                  <a:pt x="1392693" y="70388"/>
                </a:lnTo>
                <a:lnTo>
                  <a:pt x="1392645" y="71349"/>
                </a:lnTo>
                <a:lnTo>
                  <a:pt x="1392608" y="72323"/>
                </a:lnTo>
                <a:lnTo>
                  <a:pt x="1392581" y="73310"/>
                </a:lnTo>
                <a:lnTo>
                  <a:pt x="1392565" y="74310"/>
                </a:lnTo>
                <a:lnTo>
                  <a:pt x="1392560" y="75323"/>
                </a:lnTo>
                <a:lnTo>
                  <a:pt x="1392577" y="77194"/>
                </a:lnTo>
                <a:lnTo>
                  <a:pt x="1392630" y="79027"/>
                </a:lnTo>
                <a:lnTo>
                  <a:pt x="1392718" y="80821"/>
                </a:lnTo>
                <a:lnTo>
                  <a:pt x="1392840" y="82576"/>
                </a:lnTo>
                <a:lnTo>
                  <a:pt x="1392998" y="84293"/>
                </a:lnTo>
                <a:lnTo>
                  <a:pt x="1393191" y="85970"/>
                </a:lnTo>
                <a:lnTo>
                  <a:pt x="1393419" y="87609"/>
                </a:lnTo>
                <a:lnTo>
                  <a:pt x="1393682" y="89209"/>
                </a:lnTo>
                <a:lnTo>
                  <a:pt x="1393980" y="90770"/>
                </a:lnTo>
                <a:lnTo>
                  <a:pt x="1394313" y="92292"/>
                </a:lnTo>
                <a:lnTo>
                  <a:pt x="1394681" y="93775"/>
                </a:lnTo>
                <a:lnTo>
                  <a:pt x="1395085" y="95219"/>
                </a:lnTo>
                <a:lnTo>
                  <a:pt x="1395523" y="96625"/>
                </a:lnTo>
                <a:lnTo>
                  <a:pt x="1395996" y="97992"/>
                </a:lnTo>
                <a:lnTo>
                  <a:pt x="1396505" y="99320"/>
                </a:lnTo>
                <a:lnTo>
                  <a:pt x="1397048" y="100609"/>
                </a:lnTo>
                <a:lnTo>
                  <a:pt x="1397627" y="101859"/>
                </a:lnTo>
                <a:lnTo>
                  <a:pt x="1398241" y="103071"/>
                </a:lnTo>
                <a:lnTo>
                  <a:pt x="1398890" y="104243"/>
                </a:lnTo>
                <a:lnTo>
                  <a:pt x="1399573" y="105377"/>
                </a:lnTo>
                <a:lnTo>
                  <a:pt x="1400292" y="106472"/>
                </a:lnTo>
                <a:lnTo>
                  <a:pt x="1401046" y="107528"/>
                </a:lnTo>
                <a:lnTo>
                  <a:pt x="1401835" y="108545"/>
                </a:lnTo>
                <a:lnTo>
                  <a:pt x="1402659" y="109524"/>
                </a:lnTo>
                <a:lnTo>
                  <a:pt x="1403517" y="110463"/>
                </a:lnTo>
                <a:lnTo>
                  <a:pt x="1404406" y="111362"/>
                </a:lnTo>
                <a:lnTo>
                  <a:pt x="1405328" y="112221"/>
                </a:lnTo>
                <a:lnTo>
                  <a:pt x="1406282" y="113040"/>
                </a:lnTo>
                <a:lnTo>
                  <a:pt x="1407267" y="113819"/>
                </a:lnTo>
                <a:lnTo>
                  <a:pt x="1408285" y="114558"/>
                </a:lnTo>
                <a:lnTo>
                  <a:pt x="1409334" y="115257"/>
                </a:lnTo>
                <a:lnTo>
                  <a:pt x="1410416" y="115917"/>
                </a:lnTo>
                <a:lnTo>
                  <a:pt x="1411529" y="116536"/>
                </a:lnTo>
                <a:lnTo>
                  <a:pt x="1412675" y="117115"/>
                </a:lnTo>
                <a:lnTo>
                  <a:pt x="1413853" y="117655"/>
                </a:lnTo>
                <a:lnTo>
                  <a:pt x="1415062" y="118154"/>
                </a:lnTo>
                <a:lnTo>
                  <a:pt x="1416304" y="118614"/>
                </a:lnTo>
                <a:lnTo>
                  <a:pt x="1417577" y="119033"/>
                </a:lnTo>
                <a:lnTo>
                  <a:pt x="1418883" y="119413"/>
                </a:lnTo>
                <a:lnTo>
                  <a:pt x="1420220" y="119753"/>
                </a:lnTo>
                <a:lnTo>
                  <a:pt x="1421590" y="120052"/>
                </a:lnTo>
                <a:lnTo>
                  <a:pt x="1422991" y="120312"/>
                </a:lnTo>
                <a:lnTo>
                  <a:pt x="1424425" y="120532"/>
                </a:lnTo>
                <a:lnTo>
                  <a:pt x="1425890" y="120711"/>
                </a:lnTo>
                <a:lnTo>
                  <a:pt x="1427388" y="120851"/>
                </a:lnTo>
                <a:lnTo>
                  <a:pt x="1428917" y="120951"/>
                </a:lnTo>
                <a:lnTo>
                  <a:pt x="1430479" y="121011"/>
                </a:lnTo>
                <a:lnTo>
                  <a:pt x="1432072" y="121031"/>
                </a:lnTo>
                <a:lnTo>
                  <a:pt x="1432792" y="121028"/>
                </a:lnTo>
                <a:lnTo>
                  <a:pt x="1433503" y="121018"/>
                </a:lnTo>
                <a:lnTo>
                  <a:pt x="1434205" y="121002"/>
                </a:lnTo>
                <a:lnTo>
                  <a:pt x="1434899" y="120978"/>
                </a:lnTo>
                <a:lnTo>
                  <a:pt x="1435583" y="120949"/>
                </a:lnTo>
                <a:lnTo>
                  <a:pt x="1436259" y="120913"/>
                </a:lnTo>
                <a:lnTo>
                  <a:pt x="1436926" y="120870"/>
                </a:lnTo>
                <a:lnTo>
                  <a:pt x="1437584" y="120820"/>
                </a:lnTo>
                <a:lnTo>
                  <a:pt x="1438234" y="120764"/>
                </a:lnTo>
                <a:lnTo>
                  <a:pt x="1438875" y="120702"/>
                </a:lnTo>
                <a:lnTo>
                  <a:pt x="1439506" y="120633"/>
                </a:lnTo>
                <a:lnTo>
                  <a:pt x="1440129" y="120557"/>
                </a:lnTo>
                <a:lnTo>
                  <a:pt x="1440744" y="120475"/>
                </a:lnTo>
                <a:lnTo>
                  <a:pt x="1441349" y="120386"/>
                </a:lnTo>
                <a:lnTo>
                  <a:pt x="1441946" y="120290"/>
                </a:lnTo>
                <a:lnTo>
                  <a:pt x="1442534" y="120188"/>
                </a:lnTo>
                <a:lnTo>
                  <a:pt x="1443113" y="120080"/>
                </a:lnTo>
                <a:lnTo>
                  <a:pt x="1443683" y="119965"/>
                </a:lnTo>
                <a:lnTo>
                  <a:pt x="1444244" y="119843"/>
                </a:lnTo>
                <a:lnTo>
                  <a:pt x="1444797" y="119714"/>
                </a:lnTo>
                <a:lnTo>
                  <a:pt x="1445341" y="119579"/>
                </a:lnTo>
                <a:lnTo>
                  <a:pt x="1445876" y="119438"/>
                </a:lnTo>
                <a:lnTo>
                  <a:pt x="1446402" y="119290"/>
                </a:lnTo>
                <a:lnTo>
                  <a:pt x="1446919" y="119135"/>
                </a:lnTo>
                <a:lnTo>
                  <a:pt x="1447429" y="118975"/>
                </a:lnTo>
                <a:lnTo>
                  <a:pt x="1447931" y="118811"/>
                </a:lnTo>
                <a:lnTo>
                  <a:pt x="1448426" y="118644"/>
                </a:lnTo>
                <a:lnTo>
                  <a:pt x="1448914" y="118473"/>
                </a:lnTo>
                <a:lnTo>
                  <a:pt x="1449395" y="118298"/>
                </a:lnTo>
                <a:lnTo>
                  <a:pt x="1449869" y="118120"/>
                </a:lnTo>
                <a:lnTo>
                  <a:pt x="1450336" y="117938"/>
                </a:lnTo>
                <a:lnTo>
                  <a:pt x="1450795" y="117753"/>
                </a:lnTo>
                <a:lnTo>
                  <a:pt x="1451248" y="117564"/>
                </a:lnTo>
                <a:lnTo>
                  <a:pt x="1451693" y="117371"/>
                </a:lnTo>
                <a:lnTo>
                  <a:pt x="1452131" y="117174"/>
                </a:lnTo>
                <a:lnTo>
                  <a:pt x="1452562" y="116974"/>
                </a:lnTo>
                <a:lnTo>
                  <a:pt x="1452986" y="116770"/>
                </a:lnTo>
                <a:lnTo>
                  <a:pt x="1453403" y="116563"/>
                </a:lnTo>
                <a:lnTo>
                  <a:pt x="1453813" y="116352"/>
                </a:lnTo>
                <a:lnTo>
                  <a:pt x="1454215" y="116137"/>
                </a:lnTo>
                <a:lnTo>
                  <a:pt x="1454611" y="115919"/>
                </a:lnTo>
                <a:lnTo>
                  <a:pt x="1454999" y="115697"/>
                </a:lnTo>
                <a:lnTo>
                  <a:pt x="1455380" y="115472"/>
                </a:lnTo>
                <a:lnTo>
                  <a:pt x="1455755" y="115242"/>
                </a:lnTo>
                <a:lnTo>
                  <a:pt x="1456121" y="115009"/>
                </a:lnTo>
                <a:lnTo>
                  <a:pt x="1456481" y="114773"/>
                </a:lnTo>
                <a:lnTo>
                  <a:pt x="1456834" y="114533"/>
                </a:lnTo>
                <a:lnTo>
                  <a:pt x="1457180" y="114289"/>
                </a:lnTo>
                <a:lnTo>
                  <a:pt x="1457519" y="114042"/>
                </a:lnTo>
                <a:lnTo>
                  <a:pt x="1457852" y="113793"/>
                </a:lnTo>
                <a:lnTo>
                  <a:pt x="1458180" y="113541"/>
                </a:lnTo>
                <a:lnTo>
                  <a:pt x="1458502" y="113286"/>
                </a:lnTo>
                <a:lnTo>
                  <a:pt x="1458818" y="113030"/>
                </a:lnTo>
                <a:lnTo>
                  <a:pt x="1459129" y="112770"/>
                </a:lnTo>
                <a:lnTo>
                  <a:pt x="1459433" y="112508"/>
                </a:lnTo>
                <a:lnTo>
                  <a:pt x="1459732" y="112244"/>
                </a:lnTo>
                <a:lnTo>
                  <a:pt x="1460026" y="111977"/>
                </a:lnTo>
                <a:lnTo>
                  <a:pt x="1460313" y="111707"/>
                </a:lnTo>
                <a:lnTo>
                  <a:pt x="1460595" y="111435"/>
                </a:lnTo>
                <a:lnTo>
                  <a:pt x="1460871" y="111161"/>
                </a:lnTo>
                <a:lnTo>
                  <a:pt x="1461142" y="110884"/>
                </a:lnTo>
                <a:lnTo>
                  <a:pt x="1461406" y="110604"/>
                </a:lnTo>
                <a:lnTo>
                  <a:pt x="1461665" y="110322"/>
                </a:lnTo>
                <a:lnTo>
                  <a:pt x="1461919" y="110037"/>
                </a:lnTo>
                <a:lnTo>
                  <a:pt x="1462166" y="109750"/>
                </a:lnTo>
                <a:lnTo>
                  <a:pt x="1462408" y="109461"/>
                </a:lnTo>
                <a:lnTo>
                  <a:pt x="1462644" y="109169"/>
                </a:lnTo>
                <a:lnTo>
                  <a:pt x="1462874" y="108874"/>
                </a:lnTo>
                <a:lnTo>
                  <a:pt x="1463099" y="108577"/>
                </a:lnTo>
                <a:lnTo>
                  <a:pt x="1463318" y="108277"/>
                </a:lnTo>
                <a:lnTo>
                  <a:pt x="1463531" y="107975"/>
                </a:lnTo>
                <a:lnTo>
                  <a:pt x="1463738" y="107670"/>
                </a:lnTo>
                <a:lnTo>
                  <a:pt x="1463941" y="107364"/>
                </a:lnTo>
                <a:lnTo>
                  <a:pt x="1464140" y="107058"/>
                </a:lnTo>
                <a:lnTo>
                  <a:pt x="1464335" y="106752"/>
                </a:lnTo>
                <a:lnTo>
                  <a:pt x="1464526" y="106447"/>
                </a:lnTo>
                <a:lnTo>
                  <a:pt x="1464714" y="106141"/>
                </a:lnTo>
                <a:lnTo>
                  <a:pt x="1464897" y="105836"/>
                </a:lnTo>
                <a:lnTo>
                  <a:pt x="1465077" y="105530"/>
                </a:lnTo>
                <a:lnTo>
                  <a:pt x="1465254" y="105225"/>
                </a:lnTo>
                <a:lnTo>
                  <a:pt x="1465426" y="104920"/>
                </a:lnTo>
                <a:lnTo>
                  <a:pt x="1465595" y="104615"/>
                </a:lnTo>
                <a:lnTo>
                  <a:pt x="1465760" y="104311"/>
                </a:lnTo>
                <a:lnTo>
                  <a:pt x="1465921" y="104006"/>
                </a:lnTo>
                <a:lnTo>
                  <a:pt x="1466078" y="103702"/>
                </a:lnTo>
                <a:lnTo>
                  <a:pt x="1466232" y="103397"/>
                </a:lnTo>
                <a:lnTo>
                  <a:pt x="1466382" y="103093"/>
                </a:lnTo>
                <a:lnTo>
                  <a:pt x="1466528" y="102789"/>
                </a:lnTo>
                <a:lnTo>
                  <a:pt x="1466670" y="102485"/>
                </a:lnTo>
                <a:lnTo>
                  <a:pt x="1466809" y="102182"/>
                </a:lnTo>
                <a:lnTo>
                  <a:pt x="1466943" y="101878"/>
                </a:lnTo>
                <a:lnTo>
                  <a:pt x="1467074" y="101575"/>
                </a:lnTo>
                <a:lnTo>
                  <a:pt x="1467202" y="101271"/>
                </a:lnTo>
                <a:lnTo>
                  <a:pt x="1467325" y="100968"/>
                </a:lnTo>
                <a:lnTo>
                  <a:pt x="1467445" y="100665"/>
                </a:lnTo>
                <a:lnTo>
                  <a:pt x="1467561" y="100362"/>
                </a:lnTo>
                <a:lnTo>
                  <a:pt x="1454846" y="96728"/>
                </a:lnTo>
                <a:lnTo>
                  <a:pt x="1454672" y="97208"/>
                </a:lnTo>
                <a:lnTo>
                  <a:pt x="1454485" y="97680"/>
                </a:lnTo>
                <a:lnTo>
                  <a:pt x="1454286" y="98145"/>
                </a:lnTo>
                <a:lnTo>
                  <a:pt x="1454074" y="98604"/>
                </a:lnTo>
                <a:lnTo>
                  <a:pt x="1453849" y="99055"/>
                </a:lnTo>
                <a:lnTo>
                  <a:pt x="1453611" y="99500"/>
                </a:lnTo>
                <a:lnTo>
                  <a:pt x="1453361" y="99937"/>
                </a:lnTo>
                <a:lnTo>
                  <a:pt x="1453098" y="100368"/>
                </a:lnTo>
                <a:lnTo>
                  <a:pt x="1452822" y="100791"/>
                </a:lnTo>
                <a:lnTo>
                  <a:pt x="1452534" y="101207"/>
                </a:lnTo>
                <a:lnTo>
                  <a:pt x="1452233" y="101617"/>
                </a:lnTo>
                <a:lnTo>
                  <a:pt x="1451919" y="102019"/>
                </a:lnTo>
                <a:lnTo>
                  <a:pt x="1451592" y="102415"/>
                </a:lnTo>
                <a:lnTo>
                  <a:pt x="1451253" y="102803"/>
                </a:lnTo>
                <a:lnTo>
                  <a:pt x="1450901" y="103185"/>
                </a:lnTo>
                <a:lnTo>
                  <a:pt x="1450536" y="103560"/>
                </a:lnTo>
                <a:lnTo>
                  <a:pt x="1450159" y="103927"/>
                </a:lnTo>
                <a:lnTo>
                  <a:pt x="1449769" y="104288"/>
                </a:lnTo>
                <a:lnTo>
                  <a:pt x="1449366" y="104641"/>
                </a:lnTo>
                <a:lnTo>
                  <a:pt x="1448950" y="104988"/>
                </a:lnTo>
                <a:lnTo>
                  <a:pt x="1448522" y="105328"/>
                </a:lnTo>
                <a:lnTo>
                  <a:pt x="1448081" y="105660"/>
                </a:lnTo>
                <a:lnTo>
                  <a:pt x="1447627" y="105986"/>
                </a:lnTo>
                <a:lnTo>
                  <a:pt x="1447161" y="106305"/>
                </a:lnTo>
                <a:lnTo>
                  <a:pt x="1446681" y="106613"/>
                </a:lnTo>
                <a:lnTo>
                  <a:pt x="1446189" y="106909"/>
                </a:lnTo>
                <a:lnTo>
                  <a:pt x="1445684" y="107191"/>
                </a:lnTo>
                <a:lnTo>
                  <a:pt x="1445166" y="107460"/>
                </a:lnTo>
                <a:lnTo>
                  <a:pt x="1444634" y="107716"/>
                </a:lnTo>
                <a:lnTo>
                  <a:pt x="1444090" y="107959"/>
                </a:lnTo>
                <a:lnTo>
                  <a:pt x="1443533" y="108189"/>
                </a:lnTo>
                <a:lnTo>
                  <a:pt x="1442963" y="108406"/>
                </a:lnTo>
                <a:lnTo>
                  <a:pt x="1442379" y="108609"/>
                </a:lnTo>
                <a:lnTo>
                  <a:pt x="1441783" y="108800"/>
                </a:lnTo>
                <a:lnTo>
                  <a:pt x="1441174" y="108977"/>
                </a:lnTo>
                <a:lnTo>
                  <a:pt x="1440552" y="109141"/>
                </a:lnTo>
                <a:lnTo>
                  <a:pt x="1439917" y="109292"/>
                </a:lnTo>
                <a:lnTo>
                  <a:pt x="1439268" y="109430"/>
                </a:lnTo>
                <a:lnTo>
                  <a:pt x="1438607" y="109555"/>
                </a:lnTo>
                <a:lnTo>
                  <a:pt x="1437933" y="109667"/>
                </a:lnTo>
                <a:lnTo>
                  <a:pt x="1437246" y="109765"/>
                </a:lnTo>
                <a:lnTo>
                  <a:pt x="1436546" y="109850"/>
                </a:lnTo>
                <a:lnTo>
                  <a:pt x="1435833" y="109923"/>
                </a:lnTo>
                <a:lnTo>
                  <a:pt x="1435107" y="109982"/>
                </a:lnTo>
                <a:lnTo>
                  <a:pt x="1434367" y="110028"/>
                </a:lnTo>
                <a:lnTo>
                  <a:pt x="1433615" y="110061"/>
                </a:lnTo>
                <a:lnTo>
                  <a:pt x="1432850" y="110080"/>
                </a:lnTo>
                <a:lnTo>
                  <a:pt x="1432072" y="110087"/>
                </a:lnTo>
                <a:lnTo>
                  <a:pt x="1431539" y="110083"/>
                </a:lnTo>
                <a:lnTo>
                  <a:pt x="1431012" y="110071"/>
                </a:lnTo>
                <a:lnTo>
                  <a:pt x="1430492" y="110051"/>
                </a:lnTo>
                <a:lnTo>
                  <a:pt x="1429978" y="110023"/>
                </a:lnTo>
                <a:lnTo>
                  <a:pt x="1429470" y="109987"/>
                </a:lnTo>
                <a:lnTo>
                  <a:pt x="1428969" y="109943"/>
                </a:lnTo>
                <a:lnTo>
                  <a:pt x="1428474" y="109892"/>
                </a:lnTo>
                <a:lnTo>
                  <a:pt x="1427986" y="109832"/>
                </a:lnTo>
                <a:lnTo>
                  <a:pt x="1427504" y="109764"/>
                </a:lnTo>
                <a:lnTo>
                  <a:pt x="1427029" y="109689"/>
                </a:lnTo>
                <a:lnTo>
                  <a:pt x="1426560" y="109605"/>
                </a:lnTo>
                <a:lnTo>
                  <a:pt x="1426097" y="109513"/>
                </a:lnTo>
                <a:lnTo>
                  <a:pt x="1425641" y="109414"/>
                </a:lnTo>
                <a:lnTo>
                  <a:pt x="1425191" y="109306"/>
                </a:lnTo>
                <a:lnTo>
                  <a:pt x="1424748" y="109191"/>
                </a:lnTo>
                <a:lnTo>
                  <a:pt x="1424311" y="109068"/>
                </a:lnTo>
                <a:lnTo>
                  <a:pt x="1423880" y="108936"/>
                </a:lnTo>
                <a:lnTo>
                  <a:pt x="1423456" y="108797"/>
                </a:lnTo>
                <a:lnTo>
                  <a:pt x="1423039" y="108649"/>
                </a:lnTo>
                <a:lnTo>
                  <a:pt x="1422628" y="108494"/>
                </a:lnTo>
                <a:lnTo>
                  <a:pt x="1422223" y="108331"/>
                </a:lnTo>
                <a:lnTo>
                  <a:pt x="1421825" y="108160"/>
                </a:lnTo>
                <a:lnTo>
                  <a:pt x="1421433" y="107981"/>
                </a:lnTo>
                <a:lnTo>
                  <a:pt x="1421047" y="107793"/>
                </a:lnTo>
                <a:lnTo>
                  <a:pt x="1420668" y="107599"/>
                </a:lnTo>
                <a:lnTo>
                  <a:pt x="1420294" y="107398"/>
                </a:lnTo>
                <a:lnTo>
                  <a:pt x="1419926" y="107191"/>
                </a:lnTo>
                <a:lnTo>
                  <a:pt x="1419564" y="106977"/>
                </a:lnTo>
                <a:lnTo>
                  <a:pt x="1419208" y="106757"/>
                </a:lnTo>
                <a:lnTo>
                  <a:pt x="1418857" y="106531"/>
                </a:lnTo>
                <a:lnTo>
                  <a:pt x="1418512" y="106298"/>
                </a:lnTo>
                <a:lnTo>
                  <a:pt x="1418173" y="106059"/>
                </a:lnTo>
                <a:lnTo>
                  <a:pt x="1417839" y="105813"/>
                </a:lnTo>
                <a:lnTo>
                  <a:pt x="1417511" y="105561"/>
                </a:lnTo>
                <a:lnTo>
                  <a:pt x="1417189" y="105302"/>
                </a:lnTo>
                <a:lnTo>
                  <a:pt x="1416873" y="105037"/>
                </a:lnTo>
                <a:lnTo>
                  <a:pt x="1416562" y="104766"/>
                </a:lnTo>
                <a:lnTo>
                  <a:pt x="1416257" y="104488"/>
                </a:lnTo>
                <a:lnTo>
                  <a:pt x="1415958" y="104204"/>
                </a:lnTo>
                <a:lnTo>
                  <a:pt x="1415665" y="103913"/>
                </a:lnTo>
                <a:lnTo>
                  <a:pt x="1415377" y="103616"/>
                </a:lnTo>
                <a:lnTo>
                  <a:pt x="1415095" y="103312"/>
                </a:lnTo>
                <a:lnTo>
                  <a:pt x="1414819" y="103002"/>
                </a:lnTo>
                <a:lnTo>
                  <a:pt x="1414548" y="102686"/>
                </a:lnTo>
                <a:lnTo>
                  <a:pt x="1414283" y="102363"/>
                </a:lnTo>
                <a:lnTo>
                  <a:pt x="1414024" y="102033"/>
                </a:lnTo>
                <a:lnTo>
                  <a:pt x="1413771" y="101698"/>
                </a:lnTo>
                <a:lnTo>
                  <a:pt x="1413523" y="101356"/>
                </a:lnTo>
                <a:lnTo>
                  <a:pt x="1413281" y="101007"/>
                </a:lnTo>
                <a:lnTo>
                  <a:pt x="1413044" y="100654"/>
                </a:lnTo>
                <a:lnTo>
                  <a:pt x="1412813" y="100294"/>
                </a:lnTo>
                <a:lnTo>
                  <a:pt x="1412586" y="99929"/>
                </a:lnTo>
                <a:lnTo>
                  <a:pt x="1412366" y="99559"/>
                </a:lnTo>
                <a:lnTo>
                  <a:pt x="1412150" y="99183"/>
                </a:lnTo>
                <a:lnTo>
                  <a:pt x="1411940" y="98801"/>
                </a:lnTo>
                <a:lnTo>
                  <a:pt x="1411735" y="98414"/>
                </a:lnTo>
                <a:lnTo>
                  <a:pt x="1411535" y="98021"/>
                </a:lnTo>
                <a:lnTo>
                  <a:pt x="1411341" y="97622"/>
                </a:lnTo>
                <a:lnTo>
                  <a:pt x="1411152" y="97218"/>
                </a:lnTo>
                <a:lnTo>
                  <a:pt x="1410968" y="96809"/>
                </a:lnTo>
                <a:lnTo>
                  <a:pt x="1410790" y="96394"/>
                </a:lnTo>
                <a:lnTo>
                  <a:pt x="1410617" y="95973"/>
                </a:lnTo>
                <a:lnTo>
                  <a:pt x="1410449" y="95546"/>
                </a:lnTo>
                <a:lnTo>
                  <a:pt x="1410286" y="95114"/>
                </a:lnTo>
                <a:lnTo>
                  <a:pt x="1410129" y="94677"/>
                </a:lnTo>
                <a:lnTo>
                  <a:pt x="1409977" y="94234"/>
                </a:lnTo>
                <a:lnTo>
                  <a:pt x="1409831" y="93785"/>
                </a:lnTo>
                <a:lnTo>
                  <a:pt x="1409689" y="93331"/>
                </a:lnTo>
                <a:lnTo>
                  <a:pt x="1409553" y="92871"/>
                </a:lnTo>
                <a:lnTo>
                  <a:pt x="1409423" y="92405"/>
                </a:lnTo>
                <a:lnTo>
                  <a:pt x="1409298" y="91934"/>
                </a:lnTo>
                <a:lnTo>
                  <a:pt x="1409178" y="91457"/>
                </a:lnTo>
                <a:lnTo>
                  <a:pt x="1409063" y="90976"/>
                </a:lnTo>
                <a:lnTo>
                  <a:pt x="1408953" y="90491"/>
                </a:lnTo>
                <a:lnTo>
                  <a:pt x="1408847" y="90002"/>
                </a:lnTo>
                <a:lnTo>
                  <a:pt x="1408747" y="89509"/>
                </a:lnTo>
                <a:lnTo>
                  <a:pt x="1408652" y="89013"/>
                </a:lnTo>
                <a:lnTo>
                  <a:pt x="1408561" y="88513"/>
                </a:lnTo>
                <a:lnTo>
                  <a:pt x="1408476" y="88009"/>
                </a:lnTo>
                <a:lnTo>
                  <a:pt x="1408395" y="87501"/>
                </a:lnTo>
                <a:lnTo>
                  <a:pt x="1408319" y="86989"/>
                </a:lnTo>
                <a:lnTo>
                  <a:pt x="1408248" y="86474"/>
                </a:lnTo>
                <a:lnTo>
                  <a:pt x="1408182" y="85955"/>
                </a:lnTo>
                <a:lnTo>
                  <a:pt x="1408121" y="85432"/>
                </a:lnTo>
                <a:lnTo>
                  <a:pt x="1408065" y="84905"/>
                </a:lnTo>
                <a:lnTo>
                  <a:pt x="1408014" y="84375"/>
                </a:lnTo>
                <a:lnTo>
                  <a:pt x="1407967" y="83841"/>
                </a:lnTo>
                <a:lnTo>
                  <a:pt x="1407926" y="83303"/>
                </a:lnTo>
                <a:lnTo>
                  <a:pt x="1407889" y="82761"/>
                </a:lnTo>
                <a:lnTo>
                  <a:pt x="1407857" y="82216"/>
                </a:lnTo>
                <a:lnTo>
                  <a:pt x="1407830" y="81666"/>
                </a:lnTo>
                <a:lnTo>
                  <a:pt x="1407808" y="81113"/>
                </a:lnTo>
                <a:lnTo>
                  <a:pt x="1407791" y="80556"/>
                </a:lnTo>
                <a:lnTo>
                  <a:pt x="1407779" y="79996"/>
                </a:lnTo>
                <a:lnTo>
                  <a:pt x="1407772" y="79432"/>
                </a:lnTo>
                <a:lnTo>
                  <a:pt x="1407769" y="78863"/>
                </a:lnTo>
                <a:lnTo>
                  <a:pt x="1469894" y="78863"/>
                </a:lnTo>
                <a:lnTo>
                  <a:pt x="1469894" y="76935"/>
                </a:lnTo>
                <a:lnTo>
                  <a:pt x="1469891" y="76120"/>
                </a:lnTo>
                <a:lnTo>
                  <a:pt x="1469881" y="75311"/>
                </a:lnTo>
                <a:lnTo>
                  <a:pt x="1469865" y="74506"/>
                </a:lnTo>
                <a:lnTo>
                  <a:pt x="1469842" y="73706"/>
                </a:lnTo>
                <a:close/>
                <a:moveTo>
                  <a:pt x="1408152" y="64612"/>
                </a:moveTo>
                <a:lnTo>
                  <a:pt x="1408217" y="64011"/>
                </a:lnTo>
                <a:lnTo>
                  <a:pt x="1408289" y="63421"/>
                </a:lnTo>
                <a:lnTo>
                  <a:pt x="1408368" y="62839"/>
                </a:lnTo>
                <a:lnTo>
                  <a:pt x="1408455" y="62268"/>
                </a:lnTo>
                <a:lnTo>
                  <a:pt x="1408548" y="61705"/>
                </a:lnTo>
                <a:lnTo>
                  <a:pt x="1408648" y="61153"/>
                </a:lnTo>
                <a:lnTo>
                  <a:pt x="1408755" y="60610"/>
                </a:lnTo>
                <a:lnTo>
                  <a:pt x="1408869" y="60077"/>
                </a:lnTo>
                <a:lnTo>
                  <a:pt x="1408990" y="59553"/>
                </a:lnTo>
                <a:lnTo>
                  <a:pt x="1409118" y="59039"/>
                </a:lnTo>
                <a:lnTo>
                  <a:pt x="1409254" y="58534"/>
                </a:lnTo>
                <a:lnTo>
                  <a:pt x="1409396" y="58039"/>
                </a:lnTo>
                <a:lnTo>
                  <a:pt x="1409545" y="57553"/>
                </a:lnTo>
                <a:lnTo>
                  <a:pt x="1409701" y="57078"/>
                </a:lnTo>
                <a:lnTo>
                  <a:pt x="1409864" y="56611"/>
                </a:lnTo>
                <a:lnTo>
                  <a:pt x="1410034" y="56155"/>
                </a:lnTo>
                <a:lnTo>
                  <a:pt x="1410211" y="55708"/>
                </a:lnTo>
                <a:lnTo>
                  <a:pt x="1410395" y="55270"/>
                </a:lnTo>
                <a:lnTo>
                  <a:pt x="1410586" y="54842"/>
                </a:lnTo>
                <a:lnTo>
                  <a:pt x="1410782" y="54423"/>
                </a:lnTo>
                <a:lnTo>
                  <a:pt x="1410982" y="54010"/>
                </a:lnTo>
                <a:lnTo>
                  <a:pt x="1411186" y="53605"/>
                </a:lnTo>
                <a:lnTo>
                  <a:pt x="1411393" y="53208"/>
                </a:lnTo>
                <a:lnTo>
                  <a:pt x="1411604" y="52818"/>
                </a:lnTo>
                <a:lnTo>
                  <a:pt x="1411818" y="52435"/>
                </a:lnTo>
                <a:lnTo>
                  <a:pt x="1412036" y="52059"/>
                </a:lnTo>
                <a:lnTo>
                  <a:pt x="1412258" y="51691"/>
                </a:lnTo>
                <a:lnTo>
                  <a:pt x="1412483" y="51330"/>
                </a:lnTo>
                <a:lnTo>
                  <a:pt x="1412712" y="50977"/>
                </a:lnTo>
                <a:lnTo>
                  <a:pt x="1412945" y="50631"/>
                </a:lnTo>
                <a:lnTo>
                  <a:pt x="1413181" y="50292"/>
                </a:lnTo>
                <a:lnTo>
                  <a:pt x="1413421" y="49961"/>
                </a:lnTo>
                <a:lnTo>
                  <a:pt x="1413664" y="49637"/>
                </a:lnTo>
                <a:lnTo>
                  <a:pt x="1413912" y="49321"/>
                </a:lnTo>
                <a:lnTo>
                  <a:pt x="1414162" y="49011"/>
                </a:lnTo>
                <a:lnTo>
                  <a:pt x="1414417" y="48709"/>
                </a:lnTo>
                <a:lnTo>
                  <a:pt x="1414675" y="48415"/>
                </a:lnTo>
                <a:lnTo>
                  <a:pt x="1414936" y="48128"/>
                </a:lnTo>
                <a:lnTo>
                  <a:pt x="1415202" y="47848"/>
                </a:lnTo>
                <a:lnTo>
                  <a:pt x="1415471" y="47576"/>
                </a:lnTo>
                <a:lnTo>
                  <a:pt x="1415743" y="47311"/>
                </a:lnTo>
                <a:lnTo>
                  <a:pt x="1416020" y="47053"/>
                </a:lnTo>
                <a:lnTo>
                  <a:pt x="1416299" y="46802"/>
                </a:lnTo>
                <a:lnTo>
                  <a:pt x="1416582" y="46559"/>
                </a:lnTo>
                <a:lnTo>
                  <a:pt x="1416867" y="46322"/>
                </a:lnTo>
                <a:lnTo>
                  <a:pt x="1417154" y="46091"/>
                </a:lnTo>
                <a:lnTo>
                  <a:pt x="1417443" y="45866"/>
                </a:lnTo>
                <a:lnTo>
                  <a:pt x="1417734" y="45647"/>
                </a:lnTo>
                <a:lnTo>
                  <a:pt x="1418027" y="45435"/>
                </a:lnTo>
                <a:lnTo>
                  <a:pt x="1418322" y="45229"/>
                </a:lnTo>
                <a:lnTo>
                  <a:pt x="1418620" y="45029"/>
                </a:lnTo>
                <a:lnTo>
                  <a:pt x="1418919" y="44836"/>
                </a:lnTo>
                <a:lnTo>
                  <a:pt x="1419221" y="44649"/>
                </a:lnTo>
                <a:lnTo>
                  <a:pt x="1419524" y="44468"/>
                </a:lnTo>
                <a:lnTo>
                  <a:pt x="1419830" y="44293"/>
                </a:lnTo>
                <a:lnTo>
                  <a:pt x="1420138" y="44124"/>
                </a:lnTo>
                <a:lnTo>
                  <a:pt x="1420448" y="43962"/>
                </a:lnTo>
                <a:lnTo>
                  <a:pt x="1420760" y="43806"/>
                </a:lnTo>
                <a:lnTo>
                  <a:pt x="1421074" y="43656"/>
                </a:lnTo>
                <a:lnTo>
                  <a:pt x="1421390" y="43513"/>
                </a:lnTo>
                <a:lnTo>
                  <a:pt x="1421709" y="43375"/>
                </a:lnTo>
                <a:lnTo>
                  <a:pt x="1422029" y="43244"/>
                </a:lnTo>
                <a:lnTo>
                  <a:pt x="1422352" y="43120"/>
                </a:lnTo>
                <a:lnTo>
                  <a:pt x="1422676" y="43001"/>
                </a:lnTo>
                <a:lnTo>
                  <a:pt x="1423003" y="42889"/>
                </a:lnTo>
                <a:lnTo>
                  <a:pt x="1423332" y="42783"/>
                </a:lnTo>
                <a:lnTo>
                  <a:pt x="1423663" y="42683"/>
                </a:lnTo>
                <a:lnTo>
                  <a:pt x="1423994" y="42589"/>
                </a:lnTo>
                <a:lnTo>
                  <a:pt x="1424324" y="42498"/>
                </a:lnTo>
                <a:lnTo>
                  <a:pt x="1424653" y="42412"/>
                </a:lnTo>
                <a:lnTo>
                  <a:pt x="1424980" y="42329"/>
                </a:lnTo>
                <a:lnTo>
                  <a:pt x="1425307" y="42251"/>
                </a:lnTo>
                <a:lnTo>
                  <a:pt x="1425632" y="42176"/>
                </a:lnTo>
                <a:lnTo>
                  <a:pt x="1425955" y="42106"/>
                </a:lnTo>
                <a:lnTo>
                  <a:pt x="1426278" y="42039"/>
                </a:lnTo>
                <a:lnTo>
                  <a:pt x="1426599" y="41977"/>
                </a:lnTo>
                <a:lnTo>
                  <a:pt x="1426919" y="41918"/>
                </a:lnTo>
                <a:lnTo>
                  <a:pt x="1427238" y="41864"/>
                </a:lnTo>
                <a:lnTo>
                  <a:pt x="1427556" y="41814"/>
                </a:lnTo>
                <a:lnTo>
                  <a:pt x="1427872" y="41768"/>
                </a:lnTo>
                <a:lnTo>
                  <a:pt x="1428187" y="41725"/>
                </a:lnTo>
                <a:lnTo>
                  <a:pt x="1428500" y="41687"/>
                </a:lnTo>
                <a:lnTo>
                  <a:pt x="1428813" y="41653"/>
                </a:lnTo>
                <a:lnTo>
                  <a:pt x="1429124" y="41623"/>
                </a:lnTo>
                <a:lnTo>
                  <a:pt x="1429434" y="41596"/>
                </a:lnTo>
                <a:lnTo>
                  <a:pt x="1429743" y="41574"/>
                </a:lnTo>
                <a:lnTo>
                  <a:pt x="1430050" y="41556"/>
                </a:lnTo>
                <a:lnTo>
                  <a:pt x="1430356" y="41542"/>
                </a:lnTo>
                <a:lnTo>
                  <a:pt x="1430661" y="41532"/>
                </a:lnTo>
                <a:lnTo>
                  <a:pt x="1430965" y="41526"/>
                </a:lnTo>
                <a:lnTo>
                  <a:pt x="1431267" y="41524"/>
                </a:lnTo>
                <a:lnTo>
                  <a:pt x="1432164" y="41535"/>
                </a:lnTo>
                <a:lnTo>
                  <a:pt x="1433043" y="41568"/>
                </a:lnTo>
                <a:lnTo>
                  <a:pt x="1433904" y="41622"/>
                </a:lnTo>
                <a:lnTo>
                  <a:pt x="1434748" y="41698"/>
                </a:lnTo>
                <a:lnTo>
                  <a:pt x="1435574" y="41797"/>
                </a:lnTo>
                <a:lnTo>
                  <a:pt x="1436382" y="41916"/>
                </a:lnTo>
                <a:lnTo>
                  <a:pt x="1437173" y="42058"/>
                </a:lnTo>
                <a:lnTo>
                  <a:pt x="1437947" y="42222"/>
                </a:lnTo>
                <a:lnTo>
                  <a:pt x="1438702" y="42407"/>
                </a:lnTo>
                <a:lnTo>
                  <a:pt x="1439440" y="42614"/>
                </a:lnTo>
                <a:lnTo>
                  <a:pt x="1440161" y="42843"/>
                </a:lnTo>
                <a:lnTo>
                  <a:pt x="1440864" y="43094"/>
                </a:lnTo>
                <a:lnTo>
                  <a:pt x="1441549" y="43366"/>
                </a:lnTo>
                <a:lnTo>
                  <a:pt x="1442217" y="43661"/>
                </a:lnTo>
                <a:lnTo>
                  <a:pt x="1442867" y="43977"/>
                </a:lnTo>
                <a:lnTo>
                  <a:pt x="1443499" y="44315"/>
                </a:lnTo>
                <a:lnTo>
                  <a:pt x="1444114" y="44675"/>
                </a:lnTo>
                <a:lnTo>
                  <a:pt x="1444711" y="45056"/>
                </a:lnTo>
                <a:lnTo>
                  <a:pt x="1445291" y="45460"/>
                </a:lnTo>
                <a:lnTo>
                  <a:pt x="1445853" y="45885"/>
                </a:lnTo>
                <a:lnTo>
                  <a:pt x="1446397" y="46332"/>
                </a:lnTo>
                <a:lnTo>
                  <a:pt x="1446924" y="46800"/>
                </a:lnTo>
                <a:lnTo>
                  <a:pt x="1447434" y="47291"/>
                </a:lnTo>
                <a:lnTo>
                  <a:pt x="1447925" y="47803"/>
                </a:lnTo>
                <a:lnTo>
                  <a:pt x="1448400" y="48339"/>
                </a:lnTo>
                <a:lnTo>
                  <a:pt x="1448859" y="48901"/>
                </a:lnTo>
                <a:lnTo>
                  <a:pt x="1449302" y="49488"/>
                </a:lnTo>
                <a:lnTo>
                  <a:pt x="1449729" y="50101"/>
                </a:lnTo>
                <a:lnTo>
                  <a:pt x="1450140" y="50740"/>
                </a:lnTo>
                <a:lnTo>
                  <a:pt x="1450536" y="51404"/>
                </a:lnTo>
                <a:lnTo>
                  <a:pt x="1450915" y="52094"/>
                </a:lnTo>
                <a:lnTo>
                  <a:pt x="1451278" y="52810"/>
                </a:lnTo>
                <a:lnTo>
                  <a:pt x="1451626" y="53552"/>
                </a:lnTo>
                <a:lnTo>
                  <a:pt x="1451957" y="54319"/>
                </a:lnTo>
                <a:lnTo>
                  <a:pt x="1452273" y="55112"/>
                </a:lnTo>
                <a:lnTo>
                  <a:pt x="1452572" y="55931"/>
                </a:lnTo>
                <a:lnTo>
                  <a:pt x="1452856" y="56775"/>
                </a:lnTo>
                <a:lnTo>
                  <a:pt x="1453124" y="57645"/>
                </a:lnTo>
                <a:lnTo>
                  <a:pt x="1453376" y="58540"/>
                </a:lnTo>
                <a:lnTo>
                  <a:pt x="1453612" y="59462"/>
                </a:lnTo>
                <a:lnTo>
                  <a:pt x="1453832" y="60409"/>
                </a:lnTo>
                <a:lnTo>
                  <a:pt x="1454036" y="61382"/>
                </a:lnTo>
                <a:lnTo>
                  <a:pt x="1454224" y="62380"/>
                </a:lnTo>
                <a:lnTo>
                  <a:pt x="1454397" y="63404"/>
                </a:lnTo>
                <a:lnTo>
                  <a:pt x="1454553" y="64454"/>
                </a:lnTo>
                <a:lnTo>
                  <a:pt x="1454693" y="65530"/>
                </a:lnTo>
                <a:lnTo>
                  <a:pt x="1454818" y="66631"/>
                </a:lnTo>
                <a:lnTo>
                  <a:pt x="1454926" y="67758"/>
                </a:lnTo>
                <a:lnTo>
                  <a:pt x="1407930" y="67758"/>
                </a:lnTo>
                <a:lnTo>
                  <a:pt x="1407961" y="67110"/>
                </a:lnTo>
                <a:lnTo>
                  <a:pt x="1407998" y="66471"/>
                </a:lnTo>
                <a:lnTo>
                  <a:pt x="1408042" y="65842"/>
                </a:lnTo>
                <a:lnTo>
                  <a:pt x="1408093" y="65222"/>
                </a:lnTo>
                <a:lnTo>
                  <a:pt x="1408152" y="64612"/>
                </a:lnTo>
                <a:close/>
                <a:moveTo>
                  <a:pt x="1690053" y="71233"/>
                </a:moveTo>
                <a:lnTo>
                  <a:pt x="1690010" y="70348"/>
                </a:lnTo>
                <a:lnTo>
                  <a:pt x="1689960" y="69473"/>
                </a:lnTo>
                <a:lnTo>
                  <a:pt x="1689901" y="68608"/>
                </a:lnTo>
                <a:lnTo>
                  <a:pt x="1689834" y="67752"/>
                </a:lnTo>
                <a:lnTo>
                  <a:pt x="1689760" y="66906"/>
                </a:lnTo>
                <a:lnTo>
                  <a:pt x="1689678" y="66070"/>
                </a:lnTo>
                <a:lnTo>
                  <a:pt x="1689588" y="65243"/>
                </a:lnTo>
                <a:lnTo>
                  <a:pt x="1689490" y="64427"/>
                </a:lnTo>
                <a:lnTo>
                  <a:pt x="1689385" y="63620"/>
                </a:lnTo>
                <a:lnTo>
                  <a:pt x="1689271" y="62823"/>
                </a:lnTo>
                <a:lnTo>
                  <a:pt x="1689150" y="62036"/>
                </a:lnTo>
                <a:lnTo>
                  <a:pt x="1689021" y="61258"/>
                </a:lnTo>
                <a:lnTo>
                  <a:pt x="1688884" y="60490"/>
                </a:lnTo>
                <a:lnTo>
                  <a:pt x="1688739" y="59732"/>
                </a:lnTo>
                <a:lnTo>
                  <a:pt x="1688587" y="58984"/>
                </a:lnTo>
                <a:lnTo>
                  <a:pt x="1688426" y="58246"/>
                </a:lnTo>
                <a:lnTo>
                  <a:pt x="1688258" y="57517"/>
                </a:lnTo>
                <a:lnTo>
                  <a:pt x="1688082" y="56799"/>
                </a:lnTo>
                <a:lnTo>
                  <a:pt x="1687898" y="56090"/>
                </a:lnTo>
                <a:lnTo>
                  <a:pt x="1687706" y="55390"/>
                </a:lnTo>
                <a:lnTo>
                  <a:pt x="1687505" y="54701"/>
                </a:lnTo>
                <a:lnTo>
                  <a:pt x="1687296" y="54021"/>
                </a:lnTo>
                <a:lnTo>
                  <a:pt x="1687079" y="53351"/>
                </a:lnTo>
                <a:lnTo>
                  <a:pt x="1686853" y="52691"/>
                </a:lnTo>
                <a:lnTo>
                  <a:pt x="1686618" y="52041"/>
                </a:lnTo>
                <a:lnTo>
                  <a:pt x="1686375" y="51400"/>
                </a:lnTo>
                <a:lnTo>
                  <a:pt x="1686123" y="50769"/>
                </a:lnTo>
                <a:lnTo>
                  <a:pt x="1685863" y="50148"/>
                </a:lnTo>
                <a:lnTo>
                  <a:pt x="1685594" y="49537"/>
                </a:lnTo>
                <a:lnTo>
                  <a:pt x="1685317" y="48936"/>
                </a:lnTo>
                <a:lnTo>
                  <a:pt x="1685031" y="48344"/>
                </a:lnTo>
                <a:lnTo>
                  <a:pt x="1684737" y="47762"/>
                </a:lnTo>
                <a:lnTo>
                  <a:pt x="1684434" y="47190"/>
                </a:lnTo>
                <a:lnTo>
                  <a:pt x="1684123" y="46628"/>
                </a:lnTo>
                <a:lnTo>
                  <a:pt x="1683803" y="46075"/>
                </a:lnTo>
                <a:lnTo>
                  <a:pt x="1683474" y="45532"/>
                </a:lnTo>
                <a:lnTo>
                  <a:pt x="1683138" y="44999"/>
                </a:lnTo>
                <a:lnTo>
                  <a:pt x="1682792" y="44476"/>
                </a:lnTo>
                <a:lnTo>
                  <a:pt x="1682438" y="43963"/>
                </a:lnTo>
                <a:lnTo>
                  <a:pt x="1682076" y="43459"/>
                </a:lnTo>
                <a:lnTo>
                  <a:pt x="1681705" y="42965"/>
                </a:lnTo>
                <a:lnTo>
                  <a:pt x="1681325" y="42481"/>
                </a:lnTo>
                <a:lnTo>
                  <a:pt x="1680937" y="42007"/>
                </a:lnTo>
                <a:lnTo>
                  <a:pt x="1680540" y="41542"/>
                </a:lnTo>
                <a:lnTo>
                  <a:pt x="1680134" y="41088"/>
                </a:lnTo>
                <a:lnTo>
                  <a:pt x="1679719" y="40643"/>
                </a:lnTo>
                <a:lnTo>
                  <a:pt x="1679294" y="40207"/>
                </a:lnTo>
                <a:lnTo>
                  <a:pt x="1678860" y="39782"/>
                </a:lnTo>
                <a:lnTo>
                  <a:pt x="1678417" y="39366"/>
                </a:lnTo>
                <a:lnTo>
                  <a:pt x="1677965" y="38960"/>
                </a:lnTo>
                <a:lnTo>
                  <a:pt x="1677504" y="38564"/>
                </a:lnTo>
                <a:lnTo>
                  <a:pt x="1677033" y="38178"/>
                </a:lnTo>
                <a:lnTo>
                  <a:pt x="1676553" y="37802"/>
                </a:lnTo>
                <a:lnTo>
                  <a:pt x="1676064" y="37435"/>
                </a:lnTo>
                <a:lnTo>
                  <a:pt x="1675566" y="37078"/>
                </a:lnTo>
                <a:lnTo>
                  <a:pt x="1675058" y="36731"/>
                </a:lnTo>
                <a:lnTo>
                  <a:pt x="1674541" y="36393"/>
                </a:lnTo>
                <a:lnTo>
                  <a:pt x="1674015" y="36066"/>
                </a:lnTo>
                <a:lnTo>
                  <a:pt x="1673480" y="35748"/>
                </a:lnTo>
                <a:lnTo>
                  <a:pt x="1672936" y="35440"/>
                </a:lnTo>
                <a:lnTo>
                  <a:pt x="1672382" y="35141"/>
                </a:lnTo>
                <a:lnTo>
                  <a:pt x="1671819" y="34853"/>
                </a:lnTo>
                <a:lnTo>
                  <a:pt x="1671247" y="34574"/>
                </a:lnTo>
                <a:lnTo>
                  <a:pt x="1670666" y="34305"/>
                </a:lnTo>
                <a:lnTo>
                  <a:pt x="1670075" y="34046"/>
                </a:lnTo>
                <a:lnTo>
                  <a:pt x="1669475" y="33797"/>
                </a:lnTo>
                <a:lnTo>
                  <a:pt x="1668866" y="33557"/>
                </a:lnTo>
                <a:lnTo>
                  <a:pt x="1668248" y="33327"/>
                </a:lnTo>
                <a:lnTo>
                  <a:pt x="1667620" y="33107"/>
                </a:lnTo>
                <a:lnTo>
                  <a:pt x="1666982" y="32897"/>
                </a:lnTo>
                <a:lnTo>
                  <a:pt x="1666335" y="32697"/>
                </a:lnTo>
                <a:lnTo>
                  <a:pt x="1665678" y="32506"/>
                </a:lnTo>
                <a:lnTo>
                  <a:pt x="1665011" y="32325"/>
                </a:lnTo>
                <a:lnTo>
                  <a:pt x="1664335" y="32154"/>
                </a:lnTo>
                <a:lnTo>
                  <a:pt x="1663649" y="31992"/>
                </a:lnTo>
                <a:lnTo>
                  <a:pt x="1662953" y="31841"/>
                </a:lnTo>
                <a:lnTo>
                  <a:pt x="1662248" y="31699"/>
                </a:lnTo>
                <a:lnTo>
                  <a:pt x="1661533" y="31567"/>
                </a:lnTo>
                <a:lnTo>
                  <a:pt x="1660809" y="31445"/>
                </a:lnTo>
                <a:lnTo>
                  <a:pt x="1660075" y="31332"/>
                </a:lnTo>
                <a:lnTo>
                  <a:pt x="1659331" y="31230"/>
                </a:lnTo>
                <a:lnTo>
                  <a:pt x="1658578" y="31137"/>
                </a:lnTo>
                <a:lnTo>
                  <a:pt x="1657815" y="31054"/>
                </a:lnTo>
                <a:lnTo>
                  <a:pt x="1657042" y="30980"/>
                </a:lnTo>
                <a:lnTo>
                  <a:pt x="1656260" y="30917"/>
                </a:lnTo>
                <a:lnTo>
                  <a:pt x="1655468" y="30863"/>
                </a:lnTo>
                <a:lnTo>
                  <a:pt x="1654666" y="30819"/>
                </a:lnTo>
                <a:lnTo>
                  <a:pt x="1653855" y="30785"/>
                </a:lnTo>
                <a:lnTo>
                  <a:pt x="1653034" y="30760"/>
                </a:lnTo>
                <a:lnTo>
                  <a:pt x="1652203" y="30746"/>
                </a:lnTo>
                <a:lnTo>
                  <a:pt x="1651363" y="30741"/>
                </a:lnTo>
                <a:lnTo>
                  <a:pt x="1648179" y="30819"/>
                </a:lnTo>
                <a:lnTo>
                  <a:pt x="1645130" y="31054"/>
                </a:lnTo>
                <a:lnTo>
                  <a:pt x="1642216" y="31445"/>
                </a:lnTo>
                <a:lnTo>
                  <a:pt x="1639438" y="31992"/>
                </a:lnTo>
                <a:lnTo>
                  <a:pt x="1636795" y="32697"/>
                </a:lnTo>
                <a:lnTo>
                  <a:pt x="1634288" y="33557"/>
                </a:lnTo>
                <a:lnTo>
                  <a:pt x="1631916" y="34574"/>
                </a:lnTo>
                <a:lnTo>
                  <a:pt x="1629680" y="35748"/>
                </a:lnTo>
                <a:lnTo>
                  <a:pt x="1627580" y="37078"/>
                </a:lnTo>
                <a:lnTo>
                  <a:pt x="1625615" y="38564"/>
                </a:lnTo>
                <a:lnTo>
                  <a:pt x="1623785" y="40207"/>
                </a:lnTo>
                <a:lnTo>
                  <a:pt x="1622091" y="42007"/>
                </a:lnTo>
                <a:lnTo>
                  <a:pt x="1620533" y="43963"/>
                </a:lnTo>
                <a:lnTo>
                  <a:pt x="1619110" y="46075"/>
                </a:lnTo>
                <a:lnTo>
                  <a:pt x="1617823" y="48344"/>
                </a:lnTo>
                <a:lnTo>
                  <a:pt x="1616671" y="50769"/>
                </a:lnTo>
                <a:lnTo>
                  <a:pt x="1615654" y="53351"/>
                </a:lnTo>
                <a:lnTo>
                  <a:pt x="1614773" y="56090"/>
                </a:lnTo>
                <a:lnTo>
                  <a:pt x="1614028" y="58984"/>
                </a:lnTo>
                <a:lnTo>
                  <a:pt x="1613418" y="62036"/>
                </a:lnTo>
                <a:lnTo>
                  <a:pt x="1612944" y="65243"/>
                </a:lnTo>
                <a:lnTo>
                  <a:pt x="1612605" y="68608"/>
                </a:lnTo>
                <a:lnTo>
                  <a:pt x="1612402" y="72128"/>
                </a:lnTo>
                <a:lnTo>
                  <a:pt x="1612334" y="75805"/>
                </a:lnTo>
                <a:lnTo>
                  <a:pt x="1612339" y="76759"/>
                </a:lnTo>
                <a:lnTo>
                  <a:pt x="1612352" y="77702"/>
                </a:lnTo>
                <a:lnTo>
                  <a:pt x="1612375" y="78635"/>
                </a:lnTo>
                <a:lnTo>
                  <a:pt x="1612407" y="79557"/>
                </a:lnTo>
                <a:lnTo>
                  <a:pt x="1612448" y="80469"/>
                </a:lnTo>
                <a:lnTo>
                  <a:pt x="1612497" y="81371"/>
                </a:lnTo>
                <a:lnTo>
                  <a:pt x="1612557" y="82261"/>
                </a:lnTo>
                <a:lnTo>
                  <a:pt x="1612625" y="83142"/>
                </a:lnTo>
                <a:lnTo>
                  <a:pt x="1612702" y="84012"/>
                </a:lnTo>
                <a:lnTo>
                  <a:pt x="1612788" y="84871"/>
                </a:lnTo>
                <a:lnTo>
                  <a:pt x="1612883" y="85720"/>
                </a:lnTo>
                <a:lnTo>
                  <a:pt x="1612988" y="86559"/>
                </a:lnTo>
                <a:lnTo>
                  <a:pt x="1613101" y="87387"/>
                </a:lnTo>
                <a:lnTo>
                  <a:pt x="1613224" y="88204"/>
                </a:lnTo>
                <a:lnTo>
                  <a:pt x="1613356" y="89011"/>
                </a:lnTo>
                <a:lnTo>
                  <a:pt x="1613496" y="89808"/>
                </a:lnTo>
                <a:lnTo>
                  <a:pt x="1613646" y="90594"/>
                </a:lnTo>
                <a:lnTo>
                  <a:pt x="1613805" y="91369"/>
                </a:lnTo>
                <a:lnTo>
                  <a:pt x="1613973" y="92134"/>
                </a:lnTo>
                <a:lnTo>
                  <a:pt x="1614150" y="92889"/>
                </a:lnTo>
                <a:lnTo>
                  <a:pt x="1614336" y="93633"/>
                </a:lnTo>
                <a:lnTo>
                  <a:pt x="1614532" y="94367"/>
                </a:lnTo>
                <a:lnTo>
                  <a:pt x="1614736" y="95090"/>
                </a:lnTo>
                <a:lnTo>
                  <a:pt x="1614949" y="95803"/>
                </a:lnTo>
                <a:lnTo>
                  <a:pt x="1615171" y="96505"/>
                </a:lnTo>
                <a:lnTo>
                  <a:pt x="1615401" y="97198"/>
                </a:lnTo>
                <a:lnTo>
                  <a:pt x="1615640" y="97881"/>
                </a:lnTo>
                <a:lnTo>
                  <a:pt x="1615886" y="98554"/>
                </a:lnTo>
                <a:lnTo>
                  <a:pt x="1616140" y="99216"/>
                </a:lnTo>
                <a:lnTo>
                  <a:pt x="1616403" y="99869"/>
                </a:lnTo>
                <a:lnTo>
                  <a:pt x="1616674" y="100512"/>
                </a:lnTo>
                <a:lnTo>
                  <a:pt x="1616952" y="101145"/>
                </a:lnTo>
                <a:lnTo>
                  <a:pt x="1617239" y="101769"/>
                </a:lnTo>
                <a:lnTo>
                  <a:pt x="1617534" y="102382"/>
                </a:lnTo>
                <a:lnTo>
                  <a:pt x="1617837" y="102985"/>
                </a:lnTo>
                <a:lnTo>
                  <a:pt x="1618148" y="103579"/>
                </a:lnTo>
                <a:lnTo>
                  <a:pt x="1618467" y="104162"/>
                </a:lnTo>
                <a:lnTo>
                  <a:pt x="1618795" y="104736"/>
                </a:lnTo>
                <a:lnTo>
                  <a:pt x="1619130" y="105299"/>
                </a:lnTo>
                <a:lnTo>
                  <a:pt x="1619474" y="105853"/>
                </a:lnTo>
                <a:lnTo>
                  <a:pt x="1619825" y="106397"/>
                </a:lnTo>
                <a:lnTo>
                  <a:pt x="1620185" y="106931"/>
                </a:lnTo>
                <a:lnTo>
                  <a:pt x="1620553" y="107455"/>
                </a:lnTo>
                <a:lnTo>
                  <a:pt x="1620929" y="107969"/>
                </a:lnTo>
                <a:lnTo>
                  <a:pt x="1621313" y="108473"/>
                </a:lnTo>
                <a:lnTo>
                  <a:pt x="1621705" y="108967"/>
                </a:lnTo>
                <a:lnTo>
                  <a:pt x="1622105" y="109452"/>
                </a:lnTo>
                <a:lnTo>
                  <a:pt x="1622514" y="109926"/>
                </a:lnTo>
                <a:lnTo>
                  <a:pt x="1622930" y="110390"/>
                </a:lnTo>
                <a:lnTo>
                  <a:pt x="1623354" y="110845"/>
                </a:lnTo>
                <a:lnTo>
                  <a:pt x="1623786" y="111289"/>
                </a:lnTo>
                <a:lnTo>
                  <a:pt x="1624225" y="111723"/>
                </a:lnTo>
                <a:lnTo>
                  <a:pt x="1624672" y="112147"/>
                </a:lnTo>
                <a:lnTo>
                  <a:pt x="1625127" y="112561"/>
                </a:lnTo>
                <a:lnTo>
                  <a:pt x="1625589" y="112965"/>
                </a:lnTo>
                <a:lnTo>
                  <a:pt x="1626059" y="113359"/>
                </a:lnTo>
                <a:lnTo>
                  <a:pt x="1626537" y="113743"/>
                </a:lnTo>
                <a:lnTo>
                  <a:pt x="1627022" y="114117"/>
                </a:lnTo>
                <a:lnTo>
                  <a:pt x="1627515" y="114481"/>
                </a:lnTo>
                <a:lnTo>
                  <a:pt x="1628016" y="114835"/>
                </a:lnTo>
                <a:lnTo>
                  <a:pt x="1628525" y="115178"/>
                </a:lnTo>
                <a:lnTo>
                  <a:pt x="1629041" y="115512"/>
                </a:lnTo>
                <a:lnTo>
                  <a:pt x="1629565" y="115836"/>
                </a:lnTo>
                <a:lnTo>
                  <a:pt x="1630096" y="116149"/>
                </a:lnTo>
                <a:lnTo>
                  <a:pt x="1630635" y="116453"/>
                </a:lnTo>
                <a:lnTo>
                  <a:pt x="1631182" y="116746"/>
                </a:lnTo>
                <a:lnTo>
                  <a:pt x="1631737" y="117029"/>
                </a:lnTo>
                <a:lnTo>
                  <a:pt x="1632299" y="117303"/>
                </a:lnTo>
                <a:lnTo>
                  <a:pt x="1632869" y="117566"/>
                </a:lnTo>
                <a:lnTo>
                  <a:pt x="1633447" y="117819"/>
                </a:lnTo>
                <a:lnTo>
                  <a:pt x="1634032" y="118062"/>
                </a:lnTo>
                <a:lnTo>
                  <a:pt x="1634625" y="118295"/>
                </a:lnTo>
                <a:lnTo>
                  <a:pt x="1635225" y="118518"/>
                </a:lnTo>
                <a:lnTo>
                  <a:pt x="1635832" y="118732"/>
                </a:lnTo>
                <a:lnTo>
                  <a:pt x="1636446" y="118936"/>
                </a:lnTo>
                <a:lnTo>
                  <a:pt x="1637066" y="119131"/>
                </a:lnTo>
                <a:lnTo>
                  <a:pt x="1637693" y="119316"/>
                </a:lnTo>
                <a:lnTo>
                  <a:pt x="1638327" y="119492"/>
                </a:lnTo>
                <a:lnTo>
                  <a:pt x="1638967" y="119658"/>
                </a:lnTo>
                <a:lnTo>
                  <a:pt x="1639614" y="119815"/>
                </a:lnTo>
                <a:lnTo>
                  <a:pt x="1640268" y="119962"/>
                </a:lnTo>
                <a:lnTo>
                  <a:pt x="1640929" y="120100"/>
                </a:lnTo>
                <a:lnTo>
                  <a:pt x="1641596" y="120228"/>
                </a:lnTo>
                <a:lnTo>
                  <a:pt x="1642270" y="120347"/>
                </a:lnTo>
                <a:lnTo>
                  <a:pt x="1642951" y="120456"/>
                </a:lnTo>
                <a:lnTo>
                  <a:pt x="1643638" y="120556"/>
                </a:lnTo>
                <a:lnTo>
                  <a:pt x="1644332" y="120646"/>
                </a:lnTo>
                <a:lnTo>
                  <a:pt x="1645033" y="120727"/>
                </a:lnTo>
                <a:lnTo>
                  <a:pt x="1645740" y="120798"/>
                </a:lnTo>
                <a:lnTo>
                  <a:pt x="1646455" y="120860"/>
                </a:lnTo>
                <a:lnTo>
                  <a:pt x="1647175" y="120912"/>
                </a:lnTo>
                <a:lnTo>
                  <a:pt x="1647903" y="120955"/>
                </a:lnTo>
                <a:lnTo>
                  <a:pt x="1648637" y="120988"/>
                </a:lnTo>
                <a:lnTo>
                  <a:pt x="1649378" y="121012"/>
                </a:lnTo>
                <a:lnTo>
                  <a:pt x="1650126" y="121026"/>
                </a:lnTo>
                <a:lnTo>
                  <a:pt x="1650881" y="121031"/>
                </a:lnTo>
                <a:lnTo>
                  <a:pt x="1652461" y="121012"/>
                </a:lnTo>
                <a:lnTo>
                  <a:pt x="1654009" y="120953"/>
                </a:lnTo>
                <a:lnTo>
                  <a:pt x="1655527" y="120856"/>
                </a:lnTo>
                <a:lnTo>
                  <a:pt x="1657012" y="120720"/>
                </a:lnTo>
                <a:lnTo>
                  <a:pt x="1658466" y="120546"/>
                </a:lnTo>
                <a:lnTo>
                  <a:pt x="1659888" y="120332"/>
                </a:lnTo>
                <a:lnTo>
                  <a:pt x="1661279" y="120080"/>
                </a:lnTo>
                <a:lnTo>
                  <a:pt x="1662638" y="119788"/>
                </a:lnTo>
                <a:lnTo>
                  <a:pt x="1663966" y="119458"/>
                </a:lnTo>
                <a:lnTo>
                  <a:pt x="1665262" y="119089"/>
                </a:lnTo>
                <a:lnTo>
                  <a:pt x="1666527" y="118681"/>
                </a:lnTo>
                <a:lnTo>
                  <a:pt x="1667760" y="118235"/>
                </a:lnTo>
                <a:lnTo>
                  <a:pt x="1668961" y="117749"/>
                </a:lnTo>
                <a:lnTo>
                  <a:pt x="1670131" y="117225"/>
                </a:lnTo>
                <a:lnTo>
                  <a:pt x="1671269" y="116662"/>
                </a:lnTo>
                <a:lnTo>
                  <a:pt x="1672376" y="116060"/>
                </a:lnTo>
                <a:lnTo>
                  <a:pt x="1673451" y="115419"/>
                </a:lnTo>
                <a:lnTo>
                  <a:pt x="1674494" y="114739"/>
                </a:lnTo>
                <a:lnTo>
                  <a:pt x="1675506" y="114021"/>
                </a:lnTo>
                <a:lnTo>
                  <a:pt x="1676487" y="113263"/>
                </a:lnTo>
                <a:lnTo>
                  <a:pt x="1677435" y="112467"/>
                </a:lnTo>
                <a:lnTo>
                  <a:pt x="1678352" y="111632"/>
                </a:lnTo>
                <a:lnTo>
                  <a:pt x="1679238" y="110758"/>
                </a:lnTo>
                <a:lnTo>
                  <a:pt x="1680092" y="109845"/>
                </a:lnTo>
                <a:lnTo>
                  <a:pt x="1680913" y="108893"/>
                </a:lnTo>
                <a:lnTo>
                  <a:pt x="1681699" y="107900"/>
                </a:lnTo>
                <a:lnTo>
                  <a:pt x="1682450" y="106867"/>
                </a:lnTo>
                <a:lnTo>
                  <a:pt x="1683166" y="105793"/>
                </a:lnTo>
                <a:lnTo>
                  <a:pt x="1683847" y="104678"/>
                </a:lnTo>
                <a:lnTo>
                  <a:pt x="1684493" y="103523"/>
                </a:lnTo>
                <a:lnTo>
                  <a:pt x="1685104" y="102328"/>
                </a:lnTo>
                <a:lnTo>
                  <a:pt x="1685681" y="101092"/>
                </a:lnTo>
                <a:lnTo>
                  <a:pt x="1686222" y="99815"/>
                </a:lnTo>
                <a:lnTo>
                  <a:pt x="1686728" y="98498"/>
                </a:lnTo>
                <a:lnTo>
                  <a:pt x="1687200" y="97141"/>
                </a:lnTo>
                <a:lnTo>
                  <a:pt x="1687636" y="95743"/>
                </a:lnTo>
                <a:lnTo>
                  <a:pt x="1688038" y="94304"/>
                </a:lnTo>
                <a:lnTo>
                  <a:pt x="1688405" y="92825"/>
                </a:lnTo>
                <a:lnTo>
                  <a:pt x="1688737" y="91305"/>
                </a:lnTo>
                <a:lnTo>
                  <a:pt x="1689034" y="89745"/>
                </a:lnTo>
                <a:lnTo>
                  <a:pt x="1689296" y="88144"/>
                </a:lnTo>
                <a:lnTo>
                  <a:pt x="1689523" y="86503"/>
                </a:lnTo>
                <a:lnTo>
                  <a:pt x="1689715" y="84822"/>
                </a:lnTo>
                <a:lnTo>
                  <a:pt x="1689872" y="83099"/>
                </a:lnTo>
                <a:lnTo>
                  <a:pt x="1689994" y="81337"/>
                </a:lnTo>
                <a:lnTo>
                  <a:pt x="1690081" y="79533"/>
                </a:lnTo>
                <a:lnTo>
                  <a:pt x="1690134" y="77690"/>
                </a:lnTo>
                <a:lnTo>
                  <a:pt x="1690151" y="75805"/>
                </a:lnTo>
                <a:lnTo>
                  <a:pt x="1690147" y="74871"/>
                </a:lnTo>
                <a:lnTo>
                  <a:pt x="1690136" y="73947"/>
                </a:lnTo>
                <a:lnTo>
                  <a:pt x="1690116" y="73033"/>
                </a:lnTo>
                <a:lnTo>
                  <a:pt x="1690089" y="72128"/>
                </a:lnTo>
                <a:lnTo>
                  <a:pt x="1690053" y="71233"/>
                </a:lnTo>
                <a:close/>
                <a:moveTo>
                  <a:pt x="1674869" y="79871"/>
                </a:moveTo>
                <a:lnTo>
                  <a:pt x="1674836" y="80648"/>
                </a:lnTo>
                <a:lnTo>
                  <a:pt x="1674798" y="81413"/>
                </a:lnTo>
                <a:lnTo>
                  <a:pt x="1674754" y="82166"/>
                </a:lnTo>
                <a:lnTo>
                  <a:pt x="1674704" y="82908"/>
                </a:lnTo>
                <a:lnTo>
                  <a:pt x="1674649" y="83637"/>
                </a:lnTo>
                <a:lnTo>
                  <a:pt x="1674587" y="84354"/>
                </a:lnTo>
                <a:lnTo>
                  <a:pt x="1674519" y="85059"/>
                </a:lnTo>
                <a:lnTo>
                  <a:pt x="1674446" y="85752"/>
                </a:lnTo>
                <a:lnTo>
                  <a:pt x="1674367" y="86434"/>
                </a:lnTo>
                <a:lnTo>
                  <a:pt x="1674282" y="87103"/>
                </a:lnTo>
                <a:lnTo>
                  <a:pt x="1674191" y="87760"/>
                </a:lnTo>
                <a:lnTo>
                  <a:pt x="1674094" y="88405"/>
                </a:lnTo>
                <a:lnTo>
                  <a:pt x="1673991" y="89039"/>
                </a:lnTo>
                <a:lnTo>
                  <a:pt x="1673883" y="89660"/>
                </a:lnTo>
                <a:lnTo>
                  <a:pt x="1673768" y="90269"/>
                </a:lnTo>
                <a:lnTo>
                  <a:pt x="1673648" y="90867"/>
                </a:lnTo>
                <a:lnTo>
                  <a:pt x="1673522" y="91452"/>
                </a:lnTo>
                <a:lnTo>
                  <a:pt x="1673390" y="92025"/>
                </a:lnTo>
                <a:lnTo>
                  <a:pt x="1673252" y="92587"/>
                </a:lnTo>
                <a:lnTo>
                  <a:pt x="1673109" y="93137"/>
                </a:lnTo>
                <a:lnTo>
                  <a:pt x="1672960" y="93678"/>
                </a:lnTo>
                <a:lnTo>
                  <a:pt x="1672807" y="94209"/>
                </a:lnTo>
                <a:lnTo>
                  <a:pt x="1672648" y="94731"/>
                </a:lnTo>
                <a:lnTo>
                  <a:pt x="1672485" y="95244"/>
                </a:lnTo>
                <a:lnTo>
                  <a:pt x="1672316" y="95747"/>
                </a:lnTo>
                <a:lnTo>
                  <a:pt x="1672143" y="96241"/>
                </a:lnTo>
                <a:lnTo>
                  <a:pt x="1671964" y="96725"/>
                </a:lnTo>
                <a:lnTo>
                  <a:pt x="1671781" y="97199"/>
                </a:lnTo>
                <a:lnTo>
                  <a:pt x="1671592" y="97665"/>
                </a:lnTo>
                <a:lnTo>
                  <a:pt x="1671399" y="98120"/>
                </a:lnTo>
                <a:lnTo>
                  <a:pt x="1671200" y="98567"/>
                </a:lnTo>
                <a:lnTo>
                  <a:pt x="1670996" y="99003"/>
                </a:lnTo>
                <a:lnTo>
                  <a:pt x="1670787" y="99431"/>
                </a:lnTo>
                <a:lnTo>
                  <a:pt x="1670574" y="99849"/>
                </a:lnTo>
                <a:lnTo>
                  <a:pt x="1670355" y="100257"/>
                </a:lnTo>
                <a:lnTo>
                  <a:pt x="1670131" y="100656"/>
                </a:lnTo>
                <a:lnTo>
                  <a:pt x="1669902" y="101046"/>
                </a:lnTo>
                <a:lnTo>
                  <a:pt x="1669668" y="101426"/>
                </a:lnTo>
                <a:lnTo>
                  <a:pt x="1669430" y="101796"/>
                </a:lnTo>
                <a:lnTo>
                  <a:pt x="1669186" y="102157"/>
                </a:lnTo>
                <a:lnTo>
                  <a:pt x="1668937" y="102509"/>
                </a:lnTo>
                <a:lnTo>
                  <a:pt x="1668683" y="102851"/>
                </a:lnTo>
                <a:lnTo>
                  <a:pt x="1668424" y="103184"/>
                </a:lnTo>
                <a:lnTo>
                  <a:pt x="1668160" y="103507"/>
                </a:lnTo>
                <a:lnTo>
                  <a:pt x="1667891" y="103823"/>
                </a:lnTo>
                <a:lnTo>
                  <a:pt x="1667618" y="104130"/>
                </a:lnTo>
                <a:lnTo>
                  <a:pt x="1667339" y="104429"/>
                </a:lnTo>
                <a:lnTo>
                  <a:pt x="1667057" y="104720"/>
                </a:lnTo>
                <a:lnTo>
                  <a:pt x="1666769" y="105002"/>
                </a:lnTo>
                <a:lnTo>
                  <a:pt x="1666476" y="105277"/>
                </a:lnTo>
                <a:lnTo>
                  <a:pt x="1666179" y="105543"/>
                </a:lnTo>
                <a:lnTo>
                  <a:pt x="1665877" y="105801"/>
                </a:lnTo>
                <a:lnTo>
                  <a:pt x="1665571" y="106051"/>
                </a:lnTo>
                <a:lnTo>
                  <a:pt x="1665259" y="106292"/>
                </a:lnTo>
                <a:lnTo>
                  <a:pt x="1664943" y="106525"/>
                </a:lnTo>
                <a:lnTo>
                  <a:pt x="1664622" y="106750"/>
                </a:lnTo>
                <a:lnTo>
                  <a:pt x="1664297" y="106967"/>
                </a:lnTo>
                <a:lnTo>
                  <a:pt x="1663966" y="107176"/>
                </a:lnTo>
                <a:lnTo>
                  <a:pt x="1663631" y="107376"/>
                </a:lnTo>
                <a:lnTo>
                  <a:pt x="1663291" y="107568"/>
                </a:lnTo>
                <a:lnTo>
                  <a:pt x="1662946" y="107752"/>
                </a:lnTo>
                <a:lnTo>
                  <a:pt x="1662597" y="107928"/>
                </a:lnTo>
                <a:lnTo>
                  <a:pt x="1662243" y="108096"/>
                </a:lnTo>
                <a:lnTo>
                  <a:pt x="1661884" y="108255"/>
                </a:lnTo>
                <a:lnTo>
                  <a:pt x="1661520" y="108406"/>
                </a:lnTo>
                <a:lnTo>
                  <a:pt x="1661152" y="108549"/>
                </a:lnTo>
                <a:lnTo>
                  <a:pt x="1660779" y="108684"/>
                </a:lnTo>
                <a:lnTo>
                  <a:pt x="1660401" y="108811"/>
                </a:lnTo>
                <a:lnTo>
                  <a:pt x="1660020" y="108933"/>
                </a:lnTo>
                <a:lnTo>
                  <a:pt x="1659636" y="109050"/>
                </a:lnTo>
                <a:lnTo>
                  <a:pt x="1659247" y="109162"/>
                </a:lnTo>
                <a:lnTo>
                  <a:pt x="1658856" y="109267"/>
                </a:lnTo>
                <a:lnTo>
                  <a:pt x="1658460" y="109368"/>
                </a:lnTo>
                <a:lnTo>
                  <a:pt x="1658061" y="109463"/>
                </a:lnTo>
                <a:lnTo>
                  <a:pt x="1657658" y="109553"/>
                </a:lnTo>
                <a:lnTo>
                  <a:pt x="1657252" y="109637"/>
                </a:lnTo>
                <a:lnTo>
                  <a:pt x="1656842" y="109716"/>
                </a:lnTo>
                <a:lnTo>
                  <a:pt x="1656428" y="109789"/>
                </a:lnTo>
                <a:lnTo>
                  <a:pt x="1656011" y="109857"/>
                </a:lnTo>
                <a:lnTo>
                  <a:pt x="1655590" y="109919"/>
                </a:lnTo>
                <a:lnTo>
                  <a:pt x="1655165" y="109976"/>
                </a:lnTo>
                <a:lnTo>
                  <a:pt x="1654737" y="110028"/>
                </a:lnTo>
                <a:lnTo>
                  <a:pt x="1654305" y="110074"/>
                </a:lnTo>
                <a:lnTo>
                  <a:pt x="1653870" y="110115"/>
                </a:lnTo>
                <a:lnTo>
                  <a:pt x="1653430" y="110150"/>
                </a:lnTo>
                <a:lnTo>
                  <a:pt x="1652988" y="110180"/>
                </a:lnTo>
                <a:lnTo>
                  <a:pt x="1652541" y="110204"/>
                </a:lnTo>
                <a:lnTo>
                  <a:pt x="1652091" y="110223"/>
                </a:lnTo>
                <a:lnTo>
                  <a:pt x="1651638" y="110237"/>
                </a:lnTo>
                <a:lnTo>
                  <a:pt x="1651180" y="110245"/>
                </a:lnTo>
                <a:lnTo>
                  <a:pt x="1650720" y="110248"/>
                </a:lnTo>
                <a:lnTo>
                  <a:pt x="1650305" y="110245"/>
                </a:lnTo>
                <a:lnTo>
                  <a:pt x="1649893" y="110237"/>
                </a:lnTo>
                <a:lnTo>
                  <a:pt x="1649484" y="110223"/>
                </a:lnTo>
                <a:lnTo>
                  <a:pt x="1649078" y="110203"/>
                </a:lnTo>
                <a:lnTo>
                  <a:pt x="1648674" y="110178"/>
                </a:lnTo>
                <a:lnTo>
                  <a:pt x="1648273" y="110148"/>
                </a:lnTo>
                <a:lnTo>
                  <a:pt x="1647874" y="110111"/>
                </a:lnTo>
                <a:lnTo>
                  <a:pt x="1647478" y="110070"/>
                </a:lnTo>
                <a:lnTo>
                  <a:pt x="1647085" y="110022"/>
                </a:lnTo>
                <a:lnTo>
                  <a:pt x="1646695" y="109969"/>
                </a:lnTo>
                <a:lnTo>
                  <a:pt x="1646307" y="109911"/>
                </a:lnTo>
                <a:lnTo>
                  <a:pt x="1645921" y="109847"/>
                </a:lnTo>
                <a:lnTo>
                  <a:pt x="1645539" y="109777"/>
                </a:lnTo>
                <a:lnTo>
                  <a:pt x="1645159" y="109702"/>
                </a:lnTo>
                <a:lnTo>
                  <a:pt x="1644782" y="109621"/>
                </a:lnTo>
                <a:lnTo>
                  <a:pt x="1644407" y="109535"/>
                </a:lnTo>
                <a:lnTo>
                  <a:pt x="1644035" y="109443"/>
                </a:lnTo>
                <a:lnTo>
                  <a:pt x="1643666" y="109345"/>
                </a:lnTo>
                <a:lnTo>
                  <a:pt x="1643299" y="109242"/>
                </a:lnTo>
                <a:lnTo>
                  <a:pt x="1642935" y="109134"/>
                </a:lnTo>
                <a:lnTo>
                  <a:pt x="1642574" y="109019"/>
                </a:lnTo>
                <a:lnTo>
                  <a:pt x="1642215" y="108900"/>
                </a:lnTo>
                <a:lnTo>
                  <a:pt x="1641859" y="108774"/>
                </a:lnTo>
                <a:lnTo>
                  <a:pt x="1641505" y="108643"/>
                </a:lnTo>
                <a:lnTo>
                  <a:pt x="1641155" y="108505"/>
                </a:lnTo>
                <a:lnTo>
                  <a:pt x="1640809" y="108359"/>
                </a:lnTo>
                <a:lnTo>
                  <a:pt x="1640467" y="108205"/>
                </a:lnTo>
                <a:lnTo>
                  <a:pt x="1640128" y="108043"/>
                </a:lnTo>
                <a:lnTo>
                  <a:pt x="1639794" y="107873"/>
                </a:lnTo>
                <a:lnTo>
                  <a:pt x="1639463" y="107694"/>
                </a:lnTo>
                <a:lnTo>
                  <a:pt x="1639137" y="107508"/>
                </a:lnTo>
                <a:lnTo>
                  <a:pt x="1638814" y="107314"/>
                </a:lnTo>
                <a:lnTo>
                  <a:pt x="1638495" y="107111"/>
                </a:lnTo>
                <a:lnTo>
                  <a:pt x="1638180" y="106900"/>
                </a:lnTo>
                <a:lnTo>
                  <a:pt x="1637869" y="106682"/>
                </a:lnTo>
                <a:lnTo>
                  <a:pt x="1637562" y="106455"/>
                </a:lnTo>
                <a:lnTo>
                  <a:pt x="1637259" y="106220"/>
                </a:lnTo>
                <a:lnTo>
                  <a:pt x="1636960" y="105977"/>
                </a:lnTo>
                <a:lnTo>
                  <a:pt x="1636664" y="105726"/>
                </a:lnTo>
                <a:lnTo>
                  <a:pt x="1636373" y="105467"/>
                </a:lnTo>
                <a:lnTo>
                  <a:pt x="1636086" y="105200"/>
                </a:lnTo>
                <a:lnTo>
                  <a:pt x="1635802" y="104924"/>
                </a:lnTo>
                <a:lnTo>
                  <a:pt x="1635522" y="104641"/>
                </a:lnTo>
                <a:lnTo>
                  <a:pt x="1635246" y="104350"/>
                </a:lnTo>
                <a:lnTo>
                  <a:pt x="1634975" y="104050"/>
                </a:lnTo>
                <a:lnTo>
                  <a:pt x="1634707" y="103743"/>
                </a:lnTo>
                <a:lnTo>
                  <a:pt x="1634443" y="103427"/>
                </a:lnTo>
                <a:lnTo>
                  <a:pt x="1634182" y="103103"/>
                </a:lnTo>
                <a:lnTo>
                  <a:pt x="1633927" y="102771"/>
                </a:lnTo>
                <a:lnTo>
                  <a:pt x="1633675" y="102429"/>
                </a:lnTo>
                <a:lnTo>
                  <a:pt x="1633429" y="102077"/>
                </a:lnTo>
                <a:lnTo>
                  <a:pt x="1633187" y="101717"/>
                </a:lnTo>
                <a:lnTo>
                  <a:pt x="1632949" y="101347"/>
                </a:lnTo>
                <a:lnTo>
                  <a:pt x="1632716" y="100968"/>
                </a:lnTo>
                <a:lnTo>
                  <a:pt x="1632488" y="100579"/>
                </a:lnTo>
                <a:lnTo>
                  <a:pt x="1632264" y="100181"/>
                </a:lnTo>
                <a:lnTo>
                  <a:pt x="1632045" y="99774"/>
                </a:lnTo>
                <a:lnTo>
                  <a:pt x="1631831" y="99357"/>
                </a:lnTo>
                <a:lnTo>
                  <a:pt x="1631621" y="98931"/>
                </a:lnTo>
                <a:lnTo>
                  <a:pt x="1631416" y="98496"/>
                </a:lnTo>
                <a:lnTo>
                  <a:pt x="1631216" y="98052"/>
                </a:lnTo>
                <a:lnTo>
                  <a:pt x="1631020" y="97598"/>
                </a:lnTo>
                <a:lnTo>
                  <a:pt x="1630828" y="97135"/>
                </a:lnTo>
                <a:lnTo>
                  <a:pt x="1630642" y="96662"/>
                </a:lnTo>
                <a:lnTo>
                  <a:pt x="1630459" y="96180"/>
                </a:lnTo>
                <a:lnTo>
                  <a:pt x="1630282" y="95689"/>
                </a:lnTo>
                <a:lnTo>
                  <a:pt x="1630109" y="95189"/>
                </a:lnTo>
                <a:lnTo>
                  <a:pt x="1629941" y="94679"/>
                </a:lnTo>
                <a:lnTo>
                  <a:pt x="1629777" y="94160"/>
                </a:lnTo>
                <a:lnTo>
                  <a:pt x="1629618" y="93631"/>
                </a:lnTo>
                <a:lnTo>
                  <a:pt x="1629464" y="93093"/>
                </a:lnTo>
                <a:lnTo>
                  <a:pt x="1629314" y="92546"/>
                </a:lnTo>
                <a:lnTo>
                  <a:pt x="1629169" y="91988"/>
                </a:lnTo>
                <a:lnTo>
                  <a:pt x="1629031" y="91418"/>
                </a:lnTo>
                <a:lnTo>
                  <a:pt x="1628899" y="90836"/>
                </a:lnTo>
                <a:lnTo>
                  <a:pt x="1628773" y="90241"/>
                </a:lnTo>
                <a:lnTo>
                  <a:pt x="1628653" y="89635"/>
                </a:lnTo>
                <a:lnTo>
                  <a:pt x="1628539" y="89016"/>
                </a:lnTo>
                <a:lnTo>
                  <a:pt x="1628432" y="88385"/>
                </a:lnTo>
                <a:lnTo>
                  <a:pt x="1628330" y="87742"/>
                </a:lnTo>
                <a:lnTo>
                  <a:pt x="1628235" y="87087"/>
                </a:lnTo>
                <a:lnTo>
                  <a:pt x="1628146" y="86420"/>
                </a:lnTo>
                <a:lnTo>
                  <a:pt x="1628063" y="85741"/>
                </a:lnTo>
                <a:lnTo>
                  <a:pt x="1627986" y="85049"/>
                </a:lnTo>
                <a:lnTo>
                  <a:pt x="1627915" y="84345"/>
                </a:lnTo>
                <a:lnTo>
                  <a:pt x="1627851" y="83630"/>
                </a:lnTo>
                <a:lnTo>
                  <a:pt x="1627792" y="82902"/>
                </a:lnTo>
                <a:lnTo>
                  <a:pt x="1627740" y="82162"/>
                </a:lnTo>
                <a:lnTo>
                  <a:pt x="1627694" y="81410"/>
                </a:lnTo>
                <a:lnTo>
                  <a:pt x="1627654" y="80646"/>
                </a:lnTo>
                <a:lnTo>
                  <a:pt x="1627620" y="79869"/>
                </a:lnTo>
                <a:lnTo>
                  <a:pt x="1627593" y="79081"/>
                </a:lnTo>
                <a:lnTo>
                  <a:pt x="1627571" y="78280"/>
                </a:lnTo>
                <a:lnTo>
                  <a:pt x="1627556" y="77467"/>
                </a:lnTo>
                <a:lnTo>
                  <a:pt x="1627546" y="76642"/>
                </a:lnTo>
                <a:lnTo>
                  <a:pt x="1627543" y="75805"/>
                </a:lnTo>
                <a:lnTo>
                  <a:pt x="1627546" y="74988"/>
                </a:lnTo>
                <a:lnTo>
                  <a:pt x="1627555" y="74182"/>
                </a:lnTo>
                <a:lnTo>
                  <a:pt x="1627569" y="73388"/>
                </a:lnTo>
                <a:lnTo>
                  <a:pt x="1627589" y="72605"/>
                </a:lnTo>
                <a:lnTo>
                  <a:pt x="1627615" y="71834"/>
                </a:lnTo>
                <a:lnTo>
                  <a:pt x="1627646" y="71074"/>
                </a:lnTo>
                <a:lnTo>
                  <a:pt x="1627684" y="70325"/>
                </a:lnTo>
                <a:lnTo>
                  <a:pt x="1627727" y="69588"/>
                </a:lnTo>
                <a:lnTo>
                  <a:pt x="1627775" y="68862"/>
                </a:lnTo>
                <a:lnTo>
                  <a:pt x="1627830" y="68148"/>
                </a:lnTo>
                <a:lnTo>
                  <a:pt x="1627890" y="67445"/>
                </a:lnTo>
                <a:lnTo>
                  <a:pt x="1627956" y="66753"/>
                </a:lnTo>
                <a:lnTo>
                  <a:pt x="1628027" y="66073"/>
                </a:lnTo>
                <a:lnTo>
                  <a:pt x="1628105" y="65405"/>
                </a:lnTo>
                <a:lnTo>
                  <a:pt x="1628188" y="64748"/>
                </a:lnTo>
                <a:lnTo>
                  <a:pt x="1628277" y="64102"/>
                </a:lnTo>
                <a:lnTo>
                  <a:pt x="1628371" y="63468"/>
                </a:lnTo>
                <a:lnTo>
                  <a:pt x="1628471" y="62845"/>
                </a:lnTo>
                <a:lnTo>
                  <a:pt x="1628577" y="62234"/>
                </a:lnTo>
                <a:lnTo>
                  <a:pt x="1628689" y="61634"/>
                </a:lnTo>
                <a:lnTo>
                  <a:pt x="1628806" y="61045"/>
                </a:lnTo>
                <a:lnTo>
                  <a:pt x="1628930" y="60468"/>
                </a:lnTo>
                <a:lnTo>
                  <a:pt x="1629058" y="59903"/>
                </a:lnTo>
                <a:lnTo>
                  <a:pt x="1629193" y="59349"/>
                </a:lnTo>
                <a:lnTo>
                  <a:pt x="1629333" y="58805"/>
                </a:lnTo>
                <a:lnTo>
                  <a:pt x="1629478" y="58270"/>
                </a:lnTo>
                <a:lnTo>
                  <a:pt x="1629629" y="57744"/>
                </a:lnTo>
                <a:lnTo>
                  <a:pt x="1629784" y="57227"/>
                </a:lnTo>
                <a:lnTo>
                  <a:pt x="1629945" y="56719"/>
                </a:lnTo>
                <a:lnTo>
                  <a:pt x="1630111" y="56220"/>
                </a:lnTo>
                <a:lnTo>
                  <a:pt x="1630282" y="55730"/>
                </a:lnTo>
                <a:lnTo>
                  <a:pt x="1630458" y="55250"/>
                </a:lnTo>
                <a:lnTo>
                  <a:pt x="1630640" y="54778"/>
                </a:lnTo>
                <a:lnTo>
                  <a:pt x="1630826" y="54315"/>
                </a:lnTo>
                <a:lnTo>
                  <a:pt x="1631018" y="53862"/>
                </a:lnTo>
                <a:lnTo>
                  <a:pt x="1631215" y="53418"/>
                </a:lnTo>
                <a:lnTo>
                  <a:pt x="1631417" y="52982"/>
                </a:lnTo>
                <a:lnTo>
                  <a:pt x="1631624" y="52556"/>
                </a:lnTo>
                <a:lnTo>
                  <a:pt x="1631837" y="52139"/>
                </a:lnTo>
                <a:lnTo>
                  <a:pt x="1632054" y="51731"/>
                </a:lnTo>
                <a:lnTo>
                  <a:pt x="1632277" y="51332"/>
                </a:lnTo>
                <a:lnTo>
                  <a:pt x="1632505" y="50942"/>
                </a:lnTo>
                <a:lnTo>
                  <a:pt x="1632738" y="50561"/>
                </a:lnTo>
                <a:lnTo>
                  <a:pt x="1632976" y="50189"/>
                </a:lnTo>
                <a:lnTo>
                  <a:pt x="1633220" y="49826"/>
                </a:lnTo>
                <a:lnTo>
                  <a:pt x="1633468" y="49472"/>
                </a:lnTo>
                <a:lnTo>
                  <a:pt x="1633722" y="49127"/>
                </a:lnTo>
                <a:lnTo>
                  <a:pt x="1633981" y="48792"/>
                </a:lnTo>
                <a:lnTo>
                  <a:pt x="1634245" y="48464"/>
                </a:lnTo>
                <a:lnTo>
                  <a:pt x="1634514" y="48145"/>
                </a:lnTo>
                <a:lnTo>
                  <a:pt x="1634787" y="47834"/>
                </a:lnTo>
                <a:lnTo>
                  <a:pt x="1635064" y="47531"/>
                </a:lnTo>
                <a:lnTo>
                  <a:pt x="1635347" y="47236"/>
                </a:lnTo>
                <a:lnTo>
                  <a:pt x="1635633" y="46949"/>
                </a:lnTo>
                <a:lnTo>
                  <a:pt x="1635925" y="46671"/>
                </a:lnTo>
                <a:lnTo>
                  <a:pt x="1636221" y="46400"/>
                </a:lnTo>
                <a:lnTo>
                  <a:pt x="1636522" y="46138"/>
                </a:lnTo>
                <a:lnTo>
                  <a:pt x="1636827" y="45883"/>
                </a:lnTo>
                <a:lnTo>
                  <a:pt x="1637137" y="45637"/>
                </a:lnTo>
                <a:lnTo>
                  <a:pt x="1637452" y="45399"/>
                </a:lnTo>
                <a:lnTo>
                  <a:pt x="1637771" y="45168"/>
                </a:lnTo>
                <a:lnTo>
                  <a:pt x="1638095" y="44946"/>
                </a:lnTo>
                <a:lnTo>
                  <a:pt x="1638423" y="44732"/>
                </a:lnTo>
                <a:lnTo>
                  <a:pt x="1638756" y="44527"/>
                </a:lnTo>
                <a:lnTo>
                  <a:pt x="1639094" y="44329"/>
                </a:lnTo>
                <a:lnTo>
                  <a:pt x="1639436" y="44139"/>
                </a:lnTo>
                <a:lnTo>
                  <a:pt x="1639783" y="43958"/>
                </a:lnTo>
                <a:lnTo>
                  <a:pt x="1640134" y="43784"/>
                </a:lnTo>
                <a:lnTo>
                  <a:pt x="1640490" y="43619"/>
                </a:lnTo>
                <a:lnTo>
                  <a:pt x="1640851" y="43461"/>
                </a:lnTo>
                <a:lnTo>
                  <a:pt x="1641216" y="43312"/>
                </a:lnTo>
                <a:lnTo>
                  <a:pt x="1641586" y="43171"/>
                </a:lnTo>
                <a:lnTo>
                  <a:pt x="1641960" y="43037"/>
                </a:lnTo>
                <a:lnTo>
                  <a:pt x="1642338" y="42908"/>
                </a:lnTo>
                <a:lnTo>
                  <a:pt x="1642719" y="42785"/>
                </a:lnTo>
                <a:lnTo>
                  <a:pt x="1643105" y="42668"/>
                </a:lnTo>
                <a:lnTo>
                  <a:pt x="1643494" y="42556"/>
                </a:lnTo>
                <a:lnTo>
                  <a:pt x="1643887" y="42451"/>
                </a:lnTo>
                <a:lnTo>
                  <a:pt x="1644284" y="42350"/>
                </a:lnTo>
                <a:lnTo>
                  <a:pt x="1644684" y="42256"/>
                </a:lnTo>
                <a:lnTo>
                  <a:pt x="1645088" y="42167"/>
                </a:lnTo>
                <a:lnTo>
                  <a:pt x="1645496" y="42084"/>
                </a:lnTo>
                <a:lnTo>
                  <a:pt x="1645908" y="42007"/>
                </a:lnTo>
                <a:lnTo>
                  <a:pt x="1646324" y="41936"/>
                </a:lnTo>
                <a:lnTo>
                  <a:pt x="1646743" y="41870"/>
                </a:lnTo>
                <a:lnTo>
                  <a:pt x="1647166" y="41810"/>
                </a:lnTo>
                <a:lnTo>
                  <a:pt x="1647593" y="41756"/>
                </a:lnTo>
                <a:lnTo>
                  <a:pt x="1648024" y="41707"/>
                </a:lnTo>
                <a:lnTo>
                  <a:pt x="1648458" y="41664"/>
                </a:lnTo>
                <a:lnTo>
                  <a:pt x="1648896" y="41627"/>
                </a:lnTo>
                <a:lnTo>
                  <a:pt x="1649338" y="41595"/>
                </a:lnTo>
                <a:lnTo>
                  <a:pt x="1649784" y="41570"/>
                </a:lnTo>
                <a:lnTo>
                  <a:pt x="1650234" y="41550"/>
                </a:lnTo>
                <a:lnTo>
                  <a:pt x="1650687" y="41535"/>
                </a:lnTo>
                <a:lnTo>
                  <a:pt x="1651144" y="41527"/>
                </a:lnTo>
                <a:lnTo>
                  <a:pt x="1651605" y="41524"/>
                </a:lnTo>
                <a:lnTo>
                  <a:pt x="1652059" y="41527"/>
                </a:lnTo>
                <a:lnTo>
                  <a:pt x="1652509" y="41535"/>
                </a:lnTo>
                <a:lnTo>
                  <a:pt x="1652955" y="41548"/>
                </a:lnTo>
                <a:lnTo>
                  <a:pt x="1653398" y="41568"/>
                </a:lnTo>
                <a:lnTo>
                  <a:pt x="1653836" y="41592"/>
                </a:lnTo>
                <a:lnTo>
                  <a:pt x="1654270" y="41622"/>
                </a:lnTo>
                <a:lnTo>
                  <a:pt x="1654701" y="41657"/>
                </a:lnTo>
                <a:lnTo>
                  <a:pt x="1655128" y="41698"/>
                </a:lnTo>
                <a:lnTo>
                  <a:pt x="1655550" y="41744"/>
                </a:lnTo>
                <a:lnTo>
                  <a:pt x="1655969" y="41796"/>
                </a:lnTo>
                <a:lnTo>
                  <a:pt x="1656384" y="41853"/>
                </a:lnTo>
                <a:lnTo>
                  <a:pt x="1656795" y="41916"/>
                </a:lnTo>
                <a:lnTo>
                  <a:pt x="1657202" y="41984"/>
                </a:lnTo>
                <a:lnTo>
                  <a:pt x="1657606" y="42057"/>
                </a:lnTo>
                <a:lnTo>
                  <a:pt x="1658005" y="42136"/>
                </a:lnTo>
                <a:lnTo>
                  <a:pt x="1658400" y="42220"/>
                </a:lnTo>
                <a:lnTo>
                  <a:pt x="1658792" y="42310"/>
                </a:lnTo>
                <a:lnTo>
                  <a:pt x="1659179" y="42405"/>
                </a:lnTo>
                <a:lnTo>
                  <a:pt x="1659563" y="42506"/>
                </a:lnTo>
                <a:lnTo>
                  <a:pt x="1659943" y="42612"/>
                </a:lnTo>
                <a:lnTo>
                  <a:pt x="1660318" y="42723"/>
                </a:lnTo>
                <a:lnTo>
                  <a:pt x="1660690" y="42840"/>
                </a:lnTo>
                <a:lnTo>
                  <a:pt x="1661058" y="42963"/>
                </a:lnTo>
                <a:lnTo>
                  <a:pt x="1661422" y="43091"/>
                </a:lnTo>
                <a:lnTo>
                  <a:pt x="1661782" y="43225"/>
                </a:lnTo>
                <a:lnTo>
                  <a:pt x="1662137" y="43368"/>
                </a:lnTo>
                <a:lnTo>
                  <a:pt x="1662488" y="43519"/>
                </a:lnTo>
                <a:lnTo>
                  <a:pt x="1662834" y="43678"/>
                </a:lnTo>
                <a:lnTo>
                  <a:pt x="1663175" y="43845"/>
                </a:lnTo>
                <a:lnTo>
                  <a:pt x="1663512" y="44021"/>
                </a:lnTo>
                <a:lnTo>
                  <a:pt x="1663844" y="44205"/>
                </a:lnTo>
                <a:lnTo>
                  <a:pt x="1664172" y="44397"/>
                </a:lnTo>
                <a:lnTo>
                  <a:pt x="1664495" y="44597"/>
                </a:lnTo>
                <a:lnTo>
                  <a:pt x="1664813" y="44806"/>
                </a:lnTo>
                <a:lnTo>
                  <a:pt x="1665127" y="45023"/>
                </a:lnTo>
                <a:lnTo>
                  <a:pt x="1665436" y="45248"/>
                </a:lnTo>
                <a:lnTo>
                  <a:pt x="1665741" y="45481"/>
                </a:lnTo>
                <a:lnTo>
                  <a:pt x="1666040" y="45723"/>
                </a:lnTo>
                <a:lnTo>
                  <a:pt x="1666336" y="45972"/>
                </a:lnTo>
                <a:lnTo>
                  <a:pt x="1666626" y="46230"/>
                </a:lnTo>
                <a:lnTo>
                  <a:pt x="1666912" y="46496"/>
                </a:lnTo>
                <a:lnTo>
                  <a:pt x="1667194" y="46771"/>
                </a:lnTo>
                <a:lnTo>
                  <a:pt x="1667471" y="47054"/>
                </a:lnTo>
                <a:lnTo>
                  <a:pt x="1667743" y="47345"/>
                </a:lnTo>
                <a:lnTo>
                  <a:pt x="1668011" y="47644"/>
                </a:lnTo>
                <a:lnTo>
                  <a:pt x="1668274" y="47951"/>
                </a:lnTo>
                <a:lnTo>
                  <a:pt x="1668532" y="48267"/>
                </a:lnTo>
                <a:lnTo>
                  <a:pt x="1668786" y="48591"/>
                </a:lnTo>
                <a:lnTo>
                  <a:pt x="1669035" y="48923"/>
                </a:lnTo>
                <a:lnTo>
                  <a:pt x="1669279" y="49264"/>
                </a:lnTo>
                <a:lnTo>
                  <a:pt x="1669518" y="49615"/>
                </a:lnTo>
                <a:lnTo>
                  <a:pt x="1669751" y="49975"/>
                </a:lnTo>
                <a:lnTo>
                  <a:pt x="1669980" y="50344"/>
                </a:lnTo>
                <a:lnTo>
                  <a:pt x="1670204" y="50723"/>
                </a:lnTo>
                <a:lnTo>
                  <a:pt x="1670423" y="51110"/>
                </a:lnTo>
                <a:lnTo>
                  <a:pt x="1670637" y="51507"/>
                </a:lnTo>
                <a:lnTo>
                  <a:pt x="1670845" y="51913"/>
                </a:lnTo>
                <a:lnTo>
                  <a:pt x="1671049" y="52328"/>
                </a:lnTo>
                <a:lnTo>
                  <a:pt x="1671248" y="52753"/>
                </a:lnTo>
                <a:lnTo>
                  <a:pt x="1671441" y="53186"/>
                </a:lnTo>
                <a:lnTo>
                  <a:pt x="1671630" y="53629"/>
                </a:lnTo>
                <a:lnTo>
                  <a:pt x="1671814" y="54081"/>
                </a:lnTo>
                <a:lnTo>
                  <a:pt x="1671992" y="54542"/>
                </a:lnTo>
                <a:lnTo>
                  <a:pt x="1672166" y="55013"/>
                </a:lnTo>
                <a:lnTo>
                  <a:pt x="1672334" y="55492"/>
                </a:lnTo>
                <a:lnTo>
                  <a:pt x="1672498" y="55981"/>
                </a:lnTo>
                <a:lnTo>
                  <a:pt x="1672656" y="56479"/>
                </a:lnTo>
                <a:lnTo>
                  <a:pt x="1672809" y="56986"/>
                </a:lnTo>
                <a:lnTo>
                  <a:pt x="1672958" y="57503"/>
                </a:lnTo>
                <a:lnTo>
                  <a:pt x="1673101" y="58028"/>
                </a:lnTo>
                <a:lnTo>
                  <a:pt x="1673239" y="58563"/>
                </a:lnTo>
                <a:lnTo>
                  <a:pt x="1673373" y="59107"/>
                </a:lnTo>
                <a:lnTo>
                  <a:pt x="1673501" y="59662"/>
                </a:lnTo>
                <a:lnTo>
                  <a:pt x="1673623" y="60229"/>
                </a:lnTo>
                <a:lnTo>
                  <a:pt x="1673740" y="60808"/>
                </a:lnTo>
                <a:lnTo>
                  <a:pt x="1673852" y="61399"/>
                </a:lnTo>
                <a:lnTo>
                  <a:pt x="1673958" y="62003"/>
                </a:lnTo>
                <a:lnTo>
                  <a:pt x="1674059" y="62619"/>
                </a:lnTo>
                <a:lnTo>
                  <a:pt x="1674155" y="63247"/>
                </a:lnTo>
                <a:lnTo>
                  <a:pt x="1674244" y="63888"/>
                </a:lnTo>
                <a:lnTo>
                  <a:pt x="1674329" y="64540"/>
                </a:lnTo>
                <a:lnTo>
                  <a:pt x="1674408" y="65205"/>
                </a:lnTo>
                <a:lnTo>
                  <a:pt x="1674481" y="65883"/>
                </a:lnTo>
                <a:lnTo>
                  <a:pt x="1674550" y="66572"/>
                </a:lnTo>
                <a:lnTo>
                  <a:pt x="1674612" y="67274"/>
                </a:lnTo>
                <a:lnTo>
                  <a:pt x="1674669" y="67988"/>
                </a:lnTo>
                <a:lnTo>
                  <a:pt x="1674721" y="68715"/>
                </a:lnTo>
                <a:lnTo>
                  <a:pt x="1674768" y="69454"/>
                </a:lnTo>
                <a:lnTo>
                  <a:pt x="1674808" y="70205"/>
                </a:lnTo>
                <a:lnTo>
                  <a:pt x="1674844" y="70968"/>
                </a:lnTo>
                <a:lnTo>
                  <a:pt x="1674874" y="71743"/>
                </a:lnTo>
                <a:lnTo>
                  <a:pt x="1674898" y="72531"/>
                </a:lnTo>
                <a:lnTo>
                  <a:pt x="1674917" y="73331"/>
                </a:lnTo>
                <a:lnTo>
                  <a:pt x="1674931" y="74144"/>
                </a:lnTo>
                <a:lnTo>
                  <a:pt x="1674939" y="74968"/>
                </a:lnTo>
                <a:lnTo>
                  <a:pt x="1674942" y="75805"/>
                </a:lnTo>
                <a:lnTo>
                  <a:pt x="1674939" y="76642"/>
                </a:lnTo>
                <a:lnTo>
                  <a:pt x="1674930" y="77468"/>
                </a:lnTo>
                <a:lnTo>
                  <a:pt x="1674915" y="78281"/>
                </a:lnTo>
                <a:lnTo>
                  <a:pt x="1674895" y="79082"/>
                </a:lnTo>
                <a:lnTo>
                  <a:pt x="1674869" y="79871"/>
                </a:lnTo>
                <a:close/>
                <a:moveTo>
                  <a:pt x="2010771" y="71233"/>
                </a:moveTo>
                <a:lnTo>
                  <a:pt x="2010728" y="70348"/>
                </a:lnTo>
                <a:lnTo>
                  <a:pt x="2010677" y="69473"/>
                </a:lnTo>
                <a:lnTo>
                  <a:pt x="2010618" y="68608"/>
                </a:lnTo>
                <a:lnTo>
                  <a:pt x="2010552" y="67752"/>
                </a:lnTo>
                <a:lnTo>
                  <a:pt x="2010477" y="66906"/>
                </a:lnTo>
                <a:lnTo>
                  <a:pt x="2010395" y="66070"/>
                </a:lnTo>
                <a:lnTo>
                  <a:pt x="2010305" y="65243"/>
                </a:lnTo>
                <a:lnTo>
                  <a:pt x="2010207" y="64427"/>
                </a:lnTo>
                <a:lnTo>
                  <a:pt x="2010102" y="63620"/>
                </a:lnTo>
                <a:lnTo>
                  <a:pt x="2009988" y="62823"/>
                </a:lnTo>
                <a:lnTo>
                  <a:pt x="2009867" y="62036"/>
                </a:lnTo>
                <a:lnTo>
                  <a:pt x="2009738" y="61258"/>
                </a:lnTo>
                <a:lnTo>
                  <a:pt x="2009601" y="60490"/>
                </a:lnTo>
                <a:lnTo>
                  <a:pt x="2009456" y="59732"/>
                </a:lnTo>
                <a:lnTo>
                  <a:pt x="2009304" y="58984"/>
                </a:lnTo>
                <a:lnTo>
                  <a:pt x="2009143" y="58246"/>
                </a:lnTo>
                <a:lnTo>
                  <a:pt x="2008975" y="57517"/>
                </a:lnTo>
                <a:lnTo>
                  <a:pt x="2008799" y="56799"/>
                </a:lnTo>
                <a:lnTo>
                  <a:pt x="2008615" y="56090"/>
                </a:lnTo>
                <a:lnTo>
                  <a:pt x="2008423" y="55390"/>
                </a:lnTo>
                <a:lnTo>
                  <a:pt x="2008223" y="54701"/>
                </a:lnTo>
                <a:lnTo>
                  <a:pt x="2008014" y="54021"/>
                </a:lnTo>
                <a:lnTo>
                  <a:pt x="2007796" y="53351"/>
                </a:lnTo>
                <a:lnTo>
                  <a:pt x="2007570" y="52691"/>
                </a:lnTo>
                <a:lnTo>
                  <a:pt x="2007335" y="52041"/>
                </a:lnTo>
                <a:lnTo>
                  <a:pt x="2007092" y="51400"/>
                </a:lnTo>
                <a:lnTo>
                  <a:pt x="2006840" y="50769"/>
                </a:lnTo>
                <a:lnTo>
                  <a:pt x="2006580" y="50148"/>
                </a:lnTo>
                <a:lnTo>
                  <a:pt x="2006311" y="49537"/>
                </a:lnTo>
                <a:lnTo>
                  <a:pt x="2006034" y="48936"/>
                </a:lnTo>
                <a:lnTo>
                  <a:pt x="2005748" y="48344"/>
                </a:lnTo>
                <a:lnTo>
                  <a:pt x="2005454" y="47762"/>
                </a:lnTo>
                <a:lnTo>
                  <a:pt x="2005151" y="47190"/>
                </a:lnTo>
                <a:lnTo>
                  <a:pt x="2004840" y="46628"/>
                </a:lnTo>
                <a:lnTo>
                  <a:pt x="2004520" y="46075"/>
                </a:lnTo>
                <a:lnTo>
                  <a:pt x="2004192" y="45532"/>
                </a:lnTo>
                <a:lnTo>
                  <a:pt x="2003855" y="44999"/>
                </a:lnTo>
                <a:lnTo>
                  <a:pt x="2003509" y="44476"/>
                </a:lnTo>
                <a:lnTo>
                  <a:pt x="2003155" y="43963"/>
                </a:lnTo>
                <a:lnTo>
                  <a:pt x="2002793" y="43459"/>
                </a:lnTo>
                <a:lnTo>
                  <a:pt x="2002422" y="42965"/>
                </a:lnTo>
                <a:lnTo>
                  <a:pt x="2002042" y="42481"/>
                </a:lnTo>
                <a:lnTo>
                  <a:pt x="2001654" y="42007"/>
                </a:lnTo>
                <a:lnTo>
                  <a:pt x="2001257" y="41542"/>
                </a:lnTo>
                <a:lnTo>
                  <a:pt x="2000851" y="41088"/>
                </a:lnTo>
                <a:lnTo>
                  <a:pt x="2000436" y="40643"/>
                </a:lnTo>
                <a:lnTo>
                  <a:pt x="2000011" y="40207"/>
                </a:lnTo>
                <a:lnTo>
                  <a:pt x="1999578" y="39782"/>
                </a:lnTo>
                <a:lnTo>
                  <a:pt x="1999135" y="39366"/>
                </a:lnTo>
                <a:lnTo>
                  <a:pt x="1998682" y="38960"/>
                </a:lnTo>
                <a:lnTo>
                  <a:pt x="1998221" y="38564"/>
                </a:lnTo>
                <a:lnTo>
                  <a:pt x="1997750" y="38178"/>
                </a:lnTo>
                <a:lnTo>
                  <a:pt x="1997270" y="37802"/>
                </a:lnTo>
                <a:lnTo>
                  <a:pt x="1996781" y="37435"/>
                </a:lnTo>
                <a:lnTo>
                  <a:pt x="1996283" y="37078"/>
                </a:lnTo>
                <a:lnTo>
                  <a:pt x="1995775" y="36731"/>
                </a:lnTo>
                <a:lnTo>
                  <a:pt x="1995258" y="36393"/>
                </a:lnTo>
                <a:lnTo>
                  <a:pt x="1994732" y="36066"/>
                </a:lnTo>
                <a:lnTo>
                  <a:pt x="1994197" y="35748"/>
                </a:lnTo>
                <a:lnTo>
                  <a:pt x="1993653" y="35440"/>
                </a:lnTo>
                <a:lnTo>
                  <a:pt x="1993099" y="35141"/>
                </a:lnTo>
                <a:lnTo>
                  <a:pt x="1992536" y="34853"/>
                </a:lnTo>
                <a:lnTo>
                  <a:pt x="1991964" y="34574"/>
                </a:lnTo>
                <a:lnTo>
                  <a:pt x="1991383" y="34305"/>
                </a:lnTo>
                <a:lnTo>
                  <a:pt x="1990792" y="34046"/>
                </a:lnTo>
                <a:lnTo>
                  <a:pt x="1990192" y="33797"/>
                </a:lnTo>
                <a:lnTo>
                  <a:pt x="1989583" y="33557"/>
                </a:lnTo>
                <a:lnTo>
                  <a:pt x="1988965" y="33327"/>
                </a:lnTo>
                <a:lnTo>
                  <a:pt x="1988337" y="33107"/>
                </a:lnTo>
                <a:lnTo>
                  <a:pt x="1987699" y="32897"/>
                </a:lnTo>
                <a:lnTo>
                  <a:pt x="1987052" y="32697"/>
                </a:lnTo>
                <a:lnTo>
                  <a:pt x="1986395" y="32506"/>
                </a:lnTo>
                <a:lnTo>
                  <a:pt x="1985728" y="32325"/>
                </a:lnTo>
                <a:lnTo>
                  <a:pt x="1985052" y="32154"/>
                </a:lnTo>
                <a:lnTo>
                  <a:pt x="1984366" y="31992"/>
                </a:lnTo>
                <a:lnTo>
                  <a:pt x="1983671" y="31841"/>
                </a:lnTo>
                <a:lnTo>
                  <a:pt x="1982965" y="31699"/>
                </a:lnTo>
                <a:lnTo>
                  <a:pt x="1982251" y="31567"/>
                </a:lnTo>
                <a:lnTo>
                  <a:pt x="1981526" y="31445"/>
                </a:lnTo>
                <a:lnTo>
                  <a:pt x="1980792" y="31332"/>
                </a:lnTo>
                <a:lnTo>
                  <a:pt x="1980048" y="31230"/>
                </a:lnTo>
                <a:lnTo>
                  <a:pt x="1979295" y="31137"/>
                </a:lnTo>
                <a:lnTo>
                  <a:pt x="1978532" y="31054"/>
                </a:lnTo>
                <a:lnTo>
                  <a:pt x="1977759" y="30980"/>
                </a:lnTo>
                <a:lnTo>
                  <a:pt x="1976977" y="30917"/>
                </a:lnTo>
                <a:lnTo>
                  <a:pt x="1976185" y="30863"/>
                </a:lnTo>
                <a:lnTo>
                  <a:pt x="1975383" y="30819"/>
                </a:lnTo>
                <a:lnTo>
                  <a:pt x="1974572" y="30785"/>
                </a:lnTo>
                <a:lnTo>
                  <a:pt x="1973751" y="30760"/>
                </a:lnTo>
                <a:lnTo>
                  <a:pt x="1972921" y="30746"/>
                </a:lnTo>
                <a:lnTo>
                  <a:pt x="1972081" y="30741"/>
                </a:lnTo>
                <a:lnTo>
                  <a:pt x="1968896" y="30819"/>
                </a:lnTo>
                <a:lnTo>
                  <a:pt x="1965847" y="31054"/>
                </a:lnTo>
                <a:lnTo>
                  <a:pt x="1962933" y="31445"/>
                </a:lnTo>
                <a:lnTo>
                  <a:pt x="1960155" y="31992"/>
                </a:lnTo>
                <a:lnTo>
                  <a:pt x="1957512" y="32697"/>
                </a:lnTo>
                <a:lnTo>
                  <a:pt x="1955005" y="33557"/>
                </a:lnTo>
                <a:lnTo>
                  <a:pt x="1952634" y="34574"/>
                </a:lnTo>
                <a:lnTo>
                  <a:pt x="1950398" y="35748"/>
                </a:lnTo>
                <a:lnTo>
                  <a:pt x="1948297" y="37078"/>
                </a:lnTo>
                <a:lnTo>
                  <a:pt x="1946332" y="38564"/>
                </a:lnTo>
                <a:lnTo>
                  <a:pt x="1944503" y="40207"/>
                </a:lnTo>
                <a:lnTo>
                  <a:pt x="1942809" y="42007"/>
                </a:lnTo>
                <a:lnTo>
                  <a:pt x="1941250" y="43963"/>
                </a:lnTo>
                <a:lnTo>
                  <a:pt x="1939827" y="46075"/>
                </a:lnTo>
                <a:lnTo>
                  <a:pt x="1938540" y="48344"/>
                </a:lnTo>
                <a:lnTo>
                  <a:pt x="1937388" y="50769"/>
                </a:lnTo>
                <a:lnTo>
                  <a:pt x="1936371" y="53351"/>
                </a:lnTo>
                <a:lnTo>
                  <a:pt x="1935491" y="56090"/>
                </a:lnTo>
                <a:lnTo>
                  <a:pt x="1934745" y="58984"/>
                </a:lnTo>
                <a:lnTo>
                  <a:pt x="1934135" y="62036"/>
                </a:lnTo>
                <a:lnTo>
                  <a:pt x="1933661" y="65243"/>
                </a:lnTo>
                <a:lnTo>
                  <a:pt x="1933322" y="68608"/>
                </a:lnTo>
                <a:lnTo>
                  <a:pt x="1933119" y="72128"/>
                </a:lnTo>
                <a:lnTo>
                  <a:pt x="1933051" y="75805"/>
                </a:lnTo>
                <a:lnTo>
                  <a:pt x="1933056" y="76759"/>
                </a:lnTo>
                <a:lnTo>
                  <a:pt x="1933069" y="77702"/>
                </a:lnTo>
                <a:lnTo>
                  <a:pt x="1933092" y="78635"/>
                </a:lnTo>
                <a:lnTo>
                  <a:pt x="1933124" y="79557"/>
                </a:lnTo>
                <a:lnTo>
                  <a:pt x="1933165" y="80469"/>
                </a:lnTo>
                <a:lnTo>
                  <a:pt x="1933215" y="81371"/>
                </a:lnTo>
                <a:lnTo>
                  <a:pt x="1933274" y="82261"/>
                </a:lnTo>
                <a:lnTo>
                  <a:pt x="1933342" y="83142"/>
                </a:lnTo>
                <a:lnTo>
                  <a:pt x="1933419" y="84012"/>
                </a:lnTo>
                <a:lnTo>
                  <a:pt x="1933505" y="84871"/>
                </a:lnTo>
                <a:lnTo>
                  <a:pt x="1933601" y="85720"/>
                </a:lnTo>
                <a:lnTo>
                  <a:pt x="1933705" y="86559"/>
                </a:lnTo>
                <a:lnTo>
                  <a:pt x="1933819" y="87387"/>
                </a:lnTo>
                <a:lnTo>
                  <a:pt x="1933941" y="88204"/>
                </a:lnTo>
                <a:lnTo>
                  <a:pt x="1934073" y="89011"/>
                </a:lnTo>
                <a:lnTo>
                  <a:pt x="1934214" y="89808"/>
                </a:lnTo>
                <a:lnTo>
                  <a:pt x="1934363" y="90594"/>
                </a:lnTo>
                <a:lnTo>
                  <a:pt x="1934522" y="91369"/>
                </a:lnTo>
                <a:lnTo>
                  <a:pt x="1934690" y="92134"/>
                </a:lnTo>
                <a:lnTo>
                  <a:pt x="1934867" y="92889"/>
                </a:lnTo>
                <a:lnTo>
                  <a:pt x="1935054" y="93633"/>
                </a:lnTo>
                <a:lnTo>
                  <a:pt x="1935249" y="94367"/>
                </a:lnTo>
                <a:lnTo>
                  <a:pt x="1935453" y="95090"/>
                </a:lnTo>
                <a:lnTo>
                  <a:pt x="1935667" y="95803"/>
                </a:lnTo>
                <a:lnTo>
                  <a:pt x="1935889" y="96505"/>
                </a:lnTo>
                <a:lnTo>
                  <a:pt x="1936119" y="97198"/>
                </a:lnTo>
                <a:lnTo>
                  <a:pt x="1936357" y="97881"/>
                </a:lnTo>
                <a:lnTo>
                  <a:pt x="1936603" y="98554"/>
                </a:lnTo>
                <a:lnTo>
                  <a:pt x="1936858" y="99216"/>
                </a:lnTo>
                <a:lnTo>
                  <a:pt x="1937120" y="99869"/>
                </a:lnTo>
                <a:lnTo>
                  <a:pt x="1937391" y="100512"/>
                </a:lnTo>
                <a:lnTo>
                  <a:pt x="1937670" y="101145"/>
                </a:lnTo>
                <a:lnTo>
                  <a:pt x="1937956" y="101769"/>
                </a:lnTo>
                <a:lnTo>
                  <a:pt x="1938251" y="102382"/>
                </a:lnTo>
                <a:lnTo>
                  <a:pt x="1938554" y="102985"/>
                </a:lnTo>
                <a:lnTo>
                  <a:pt x="1938865" y="103579"/>
                </a:lnTo>
                <a:lnTo>
                  <a:pt x="1939185" y="104162"/>
                </a:lnTo>
                <a:lnTo>
                  <a:pt x="1939512" y="104736"/>
                </a:lnTo>
                <a:lnTo>
                  <a:pt x="1939847" y="105299"/>
                </a:lnTo>
                <a:lnTo>
                  <a:pt x="1940191" y="105853"/>
                </a:lnTo>
                <a:lnTo>
                  <a:pt x="1940543" y="106397"/>
                </a:lnTo>
                <a:lnTo>
                  <a:pt x="1940902" y="106931"/>
                </a:lnTo>
                <a:lnTo>
                  <a:pt x="1941270" y="107455"/>
                </a:lnTo>
                <a:lnTo>
                  <a:pt x="1941646" y="107969"/>
                </a:lnTo>
                <a:lnTo>
                  <a:pt x="1942030" y="108473"/>
                </a:lnTo>
                <a:lnTo>
                  <a:pt x="1942422" y="108967"/>
                </a:lnTo>
                <a:lnTo>
                  <a:pt x="1942823" y="109452"/>
                </a:lnTo>
                <a:lnTo>
                  <a:pt x="1943231" y="109926"/>
                </a:lnTo>
                <a:lnTo>
                  <a:pt x="1943647" y="110390"/>
                </a:lnTo>
                <a:lnTo>
                  <a:pt x="1944071" y="110845"/>
                </a:lnTo>
                <a:lnTo>
                  <a:pt x="1944503" y="111289"/>
                </a:lnTo>
                <a:lnTo>
                  <a:pt x="1944942" y="111723"/>
                </a:lnTo>
                <a:lnTo>
                  <a:pt x="1945389" y="112147"/>
                </a:lnTo>
                <a:lnTo>
                  <a:pt x="1945844" y="112561"/>
                </a:lnTo>
                <a:lnTo>
                  <a:pt x="1946306" y="112965"/>
                </a:lnTo>
                <a:lnTo>
                  <a:pt x="1946776" y="113359"/>
                </a:lnTo>
                <a:lnTo>
                  <a:pt x="1947254" y="113743"/>
                </a:lnTo>
                <a:lnTo>
                  <a:pt x="1947740" y="114117"/>
                </a:lnTo>
                <a:lnTo>
                  <a:pt x="1948233" y="114481"/>
                </a:lnTo>
                <a:lnTo>
                  <a:pt x="1948733" y="114835"/>
                </a:lnTo>
                <a:lnTo>
                  <a:pt x="1949242" y="115178"/>
                </a:lnTo>
                <a:lnTo>
                  <a:pt x="1949758" y="115512"/>
                </a:lnTo>
                <a:lnTo>
                  <a:pt x="1950282" y="115836"/>
                </a:lnTo>
                <a:lnTo>
                  <a:pt x="1950813" y="116149"/>
                </a:lnTo>
                <a:lnTo>
                  <a:pt x="1951353" y="116453"/>
                </a:lnTo>
                <a:lnTo>
                  <a:pt x="1951900" y="116746"/>
                </a:lnTo>
                <a:lnTo>
                  <a:pt x="1952454" y="117029"/>
                </a:lnTo>
                <a:lnTo>
                  <a:pt x="1953016" y="117303"/>
                </a:lnTo>
                <a:lnTo>
                  <a:pt x="1953586" y="117566"/>
                </a:lnTo>
                <a:lnTo>
                  <a:pt x="1954164" y="117819"/>
                </a:lnTo>
                <a:lnTo>
                  <a:pt x="1954749" y="118062"/>
                </a:lnTo>
                <a:lnTo>
                  <a:pt x="1955342" y="118295"/>
                </a:lnTo>
                <a:lnTo>
                  <a:pt x="1955942" y="118518"/>
                </a:lnTo>
                <a:lnTo>
                  <a:pt x="1956549" y="118732"/>
                </a:lnTo>
                <a:lnTo>
                  <a:pt x="1957163" y="118936"/>
                </a:lnTo>
                <a:lnTo>
                  <a:pt x="1957783" y="119131"/>
                </a:lnTo>
                <a:lnTo>
                  <a:pt x="1958410" y="119316"/>
                </a:lnTo>
                <a:lnTo>
                  <a:pt x="1959044" y="119492"/>
                </a:lnTo>
                <a:lnTo>
                  <a:pt x="1959684" y="119658"/>
                </a:lnTo>
                <a:lnTo>
                  <a:pt x="1960332" y="119815"/>
                </a:lnTo>
                <a:lnTo>
                  <a:pt x="1960985" y="119962"/>
                </a:lnTo>
                <a:lnTo>
                  <a:pt x="1961646" y="120100"/>
                </a:lnTo>
                <a:lnTo>
                  <a:pt x="1962313" y="120228"/>
                </a:lnTo>
                <a:lnTo>
                  <a:pt x="1962987" y="120347"/>
                </a:lnTo>
                <a:lnTo>
                  <a:pt x="1963668" y="120456"/>
                </a:lnTo>
                <a:lnTo>
                  <a:pt x="1964355" y="120556"/>
                </a:lnTo>
                <a:lnTo>
                  <a:pt x="1965049" y="120646"/>
                </a:lnTo>
                <a:lnTo>
                  <a:pt x="1965750" y="120727"/>
                </a:lnTo>
                <a:lnTo>
                  <a:pt x="1966458" y="120798"/>
                </a:lnTo>
                <a:lnTo>
                  <a:pt x="1967172" y="120860"/>
                </a:lnTo>
                <a:lnTo>
                  <a:pt x="1967893" y="120912"/>
                </a:lnTo>
                <a:lnTo>
                  <a:pt x="1968620" y="120955"/>
                </a:lnTo>
                <a:lnTo>
                  <a:pt x="1969355" y="120988"/>
                </a:lnTo>
                <a:lnTo>
                  <a:pt x="1970096" y="121012"/>
                </a:lnTo>
                <a:lnTo>
                  <a:pt x="1970843" y="121026"/>
                </a:lnTo>
                <a:lnTo>
                  <a:pt x="1971598" y="121031"/>
                </a:lnTo>
                <a:lnTo>
                  <a:pt x="1973178" y="121012"/>
                </a:lnTo>
                <a:lnTo>
                  <a:pt x="1974727" y="120953"/>
                </a:lnTo>
                <a:lnTo>
                  <a:pt x="1976244" y="120856"/>
                </a:lnTo>
                <a:lnTo>
                  <a:pt x="1977729" y="120720"/>
                </a:lnTo>
                <a:lnTo>
                  <a:pt x="1979183" y="120546"/>
                </a:lnTo>
                <a:lnTo>
                  <a:pt x="1980606" y="120332"/>
                </a:lnTo>
                <a:lnTo>
                  <a:pt x="1981996" y="120080"/>
                </a:lnTo>
                <a:lnTo>
                  <a:pt x="1983356" y="119788"/>
                </a:lnTo>
                <a:lnTo>
                  <a:pt x="1984683" y="119458"/>
                </a:lnTo>
                <a:lnTo>
                  <a:pt x="1985979" y="119089"/>
                </a:lnTo>
                <a:lnTo>
                  <a:pt x="1987244" y="118681"/>
                </a:lnTo>
                <a:lnTo>
                  <a:pt x="1988477" y="118235"/>
                </a:lnTo>
                <a:lnTo>
                  <a:pt x="1989678" y="117749"/>
                </a:lnTo>
                <a:lnTo>
                  <a:pt x="1990848" y="117225"/>
                </a:lnTo>
                <a:lnTo>
                  <a:pt x="1991986" y="116662"/>
                </a:lnTo>
                <a:lnTo>
                  <a:pt x="1993093" y="116060"/>
                </a:lnTo>
                <a:lnTo>
                  <a:pt x="1994168" y="115419"/>
                </a:lnTo>
                <a:lnTo>
                  <a:pt x="1995211" y="114739"/>
                </a:lnTo>
                <a:lnTo>
                  <a:pt x="1996223" y="114021"/>
                </a:lnTo>
                <a:lnTo>
                  <a:pt x="1997204" y="113263"/>
                </a:lnTo>
                <a:lnTo>
                  <a:pt x="1998153" y="112467"/>
                </a:lnTo>
                <a:lnTo>
                  <a:pt x="1999070" y="111632"/>
                </a:lnTo>
                <a:lnTo>
                  <a:pt x="1999955" y="110758"/>
                </a:lnTo>
                <a:lnTo>
                  <a:pt x="2000809" y="109845"/>
                </a:lnTo>
                <a:lnTo>
                  <a:pt x="2001630" y="108893"/>
                </a:lnTo>
                <a:lnTo>
                  <a:pt x="2002416" y="107900"/>
                </a:lnTo>
                <a:lnTo>
                  <a:pt x="2003167" y="106867"/>
                </a:lnTo>
                <a:lnTo>
                  <a:pt x="2003883" y="105793"/>
                </a:lnTo>
                <a:lnTo>
                  <a:pt x="2004564" y="104678"/>
                </a:lnTo>
                <a:lnTo>
                  <a:pt x="2005210" y="103523"/>
                </a:lnTo>
                <a:lnTo>
                  <a:pt x="2005821" y="102328"/>
                </a:lnTo>
                <a:lnTo>
                  <a:pt x="2006398" y="101092"/>
                </a:lnTo>
                <a:lnTo>
                  <a:pt x="2006939" y="99815"/>
                </a:lnTo>
                <a:lnTo>
                  <a:pt x="2007446" y="98498"/>
                </a:lnTo>
                <a:lnTo>
                  <a:pt x="2007917" y="97141"/>
                </a:lnTo>
                <a:lnTo>
                  <a:pt x="2008354" y="95743"/>
                </a:lnTo>
                <a:lnTo>
                  <a:pt x="2008755" y="94304"/>
                </a:lnTo>
                <a:lnTo>
                  <a:pt x="2009122" y="92825"/>
                </a:lnTo>
                <a:lnTo>
                  <a:pt x="2009454" y="91305"/>
                </a:lnTo>
                <a:lnTo>
                  <a:pt x="2009751" y="89745"/>
                </a:lnTo>
                <a:lnTo>
                  <a:pt x="2010013" y="88144"/>
                </a:lnTo>
                <a:lnTo>
                  <a:pt x="2010240" y="86503"/>
                </a:lnTo>
                <a:lnTo>
                  <a:pt x="2010432" y="84822"/>
                </a:lnTo>
                <a:lnTo>
                  <a:pt x="2010589" y="83099"/>
                </a:lnTo>
                <a:lnTo>
                  <a:pt x="2010711" y="81337"/>
                </a:lnTo>
                <a:lnTo>
                  <a:pt x="2010799" y="79533"/>
                </a:lnTo>
                <a:lnTo>
                  <a:pt x="2010851" y="77690"/>
                </a:lnTo>
                <a:lnTo>
                  <a:pt x="2010868" y="75805"/>
                </a:lnTo>
                <a:lnTo>
                  <a:pt x="2010865" y="74871"/>
                </a:lnTo>
                <a:lnTo>
                  <a:pt x="2010853" y="73947"/>
                </a:lnTo>
                <a:lnTo>
                  <a:pt x="2010833" y="73033"/>
                </a:lnTo>
                <a:lnTo>
                  <a:pt x="2010806" y="72128"/>
                </a:lnTo>
                <a:lnTo>
                  <a:pt x="2010771" y="71233"/>
                </a:lnTo>
                <a:close/>
                <a:moveTo>
                  <a:pt x="1995586" y="79871"/>
                </a:moveTo>
                <a:lnTo>
                  <a:pt x="1995553" y="80648"/>
                </a:lnTo>
                <a:lnTo>
                  <a:pt x="1995515" y="81413"/>
                </a:lnTo>
                <a:lnTo>
                  <a:pt x="1995471" y="82166"/>
                </a:lnTo>
                <a:lnTo>
                  <a:pt x="1995421" y="82908"/>
                </a:lnTo>
                <a:lnTo>
                  <a:pt x="1995366" y="83637"/>
                </a:lnTo>
                <a:lnTo>
                  <a:pt x="1995304" y="84354"/>
                </a:lnTo>
                <a:lnTo>
                  <a:pt x="1995237" y="85059"/>
                </a:lnTo>
                <a:lnTo>
                  <a:pt x="1995163" y="85752"/>
                </a:lnTo>
                <a:lnTo>
                  <a:pt x="1995084" y="86434"/>
                </a:lnTo>
                <a:lnTo>
                  <a:pt x="1994999" y="87103"/>
                </a:lnTo>
                <a:lnTo>
                  <a:pt x="1994908" y="87760"/>
                </a:lnTo>
                <a:lnTo>
                  <a:pt x="1994811" y="88405"/>
                </a:lnTo>
                <a:lnTo>
                  <a:pt x="1994709" y="89039"/>
                </a:lnTo>
                <a:lnTo>
                  <a:pt x="1994600" y="89660"/>
                </a:lnTo>
                <a:lnTo>
                  <a:pt x="1994486" y="90269"/>
                </a:lnTo>
                <a:lnTo>
                  <a:pt x="1994365" y="90867"/>
                </a:lnTo>
                <a:lnTo>
                  <a:pt x="1994239" y="91452"/>
                </a:lnTo>
                <a:lnTo>
                  <a:pt x="1994107" y="92025"/>
                </a:lnTo>
                <a:lnTo>
                  <a:pt x="1993969" y="92587"/>
                </a:lnTo>
                <a:lnTo>
                  <a:pt x="1993826" y="93137"/>
                </a:lnTo>
                <a:lnTo>
                  <a:pt x="1993677" y="93678"/>
                </a:lnTo>
                <a:lnTo>
                  <a:pt x="1993524" y="94209"/>
                </a:lnTo>
                <a:lnTo>
                  <a:pt x="1993366" y="94731"/>
                </a:lnTo>
                <a:lnTo>
                  <a:pt x="1993202" y="95244"/>
                </a:lnTo>
                <a:lnTo>
                  <a:pt x="1993034" y="95747"/>
                </a:lnTo>
                <a:lnTo>
                  <a:pt x="1992860" y="96241"/>
                </a:lnTo>
                <a:lnTo>
                  <a:pt x="1992682" y="96725"/>
                </a:lnTo>
                <a:lnTo>
                  <a:pt x="1992498" y="97199"/>
                </a:lnTo>
                <a:lnTo>
                  <a:pt x="1992309" y="97665"/>
                </a:lnTo>
                <a:lnTo>
                  <a:pt x="1992116" y="98120"/>
                </a:lnTo>
                <a:lnTo>
                  <a:pt x="1991917" y="98567"/>
                </a:lnTo>
                <a:lnTo>
                  <a:pt x="1991713" y="99003"/>
                </a:lnTo>
                <a:lnTo>
                  <a:pt x="1991505" y="99431"/>
                </a:lnTo>
                <a:lnTo>
                  <a:pt x="1991291" y="99849"/>
                </a:lnTo>
                <a:lnTo>
                  <a:pt x="1991072" y="100257"/>
                </a:lnTo>
                <a:lnTo>
                  <a:pt x="1990848" y="100656"/>
                </a:lnTo>
                <a:lnTo>
                  <a:pt x="1990620" y="101046"/>
                </a:lnTo>
                <a:lnTo>
                  <a:pt x="1990386" y="101426"/>
                </a:lnTo>
                <a:lnTo>
                  <a:pt x="1990147" y="101796"/>
                </a:lnTo>
                <a:lnTo>
                  <a:pt x="1989903" y="102157"/>
                </a:lnTo>
                <a:lnTo>
                  <a:pt x="1989654" y="102509"/>
                </a:lnTo>
                <a:lnTo>
                  <a:pt x="1989400" y="102851"/>
                </a:lnTo>
                <a:lnTo>
                  <a:pt x="1989141" y="103184"/>
                </a:lnTo>
                <a:lnTo>
                  <a:pt x="1988877" y="103507"/>
                </a:lnTo>
                <a:lnTo>
                  <a:pt x="1988608" y="103823"/>
                </a:lnTo>
                <a:lnTo>
                  <a:pt x="1988335" y="104130"/>
                </a:lnTo>
                <a:lnTo>
                  <a:pt x="1988057" y="104429"/>
                </a:lnTo>
                <a:lnTo>
                  <a:pt x="1987774" y="104720"/>
                </a:lnTo>
                <a:lnTo>
                  <a:pt x="1987486" y="105002"/>
                </a:lnTo>
                <a:lnTo>
                  <a:pt x="1987194" y="105277"/>
                </a:lnTo>
                <a:lnTo>
                  <a:pt x="1986897" y="105543"/>
                </a:lnTo>
                <a:lnTo>
                  <a:pt x="1986595" y="105801"/>
                </a:lnTo>
                <a:lnTo>
                  <a:pt x="1986288" y="106051"/>
                </a:lnTo>
                <a:lnTo>
                  <a:pt x="1985977" y="106292"/>
                </a:lnTo>
                <a:lnTo>
                  <a:pt x="1985660" y="106525"/>
                </a:lnTo>
                <a:lnTo>
                  <a:pt x="1985339" y="106750"/>
                </a:lnTo>
                <a:lnTo>
                  <a:pt x="1985014" y="106967"/>
                </a:lnTo>
                <a:lnTo>
                  <a:pt x="1984683" y="107176"/>
                </a:lnTo>
                <a:lnTo>
                  <a:pt x="1984348" y="107376"/>
                </a:lnTo>
                <a:lnTo>
                  <a:pt x="1984008" y="107568"/>
                </a:lnTo>
                <a:lnTo>
                  <a:pt x="1983664" y="107752"/>
                </a:lnTo>
                <a:lnTo>
                  <a:pt x="1983314" y="107928"/>
                </a:lnTo>
                <a:lnTo>
                  <a:pt x="1982960" y="108096"/>
                </a:lnTo>
                <a:lnTo>
                  <a:pt x="1982601" y="108255"/>
                </a:lnTo>
                <a:lnTo>
                  <a:pt x="1982237" y="108406"/>
                </a:lnTo>
                <a:lnTo>
                  <a:pt x="1981869" y="108549"/>
                </a:lnTo>
                <a:lnTo>
                  <a:pt x="1981496" y="108684"/>
                </a:lnTo>
                <a:lnTo>
                  <a:pt x="1981119" y="108811"/>
                </a:lnTo>
                <a:lnTo>
                  <a:pt x="1980738" y="108933"/>
                </a:lnTo>
                <a:lnTo>
                  <a:pt x="1980353" y="109050"/>
                </a:lnTo>
                <a:lnTo>
                  <a:pt x="1979965" y="109162"/>
                </a:lnTo>
                <a:lnTo>
                  <a:pt x="1979573" y="109267"/>
                </a:lnTo>
                <a:lnTo>
                  <a:pt x="1979177" y="109368"/>
                </a:lnTo>
                <a:lnTo>
                  <a:pt x="1978778" y="109463"/>
                </a:lnTo>
                <a:lnTo>
                  <a:pt x="1978375" y="109553"/>
                </a:lnTo>
                <a:lnTo>
                  <a:pt x="1977969" y="109637"/>
                </a:lnTo>
                <a:lnTo>
                  <a:pt x="1977559" y="109716"/>
                </a:lnTo>
                <a:lnTo>
                  <a:pt x="1977145" y="109789"/>
                </a:lnTo>
                <a:lnTo>
                  <a:pt x="1976728" y="109857"/>
                </a:lnTo>
                <a:lnTo>
                  <a:pt x="1976307" y="109919"/>
                </a:lnTo>
                <a:lnTo>
                  <a:pt x="1975882" y="109976"/>
                </a:lnTo>
                <a:lnTo>
                  <a:pt x="1975454" y="110028"/>
                </a:lnTo>
                <a:lnTo>
                  <a:pt x="1975022" y="110074"/>
                </a:lnTo>
                <a:lnTo>
                  <a:pt x="1974587" y="110115"/>
                </a:lnTo>
                <a:lnTo>
                  <a:pt x="1974148" y="110150"/>
                </a:lnTo>
                <a:lnTo>
                  <a:pt x="1973705" y="110180"/>
                </a:lnTo>
                <a:lnTo>
                  <a:pt x="1973259" y="110204"/>
                </a:lnTo>
                <a:lnTo>
                  <a:pt x="1972809" y="110223"/>
                </a:lnTo>
                <a:lnTo>
                  <a:pt x="1972355" y="110237"/>
                </a:lnTo>
                <a:lnTo>
                  <a:pt x="1971898" y="110245"/>
                </a:lnTo>
                <a:lnTo>
                  <a:pt x="1971437" y="110248"/>
                </a:lnTo>
                <a:lnTo>
                  <a:pt x="1971022" y="110245"/>
                </a:lnTo>
                <a:lnTo>
                  <a:pt x="1970611" y="110237"/>
                </a:lnTo>
                <a:lnTo>
                  <a:pt x="1970201" y="110223"/>
                </a:lnTo>
                <a:lnTo>
                  <a:pt x="1969795" y="110203"/>
                </a:lnTo>
                <a:lnTo>
                  <a:pt x="1969391" y="110178"/>
                </a:lnTo>
                <a:lnTo>
                  <a:pt x="1968990" y="110148"/>
                </a:lnTo>
                <a:lnTo>
                  <a:pt x="1968591" y="110111"/>
                </a:lnTo>
                <a:lnTo>
                  <a:pt x="1968196" y="110070"/>
                </a:lnTo>
                <a:lnTo>
                  <a:pt x="1967802" y="110022"/>
                </a:lnTo>
                <a:lnTo>
                  <a:pt x="1967412" y="109969"/>
                </a:lnTo>
                <a:lnTo>
                  <a:pt x="1967024" y="109911"/>
                </a:lnTo>
                <a:lnTo>
                  <a:pt x="1966639" y="109847"/>
                </a:lnTo>
                <a:lnTo>
                  <a:pt x="1966256" y="109777"/>
                </a:lnTo>
                <a:lnTo>
                  <a:pt x="1965876" y="109702"/>
                </a:lnTo>
                <a:lnTo>
                  <a:pt x="1965499" y="109621"/>
                </a:lnTo>
                <a:lnTo>
                  <a:pt x="1965124" y="109535"/>
                </a:lnTo>
                <a:lnTo>
                  <a:pt x="1964752" y="109443"/>
                </a:lnTo>
                <a:lnTo>
                  <a:pt x="1964383" y="109345"/>
                </a:lnTo>
                <a:lnTo>
                  <a:pt x="1964016" y="109242"/>
                </a:lnTo>
                <a:lnTo>
                  <a:pt x="1963652" y="109134"/>
                </a:lnTo>
                <a:lnTo>
                  <a:pt x="1963291" y="109019"/>
                </a:lnTo>
                <a:lnTo>
                  <a:pt x="1962932" y="108900"/>
                </a:lnTo>
                <a:lnTo>
                  <a:pt x="1962576" y="108774"/>
                </a:lnTo>
                <a:lnTo>
                  <a:pt x="1962223" y="108643"/>
                </a:lnTo>
                <a:lnTo>
                  <a:pt x="1961873" y="108505"/>
                </a:lnTo>
                <a:lnTo>
                  <a:pt x="1961526" y="108359"/>
                </a:lnTo>
                <a:lnTo>
                  <a:pt x="1961184" y="108205"/>
                </a:lnTo>
                <a:lnTo>
                  <a:pt x="1960846" y="108043"/>
                </a:lnTo>
                <a:lnTo>
                  <a:pt x="1960511" y="107873"/>
                </a:lnTo>
                <a:lnTo>
                  <a:pt x="1960181" y="107694"/>
                </a:lnTo>
                <a:lnTo>
                  <a:pt x="1959854" y="107508"/>
                </a:lnTo>
                <a:lnTo>
                  <a:pt x="1959531" y="107314"/>
                </a:lnTo>
                <a:lnTo>
                  <a:pt x="1959212" y="107111"/>
                </a:lnTo>
                <a:lnTo>
                  <a:pt x="1958898" y="106900"/>
                </a:lnTo>
                <a:lnTo>
                  <a:pt x="1958587" y="106682"/>
                </a:lnTo>
                <a:lnTo>
                  <a:pt x="1958279" y="106455"/>
                </a:lnTo>
                <a:lnTo>
                  <a:pt x="1957976" y="106220"/>
                </a:lnTo>
                <a:lnTo>
                  <a:pt x="1957677" y="105977"/>
                </a:lnTo>
                <a:lnTo>
                  <a:pt x="1957382" y="105726"/>
                </a:lnTo>
                <a:lnTo>
                  <a:pt x="1957090" y="105467"/>
                </a:lnTo>
                <a:lnTo>
                  <a:pt x="1956803" y="105200"/>
                </a:lnTo>
                <a:lnTo>
                  <a:pt x="1956519" y="104924"/>
                </a:lnTo>
                <a:lnTo>
                  <a:pt x="1956239" y="104641"/>
                </a:lnTo>
                <a:lnTo>
                  <a:pt x="1955964" y="104350"/>
                </a:lnTo>
                <a:lnTo>
                  <a:pt x="1955692" y="104050"/>
                </a:lnTo>
                <a:lnTo>
                  <a:pt x="1955424" y="103743"/>
                </a:lnTo>
                <a:lnTo>
                  <a:pt x="1955160" y="103427"/>
                </a:lnTo>
                <a:lnTo>
                  <a:pt x="1954900" y="103103"/>
                </a:lnTo>
                <a:lnTo>
                  <a:pt x="1954644" y="102771"/>
                </a:lnTo>
                <a:lnTo>
                  <a:pt x="1954392" y="102429"/>
                </a:lnTo>
                <a:lnTo>
                  <a:pt x="1954146" y="102077"/>
                </a:lnTo>
                <a:lnTo>
                  <a:pt x="1953904" y="101717"/>
                </a:lnTo>
                <a:lnTo>
                  <a:pt x="1953666" y="101347"/>
                </a:lnTo>
                <a:lnTo>
                  <a:pt x="1953434" y="100968"/>
                </a:lnTo>
                <a:lnTo>
                  <a:pt x="1953205" y="100579"/>
                </a:lnTo>
                <a:lnTo>
                  <a:pt x="1952982" y="100181"/>
                </a:lnTo>
                <a:lnTo>
                  <a:pt x="1952763" y="99774"/>
                </a:lnTo>
                <a:lnTo>
                  <a:pt x="1952548" y="99357"/>
                </a:lnTo>
                <a:lnTo>
                  <a:pt x="1952339" y="98931"/>
                </a:lnTo>
                <a:lnTo>
                  <a:pt x="1952133" y="98496"/>
                </a:lnTo>
                <a:lnTo>
                  <a:pt x="1951933" y="98052"/>
                </a:lnTo>
                <a:lnTo>
                  <a:pt x="1951737" y="97598"/>
                </a:lnTo>
                <a:lnTo>
                  <a:pt x="1951546" y="97135"/>
                </a:lnTo>
                <a:lnTo>
                  <a:pt x="1951359" y="96662"/>
                </a:lnTo>
                <a:lnTo>
                  <a:pt x="1951177" y="96180"/>
                </a:lnTo>
                <a:lnTo>
                  <a:pt x="1950999" y="95689"/>
                </a:lnTo>
                <a:lnTo>
                  <a:pt x="1950826" y="95189"/>
                </a:lnTo>
                <a:lnTo>
                  <a:pt x="1950658" y="94679"/>
                </a:lnTo>
                <a:lnTo>
                  <a:pt x="1950494" y="94160"/>
                </a:lnTo>
                <a:lnTo>
                  <a:pt x="1950335" y="93631"/>
                </a:lnTo>
                <a:lnTo>
                  <a:pt x="1950181" y="93093"/>
                </a:lnTo>
                <a:lnTo>
                  <a:pt x="1950031" y="92546"/>
                </a:lnTo>
                <a:lnTo>
                  <a:pt x="1949887" y="91988"/>
                </a:lnTo>
                <a:lnTo>
                  <a:pt x="1949748" y="91418"/>
                </a:lnTo>
                <a:lnTo>
                  <a:pt x="1949616" y="90836"/>
                </a:lnTo>
                <a:lnTo>
                  <a:pt x="1949490" y="90241"/>
                </a:lnTo>
                <a:lnTo>
                  <a:pt x="1949370" y="89635"/>
                </a:lnTo>
                <a:lnTo>
                  <a:pt x="1949256" y="89016"/>
                </a:lnTo>
                <a:lnTo>
                  <a:pt x="1949149" y="88385"/>
                </a:lnTo>
                <a:lnTo>
                  <a:pt x="1949047" y="87742"/>
                </a:lnTo>
                <a:lnTo>
                  <a:pt x="1948952" y="87087"/>
                </a:lnTo>
                <a:lnTo>
                  <a:pt x="1948863" y="86420"/>
                </a:lnTo>
                <a:lnTo>
                  <a:pt x="1948780" y="85741"/>
                </a:lnTo>
                <a:lnTo>
                  <a:pt x="1948703" y="85049"/>
                </a:lnTo>
                <a:lnTo>
                  <a:pt x="1948633" y="84345"/>
                </a:lnTo>
                <a:lnTo>
                  <a:pt x="1948568" y="83630"/>
                </a:lnTo>
                <a:lnTo>
                  <a:pt x="1948510" y="82902"/>
                </a:lnTo>
                <a:lnTo>
                  <a:pt x="1948457" y="82162"/>
                </a:lnTo>
                <a:lnTo>
                  <a:pt x="1948411" y="81410"/>
                </a:lnTo>
                <a:lnTo>
                  <a:pt x="1948371" y="80646"/>
                </a:lnTo>
                <a:lnTo>
                  <a:pt x="1948337" y="79869"/>
                </a:lnTo>
                <a:lnTo>
                  <a:pt x="1948310" y="79081"/>
                </a:lnTo>
                <a:lnTo>
                  <a:pt x="1948288" y="78280"/>
                </a:lnTo>
                <a:lnTo>
                  <a:pt x="1948273" y="77467"/>
                </a:lnTo>
                <a:lnTo>
                  <a:pt x="1948264" y="76642"/>
                </a:lnTo>
                <a:lnTo>
                  <a:pt x="1948261" y="75805"/>
                </a:lnTo>
                <a:lnTo>
                  <a:pt x="1948263" y="74988"/>
                </a:lnTo>
                <a:lnTo>
                  <a:pt x="1948272" y="74182"/>
                </a:lnTo>
                <a:lnTo>
                  <a:pt x="1948286" y="73388"/>
                </a:lnTo>
                <a:lnTo>
                  <a:pt x="1948306" y="72605"/>
                </a:lnTo>
                <a:lnTo>
                  <a:pt x="1948332" y="71834"/>
                </a:lnTo>
                <a:lnTo>
                  <a:pt x="1948364" y="71074"/>
                </a:lnTo>
                <a:lnTo>
                  <a:pt x="1948401" y="70325"/>
                </a:lnTo>
                <a:lnTo>
                  <a:pt x="1948444" y="69588"/>
                </a:lnTo>
                <a:lnTo>
                  <a:pt x="1948493" y="68862"/>
                </a:lnTo>
                <a:lnTo>
                  <a:pt x="1948547" y="68148"/>
                </a:lnTo>
                <a:lnTo>
                  <a:pt x="1948607" y="67445"/>
                </a:lnTo>
                <a:lnTo>
                  <a:pt x="1948673" y="66753"/>
                </a:lnTo>
                <a:lnTo>
                  <a:pt x="1948745" y="66073"/>
                </a:lnTo>
                <a:lnTo>
                  <a:pt x="1948822" y="65405"/>
                </a:lnTo>
                <a:lnTo>
                  <a:pt x="1948905" y="64748"/>
                </a:lnTo>
                <a:lnTo>
                  <a:pt x="1948994" y="64102"/>
                </a:lnTo>
                <a:lnTo>
                  <a:pt x="1949088" y="63468"/>
                </a:lnTo>
                <a:lnTo>
                  <a:pt x="1949189" y="62845"/>
                </a:lnTo>
                <a:lnTo>
                  <a:pt x="1949295" y="62234"/>
                </a:lnTo>
                <a:lnTo>
                  <a:pt x="1949406" y="61634"/>
                </a:lnTo>
                <a:lnTo>
                  <a:pt x="1949524" y="61045"/>
                </a:lnTo>
                <a:lnTo>
                  <a:pt x="1949647" y="60468"/>
                </a:lnTo>
                <a:lnTo>
                  <a:pt x="1949776" y="59903"/>
                </a:lnTo>
                <a:lnTo>
                  <a:pt x="1949910" y="59349"/>
                </a:lnTo>
                <a:lnTo>
                  <a:pt x="1950050" y="58805"/>
                </a:lnTo>
                <a:lnTo>
                  <a:pt x="1950196" y="58270"/>
                </a:lnTo>
                <a:lnTo>
                  <a:pt x="1950346" y="57744"/>
                </a:lnTo>
                <a:lnTo>
                  <a:pt x="1950502" y="57227"/>
                </a:lnTo>
                <a:lnTo>
                  <a:pt x="1950662" y="56719"/>
                </a:lnTo>
                <a:lnTo>
                  <a:pt x="1950828" y="56220"/>
                </a:lnTo>
                <a:lnTo>
                  <a:pt x="1950999" y="55730"/>
                </a:lnTo>
                <a:lnTo>
                  <a:pt x="1951176" y="55250"/>
                </a:lnTo>
                <a:lnTo>
                  <a:pt x="1951357" y="54778"/>
                </a:lnTo>
                <a:lnTo>
                  <a:pt x="1951544" y="54315"/>
                </a:lnTo>
                <a:lnTo>
                  <a:pt x="1951735" y="53862"/>
                </a:lnTo>
                <a:lnTo>
                  <a:pt x="1951932" y="53418"/>
                </a:lnTo>
                <a:lnTo>
                  <a:pt x="1952134" y="52982"/>
                </a:lnTo>
                <a:lnTo>
                  <a:pt x="1952342" y="52556"/>
                </a:lnTo>
                <a:lnTo>
                  <a:pt x="1952554" y="52139"/>
                </a:lnTo>
                <a:lnTo>
                  <a:pt x="1952772" y="51731"/>
                </a:lnTo>
                <a:lnTo>
                  <a:pt x="1952994" y="51332"/>
                </a:lnTo>
                <a:lnTo>
                  <a:pt x="1953222" y="50942"/>
                </a:lnTo>
                <a:lnTo>
                  <a:pt x="1953455" y="50561"/>
                </a:lnTo>
                <a:lnTo>
                  <a:pt x="1953694" y="50189"/>
                </a:lnTo>
                <a:lnTo>
                  <a:pt x="1953937" y="49826"/>
                </a:lnTo>
                <a:lnTo>
                  <a:pt x="1954186" y="49472"/>
                </a:lnTo>
                <a:lnTo>
                  <a:pt x="1954439" y="49127"/>
                </a:lnTo>
                <a:lnTo>
                  <a:pt x="1954698" y="48792"/>
                </a:lnTo>
                <a:lnTo>
                  <a:pt x="1954962" y="48464"/>
                </a:lnTo>
                <a:lnTo>
                  <a:pt x="1955231" y="48145"/>
                </a:lnTo>
                <a:lnTo>
                  <a:pt x="1955504" y="47834"/>
                </a:lnTo>
                <a:lnTo>
                  <a:pt x="1955781" y="47531"/>
                </a:lnTo>
                <a:lnTo>
                  <a:pt x="1956064" y="47236"/>
                </a:lnTo>
                <a:lnTo>
                  <a:pt x="1956351" y="46949"/>
                </a:lnTo>
                <a:lnTo>
                  <a:pt x="1956642" y="46671"/>
                </a:lnTo>
                <a:lnTo>
                  <a:pt x="1956938" y="46400"/>
                </a:lnTo>
                <a:lnTo>
                  <a:pt x="1957239" y="46138"/>
                </a:lnTo>
                <a:lnTo>
                  <a:pt x="1957544" y="45883"/>
                </a:lnTo>
                <a:lnTo>
                  <a:pt x="1957854" y="45637"/>
                </a:lnTo>
                <a:lnTo>
                  <a:pt x="1958169" y="45399"/>
                </a:lnTo>
                <a:lnTo>
                  <a:pt x="1958488" y="45168"/>
                </a:lnTo>
                <a:lnTo>
                  <a:pt x="1958812" y="44946"/>
                </a:lnTo>
                <a:lnTo>
                  <a:pt x="1959140" y="44732"/>
                </a:lnTo>
                <a:lnTo>
                  <a:pt x="1959473" y="44527"/>
                </a:lnTo>
                <a:lnTo>
                  <a:pt x="1959811" y="44329"/>
                </a:lnTo>
                <a:lnTo>
                  <a:pt x="1960153" y="44139"/>
                </a:lnTo>
                <a:lnTo>
                  <a:pt x="1960500" y="43958"/>
                </a:lnTo>
                <a:lnTo>
                  <a:pt x="1960851" y="43784"/>
                </a:lnTo>
                <a:lnTo>
                  <a:pt x="1961207" y="43619"/>
                </a:lnTo>
                <a:lnTo>
                  <a:pt x="1961568" y="43461"/>
                </a:lnTo>
                <a:lnTo>
                  <a:pt x="1961933" y="43312"/>
                </a:lnTo>
                <a:lnTo>
                  <a:pt x="1962303" y="43171"/>
                </a:lnTo>
                <a:lnTo>
                  <a:pt x="1962677" y="43037"/>
                </a:lnTo>
                <a:lnTo>
                  <a:pt x="1963055" y="42908"/>
                </a:lnTo>
                <a:lnTo>
                  <a:pt x="1963437" y="42785"/>
                </a:lnTo>
                <a:lnTo>
                  <a:pt x="1963822" y="42668"/>
                </a:lnTo>
                <a:lnTo>
                  <a:pt x="1964211" y="42556"/>
                </a:lnTo>
                <a:lnTo>
                  <a:pt x="1964604" y="42451"/>
                </a:lnTo>
                <a:lnTo>
                  <a:pt x="1965001" y="42350"/>
                </a:lnTo>
                <a:lnTo>
                  <a:pt x="1965401" y="42256"/>
                </a:lnTo>
                <a:lnTo>
                  <a:pt x="1965806" y="42167"/>
                </a:lnTo>
                <a:lnTo>
                  <a:pt x="1966214" y="42084"/>
                </a:lnTo>
                <a:lnTo>
                  <a:pt x="1966625" y="42007"/>
                </a:lnTo>
                <a:lnTo>
                  <a:pt x="1967041" y="41936"/>
                </a:lnTo>
                <a:lnTo>
                  <a:pt x="1967460" y="41870"/>
                </a:lnTo>
                <a:lnTo>
                  <a:pt x="1967883" y="41810"/>
                </a:lnTo>
                <a:lnTo>
                  <a:pt x="1968310" y="41756"/>
                </a:lnTo>
                <a:lnTo>
                  <a:pt x="1968741" y="41707"/>
                </a:lnTo>
                <a:lnTo>
                  <a:pt x="1969175" y="41664"/>
                </a:lnTo>
                <a:lnTo>
                  <a:pt x="1969614" y="41627"/>
                </a:lnTo>
                <a:lnTo>
                  <a:pt x="1970056" y="41595"/>
                </a:lnTo>
                <a:lnTo>
                  <a:pt x="1970501" y="41570"/>
                </a:lnTo>
                <a:lnTo>
                  <a:pt x="1970951" y="41550"/>
                </a:lnTo>
                <a:lnTo>
                  <a:pt x="1971404" y="41535"/>
                </a:lnTo>
                <a:lnTo>
                  <a:pt x="1971861" y="41527"/>
                </a:lnTo>
                <a:lnTo>
                  <a:pt x="1972322" y="41524"/>
                </a:lnTo>
                <a:lnTo>
                  <a:pt x="1972776" y="41527"/>
                </a:lnTo>
                <a:lnTo>
                  <a:pt x="1973226" y="41535"/>
                </a:lnTo>
                <a:lnTo>
                  <a:pt x="1973672" y="41548"/>
                </a:lnTo>
                <a:lnTo>
                  <a:pt x="1974115" y="41568"/>
                </a:lnTo>
                <a:lnTo>
                  <a:pt x="1974553" y="41592"/>
                </a:lnTo>
                <a:lnTo>
                  <a:pt x="1974988" y="41622"/>
                </a:lnTo>
                <a:lnTo>
                  <a:pt x="1975418" y="41657"/>
                </a:lnTo>
                <a:lnTo>
                  <a:pt x="1975845" y="41698"/>
                </a:lnTo>
                <a:lnTo>
                  <a:pt x="1976268" y="41744"/>
                </a:lnTo>
                <a:lnTo>
                  <a:pt x="1976687" y="41796"/>
                </a:lnTo>
                <a:lnTo>
                  <a:pt x="1977101" y="41853"/>
                </a:lnTo>
                <a:lnTo>
                  <a:pt x="1977512" y="41916"/>
                </a:lnTo>
                <a:lnTo>
                  <a:pt x="1977920" y="41984"/>
                </a:lnTo>
                <a:lnTo>
                  <a:pt x="1978323" y="42057"/>
                </a:lnTo>
                <a:lnTo>
                  <a:pt x="1978722" y="42136"/>
                </a:lnTo>
                <a:lnTo>
                  <a:pt x="1979117" y="42220"/>
                </a:lnTo>
                <a:lnTo>
                  <a:pt x="1979509" y="42310"/>
                </a:lnTo>
                <a:lnTo>
                  <a:pt x="1979897" y="42405"/>
                </a:lnTo>
                <a:lnTo>
                  <a:pt x="1980280" y="42506"/>
                </a:lnTo>
                <a:lnTo>
                  <a:pt x="1980660" y="42612"/>
                </a:lnTo>
                <a:lnTo>
                  <a:pt x="1981036" y="42723"/>
                </a:lnTo>
                <a:lnTo>
                  <a:pt x="1981408" y="42840"/>
                </a:lnTo>
                <a:lnTo>
                  <a:pt x="1981776" y="42963"/>
                </a:lnTo>
                <a:lnTo>
                  <a:pt x="1982140" y="43091"/>
                </a:lnTo>
                <a:lnTo>
                  <a:pt x="1982500" y="43225"/>
                </a:lnTo>
                <a:lnTo>
                  <a:pt x="1982855" y="43368"/>
                </a:lnTo>
                <a:lnTo>
                  <a:pt x="1983205" y="43519"/>
                </a:lnTo>
                <a:lnTo>
                  <a:pt x="1983551" y="43678"/>
                </a:lnTo>
                <a:lnTo>
                  <a:pt x="1983893" y="43845"/>
                </a:lnTo>
                <a:lnTo>
                  <a:pt x="1984229" y="44021"/>
                </a:lnTo>
                <a:lnTo>
                  <a:pt x="1984562" y="44205"/>
                </a:lnTo>
                <a:lnTo>
                  <a:pt x="1984889" y="44397"/>
                </a:lnTo>
                <a:lnTo>
                  <a:pt x="1985212" y="44597"/>
                </a:lnTo>
                <a:lnTo>
                  <a:pt x="1985530" y="44806"/>
                </a:lnTo>
                <a:lnTo>
                  <a:pt x="1985844" y="45023"/>
                </a:lnTo>
                <a:lnTo>
                  <a:pt x="1986153" y="45248"/>
                </a:lnTo>
                <a:lnTo>
                  <a:pt x="1986458" y="45481"/>
                </a:lnTo>
                <a:lnTo>
                  <a:pt x="1986758" y="45723"/>
                </a:lnTo>
                <a:lnTo>
                  <a:pt x="1987053" y="45972"/>
                </a:lnTo>
                <a:lnTo>
                  <a:pt x="1987344" y="46230"/>
                </a:lnTo>
                <a:lnTo>
                  <a:pt x="1987630" y="46496"/>
                </a:lnTo>
                <a:lnTo>
                  <a:pt x="1987911" y="46771"/>
                </a:lnTo>
                <a:lnTo>
                  <a:pt x="1988188" y="47054"/>
                </a:lnTo>
                <a:lnTo>
                  <a:pt x="1988460" y="47345"/>
                </a:lnTo>
                <a:lnTo>
                  <a:pt x="1988728" y="47644"/>
                </a:lnTo>
                <a:lnTo>
                  <a:pt x="1988991" y="47951"/>
                </a:lnTo>
                <a:lnTo>
                  <a:pt x="1989249" y="48267"/>
                </a:lnTo>
                <a:lnTo>
                  <a:pt x="1989503" y="48591"/>
                </a:lnTo>
                <a:lnTo>
                  <a:pt x="1989752" y="48923"/>
                </a:lnTo>
                <a:lnTo>
                  <a:pt x="1989996" y="49264"/>
                </a:lnTo>
                <a:lnTo>
                  <a:pt x="1990235" y="49615"/>
                </a:lnTo>
                <a:lnTo>
                  <a:pt x="1990469" y="49975"/>
                </a:lnTo>
                <a:lnTo>
                  <a:pt x="1990697" y="50344"/>
                </a:lnTo>
                <a:lnTo>
                  <a:pt x="1990921" y="50723"/>
                </a:lnTo>
                <a:lnTo>
                  <a:pt x="1991140" y="51110"/>
                </a:lnTo>
                <a:lnTo>
                  <a:pt x="1991354" y="51507"/>
                </a:lnTo>
                <a:lnTo>
                  <a:pt x="1991563" y="51913"/>
                </a:lnTo>
                <a:lnTo>
                  <a:pt x="1991766" y="52328"/>
                </a:lnTo>
                <a:lnTo>
                  <a:pt x="1991965" y="52753"/>
                </a:lnTo>
                <a:lnTo>
                  <a:pt x="1992159" y="53186"/>
                </a:lnTo>
                <a:lnTo>
                  <a:pt x="1992347" y="53629"/>
                </a:lnTo>
                <a:lnTo>
                  <a:pt x="1992531" y="54081"/>
                </a:lnTo>
                <a:lnTo>
                  <a:pt x="1992709" y="54542"/>
                </a:lnTo>
                <a:lnTo>
                  <a:pt x="1992883" y="55013"/>
                </a:lnTo>
                <a:lnTo>
                  <a:pt x="1993051" y="55492"/>
                </a:lnTo>
                <a:lnTo>
                  <a:pt x="1993215" y="55981"/>
                </a:lnTo>
                <a:lnTo>
                  <a:pt x="1993373" y="56479"/>
                </a:lnTo>
                <a:lnTo>
                  <a:pt x="1993527" y="56986"/>
                </a:lnTo>
                <a:lnTo>
                  <a:pt x="1993675" y="57503"/>
                </a:lnTo>
                <a:lnTo>
                  <a:pt x="1993818" y="58028"/>
                </a:lnTo>
                <a:lnTo>
                  <a:pt x="1993957" y="58563"/>
                </a:lnTo>
                <a:lnTo>
                  <a:pt x="1994090" y="59107"/>
                </a:lnTo>
                <a:lnTo>
                  <a:pt x="1994218" y="59662"/>
                </a:lnTo>
                <a:lnTo>
                  <a:pt x="1994341" y="60229"/>
                </a:lnTo>
                <a:lnTo>
                  <a:pt x="1994458" y="60808"/>
                </a:lnTo>
                <a:lnTo>
                  <a:pt x="1994569" y="61399"/>
                </a:lnTo>
                <a:lnTo>
                  <a:pt x="1994676" y="62003"/>
                </a:lnTo>
                <a:lnTo>
                  <a:pt x="1994776" y="62619"/>
                </a:lnTo>
                <a:lnTo>
                  <a:pt x="1994872" y="63247"/>
                </a:lnTo>
                <a:lnTo>
                  <a:pt x="1994962" y="63888"/>
                </a:lnTo>
                <a:lnTo>
                  <a:pt x="1995046" y="64540"/>
                </a:lnTo>
                <a:lnTo>
                  <a:pt x="1995125" y="65205"/>
                </a:lnTo>
                <a:lnTo>
                  <a:pt x="1995199" y="65883"/>
                </a:lnTo>
                <a:lnTo>
                  <a:pt x="1995267" y="66572"/>
                </a:lnTo>
                <a:lnTo>
                  <a:pt x="1995329" y="67274"/>
                </a:lnTo>
                <a:lnTo>
                  <a:pt x="1995387" y="67988"/>
                </a:lnTo>
                <a:lnTo>
                  <a:pt x="1995438" y="68715"/>
                </a:lnTo>
                <a:lnTo>
                  <a:pt x="1995485" y="69454"/>
                </a:lnTo>
                <a:lnTo>
                  <a:pt x="1995526" y="70205"/>
                </a:lnTo>
                <a:lnTo>
                  <a:pt x="1995561" y="70968"/>
                </a:lnTo>
                <a:lnTo>
                  <a:pt x="1995591" y="71743"/>
                </a:lnTo>
                <a:lnTo>
                  <a:pt x="1995616" y="72531"/>
                </a:lnTo>
                <a:lnTo>
                  <a:pt x="1995635" y="73331"/>
                </a:lnTo>
                <a:lnTo>
                  <a:pt x="1995648" y="74144"/>
                </a:lnTo>
                <a:lnTo>
                  <a:pt x="1995656" y="74968"/>
                </a:lnTo>
                <a:lnTo>
                  <a:pt x="1995659" y="75805"/>
                </a:lnTo>
                <a:lnTo>
                  <a:pt x="1995656" y="76642"/>
                </a:lnTo>
                <a:lnTo>
                  <a:pt x="1995647" y="77468"/>
                </a:lnTo>
                <a:lnTo>
                  <a:pt x="1995633" y="78281"/>
                </a:lnTo>
                <a:lnTo>
                  <a:pt x="1995612" y="79082"/>
                </a:lnTo>
                <a:lnTo>
                  <a:pt x="1995586" y="79871"/>
                </a:lnTo>
                <a:close/>
                <a:moveTo>
                  <a:pt x="2202767" y="74506"/>
                </a:moveTo>
                <a:lnTo>
                  <a:pt x="2202744" y="73706"/>
                </a:lnTo>
                <a:lnTo>
                  <a:pt x="2202715" y="72910"/>
                </a:lnTo>
                <a:lnTo>
                  <a:pt x="2202679" y="72120"/>
                </a:lnTo>
                <a:lnTo>
                  <a:pt x="2202636" y="71334"/>
                </a:lnTo>
                <a:lnTo>
                  <a:pt x="2202587" y="70553"/>
                </a:lnTo>
                <a:lnTo>
                  <a:pt x="2202531" y="69777"/>
                </a:lnTo>
                <a:lnTo>
                  <a:pt x="2202469" y="69005"/>
                </a:lnTo>
                <a:lnTo>
                  <a:pt x="2202400" y="68238"/>
                </a:lnTo>
                <a:lnTo>
                  <a:pt x="2202324" y="67476"/>
                </a:lnTo>
                <a:lnTo>
                  <a:pt x="2202242" y="66718"/>
                </a:lnTo>
                <a:lnTo>
                  <a:pt x="2202154" y="65966"/>
                </a:lnTo>
                <a:lnTo>
                  <a:pt x="2202058" y="65218"/>
                </a:lnTo>
                <a:lnTo>
                  <a:pt x="2201957" y="64475"/>
                </a:lnTo>
                <a:lnTo>
                  <a:pt x="2201848" y="63736"/>
                </a:lnTo>
                <a:lnTo>
                  <a:pt x="2201733" y="63003"/>
                </a:lnTo>
                <a:lnTo>
                  <a:pt x="2201612" y="62274"/>
                </a:lnTo>
                <a:lnTo>
                  <a:pt x="2201484" y="61549"/>
                </a:lnTo>
                <a:lnTo>
                  <a:pt x="2201349" y="60830"/>
                </a:lnTo>
                <a:lnTo>
                  <a:pt x="2201208" y="60115"/>
                </a:lnTo>
                <a:lnTo>
                  <a:pt x="2201060" y="59405"/>
                </a:lnTo>
                <a:lnTo>
                  <a:pt x="2200906" y="58700"/>
                </a:lnTo>
                <a:lnTo>
                  <a:pt x="2200744" y="58001"/>
                </a:lnTo>
                <a:lnTo>
                  <a:pt x="2200573" y="57309"/>
                </a:lnTo>
                <a:lnTo>
                  <a:pt x="2200393" y="56625"/>
                </a:lnTo>
                <a:lnTo>
                  <a:pt x="2200204" y="55949"/>
                </a:lnTo>
                <a:lnTo>
                  <a:pt x="2200006" y="55280"/>
                </a:lnTo>
                <a:lnTo>
                  <a:pt x="2199799" y="54620"/>
                </a:lnTo>
                <a:lnTo>
                  <a:pt x="2199584" y="53966"/>
                </a:lnTo>
                <a:lnTo>
                  <a:pt x="2199359" y="53321"/>
                </a:lnTo>
                <a:lnTo>
                  <a:pt x="2199125" y="52683"/>
                </a:lnTo>
                <a:lnTo>
                  <a:pt x="2198883" y="52053"/>
                </a:lnTo>
                <a:lnTo>
                  <a:pt x="2198631" y="51430"/>
                </a:lnTo>
                <a:lnTo>
                  <a:pt x="2198371" y="50815"/>
                </a:lnTo>
                <a:lnTo>
                  <a:pt x="2198102" y="50208"/>
                </a:lnTo>
                <a:lnTo>
                  <a:pt x="2197823" y="49609"/>
                </a:lnTo>
                <a:lnTo>
                  <a:pt x="2197536" y="49017"/>
                </a:lnTo>
                <a:lnTo>
                  <a:pt x="2197240" y="48433"/>
                </a:lnTo>
                <a:lnTo>
                  <a:pt x="2196935" y="47856"/>
                </a:lnTo>
                <a:lnTo>
                  <a:pt x="2196621" y="47288"/>
                </a:lnTo>
                <a:lnTo>
                  <a:pt x="2196298" y="46727"/>
                </a:lnTo>
                <a:lnTo>
                  <a:pt x="2195966" y="46173"/>
                </a:lnTo>
                <a:lnTo>
                  <a:pt x="2195625" y="45627"/>
                </a:lnTo>
                <a:lnTo>
                  <a:pt x="2195275" y="45089"/>
                </a:lnTo>
                <a:lnTo>
                  <a:pt x="2194916" y="44559"/>
                </a:lnTo>
                <a:lnTo>
                  <a:pt x="2194549" y="44036"/>
                </a:lnTo>
                <a:lnTo>
                  <a:pt x="2194171" y="43522"/>
                </a:lnTo>
                <a:lnTo>
                  <a:pt x="2193784" y="43017"/>
                </a:lnTo>
                <a:lnTo>
                  <a:pt x="2193387" y="42522"/>
                </a:lnTo>
                <a:lnTo>
                  <a:pt x="2192979" y="42036"/>
                </a:lnTo>
                <a:lnTo>
                  <a:pt x="2192562" y="41559"/>
                </a:lnTo>
                <a:lnTo>
                  <a:pt x="2192134" y="41091"/>
                </a:lnTo>
                <a:lnTo>
                  <a:pt x="2191697" y="40633"/>
                </a:lnTo>
                <a:lnTo>
                  <a:pt x="2191249" y="40184"/>
                </a:lnTo>
                <a:lnTo>
                  <a:pt x="2190791" y="39745"/>
                </a:lnTo>
                <a:lnTo>
                  <a:pt x="2190324" y="39315"/>
                </a:lnTo>
                <a:lnTo>
                  <a:pt x="2189846" y="38894"/>
                </a:lnTo>
                <a:lnTo>
                  <a:pt x="2189358" y="38483"/>
                </a:lnTo>
                <a:lnTo>
                  <a:pt x="2188860" y="38081"/>
                </a:lnTo>
                <a:lnTo>
                  <a:pt x="2188352" y="37688"/>
                </a:lnTo>
                <a:lnTo>
                  <a:pt x="2187834" y="37305"/>
                </a:lnTo>
                <a:lnTo>
                  <a:pt x="2187306" y="36931"/>
                </a:lnTo>
                <a:lnTo>
                  <a:pt x="2186768" y="36567"/>
                </a:lnTo>
                <a:lnTo>
                  <a:pt x="2186220" y="36211"/>
                </a:lnTo>
                <a:lnTo>
                  <a:pt x="2185661" y="35865"/>
                </a:lnTo>
                <a:lnTo>
                  <a:pt x="2185093" y="35529"/>
                </a:lnTo>
                <a:lnTo>
                  <a:pt x="2184515" y="35202"/>
                </a:lnTo>
                <a:lnTo>
                  <a:pt x="2183926" y="34884"/>
                </a:lnTo>
                <a:lnTo>
                  <a:pt x="2183328" y="34576"/>
                </a:lnTo>
                <a:lnTo>
                  <a:pt x="2182719" y="34276"/>
                </a:lnTo>
                <a:lnTo>
                  <a:pt x="2182099" y="33988"/>
                </a:lnTo>
                <a:lnTo>
                  <a:pt x="2181467" y="33712"/>
                </a:lnTo>
                <a:lnTo>
                  <a:pt x="2180822" y="33448"/>
                </a:lnTo>
                <a:lnTo>
                  <a:pt x="2180165" y="33196"/>
                </a:lnTo>
                <a:lnTo>
                  <a:pt x="2179496" y="32957"/>
                </a:lnTo>
                <a:lnTo>
                  <a:pt x="2178814" y="32729"/>
                </a:lnTo>
                <a:lnTo>
                  <a:pt x="2178119" y="32515"/>
                </a:lnTo>
                <a:lnTo>
                  <a:pt x="2177412" y="32312"/>
                </a:lnTo>
                <a:lnTo>
                  <a:pt x="2176693" y="32122"/>
                </a:lnTo>
                <a:lnTo>
                  <a:pt x="2175961" y="31944"/>
                </a:lnTo>
                <a:lnTo>
                  <a:pt x="2175217" y="31778"/>
                </a:lnTo>
                <a:lnTo>
                  <a:pt x="2174461" y="31625"/>
                </a:lnTo>
                <a:lnTo>
                  <a:pt x="2173691" y="31483"/>
                </a:lnTo>
                <a:lnTo>
                  <a:pt x="2172910" y="31354"/>
                </a:lnTo>
                <a:lnTo>
                  <a:pt x="2172116" y="31238"/>
                </a:lnTo>
                <a:lnTo>
                  <a:pt x="2171310" y="31133"/>
                </a:lnTo>
                <a:lnTo>
                  <a:pt x="2170491" y="31041"/>
                </a:lnTo>
                <a:lnTo>
                  <a:pt x="2169660" y="30962"/>
                </a:lnTo>
                <a:lnTo>
                  <a:pt x="2168816" y="30894"/>
                </a:lnTo>
                <a:lnTo>
                  <a:pt x="2167960" y="30839"/>
                </a:lnTo>
                <a:lnTo>
                  <a:pt x="2167092" y="30796"/>
                </a:lnTo>
                <a:lnTo>
                  <a:pt x="2166211" y="30765"/>
                </a:lnTo>
                <a:lnTo>
                  <a:pt x="2165317" y="30747"/>
                </a:lnTo>
                <a:lnTo>
                  <a:pt x="2164411" y="30741"/>
                </a:lnTo>
                <a:lnTo>
                  <a:pt x="2163743" y="30745"/>
                </a:lnTo>
                <a:lnTo>
                  <a:pt x="2163077" y="30757"/>
                </a:lnTo>
                <a:lnTo>
                  <a:pt x="2162415" y="30778"/>
                </a:lnTo>
                <a:lnTo>
                  <a:pt x="2161756" y="30807"/>
                </a:lnTo>
                <a:lnTo>
                  <a:pt x="2161100" y="30844"/>
                </a:lnTo>
                <a:lnTo>
                  <a:pt x="2160448" y="30889"/>
                </a:lnTo>
                <a:lnTo>
                  <a:pt x="2159799" y="30943"/>
                </a:lnTo>
                <a:lnTo>
                  <a:pt x="2159154" y="31004"/>
                </a:lnTo>
                <a:lnTo>
                  <a:pt x="2158512" y="31074"/>
                </a:lnTo>
                <a:lnTo>
                  <a:pt x="2157873" y="31153"/>
                </a:lnTo>
                <a:lnTo>
                  <a:pt x="2157238" y="31239"/>
                </a:lnTo>
                <a:lnTo>
                  <a:pt x="2156606" y="31334"/>
                </a:lnTo>
                <a:lnTo>
                  <a:pt x="2155977" y="31437"/>
                </a:lnTo>
                <a:lnTo>
                  <a:pt x="2155352" y="31548"/>
                </a:lnTo>
                <a:lnTo>
                  <a:pt x="2154730" y="31668"/>
                </a:lnTo>
                <a:lnTo>
                  <a:pt x="2154111" y="31796"/>
                </a:lnTo>
                <a:lnTo>
                  <a:pt x="2153496" y="31932"/>
                </a:lnTo>
                <a:lnTo>
                  <a:pt x="2152884" y="32076"/>
                </a:lnTo>
                <a:lnTo>
                  <a:pt x="2152275" y="32228"/>
                </a:lnTo>
                <a:lnTo>
                  <a:pt x="2151670" y="32389"/>
                </a:lnTo>
                <a:lnTo>
                  <a:pt x="2151068" y="32558"/>
                </a:lnTo>
                <a:lnTo>
                  <a:pt x="2150470" y="32735"/>
                </a:lnTo>
                <a:lnTo>
                  <a:pt x="2149874" y="32921"/>
                </a:lnTo>
                <a:lnTo>
                  <a:pt x="2149283" y="33115"/>
                </a:lnTo>
                <a:lnTo>
                  <a:pt x="2148696" y="33317"/>
                </a:lnTo>
                <a:lnTo>
                  <a:pt x="2148115" y="33531"/>
                </a:lnTo>
                <a:lnTo>
                  <a:pt x="2147540" y="33754"/>
                </a:lnTo>
                <a:lnTo>
                  <a:pt x="2146971" y="33987"/>
                </a:lnTo>
                <a:lnTo>
                  <a:pt x="2146409" y="34231"/>
                </a:lnTo>
                <a:lnTo>
                  <a:pt x="2145852" y="34485"/>
                </a:lnTo>
                <a:lnTo>
                  <a:pt x="2145302" y="34749"/>
                </a:lnTo>
                <a:lnTo>
                  <a:pt x="2144758" y="35024"/>
                </a:lnTo>
                <a:lnTo>
                  <a:pt x="2144220" y="35308"/>
                </a:lnTo>
                <a:lnTo>
                  <a:pt x="2143689" y="35603"/>
                </a:lnTo>
                <a:lnTo>
                  <a:pt x="2143163" y="35908"/>
                </a:lnTo>
                <a:lnTo>
                  <a:pt x="2142644" y="36223"/>
                </a:lnTo>
                <a:lnTo>
                  <a:pt x="2142130" y="36548"/>
                </a:lnTo>
                <a:lnTo>
                  <a:pt x="2141623" y="36884"/>
                </a:lnTo>
                <a:lnTo>
                  <a:pt x="2141122" y="37229"/>
                </a:lnTo>
                <a:lnTo>
                  <a:pt x="2140627" y="37585"/>
                </a:lnTo>
                <a:lnTo>
                  <a:pt x="2140139" y="37951"/>
                </a:lnTo>
                <a:lnTo>
                  <a:pt x="2139656" y="38328"/>
                </a:lnTo>
                <a:lnTo>
                  <a:pt x="2139180" y="38714"/>
                </a:lnTo>
                <a:lnTo>
                  <a:pt x="2138709" y="39111"/>
                </a:lnTo>
                <a:lnTo>
                  <a:pt x="2138245" y="39518"/>
                </a:lnTo>
                <a:lnTo>
                  <a:pt x="2137787" y="39935"/>
                </a:lnTo>
                <a:lnTo>
                  <a:pt x="2137335" y="40362"/>
                </a:lnTo>
                <a:lnTo>
                  <a:pt x="2136890" y="40800"/>
                </a:lnTo>
                <a:lnTo>
                  <a:pt x="2136451" y="41248"/>
                </a:lnTo>
                <a:lnTo>
                  <a:pt x="2136020" y="41707"/>
                </a:lnTo>
                <a:lnTo>
                  <a:pt x="2135597" y="42177"/>
                </a:lnTo>
                <a:lnTo>
                  <a:pt x="2135182" y="42658"/>
                </a:lnTo>
                <a:lnTo>
                  <a:pt x="2134775" y="43151"/>
                </a:lnTo>
                <a:lnTo>
                  <a:pt x="2134375" y="43654"/>
                </a:lnTo>
                <a:lnTo>
                  <a:pt x="2133983" y="44168"/>
                </a:lnTo>
                <a:lnTo>
                  <a:pt x="2133599" y="44694"/>
                </a:lnTo>
                <a:lnTo>
                  <a:pt x="2133223" y="45230"/>
                </a:lnTo>
                <a:lnTo>
                  <a:pt x="2132855" y="45778"/>
                </a:lnTo>
                <a:lnTo>
                  <a:pt x="2132494" y="46336"/>
                </a:lnTo>
                <a:lnTo>
                  <a:pt x="2132142" y="46906"/>
                </a:lnTo>
                <a:lnTo>
                  <a:pt x="2131797" y="47486"/>
                </a:lnTo>
                <a:lnTo>
                  <a:pt x="2131460" y="48078"/>
                </a:lnTo>
                <a:lnTo>
                  <a:pt x="2131131" y="48680"/>
                </a:lnTo>
                <a:lnTo>
                  <a:pt x="2130810" y="49294"/>
                </a:lnTo>
                <a:lnTo>
                  <a:pt x="2130496" y="49919"/>
                </a:lnTo>
                <a:lnTo>
                  <a:pt x="2130190" y="50555"/>
                </a:lnTo>
                <a:lnTo>
                  <a:pt x="2129893" y="51201"/>
                </a:lnTo>
                <a:lnTo>
                  <a:pt x="2129603" y="51859"/>
                </a:lnTo>
                <a:lnTo>
                  <a:pt x="2129320" y="52528"/>
                </a:lnTo>
                <a:lnTo>
                  <a:pt x="2129046" y="53208"/>
                </a:lnTo>
                <a:lnTo>
                  <a:pt x="2128779" y="53899"/>
                </a:lnTo>
                <a:lnTo>
                  <a:pt x="2128521" y="54601"/>
                </a:lnTo>
                <a:lnTo>
                  <a:pt x="2128271" y="55315"/>
                </a:lnTo>
                <a:lnTo>
                  <a:pt x="2128032" y="56042"/>
                </a:lnTo>
                <a:lnTo>
                  <a:pt x="2127804" y="56782"/>
                </a:lnTo>
                <a:lnTo>
                  <a:pt x="2127586" y="57535"/>
                </a:lnTo>
                <a:lnTo>
                  <a:pt x="2127379" y="58301"/>
                </a:lnTo>
                <a:lnTo>
                  <a:pt x="2127183" y="59080"/>
                </a:lnTo>
                <a:lnTo>
                  <a:pt x="2126997" y="59872"/>
                </a:lnTo>
                <a:lnTo>
                  <a:pt x="2126822" y="60677"/>
                </a:lnTo>
                <a:lnTo>
                  <a:pt x="2126657" y="61494"/>
                </a:lnTo>
                <a:lnTo>
                  <a:pt x="2126503" y="62325"/>
                </a:lnTo>
                <a:lnTo>
                  <a:pt x="2126360" y="63169"/>
                </a:lnTo>
                <a:lnTo>
                  <a:pt x="2126227" y="64026"/>
                </a:lnTo>
                <a:lnTo>
                  <a:pt x="2126105" y="64896"/>
                </a:lnTo>
                <a:lnTo>
                  <a:pt x="2125994" y="65779"/>
                </a:lnTo>
                <a:lnTo>
                  <a:pt x="2125893" y="66675"/>
                </a:lnTo>
                <a:lnTo>
                  <a:pt x="2125802" y="67584"/>
                </a:lnTo>
                <a:lnTo>
                  <a:pt x="2125723" y="68506"/>
                </a:lnTo>
                <a:lnTo>
                  <a:pt x="2125654" y="69441"/>
                </a:lnTo>
                <a:lnTo>
                  <a:pt x="2125595" y="70388"/>
                </a:lnTo>
                <a:lnTo>
                  <a:pt x="2125548" y="71349"/>
                </a:lnTo>
                <a:lnTo>
                  <a:pt x="2125510" y="72323"/>
                </a:lnTo>
                <a:lnTo>
                  <a:pt x="2125484" y="73310"/>
                </a:lnTo>
                <a:lnTo>
                  <a:pt x="2125468" y="74310"/>
                </a:lnTo>
                <a:lnTo>
                  <a:pt x="2125463" y="75323"/>
                </a:lnTo>
                <a:lnTo>
                  <a:pt x="2125480" y="77194"/>
                </a:lnTo>
                <a:lnTo>
                  <a:pt x="2125533" y="79027"/>
                </a:lnTo>
                <a:lnTo>
                  <a:pt x="2125620" y="80821"/>
                </a:lnTo>
                <a:lnTo>
                  <a:pt x="2125743" y="82576"/>
                </a:lnTo>
                <a:lnTo>
                  <a:pt x="2125901" y="84293"/>
                </a:lnTo>
                <a:lnTo>
                  <a:pt x="2126094" y="85970"/>
                </a:lnTo>
                <a:lnTo>
                  <a:pt x="2126322" y="87609"/>
                </a:lnTo>
                <a:lnTo>
                  <a:pt x="2126585" y="89209"/>
                </a:lnTo>
                <a:lnTo>
                  <a:pt x="2126883" y="90770"/>
                </a:lnTo>
                <a:lnTo>
                  <a:pt x="2127216" y="92292"/>
                </a:lnTo>
                <a:lnTo>
                  <a:pt x="2127584" y="93775"/>
                </a:lnTo>
                <a:lnTo>
                  <a:pt x="2127987" y="95219"/>
                </a:lnTo>
                <a:lnTo>
                  <a:pt x="2128426" y="96625"/>
                </a:lnTo>
                <a:lnTo>
                  <a:pt x="2128899" y="97992"/>
                </a:lnTo>
                <a:lnTo>
                  <a:pt x="2129408" y="99320"/>
                </a:lnTo>
                <a:lnTo>
                  <a:pt x="2129951" y="100609"/>
                </a:lnTo>
                <a:lnTo>
                  <a:pt x="2130530" y="101859"/>
                </a:lnTo>
                <a:lnTo>
                  <a:pt x="2131144" y="103071"/>
                </a:lnTo>
                <a:lnTo>
                  <a:pt x="2131792" y="104243"/>
                </a:lnTo>
                <a:lnTo>
                  <a:pt x="2132476" y="105377"/>
                </a:lnTo>
                <a:lnTo>
                  <a:pt x="2133195" y="106472"/>
                </a:lnTo>
                <a:lnTo>
                  <a:pt x="2133949" y="107528"/>
                </a:lnTo>
                <a:lnTo>
                  <a:pt x="2134738" y="108545"/>
                </a:lnTo>
                <a:lnTo>
                  <a:pt x="2135562" y="109524"/>
                </a:lnTo>
                <a:lnTo>
                  <a:pt x="2136420" y="110463"/>
                </a:lnTo>
                <a:lnTo>
                  <a:pt x="2137309" y="111362"/>
                </a:lnTo>
                <a:lnTo>
                  <a:pt x="2138231" y="112221"/>
                </a:lnTo>
                <a:lnTo>
                  <a:pt x="2139184" y="113040"/>
                </a:lnTo>
                <a:lnTo>
                  <a:pt x="2140170" y="113819"/>
                </a:lnTo>
                <a:lnTo>
                  <a:pt x="2141188" y="114558"/>
                </a:lnTo>
                <a:lnTo>
                  <a:pt x="2142237" y="115257"/>
                </a:lnTo>
                <a:lnTo>
                  <a:pt x="2143319" y="115917"/>
                </a:lnTo>
                <a:lnTo>
                  <a:pt x="2144432" y="116536"/>
                </a:lnTo>
                <a:lnTo>
                  <a:pt x="2145578" y="117115"/>
                </a:lnTo>
                <a:lnTo>
                  <a:pt x="2146755" y="117655"/>
                </a:lnTo>
                <a:lnTo>
                  <a:pt x="2147965" y="118154"/>
                </a:lnTo>
                <a:lnTo>
                  <a:pt x="2149206" y="118614"/>
                </a:lnTo>
                <a:lnTo>
                  <a:pt x="2150480" y="119033"/>
                </a:lnTo>
                <a:lnTo>
                  <a:pt x="2151785" y="119413"/>
                </a:lnTo>
                <a:lnTo>
                  <a:pt x="2153123" y="119753"/>
                </a:lnTo>
                <a:lnTo>
                  <a:pt x="2154492" y="120052"/>
                </a:lnTo>
                <a:lnTo>
                  <a:pt x="2155894" y="120312"/>
                </a:lnTo>
                <a:lnTo>
                  <a:pt x="2157327" y="120532"/>
                </a:lnTo>
                <a:lnTo>
                  <a:pt x="2158793" y="120711"/>
                </a:lnTo>
                <a:lnTo>
                  <a:pt x="2160290" y="120851"/>
                </a:lnTo>
                <a:lnTo>
                  <a:pt x="2161820" y="120951"/>
                </a:lnTo>
                <a:lnTo>
                  <a:pt x="2163381" y="121011"/>
                </a:lnTo>
                <a:lnTo>
                  <a:pt x="2164975" y="121031"/>
                </a:lnTo>
                <a:lnTo>
                  <a:pt x="2165695" y="121028"/>
                </a:lnTo>
                <a:lnTo>
                  <a:pt x="2166406" y="121018"/>
                </a:lnTo>
                <a:lnTo>
                  <a:pt x="2167108" y="121002"/>
                </a:lnTo>
                <a:lnTo>
                  <a:pt x="2167801" y="120978"/>
                </a:lnTo>
                <a:lnTo>
                  <a:pt x="2168486" y="120949"/>
                </a:lnTo>
                <a:lnTo>
                  <a:pt x="2169162" y="120913"/>
                </a:lnTo>
                <a:lnTo>
                  <a:pt x="2169829" y="120870"/>
                </a:lnTo>
                <a:lnTo>
                  <a:pt x="2170487" y="120820"/>
                </a:lnTo>
                <a:lnTo>
                  <a:pt x="2171137" y="120764"/>
                </a:lnTo>
                <a:lnTo>
                  <a:pt x="2171777" y="120702"/>
                </a:lnTo>
                <a:lnTo>
                  <a:pt x="2172409" y="120633"/>
                </a:lnTo>
                <a:lnTo>
                  <a:pt x="2173032" y="120557"/>
                </a:lnTo>
                <a:lnTo>
                  <a:pt x="2173646" y="120475"/>
                </a:lnTo>
                <a:lnTo>
                  <a:pt x="2174252" y="120386"/>
                </a:lnTo>
                <a:lnTo>
                  <a:pt x="2174848" y="120290"/>
                </a:lnTo>
                <a:lnTo>
                  <a:pt x="2175436" y="120188"/>
                </a:lnTo>
                <a:lnTo>
                  <a:pt x="2176015" y="120080"/>
                </a:lnTo>
                <a:lnTo>
                  <a:pt x="2176586" y="119965"/>
                </a:lnTo>
                <a:lnTo>
                  <a:pt x="2177147" y="119843"/>
                </a:lnTo>
                <a:lnTo>
                  <a:pt x="2177700" y="119714"/>
                </a:lnTo>
                <a:lnTo>
                  <a:pt x="2178243" y="119579"/>
                </a:lnTo>
                <a:lnTo>
                  <a:pt x="2178778" y="119438"/>
                </a:lnTo>
                <a:lnTo>
                  <a:pt x="2179305" y="119290"/>
                </a:lnTo>
                <a:lnTo>
                  <a:pt x="2179822" y="119135"/>
                </a:lnTo>
                <a:lnTo>
                  <a:pt x="2180331" y="118975"/>
                </a:lnTo>
                <a:lnTo>
                  <a:pt x="2180834" y="118811"/>
                </a:lnTo>
                <a:lnTo>
                  <a:pt x="2181329" y="118644"/>
                </a:lnTo>
                <a:lnTo>
                  <a:pt x="2181817" y="118473"/>
                </a:lnTo>
                <a:lnTo>
                  <a:pt x="2182298" y="118298"/>
                </a:lnTo>
                <a:lnTo>
                  <a:pt x="2182772" y="118120"/>
                </a:lnTo>
                <a:lnTo>
                  <a:pt x="2183239" y="117938"/>
                </a:lnTo>
                <a:lnTo>
                  <a:pt x="2183698" y="117753"/>
                </a:lnTo>
                <a:lnTo>
                  <a:pt x="2184151" y="117564"/>
                </a:lnTo>
                <a:lnTo>
                  <a:pt x="2184596" y="117371"/>
                </a:lnTo>
                <a:lnTo>
                  <a:pt x="2185034" y="117174"/>
                </a:lnTo>
                <a:lnTo>
                  <a:pt x="2185465" y="116974"/>
                </a:lnTo>
                <a:lnTo>
                  <a:pt x="2185889" y="116770"/>
                </a:lnTo>
                <a:lnTo>
                  <a:pt x="2186306" y="116563"/>
                </a:lnTo>
                <a:lnTo>
                  <a:pt x="2186716" y="116352"/>
                </a:lnTo>
                <a:lnTo>
                  <a:pt x="2187118" y="116137"/>
                </a:lnTo>
                <a:lnTo>
                  <a:pt x="2187514" y="115919"/>
                </a:lnTo>
                <a:lnTo>
                  <a:pt x="2187902" y="115697"/>
                </a:lnTo>
                <a:lnTo>
                  <a:pt x="2188283" y="115472"/>
                </a:lnTo>
                <a:lnTo>
                  <a:pt x="2188657" y="115242"/>
                </a:lnTo>
                <a:lnTo>
                  <a:pt x="2189024" y="115009"/>
                </a:lnTo>
                <a:lnTo>
                  <a:pt x="2189384" y="114773"/>
                </a:lnTo>
                <a:lnTo>
                  <a:pt x="2189737" y="114533"/>
                </a:lnTo>
                <a:lnTo>
                  <a:pt x="2190082" y="114289"/>
                </a:lnTo>
                <a:lnTo>
                  <a:pt x="2190421" y="114042"/>
                </a:lnTo>
                <a:lnTo>
                  <a:pt x="2190755" y="113793"/>
                </a:lnTo>
                <a:lnTo>
                  <a:pt x="2191083" y="113541"/>
                </a:lnTo>
                <a:lnTo>
                  <a:pt x="2191405" y="113286"/>
                </a:lnTo>
                <a:lnTo>
                  <a:pt x="2191721" y="113030"/>
                </a:lnTo>
                <a:lnTo>
                  <a:pt x="2192031" y="112770"/>
                </a:lnTo>
                <a:lnTo>
                  <a:pt x="2192336" y="112508"/>
                </a:lnTo>
                <a:lnTo>
                  <a:pt x="2192635" y="112244"/>
                </a:lnTo>
                <a:lnTo>
                  <a:pt x="2192928" y="111977"/>
                </a:lnTo>
                <a:lnTo>
                  <a:pt x="2193216" y="111707"/>
                </a:lnTo>
                <a:lnTo>
                  <a:pt x="2193498" y="111435"/>
                </a:lnTo>
                <a:lnTo>
                  <a:pt x="2193774" y="111161"/>
                </a:lnTo>
                <a:lnTo>
                  <a:pt x="2194044" y="110884"/>
                </a:lnTo>
                <a:lnTo>
                  <a:pt x="2194309" y="110604"/>
                </a:lnTo>
                <a:lnTo>
                  <a:pt x="2194568" y="110322"/>
                </a:lnTo>
                <a:lnTo>
                  <a:pt x="2194821" y="110037"/>
                </a:lnTo>
                <a:lnTo>
                  <a:pt x="2195069" y="109750"/>
                </a:lnTo>
                <a:lnTo>
                  <a:pt x="2195311" y="109461"/>
                </a:lnTo>
                <a:lnTo>
                  <a:pt x="2195547" y="109169"/>
                </a:lnTo>
                <a:lnTo>
                  <a:pt x="2195777" y="108874"/>
                </a:lnTo>
                <a:lnTo>
                  <a:pt x="2196001" y="108577"/>
                </a:lnTo>
                <a:lnTo>
                  <a:pt x="2196220" y="108277"/>
                </a:lnTo>
                <a:lnTo>
                  <a:pt x="2196433" y="107975"/>
                </a:lnTo>
                <a:lnTo>
                  <a:pt x="2196641" y="107670"/>
                </a:lnTo>
                <a:lnTo>
                  <a:pt x="2196843" y="107364"/>
                </a:lnTo>
                <a:lnTo>
                  <a:pt x="2197042" y="107058"/>
                </a:lnTo>
                <a:lnTo>
                  <a:pt x="2197237" y="106752"/>
                </a:lnTo>
                <a:lnTo>
                  <a:pt x="2197429" y="106447"/>
                </a:lnTo>
                <a:lnTo>
                  <a:pt x="2197616" y="106141"/>
                </a:lnTo>
                <a:lnTo>
                  <a:pt x="2197800" y="105836"/>
                </a:lnTo>
                <a:lnTo>
                  <a:pt x="2197980" y="105530"/>
                </a:lnTo>
                <a:lnTo>
                  <a:pt x="2198156" y="105225"/>
                </a:lnTo>
                <a:lnTo>
                  <a:pt x="2198329" y="104920"/>
                </a:lnTo>
                <a:lnTo>
                  <a:pt x="2198498" y="104615"/>
                </a:lnTo>
                <a:lnTo>
                  <a:pt x="2198663" y="104311"/>
                </a:lnTo>
                <a:lnTo>
                  <a:pt x="2198824" y="104006"/>
                </a:lnTo>
                <a:lnTo>
                  <a:pt x="2198981" y="103702"/>
                </a:lnTo>
                <a:lnTo>
                  <a:pt x="2199135" y="103397"/>
                </a:lnTo>
                <a:lnTo>
                  <a:pt x="2199285" y="103093"/>
                </a:lnTo>
                <a:lnTo>
                  <a:pt x="2199431" y="102789"/>
                </a:lnTo>
                <a:lnTo>
                  <a:pt x="2199573" y="102485"/>
                </a:lnTo>
                <a:lnTo>
                  <a:pt x="2199711" y="102182"/>
                </a:lnTo>
                <a:lnTo>
                  <a:pt x="2199846" y="101878"/>
                </a:lnTo>
                <a:lnTo>
                  <a:pt x="2199977" y="101575"/>
                </a:lnTo>
                <a:lnTo>
                  <a:pt x="2200104" y="101271"/>
                </a:lnTo>
                <a:lnTo>
                  <a:pt x="2200228" y="100968"/>
                </a:lnTo>
                <a:lnTo>
                  <a:pt x="2200347" y="100665"/>
                </a:lnTo>
                <a:lnTo>
                  <a:pt x="2200463" y="100362"/>
                </a:lnTo>
                <a:lnTo>
                  <a:pt x="2187749" y="96728"/>
                </a:lnTo>
                <a:lnTo>
                  <a:pt x="2187575" y="97208"/>
                </a:lnTo>
                <a:lnTo>
                  <a:pt x="2187388" y="97680"/>
                </a:lnTo>
                <a:lnTo>
                  <a:pt x="2187188" y="98145"/>
                </a:lnTo>
                <a:lnTo>
                  <a:pt x="2186976" y="98604"/>
                </a:lnTo>
                <a:lnTo>
                  <a:pt x="2186751" y="99055"/>
                </a:lnTo>
                <a:lnTo>
                  <a:pt x="2186514" y="99500"/>
                </a:lnTo>
                <a:lnTo>
                  <a:pt x="2186264" y="99937"/>
                </a:lnTo>
                <a:lnTo>
                  <a:pt x="2186001" y="100368"/>
                </a:lnTo>
                <a:lnTo>
                  <a:pt x="2185725" y="100791"/>
                </a:lnTo>
                <a:lnTo>
                  <a:pt x="2185436" y="101207"/>
                </a:lnTo>
                <a:lnTo>
                  <a:pt x="2185135" y="101617"/>
                </a:lnTo>
                <a:lnTo>
                  <a:pt x="2184821" y="102019"/>
                </a:lnTo>
                <a:lnTo>
                  <a:pt x="2184495" y="102415"/>
                </a:lnTo>
                <a:lnTo>
                  <a:pt x="2184156" y="102803"/>
                </a:lnTo>
                <a:lnTo>
                  <a:pt x="2183804" y="103185"/>
                </a:lnTo>
                <a:lnTo>
                  <a:pt x="2183439" y="103560"/>
                </a:lnTo>
                <a:lnTo>
                  <a:pt x="2183061" y="103927"/>
                </a:lnTo>
                <a:lnTo>
                  <a:pt x="2182671" y="104288"/>
                </a:lnTo>
                <a:lnTo>
                  <a:pt x="2182268" y="104641"/>
                </a:lnTo>
                <a:lnTo>
                  <a:pt x="2181853" y="104988"/>
                </a:lnTo>
                <a:lnTo>
                  <a:pt x="2181425" y="105328"/>
                </a:lnTo>
                <a:lnTo>
                  <a:pt x="2180984" y="105660"/>
                </a:lnTo>
                <a:lnTo>
                  <a:pt x="2180530" y="105986"/>
                </a:lnTo>
                <a:lnTo>
                  <a:pt x="2180063" y="106305"/>
                </a:lnTo>
                <a:lnTo>
                  <a:pt x="2179584" y="106613"/>
                </a:lnTo>
                <a:lnTo>
                  <a:pt x="2179092" y="106909"/>
                </a:lnTo>
                <a:lnTo>
                  <a:pt x="2178587" y="107191"/>
                </a:lnTo>
                <a:lnTo>
                  <a:pt x="2178068" y="107460"/>
                </a:lnTo>
                <a:lnTo>
                  <a:pt x="2177537" y="107716"/>
                </a:lnTo>
                <a:lnTo>
                  <a:pt x="2176993" y="107959"/>
                </a:lnTo>
                <a:lnTo>
                  <a:pt x="2176436" y="108189"/>
                </a:lnTo>
                <a:lnTo>
                  <a:pt x="2175865" y="108406"/>
                </a:lnTo>
                <a:lnTo>
                  <a:pt x="2175282" y="108609"/>
                </a:lnTo>
                <a:lnTo>
                  <a:pt x="2174686" y="108800"/>
                </a:lnTo>
                <a:lnTo>
                  <a:pt x="2174077" y="108977"/>
                </a:lnTo>
                <a:lnTo>
                  <a:pt x="2173455" y="109141"/>
                </a:lnTo>
                <a:lnTo>
                  <a:pt x="2172819" y="109292"/>
                </a:lnTo>
                <a:lnTo>
                  <a:pt x="2172171" y="109430"/>
                </a:lnTo>
                <a:lnTo>
                  <a:pt x="2171510" y="109555"/>
                </a:lnTo>
                <a:lnTo>
                  <a:pt x="2170836" y="109667"/>
                </a:lnTo>
                <a:lnTo>
                  <a:pt x="2170149" y="109765"/>
                </a:lnTo>
                <a:lnTo>
                  <a:pt x="2169449" y="109850"/>
                </a:lnTo>
                <a:lnTo>
                  <a:pt x="2168735" y="109923"/>
                </a:lnTo>
                <a:lnTo>
                  <a:pt x="2168009" y="109982"/>
                </a:lnTo>
                <a:lnTo>
                  <a:pt x="2167270" y="110028"/>
                </a:lnTo>
                <a:lnTo>
                  <a:pt x="2166518" y="110061"/>
                </a:lnTo>
                <a:lnTo>
                  <a:pt x="2165753" y="110080"/>
                </a:lnTo>
                <a:lnTo>
                  <a:pt x="2164975" y="110087"/>
                </a:lnTo>
                <a:lnTo>
                  <a:pt x="2164442" y="110083"/>
                </a:lnTo>
                <a:lnTo>
                  <a:pt x="2163915" y="110071"/>
                </a:lnTo>
                <a:lnTo>
                  <a:pt x="2163394" y="110051"/>
                </a:lnTo>
                <a:lnTo>
                  <a:pt x="2162880" y="110023"/>
                </a:lnTo>
                <a:lnTo>
                  <a:pt x="2162373" y="109987"/>
                </a:lnTo>
                <a:lnTo>
                  <a:pt x="2161872" y="109943"/>
                </a:lnTo>
                <a:lnTo>
                  <a:pt x="2161377" y="109892"/>
                </a:lnTo>
                <a:lnTo>
                  <a:pt x="2160889" y="109832"/>
                </a:lnTo>
                <a:lnTo>
                  <a:pt x="2160407" y="109764"/>
                </a:lnTo>
                <a:lnTo>
                  <a:pt x="2159931" y="109689"/>
                </a:lnTo>
                <a:lnTo>
                  <a:pt x="2159462" y="109605"/>
                </a:lnTo>
                <a:lnTo>
                  <a:pt x="2159000" y="109513"/>
                </a:lnTo>
                <a:lnTo>
                  <a:pt x="2158544" y="109414"/>
                </a:lnTo>
                <a:lnTo>
                  <a:pt x="2158094" y="109306"/>
                </a:lnTo>
                <a:lnTo>
                  <a:pt x="2157650" y="109191"/>
                </a:lnTo>
                <a:lnTo>
                  <a:pt x="2157214" y="109068"/>
                </a:lnTo>
                <a:lnTo>
                  <a:pt x="2156783" y="108936"/>
                </a:lnTo>
                <a:lnTo>
                  <a:pt x="2156359" y="108797"/>
                </a:lnTo>
                <a:lnTo>
                  <a:pt x="2155942" y="108649"/>
                </a:lnTo>
                <a:lnTo>
                  <a:pt x="2155530" y="108494"/>
                </a:lnTo>
                <a:lnTo>
                  <a:pt x="2155126" y="108331"/>
                </a:lnTo>
                <a:lnTo>
                  <a:pt x="2154727" y="108160"/>
                </a:lnTo>
                <a:lnTo>
                  <a:pt x="2154335" y="107981"/>
                </a:lnTo>
                <a:lnTo>
                  <a:pt x="2153950" y="107793"/>
                </a:lnTo>
                <a:lnTo>
                  <a:pt x="2153571" y="107599"/>
                </a:lnTo>
                <a:lnTo>
                  <a:pt x="2153197" y="107398"/>
                </a:lnTo>
                <a:lnTo>
                  <a:pt x="2152829" y="107191"/>
                </a:lnTo>
                <a:lnTo>
                  <a:pt x="2152467" y="106977"/>
                </a:lnTo>
                <a:lnTo>
                  <a:pt x="2152110" y="106757"/>
                </a:lnTo>
                <a:lnTo>
                  <a:pt x="2151760" y="106531"/>
                </a:lnTo>
                <a:lnTo>
                  <a:pt x="2151415" y="106298"/>
                </a:lnTo>
                <a:lnTo>
                  <a:pt x="2151075" y="106059"/>
                </a:lnTo>
                <a:lnTo>
                  <a:pt x="2150742" y="105813"/>
                </a:lnTo>
                <a:lnTo>
                  <a:pt x="2150414" y="105561"/>
                </a:lnTo>
                <a:lnTo>
                  <a:pt x="2150092" y="105302"/>
                </a:lnTo>
                <a:lnTo>
                  <a:pt x="2149775" y="105037"/>
                </a:lnTo>
                <a:lnTo>
                  <a:pt x="2149465" y="104766"/>
                </a:lnTo>
                <a:lnTo>
                  <a:pt x="2149160" y="104488"/>
                </a:lnTo>
                <a:lnTo>
                  <a:pt x="2148861" y="104204"/>
                </a:lnTo>
                <a:lnTo>
                  <a:pt x="2148567" y="103913"/>
                </a:lnTo>
                <a:lnTo>
                  <a:pt x="2148280" y="103616"/>
                </a:lnTo>
                <a:lnTo>
                  <a:pt x="2147998" y="103312"/>
                </a:lnTo>
                <a:lnTo>
                  <a:pt x="2147721" y="103002"/>
                </a:lnTo>
                <a:lnTo>
                  <a:pt x="2147451" y="102686"/>
                </a:lnTo>
                <a:lnTo>
                  <a:pt x="2147186" y="102363"/>
                </a:lnTo>
                <a:lnTo>
                  <a:pt x="2146927" y="102033"/>
                </a:lnTo>
                <a:lnTo>
                  <a:pt x="2146673" y="101698"/>
                </a:lnTo>
                <a:lnTo>
                  <a:pt x="2146426" y="101356"/>
                </a:lnTo>
                <a:lnTo>
                  <a:pt x="2146184" y="101007"/>
                </a:lnTo>
                <a:lnTo>
                  <a:pt x="2145947" y="100654"/>
                </a:lnTo>
                <a:lnTo>
                  <a:pt x="2145715" y="100294"/>
                </a:lnTo>
                <a:lnTo>
                  <a:pt x="2145489" y="99929"/>
                </a:lnTo>
                <a:lnTo>
                  <a:pt x="2145268" y="99559"/>
                </a:lnTo>
                <a:lnTo>
                  <a:pt x="2145053" y="99183"/>
                </a:lnTo>
                <a:lnTo>
                  <a:pt x="2144842" y="98801"/>
                </a:lnTo>
                <a:lnTo>
                  <a:pt x="2144638" y="98414"/>
                </a:lnTo>
                <a:lnTo>
                  <a:pt x="2144438" y="98021"/>
                </a:lnTo>
                <a:lnTo>
                  <a:pt x="2144244" y="97622"/>
                </a:lnTo>
                <a:lnTo>
                  <a:pt x="2144055" y="97218"/>
                </a:lnTo>
                <a:lnTo>
                  <a:pt x="2143871" y="96809"/>
                </a:lnTo>
                <a:lnTo>
                  <a:pt x="2143692" y="96394"/>
                </a:lnTo>
                <a:lnTo>
                  <a:pt x="2143519" y="95973"/>
                </a:lnTo>
                <a:lnTo>
                  <a:pt x="2143351" y="95546"/>
                </a:lnTo>
                <a:lnTo>
                  <a:pt x="2143189" y="95114"/>
                </a:lnTo>
                <a:lnTo>
                  <a:pt x="2143032" y="94677"/>
                </a:lnTo>
                <a:lnTo>
                  <a:pt x="2142880" y="94234"/>
                </a:lnTo>
                <a:lnTo>
                  <a:pt x="2142733" y="93785"/>
                </a:lnTo>
                <a:lnTo>
                  <a:pt x="2142592" y="93331"/>
                </a:lnTo>
                <a:lnTo>
                  <a:pt x="2142456" y="92871"/>
                </a:lnTo>
                <a:lnTo>
                  <a:pt x="2142326" y="92405"/>
                </a:lnTo>
                <a:lnTo>
                  <a:pt x="2142200" y="91934"/>
                </a:lnTo>
                <a:lnTo>
                  <a:pt x="2142080" y="91457"/>
                </a:lnTo>
                <a:lnTo>
                  <a:pt x="2141965" y="90976"/>
                </a:lnTo>
                <a:lnTo>
                  <a:pt x="2141855" y="90491"/>
                </a:lnTo>
                <a:lnTo>
                  <a:pt x="2141750" y="90002"/>
                </a:lnTo>
                <a:lnTo>
                  <a:pt x="2141650" y="89509"/>
                </a:lnTo>
                <a:lnTo>
                  <a:pt x="2141555" y="89013"/>
                </a:lnTo>
                <a:lnTo>
                  <a:pt x="2141464" y="88513"/>
                </a:lnTo>
                <a:lnTo>
                  <a:pt x="2141379" y="88009"/>
                </a:lnTo>
                <a:lnTo>
                  <a:pt x="2141298" y="87501"/>
                </a:lnTo>
                <a:lnTo>
                  <a:pt x="2141222" y="86989"/>
                </a:lnTo>
                <a:lnTo>
                  <a:pt x="2141151" y="86474"/>
                </a:lnTo>
                <a:lnTo>
                  <a:pt x="2141085" y="85955"/>
                </a:lnTo>
                <a:lnTo>
                  <a:pt x="2141024" y="85432"/>
                </a:lnTo>
                <a:lnTo>
                  <a:pt x="2140968" y="84905"/>
                </a:lnTo>
                <a:lnTo>
                  <a:pt x="2140916" y="84375"/>
                </a:lnTo>
                <a:lnTo>
                  <a:pt x="2140870" y="83841"/>
                </a:lnTo>
                <a:lnTo>
                  <a:pt x="2140828" y="83303"/>
                </a:lnTo>
                <a:lnTo>
                  <a:pt x="2140792" y="82761"/>
                </a:lnTo>
                <a:lnTo>
                  <a:pt x="2140760" y="82216"/>
                </a:lnTo>
                <a:lnTo>
                  <a:pt x="2140733" y="81666"/>
                </a:lnTo>
                <a:lnTo>
                  <a:pt x="2140711" y="81113"/>
                </a:lnTo>
                <a:lnTo>
                  <a:pt x="2140694" y="80556"/>
                </a:lnTo>
                <a:lnTo>
                  <a:pt x="2140682" y="79996"/>
                </a:lnTo>
                <a:lnTo>
                  <a:pt x="2140674" y="79432"/>
                </a:lnTo>
                <a:lnTo>
                  <a:pt x="2140672" y="78863"/>
                </a:lnTo>
                <a:lnTo>
                  <a:pt x="2202797" y="78863"/>
                </a:lnTo>
                <a:lnTo>
                  <a:pt x="2202797" y="76935"/>
                </a:lnTo>
                <a:lnTo>
                  <a:pt x="2202794" y="76120"/>
                </a:lnTo>
                <a:lnTo>
                  <a:pt x="2202784" y="75311"/>
                </a:lnTo>
                <a:lnTo>
                  <a:pt x="2202767" y="74506"/>
                </a:lnTo>
                <a:close/>
                <a:moveTo>
                  <a:pt x="2140996" y="65222"/>
                </a:moveTo>
                <a:lnTo>
                  <a:pt x="2141054" y="64612"/>
                </a:lnTo>
                <a:lnTo>
                  <a:pt x="2141120" y="64011"/>
                </a:lnTo>
                <a:lnTo>
                  <a:pt x="2141192" y="63421"/>
                </a:lnTo>
                <a:lnTo>
                  <a:pt x="2141271" y="62839"/>
                </a:lnTo>
                <a:lnTo>
                  <a:pt x="2141357" y="62268"/>
                </a:lnTo>
                <a:lnTo>
                  <a:pt x="2141450" y="61705"/>
                </a:lnTo>
                <a:lnTo>
                  <a:pt x="2141551" y="61153"/>
                </a:lnTo>
                <a:lnTo>
                  <a:pt x="2141658" y="60610"/>
                </a:lnTo>
                <a:lnTo>
                  <a:pt x="2141772" y="60077"/>
                </a:lnTo>
                <a:lnTo>
                  <a:pt x="2141893" y="59553"/>
                </a:lnTo>
                <a:lnTo>
                  <a:pt x="2142021" y="59039"/>
                </a:lnTo>
                <a:lnTo>
                  <a:pt x="2142156" y="58534"/>
                </a:lnTo>
                <a:lnTo>
                  <a:pt x="2142298" y="58039"/>
                </a:lnTo>
                <a:lnTo>
                  <a:pt x="2142447" y="57553"/>
                </a:lnTo>
                <a:lnTo>
                  <a:pt x="2142603" y="57078"/>
                </a:lnTo>
                <a:lnTo>
                  <a:pt x="2142767" y="56611"/>
                </a:lnTo>
                <a:lnTo>
                  <a:pt x="2142937" y="56155"/>
                </a:lnTo>
                <a:lnTo>
                  <a:pt x="2143114" y="55708"/>
                </a:lnTo>
                <a:lnTo>
                  <a:pt x="2143298" y="55270"/>
                </a:lnTo>
                <a:lnTo>
                  <a:pt x="2143489" y="54842"/>
                </a:lnTo>
                <a:lnTo>
                  <a:pt x="2143685" y="54423"/>
                </a:lnTo>
                <a:lnTo>
                  <a:pt x="2143885" y="54010"/>
                </a:lnTo>
                <a:lnTo>
                  <a:pt x="2144088" y="53605"/>
                </a:lnTo>
                <a:lnTo>
                  <a:pt x="2144296" y="53208"/>
                </a:lnTo>
                <a:lnTo>
                  <a:pt x="2144506" y="52818"/>
                </a:lnTo>
                <a:lnTo>
                  <a:pt x="2144721" y="52435"/>
                </a:lnTo>
                <a:lnTo>
                  <a:pt x="2144939" y="52059"/>
                </a:lnTo>
                <a:lnTo>
                  <a:pt x="2145161" y="51691"/>
                </a:lnTo>
                <a:lnTo>
                  <a:pt x="2145386" y="51330"/>
                </a:lnTo>
                <a:lnTo>
                  <a:pt x="2145615" y="50977"/>
                </a:lnTo>
                <a:lnTo>
                  <a:pt x="2145848" y="50631"/>
                </a:lnTo>
                <a:lnTo>
                  <a:pt x="2146084" y="50292"/>
                </a:lnTo>
                <a:lnTo>
                  <a:pt x="2146324" y="49961"/>
                </a:lnTo>
                <a:lnTo>
                  <a:pt x="2146567" y="49637"/>
                </a:lnTo>
                <a:lnTo>
                  <a:pt x="2146814" y="49321"/>
                </a:lnTo>
                <a:lnTo>
                  <a:pt x="2147065" y="49011"/>
                </a:lnTo>
                <a:lnTo>
                  <a:pt x="2147320" y="48709"/>
                </a:lnTo>
                <a:lnTo>
                  <a:pt x="2147578" y="48415"/>
                </a:lnTo>
                <a:lnTo>
                  <a:pt x="2147839" y="48128"/>
                </a:lnTo>
                <a:lnTo>
                  <a:pt x="2148105" y="47848"/>
                </a:lnTo>
                <a:lnTo>
                  <a:pt x="2148373" y="47576"/>
                </a:lnTo>
                <a:lnTo>
                  <a:pt x="2148646" y="47311"/>
                </a:lnTo>
                <a:lnTo>
                  <a:pt x="2148922" y="47053"/>
                </a:lnTo>
                <a:lnTo>
                  <a:pt x="2149202" y="46802"/>
                </a:lnTo>
                <a:lnTo>
                  <a:pt x="2149485" y="46559"/>
                </a:lnTo>
                <a:lnTo>
                  <a:pt x="2149770" y="46322"/>
                </a:lnTo>
                <a:lnTo>
                  <a:pt x="2150057" y="46091"/>
                </a:lnTo>
                <a:lnTo>
                  <a:pt x="2150345" y="45866"/>
                </a:lnTo>
                <a:lnTo>
                  <a:pt x="2150637" y="45647"/>
                </a:lnTo>
                <a:lnTo>
                  <a:pt x="2150930" y="45435"/>
                </a:lnTo>
                <a:lnTo>
                  <a:pt x="2151225" y="45229"/>
                </a:lnTo>
                <a:lnTo>
                  <a:pt x="2151522" y="45029"/>
                </a:lnTo>
                <a:lnTo>
                  <a:pt x="2151822" y="44836"/>
                </a:lnTo>
                <a:lnTo>
                  <a:pt x="2152123" y="44649"/>
                </a:lnTo>
                <a:lnTo>
                  <a:pt x="2152427" y="44468"/>
                </a:lnTo>
                <a:lnTo>
                  <a:pt x="2152733" y="44293"/>
                </a:lnTo>
                <a:lnTo>
                  <a:pt x="2153041" y="44124"/>
                </a:lnTo>
                <a:lnTo>
                  <a:pt x="2153351" y="43962"/>
                </a:lnTo>
                <a:lnTo>
                  <a:pt x="2153663" y="43806"/>
                </a:lnTo>
                <a:lnTo>
                  <a:pt x="2153977" y="43656"/>
                </a:lnTo>
                <a:lnTo>
                  <a:pt x="2154293" y="43513"/>
                </a:lnTo>
                <a:lnTo>
                  <a:pt x="2154611" y="43375"/>
                </a:lnTo>
                <a:lnTo>
                  <a:pt x="2154932" y="43244"/>
                </a:lnTo>
                <a:lnTo>
                  <a:pt x="2155254" y="43120"/>
                </a:lnTo>
                <a:lnTo>
                  <a:pt x="2155579" y="43001"/>
                </a:lnTo>
                <a:lnTo>
                  <a:pt x="2155906" y="42889"/>
                </a:lnTo>
                <a:lnTo>
                  <a:pt x="2156234" y="42783"/>
                </a:lnTo>
                <a:lnTo>
                  <a:pt x="2156565" y="42683"/>
                </a:lnTo>
                <a:lnTo>
                  <a:pt x="2156897" y="42589"/>
                </a:lnTo>
                <a:lnTo>
                  <a:pt x="2157227" y="42498"/>
                </a:lnTo>
                <a:lnTo>
                  <a:pt x="2157556" y="42412"/>
                </a:lnTo>
                <a:lnTo>
                  <a:pt x="2157883" y="42329"/>
                </a:lnTo>
                <a:lnTo>
                  <a:pt x="2158209" y="42251"/>
                </a:lnTo>
                <a:lnTo>
                  <a:pt x="2158534" y="42176"/>
                </a:lnTo>
                <a:lnTo>
                  <a:pt x="2158858" y="42106"/>
                </a:lnTo>
                <a:lnTo>
                  <a:pt x="2159181" y="42039"/>
                </a:lnTo>
                <a:lnTo>
                  <a:pt x="2159502" y="41977"/>
                </a:lnTo>
                <a:lnTo>
                  <a:pt x="2159822" y="41918"/>
                </a:lnTo>
                <a:lnTo>
                  <a:pt x="2160141" y="41864"/>
                </a:lnTo>
                <a:lnTo>
                  <a:pt x="2160458" y="41814"/>
                </a:lnTo>
                <a:lnTo>
                  <a:pt x="2160774" y="41768"/>
                </a:lnTo>
                <a:lnTo>
                  <a:pt x="2161089" y="41725"/>
                </a:lnTo>
                <a:lnTo>
                  <a:pt x="2161403" y="41687"/>
                </a:lnTo>
                <a:lnTo>
                  <a:pt x="2161716" y="41653"/>
                </a:lnTo>
                <a:lnTo>
                  <a:pt x="2162027" y="41623"/>
                </a:lnTo>
                <a:lnTo>
                  <a:pt x="2162337" y="41596"/>
                </a:lnTo>
                <a:lnTo>
                  <a:pt x="2162645" y="41574"/>
                </a:lnTo>
                <a:lnTo>
                  <a:pt x="2162953" y="41556"/>
                </a:lnTo>
                <a:lnTo>
                  <a:pt x="2163259" y="41542"/>
                </a:lnTo>
                <a:lnTo>
                  <a:pt x="2163564" y="41532"/>
                </a:lnTo>
                <a:lnTo>
                  <a:pt x="2163868" y="41526"/>
                </a:lnTo>
                <a:lnTo>
                  <a:pt x="2164170" y="41524"/>
                </a:lnTo>
                <a:lnTo>
                  <a:pt x="2165067" y="41535"/>
                </a:lnTo>
                <a:lnTo>
                  <a:pt x="2165945" y="41568"/>
                </a:lnTo>
                <a:lnTo>
                  <a:pt x="2166807" y="41622"/>
                </a:lnTo>
                <a:lnTo>
                  <a:pt x="2167651" y="41698"/>
                </a:lnTo>
                <a:lnTo>
                  <a:pt x="2168477" y="41797"/>
                </a:lnTo>
                <a:lnTo>
                  <a:pt x="2169285" y="41916"/>
                </a:lnTo>
                <a:lnTo>
                  <a:pt x="2170076" y="42058"/>
                </a:lnTo>
                <a:lnTo>
                  <a:pt x="2170849" y="42222"/>
                </a:lnTo>
                <a:lnTo>
                  <a:pt x="2171605" y="42407"/>
                </a:lnTo>
                <a:lnTo>
                  <a:pt x="2172343" y="42614"/>
                </a:lnTo>
                <a:lnTo>
                  <a:pt x="2173064" y="42843"/>
                </a:lnTo>
                <a:lnTo>
                  <a:pt x="2173766" y="43094"/>
                </a:lnTo>
                <a:lnTo>
                  <a:pt x="2174452" y="43366"/>
                </a:lnTo>
                <a:lnTo>
                  <a:pt x="2175119" y="43661"/>
                </a:lnTo>
                <a:lnTo>
                  <a:pt x="2175769" y="43977"/>
                </a:lnTo>
                <a:lnTo>
                  <a:pt x="2176402" y="44315"/>
                </a:lnTo>
                <a:lnTo>
                  <a:pt x="2177017" y="44675"/>
                </a:lnTo>
                <a:lnTo>
                  <a:pt x="2177614" y="45056"/>
                </a:lnTo>
                <a:lnTo>
                  <a:pt x="2178194" y="45460"/>
                </a:lnTo>
                <a:lnTo>
                  <a:pt x="2178756" y="45885"/>
                </a:lnTo>
                <a:lnTo>
                  <a:pt x="2179300" y="46332"/>
                </a:lnTo>
                <a:lnTo>
                  <a:pt x="2179827" y="46800"/>
                </a:lnTo>
                <a:lnTo>
                  <a:pt x="2180336" y="47291"/>
                </a:lnTo>
                <a:lnTo>
                  <a:pt x="2180828" y="47803"/>
                </a:lnTo>
                <a:lnTo>
                  <a:pt x="2181303" y="48339"/>
                </a:lnTo>
                <a:lnTo>
                  <a:pt x="2181762" y="48901"/>
                </a:lnTo>
                <a:lnTo>
                  <a:pt x="2182205" y="49488"/>
                </a:lnTo>
                <a:lnTo>
                  <a:pt x="2182632" y="50101"/>
                </a:lnTo>
                <a:lnTo>
                  <a:pt x="2183043" y="50740"/>
                </a:lnTo>
                <a:lnTo>
                  <a:pt x="2183438" y="51404"/>
                </a:lnTo>
                <a:lnTo>
                  <a:pt x="2183818" y="52094"/>
                </a:lnTo>
                <a:lnTo>
                  <a:pt x="2184181" y="52810"/>
                </a:lnTo>
                <a:lnTo>
                  <a:pt x="2184528" y="53552"/>
                </a:lnTo>
                <a:lnTo>
                  <a:pt x="2184860" y="54319"/>
                </a:lnTo>
                <a:lnTo>
                  <a:pt x="2185176" y="55112"/>
                </a:lnTo>
                <a:lnTo>
                  <a:pt x="2185475" y="55931"/>
                </a:lnTo>
                <a:lnTo>
                  <a:pt x="2185759" y="56775"/>
                </a:lnTo>
                <a:lnTo>
                  <a:pt x="2186027" y="57645"/>
                </a:lnTo>
                <a:lnTo>
                  <a:pt x="2186279" y="58540"/>
                </a:lnTo>
                <a:lnTo>
                  <a:pt x="2186515" y="59462"/>
                </a:lnTo>
                <a:lnTo>
                  <a:pt x="2186735" y="60409"/>
                </a:lnTo>
                <a:lnTo>
                  <a:pt x="2186939" y="61382"/>
                </a:lnTo>
                <a:lnTo>
                  <a:pt x="2187127" y="62380"/>
                </a:lnTo>
                <a:lnTo>
                  <a:pt x="2187299" y="63404"/>
                </a:lnTo>
                <a:lnTo>
                  <a:pt x="2187456" y="64454"/>
                </a:lnTo>
                <a:lnTo>
                  <a:pt x="2187596" y="65530"/>
                </a:lnTo>
                <a:lnTo>
                  <a:pt x="2187721" y="66631"/>
                </a:lnTo>
                <a:lnTo>
                  <a:pt x="2187829" y="67758"/>
                </a:lnTo>
                <a:lnTo>
                  <a:pt x="2140833" y="67758"/>
                </a:lnTo>
                <a:lnTo>
                  <a:pt x="2140863" y="67110"/>
                </a:lnTo>
                <a:lnTo>
                  <a:pt x="2140901" y="66471"/>
                </a:lnTo>
                <a:lnTo>
                  <a:pt x="2140945" y="65842"/>
                </a:lnTo>
                <a:lnTo>
                  <a:pt x="2140996" y="65222"/>
                </a:lnTo>
                <a:close/>
                <a:moveTo>
                  <a:pt x="2505026" y="74506"/>
                </a:moveTo>
                <a:lnTo>
                  <a:pt x="2505003" y="73706"/>
                </a:lnTo>
                <a:lnTo>
                  <a:pt x="2504973" y="72910"/>
                </a:lnTo>
                <a:lnTo>
                  <a:pt x="2504937" y="72120"/>
                </a:lnTo>
                <a:lnTo>
                  <a:pt x="2504894" y="71334"/>
                </a:lnTo>
                <a:lnTo>
                  <a:pt x="2504845" y="70553"/>
                </a:lnTo>
                <a:lnTo>
                  <a:pt x="2504789" y="69777"/>
                </a:lnTo>
                <a:lnTo>
                  <a:pt x="2504727" y="69005"/>
                </a:lnTo>
                <a:lnTo>
                  <a:pt x="2504658" y="68238"/>
                </a:lnTo>
                <a:lnTo>
                  <a:pt x="2504582" y="67476"/>
                </a:lnTo>
                <a:lnTo>
                  <a:pt x="2504500" y="66718"/>
                </a:lnTo>
                <a:lnTo>
                  <a:pt x="2504412" y="65966"/>
                </a:lnTo>
                <a:lnTo>
                  <a:pt x="2504316" y="65218"/>
                </a:lnTo>
                <a:lnTo>
                  <a:pt x="2504215" y="64475"/>
                </a:lnTo>
                <a:lnTo>
                  <a:pt x="2504106" y="63736"/>
                </a:lnTo>
                <a:lnTo>
                  <a:pt x="2503991" y="63003"/>
                </a:lnTo>
                <a:lnTo>
                  <a:pt x="2503870" y="62274"/>
                </a:lnTo>
                <a:lnTo>
                  <a:pt x="2503742" y="61549"/>
                </a:lnTo>
                <a:lnTo>
                  <a:pt x="2503607" y="60830"/>
                </a:lnTo>
                <a:lnTo>
                  <a:pt x="2503466" y="60115"/>
                </a:lnTo>
                <a:lnTo>
                  <a:pt x="2503318" y="59405"/>
                </a:lnTo>
                <a:lnTo>
                  <a:pt x="2503164" y="58700"/>
                </a:lnTo>
                <a:lnTo>
                  <a:pt x="2503002" y="58001"/>
                </a:lnTo>
                <a:lnTo>
                  <a:pt x="2502831" y="57309"/>
                </a:lnTo>
                <a:lnTo>
                  <a:pt x="2502651" y="56625"/>
                </a:lnTo>
                <a:lnTo>
                  <a:pt x="2502462" y="55949"/>
                </a:lnTo>
                <a:lnTo>
                  <a:pt x="2502264" y="55280"/>
                </a:lnTo>
                <a:lnTo>
                  <a:pt x="2502057" y="54620"/>
                </a:lnTo>
                <a:lnTo>
                  <a:pt x="2501842" y="53966"/>
                </a:lnTo>
                <a:lnTo>
                  <a:pt x="2501617" y="53321"/>
                </a:lnTo>
                <a:lnTo>
                  <a:pt x="2501384" y="52683"/>
                </a:lnTo>
                <a:lnTo>
                  <a:pt x="2501141" y="52053"/>
                </a:lnTo>
                <a:lnTo>
                  <a:pt x="2500889" y="51430"/>
                </a:lnTo>
                <a:lnTo>
                  <a:pt x="2500629" y="50815"/>
                </a:lnTo>
                <a:lnTo>
                  <a:pt x="2500360" y="50208"/>
                </a:lnTo>
                <a:lnTo>
                  <a:pt x="2500081" y="49609"/>
                </a:lnTo>
                <a:lnTo>
                  <a:pt x="2499794" y="49017"/>
                </a:lnTo>
                <a:lnTo>
                  <a:pt x="2499498" y="48433"/>
                </a:lnTo>
                <a:lnTo>
                  <a:pt x="2499193" y="47856"/>
                </a:lnTo>
                <a:lnTo>
                  <a:pt x="2498879" y="47288"/>
                </a:lnTo>
                <a:lnTo>
                  <a:pt x="2498556" y="46727"/>
                </a:lnTo>
                <a:lnTo>
                  <a:pt x="2498224" y="46173"/>
                </a:lnTo>
                <a:lnTo>
                  <a:pt x="2497883" y="45627"/>
                </a:lnTo>
                <a:lnTo>
                  <a:pt x="2497533" y="45089"/>
                </a:lnTo>
                <a:lnTo>
                  <a:pt x="2497174" y="44559"/>
                </a:lnTo>
                <a:lnTo>
                  <a:pt x="2496807" y="44036"/>
                </a:lnTo>
                <a:lnTo>
                  <a:pt x="2496429" y="43522"/>
                </a:lnTo>
                <a:lnTo>
                  <a:pt x="2496042" y="43017"/>
                </a:lnTo>
                <a:lnTo>
                  <a:pt x="2495645" y="42522"/>
                </a:lnTo>
                <a:lnTo>
                  <a:pt x="2495237" y="42036"/>
                </a:lnTo>
                <a:lnTo>
                  <a:pt x="2494820" y="41559"/>
                </a:lnTo>
                <a:lnTo>
                  <a:pt x="2494392" y="41091"/>
                </a:lnTo>
                <a:lnTo>
                  <a:pt x="2493955" y="40633"/>
                </a:lnTo>
                <a:lnTo>
                  <a:pt x="2493507" y="40184"/>
                </a:lnTo>
                <a:lnTo>
                  <a:pt x="2493050" y="39745"/>
                </a:lnTo>
                <a:lnTo>
                  <a:pt x="2492582" y="39315"/>
                </a:lnTo>
                <a:lnTo>
                  <a:pt x="2492104" y="38894"/>
                </a:lnTo>
                <a:lnTo>
                  <a:pt x="2491616" y="38483"/>
                </a:lnTo>
                <a:lnTo>
                  <a:pt x="2491118" y="38081"/>
                </a:lnTo>
                <a:lnTo>
                  <a:pt x="2490610" y="37688"/>
                </a:lnTo>
                <a:lnTo>
                  <a:pt x="2490092" y="37305"/>
                </a:lnTo>
                <a:lnTo>
                  <a:pt x="2489564" y="36931"/>
                </a:lnTo>
                <a:lnTo>
                  <a:pt x="2489026" y="36567"/>
                </a:lnTo>
                <a:lnTo>
                  <a:pt x="2488478" y="36211"/>
                </a:lnTo>
                <a:lnTo>
                  <a:pt x="2487919" y="35865"/>
                </a:lnTo>
                <a:lnTo>
                  <a:pt x="2487351" y="35529"/>
                </a:lnTo>
                <a:lnTo>
                  <a:pt x="2486773" y="35202"/>
                </a:lnTo>
                <a:lnTo>
                  <a:pt x="2486184" y="34884"/>
                </a:lnTo>
                <a:lnTo>
                  <a:pt x="2485586" y="34576"/>
                </a:lnTo>
                <a:lnTo>
                  <a:pt x="2484977" y="34276"/>
                </a:lnTo>
                <a:lnTo>
                  <a:pt x="2484357" y="33988"/>
                </a:lnTo>
                <a:lnTo>
                  <a:pt x="2483725" y="33712"/>
                </a:lnTo>
                <a:lnTo>
                  <a:pt x="2483080" y="33448"/>
                </a:lnTo>
                <a:lnTo>
                  <a:pt x="2482423" y="33196"/>
                </a:lnTo>
                <a:lnTo>
                  <a:pt x="2481754" y="32957"/>
                </a:lnTo>
                <a:lnTo>
                  <a:pt x="2481072" y="32729"/>
                </a:lnTo>
                <a:lnTo>
                  <a:pt x="2480377" y="32515"/>
                </a:lnTo>
                <a:lnTo>
                  <a:pt x="2479670" y="32312"/>
                </a:lnTo>
                <a:lnTo>
                  <a:pt x="2478951" y="32122"/>
                </a:lnTo>
                <a:lnTo>
                  <a:pt x="2478219" y="31944"/>
                </a:lnTo>
                <a:lnTo>
                  <a:pt x="2477475" y="31778"/>
                </a:lnTo>
                <a:lnTo>
                  <a:pt x="2476719" y="31625"/>
                </a:lnTo>
                <a:lnTo>
                  <a:pt x="2475950" y="31483"/>
                </a:lnTo>
                <a:lnTo>
                  <a:pt x="2475168" y="31354"/>
                </a:lnTo>
                <a:lnTo>
                  <a:pt x="2474374" y="31238"/>
                </a:lnTo>
                <a:lnTo>
                  <a:pt x="2473568" y="31133"/>
                </a:lnTo>
                <a:lnTo>
                  <a:pt x="2472749" y="31041"/>
                </a:lnTo>
                <a:lnTo>
                  <a:pt x="2471918" y="30962"/>
                </a:lnTo>
                <a:lnTo>
                  <a:pt x="2471074" y="30894"/>
                </a:lnTo>
                <a:lnTo>
                  <a:pt x="2470218" y="30839"/>
                </a:lnTo>
                <a:lnTo>
                  <a:pt x="2469350" y="30796"/>
                </a:lnTo>
                <a:lnTo>
                  <a:pt x="2468469" y="30765"/>
                </a:lnTo>
                <a:lnTo>
                  <a:pt x="2467575" y="30747"/>
                </a:lnTo>
                <a:lnTo>
                  <a:pt x="2466670" y="30741"/>
                </a:lnTo>
                <a:lnTo>
                  <a:pt x="2466001" y="30745"/>
                </a:lnTo>
                <a:lnTo>
                  <a:pt x="2465335" y="30757"/>
                </a:lnTo>
                <a:lnTo>
                  <a:pt x="2464673" y="30778"/>
                </a:lnTo>
                <a:lnTo>
                  <a:pt x="2464014" y="30807"/>
                </a:lnTo>
                <a:lnTo>
                  <a:pt x="2463358" y="30844"/>
                </a:lnTo>
                <a:lnTo>
                  <a:pt x="2462706" y="30889"/>
                </a:lnTo>
                <a:lnTo>
                  <a:pt x="2462057" y="30943"/>
                </a:lnTo>
                <a:lnTo>
                  <a:pt x="2461412" y="31004"/>
                </a:lnTo>
                <a:lnTo>
                  <a:pt x="2460770" y="31074"/>
                </a:lnTo>
                <a:lnTo>
                  <a:pt x="2460131" y="31153"/>
                </a:lnTo>
                <a:lnTo>
                  <a:pt x="2459496" y="31239"/>
                </a:lnTo>
                <a:lnTo>
                  <a:pt x="2458864" y="31334"/>
                </a:lnTo>
                <a:lnTo>
                  <a:pt x="2458235" y="31437"/>
                </a:lnTo>
                <a:lnTo>
                  <a:pt x="2457610" y="31548"/>
                </a:lnTo>
                <a:lnTo>
                  <a:pt x="2456988" y="31668"/>
                </a:lnTo>
                <a:lnTo>
                  <a:pt x="2456369" y="31796"/>
                </a:lnTo>
                <a:lnTo>
                  <a:pt x="2455754" y="31932"/>
                </a:lnTo>
                <a:lnTo>
                  <a:pt x="2455142" y="32076"/>
                </a:lnTo>
                <a:lnTo>
                  <a:pt x="2454533" y="32228"/>
                </a:lnTo>
                <a:lnTo>
                  <a:pt x="2453928" y="32389"/>
                </a:lnTo>
                <a:lnTo>
                  <a:pt x="2453326" y="32558"/>
                </a:lnTo>
                <a:lnTo>
                  <a:pt x="2452728" y="32735"/>
                </a:lnTo>
                <a:lnTo>
                  <a:pt x="2452132" y="32921"/>
                </a:lnTo>
                <a:lnTo>
                  <a:pt x="2451541" y="33115"/>
                </a:lnTo>
                <a:lnTo>
                  <a:pt x="2450954" y="33317"/>
                </a:lnTo>
                <a:lnTo>
                  <a:pt x="2450373" y="33531"/>
                </a:lnTo>
                <a:lnTo>
                  <a:pt x="2449798" y="33754"/>
                </a:lnTo>
                <a:lnTo>
                  <a:pt x="2449229" y="33987"/>
                </a:lnTo>
                <a:lnTo>
                  <a:pt x="2448667" y="34231"/>
                </a:lnTo>
                <a:lnTo>
                  <a:pt x="2448110" y="34485"/>
                </a:lnTo>
                <a:lnTo>
                  <a:pt x="2447560" y="34749"/>
                </a:lnTo>
                <a:lnTo>
                  <a:pt x="2447016" y="35024"/>
                </a:lnTo>
                <a:lnTo>
                  <a:pt x="2446478" y="35308"/>
                </a:lnTo>
                <a:lnTo>
                  <a:pt x="2445947" y="35603"/>
                </a:lnTo>
                <a:lnTo>
                  <a:pt x="2445421" y="35908"/>
                </a:lnTo>
                <a:lnTo>
                  <a:pt x="2444902" y="36223"/>
                </a:lnTo>
                <a:lnTo>
                  <a:pt x="2444388" y="36548"/>
                </a:lnTo>
                <a:lnTo>
                  <a:pt x="2443881" y="36884"/>
                </a:lnTo>
                <a:lnTo>
                  <a:pt x="2443380" y="37229"/>
                </a:lnTo>
                <a:lnTo>
                  <a:pt x="2442885" y="37585"/>
                </a:lnTo>
                <a:lnTo>
                  <a:pt x="2442397" y="37951"/>
                </a:lnTo>
                <a:lnTo>
                  <a:pt x="2441914" y="38328"/>
                </a:lnTo>
                <a:lnTo>
                  <a:pt x="2441438" y="38714"/>
                </a:lnTo>
                <a:lnTo>
                  <a:pt x="2440967" y="39111"/>
                </a:lnTo>
                <a:lnTo>
                  <a:pt x="2440503" y="39518"/>
                </a:lnTo>
                <a:lnTo>
                  <a:pt x="2440045" y="39935"/>
                </a:lnTo>
                <a:lnTo>
                  <a:pt x="2439594" y="40362"/>
                </a:lnTo>
                <a:lnTo>
                  <a:pt x="2439148" y="40800"/>
                </a:lnTo>
                <a:lnTo>
                  <a:pt x="2438709" y="41248"/>
                </a:lnTo>
                <a:lnTo>
                  <a:pt x="2438278" y="41707"/>
                </a:lnTo>
                <a:lnTo>
                  <a:pt x="2437855" y="42177"/>
                </a:lnTo>
                <a:lnTo>
                  <a:pt x="2437440" y="42658"/>
                </a:lnTo>
                <a:lnTo>
                  <a:pt x="2437033" y="43151"/>
                </a:lnTo>
                <a:lnTo>
                  <a:pt x="2436633" y="43654"/>
                </a:lnTo>
                <a:lnTo>
                  <a:pt x="2436241" y="44168"/>
                </a:lnTo>
                <a:lnTo>
                  <a:pt x="2435857" y="44694"/>
                </a:lnTo>
                <a:lnTo>
                  <a:pt x="2435481" y="45230"/>
                </a:lnTo>
                <a:lnTo>
                  <a:pt x="2435113" y="45778"/>
                </a:lnTo>
                <a:lnTo>
                  <a:pt x="2434753" y="46336"/>
                </a:lnTo>
                <a:lnTo>
                  <a:pt x="2434400" y="46906"/>
                </a:lnTo>
                <a:lnTo>
                  <a:pt x="2434055" y="47486"/>
                </a:lnTo>
                <a:lnTo>
                  <a:pt x="2433718" y="48078"/>
                </a:lnTo>
                <a:lnTo>
                  <a:pt x="2433389" y="48680"/>
                </a:lnTo>
                <a:lnTo>
                  <a:pt x="2433068" y="49294"/>
                </a:lnTo>
                <a:lnTo>
                  <a:pt x="2432754" y="49919"/>
                </a:lnTo>
                <a:lnTo>
                  <a:pt x="2432448" y="50555"/>
                </a:lnTo>
                <a:lnTo>
                  <a:pt x="2432151" y="51201"/>
                </a:lnTo>
                <a:lnTo>
                  <a:pt x="2431861" y="51859"/>
                </a:lnTo>
                <a:lnTo>
                  <a:pt x="2431578" y="52528"/>
                </a:lnTo>
                <a:lnTo>
                  <a:pt x="2431304" y="53208"/>
                </a:lnTo>
                <a:lnTo>
                  <a:pt x="2431037" y="53899"/>
                </a:lnTo>
                <a:lnTo>
                  <a:pt x="2430779" y="54601"/>
                </a:lnTo>
                <a:lnTo>
                  <a:pt x="2430529" y="55315"/>
                </a:lnTo>
                <a:lnTo>
                  <a:pt x="2430290" y="56042"/>
                </a:lnTo>
                <a:lnTo>
                  <a:pt x="2430062" y="56782"/>
                </a:lnTo>
                <a:lnTo>
                  <a:pt x="2429844" y="57535"/>
                </a:lnTo>
                <a:lnTo>
                  <a:pt x="2429637" y="58301"/>
                </a:lnTo>
                <a:lnTo>
                  <a:pt x="2429441" y="59080"/>
                </a:lnTo>
                <a:lnTo>
                  <a:pt x="2429255" y="59872"/>
                </a:lnTo>
                <a:lnTo>
                  <a:pt x="2429080" y="60677"/>
                </a:lnTo>
                <a:lnTo>
                  <a:pt x="2428915" y="61494"/>
                </a:lnTo>
                <a:lnTo>
                  <a:pt x="2428761" y="62325"/>
                </a:lnTo>
                <a:lnTo>
                  <a:pt x="2428618" y="63169"/>
                </a:lnTo>
                <a:lnTo>
                  <a:pt x="2428485" y="64026"/>
                </a:lnTo>
                <a:lnTo>
                  <a:pt x="2428363" y="64896"/>
                </a:lnTo>
                <a:lnTo>
                  <a:pt x="2428252" y="65779"/>
                </a:lnTo>
                <a:lnTo>
                  <a:pt x="2428151" y="66675"/>
                </a:lnTo>
                <a:lnTo>
                  <a:pt x="2428060" y="67584"/>
                </a:lnTo>
                <a:lnTo>
                  <a:pt x="2427981" y="68506"/>
                </a:lnTo>
                <a:lnTo>
                  <a:pt x="2427912" y="69441"/>
                </a:lnTo>
                <a:lnTo>
                  <a:pt x="2427853" y="70388"/>
                </a:lnTo>
                <a:lnTo>
                  <a:pt x="2427806" y="71349"/>
                </a:lnTo>
                <a:lnTo>
                  <a:pt x="2427768" y="72323"/>
                </a:lnTo>
                <a:lnTo>
                  <a:pt x="2427742" y="73310"/>
                </a:lnTo>
                <a:lnTo>
                  <a:pt x="2427726" y="74310"/>
                </a:lnTo>
                <a:lnTo>
                  <a:pt x="2427721" y="75323"/>
                </a:lnTo>
                <a:lnTo>
                  <a:pt x="2427738" y="77194"/>
                </a:lnTo>
                <a:lnTo>
                  <a:pt x="2427791" y="79027"/>
                </a:lnTo>
                <a:lnTo>
                  <a:pt x="2427878" y="80821"/>
                </a:lnTo>
                <a:lnTo>
                  <a:pt x="2428001" y="82576"/>
                </a:lnTo>
                <a:lnTo>
                  <a:pt x="2428159" y="84293"/>
                </a:lnTo>
                <a:lnTo>
                  <a:pt x="2428352" y="85970"/>
                </a:lnTo>
                <a:lnTo>
                  <a:pt x="2428580" y="87609"/>
                </a:lnTo>
                <a:lnTo>
                  <a:pt x="2428843" y="89209"/>
                </a:lnTo>
                <a:lnTo>
                  <a:pt x="2429141" y="90770"/>
                </a:lnTo>
                <a:lnTo>
                  <a:pt x="2429474" y="92292"/>
                </a:lnTo>
                <a:lnTo>
                  <a:pt x="2429842" y="93775"/>
                </a:lnTo>
                <a:lnTo>
                  <a:pt x="2430246" y="95219"/>
                </a:lnTo>
                <a:lnTo>
                  <a:pt x="2430684" y="96625"/>
                </a:lnTo>
                <a:lnTo>
                  <a:pt x="2431157" y="97992"/>
                </a:lnTo>
                <a:lnTo>
                  <a:pt x="2431666" y="99320"/>
                </a:lnTo>
                <a:lnTo>
                  <a:pt x="2432209" y="100609"/>
                </a:lnTo>
                <a:lnTo>
                  <a:pt x="2432788" y="101859"/>
                </a:lnTo>
                <a:lnTo>
                  <a:pt x="2433402" y="103071"/>
                </a:lnTo>
                <a:lnTo>
                  <a:pt x="2434050" y="104243"/>
                </a:lnTo>
                <a:lnTo>
                  <a:pt x="2434734" y="105377"/>
                </a:lnTo>
                <a:lnTo>
                  <a:pt x="2435453" y="106472"/>
                </a:lnTo>
                <a:lnTo>
                  <a:pt x="2436207" y="107528"/>
                </a:lnTo>
                <a:lnTo>
                  <a:pt x="2436996" y="108545"/>
                </a:lnTo>
                <a:lnTo>
                  <a:pt x="2437820" y="109524"/>
                </a:lnTo>
                <a:lnTo>
                  <a:pt x="2438678" y="110463"/>
                </a:lnTo>
                <a:lnTo>
                  <a:pt x="2439567" y="111362"/>
                </a:lnTo>
                <a:lnTo>
                  <a:pt x="2440489" y="112221"/>
                </a:lnTo>
                <a:lnTo>
                  <a:pt x="2441442" y="113040"/>
                </a:lnTo>
                <a:lnTo>
                  <a:pt x="2442428" y="113819"/>
                </a:lnTo>
                <a:lnTo>
                  <a:pt x="2443446" y="114558"/>
                </a:lnTo>
                <a:lnTo>
                  <a:pt x="2444495" y="115257"/>
                </a:lnTo>
                <a:lnTo>
                  <a:pt x="2445577" y="115917"/>
                </a:lnTo>
                <a:lnTo>
                  <a:pt x="2446690" y="116536"/>
                </a:lnTo>
                <a:lnTo>
                  <a:pt x="2447836" y="117115"/>
                </a:lnTo>
                <a:lnTo>
                  <a:pt x="2449013" y="117655"/>
                </a:lnTo>
                <a:lnTo>
                  <a:pt x="2450223" y="118154"/>
                </a:lnTo>
                <a:lnTo>
                  <a:pt x="2451464" y="118614"/>
                </a:lnTo>
                <a:lnTo>
                  <a:pt x="2452738" y="119033"/>
                </a:lnTo>
                <a:lnTo>
                  <a:pt x="2454043" y="119413"/>
                </a:lnTo>
                <a:lnTo>
                  <a:pt x="2455381" y="119753"/>
                </a:lnTo>
                <a:lnTo>
                  <a:pt x="2456750" y="120052"/>
                </a:lnTo>
                <a:lnTo>
                  <a:pt x="2458152" y="120312"/>
                </a:lnTo>
                <a:lnTo>
                  <a:pt x="2459585" y="120532"/>
                </a:lnTo>
                <a:lnTo>
                  <a:pt x="2461051" y="120711"/>
                </a:lnTo>
                <a:lnTo>
                  <a:pt x="2462548" y="120851"/>
                </a:lnTo>
                <a:lnTo>
                  <a:pt x="2464078" y="120951"/>
                </a:lnTo>
                <a:lnTo>
                  <a:pt x="2465639" y="121011"/>
                </a:lnTo>
                <a:lnTo>
                  <a:pt x="2467233" y="121031"/>
                </a:lnTo>
                <a:lnTo>
                  <a:pt x="2467953" y="121028"/>
                </a:lnTo>
                <a:lnTo>
                  <a:pt x="2468664" y="121018"/>
                </a:lnTo>
                <a:lnTo>
                  <a:pt x="2469366" y="121002"/>
                </a:lnTo>
                <a:lnTo>
                  <a:pt x="2470059" y="120978"/>
                </a:lnTo>
                <a:lnTo>
                  <a:pt x="2470744" y="120949"/>
                </a:lnTo>
                <a:lnTo>
                  <a:pt x="2471420" y="120913"/>
                </a:lnTo>
                <a:lnTo>
                  <a:pt x="2472087" y="120870"/>
                </a:lnTo>
                <a:lnTo>
                  <a:pt x="2472745" y="120820"/>
                </a:lnTo>
                <a:lnTo>
                  <a:pt x="2473395" y="120764"/>
                </a:lnTo>
                <a:lnTo>
                  <a:pt x="2474035" y="120702"/>
                </a:lnTo>
                <a:lnTo>
                  <a:pt x="2474667" y="120633"/>
                </a:lnTo>
                <a:lnTo>
                  <a:pt x="2475290" y="120557"/>
                </a:lnTo>
                <a:lnTo>
                  <a:pt x="2475904" y="120475"/>
                </a:lnTo>
                <a:lnTo>
                  <a:pt x="2476510" y="120386"/>
                </a:lnTo>
                <a:lnTo>
                  <a:pt x="2477106" y="120290"/>
                </a:lnTo>
                <a:lnTo>
                  <a:pt x="2477694" y="120188"/>
                </a:lnTo>
                <a:lnTo>
                  <a:pt x="2478273" y="120080"/>
                </a:lnTo>
                <a:lnTo>
                  <a:pt x="2478844" y="119965"/>
                </a:lnTo>
                <a:lnTo>
                  <a:pt x="2479405" y="119843"/>
                </a:lnTo>
                <a:lnTo>
                  <a:pt x="2479958" y="119714"/>
                </a:lnTo>
                <a:lnTo>
                  <a:pt x="2480501" y="119579"/>
                </a:lnTo>
                <a:lnTo>
                  <a:pt x="2481036" y="119438"/>
                </a:lnTo>
                <a:lnTo>
                  <a:pt x="2481563" y="119290"/>
                </a:lnTo>
                <a:lnTo>
                  <a:pt x="2482080" y="119135"/>
                </a:lnTo>
                <a:lnTo>
                  <a:pt x="2482590" y="118975"/>
                </a:lnTo>
                <a:lnTo>
                  <a:pt x="2483092" y="118811"/>
                </a:lnTo>
                <a:lnTo>
                  <a:pt x="2483587" y="118644"/>
                </a:lnTo>
                <a:lnTo>
                  <a:pt x="2484075" y="118473"/>
                </a:lnTo>
                <a:lnTo>
                  <a:pt x="2484556" y="118298"/>
                </a:lnTo>
                <a:lnTo>
                  <a:pt x="2485030" y="118120"/>
                </a:lnTo>
                <a:lnTo>
                  <a:pt x="2485497" y="117938"/>
                </a:lnTo>
                <a:lnTo>
                  <a:pt x="2485956" y="117753"/>
                </a:lnTo>
                <a:lnTo>
                  <a:pt x="2486409" y="117564"/>
                </a:lnTo>
                <a:lnTo>
                  <a:pt x="2486854" y="117371"/>
                </a:lnTo>
                <a:lnTo>
                  <a:pt x="2487292" y="117174"/>
                </a:lnTo>
                <a:lnTo>
                  <a:pt x="2487723" y="116974"/>
                </a:lnTo>
                <a:lnTo>
                  <a:pt x="2488147" y="116770"/>
                </a:lnTo>
                <a:lnTo>
                  <a:pt x="2488564" y="116563"/>
                </a:lnTo>
                <a:lnTo>
                  <a:pt x="2488974" y="116352"/>
                </a:lnTo>
                <a:lnTo>
                  <a:pt x="2489376" y="116137"/>
                </a:lnTo>
                <a:lnTo>
                  <a:pt x="2489772" y="115919"/>
                </a:lnTo>
                <a:lnTo>
                  <a:pt x="2490160" y="115697"/>
                </a:lnTo>
                <a:lnTo>
                  <a:pt x="2490541" y="115472"/>
                </a:lnTo>
                <a:lnTo>
                  <a:pt x="2490915" y="115242"/>
                </a:lnTo>
                <a:lnTo>
                  <a:pt x="2491282" y="115009"/>
                </a:lnTo>
                <a:lnTo>
                  <a:pt x="2491642" y="114773"/>
                </a:lnTo>
                <a:lnTo>
                  <a:pt x="2491995" y="114533"/>
                </a:lnTo>
                <a:lnTo>
                  <a:pt x="2492340" y="114289"/>
                </a:lnTo>
                <a:lnTo>
                  <a:pt x="2492680" y="114042"/>
                </a:lnTo>
                <a:lnTo>
                  <a:pt x="2493013" y="113793"/>
                </a:lnTo>
                <a:lnTo>
                  <a:pt x="2493341" y="113541"/>
                </a:lnTo>
                <a:lnTo>
                  <a:pt x="2493663" y="113286"/>
                </a:lnTo>
                <a:lnTo>
                  <a:pt x="2493979" y="113030"/>
                </a:lnTo>
                <a:lnTo>
                  <a:pt x="2494289" y="112770"/>
                </a:lnTo>
                <a:lnTo>
                  <a:pt x="2494594" y="112508"/>
                </a:lnTo>
                <a:lnTo>
                  <a:pt x="2494893" y="112244"/>
                </a:lnTo>
                <a:lnTo>
                  <a:pt x="2495186" y="111977"/>
                </a:lnTo>
                <a:lnTo>
                  <a:pt x="2495474" y="111707"/>
                </a:lnTo>
                <a:lnTo>
                  <a:pt x="2495756" y="111435"/>
                </a:lnTo>
                <a:lnTo>
                  <a:pt x="2496032" y="111161"/>
                </a:lnTo>
                <a:lnTo>
                  <a:pt x="2496302" y="110884"/>
                </a:lnTo>
                <a:lnTo>
                  <a:pt x="2496567" y="110604"/>
                </a:lnTo>
                <a:lnTo>
                  <a:pt x="2496826" y="110322"/>
                </a:lnTo>
                <a:lnTo>
                  <a:pt x="2497079" y="110037"/>
                </a:lnTo>
                <a:lnTo>
                  <a:pt x="2497327" y="109750"/>
                </a:lnTo>
                <a:lnTo>
                  <a:pt x="2497569" y="109461"/>
                </a:lnTo>
                <a:lnTo>
                  <a:pt x="2497805" y="109169"/>
                </a:lnTo>
                <a:lnTo>
                  <a:pt x="2498035" y="108874"/>
                </a:lnTo>
                <a:lnTo>
                  <a:pt x="2498260" y="108577"/>
                </a:lnTo>
                <a:lnTo>
                  <a:pt x="2498478" y="108277"/>
                </a:lnTo>
                <a:lnTo>
                  <a:pt x="2498692" y="107975"/>
                </a:lnTo>
                <a:lnTo>
                  <a:pt x="2498899" y="107670"/>
                </a:lnTo>
                <a:lnTo>
                  <a:pt x="2499102" y="107364"/>
                </a:lnTo>
                <a:lnTo>
                  <a:pt x="2499300" y="107058"/>
                </a:lnTo>
                <a:lnTo>
                  <a:pt x="2499496" y="106752"/>
                </a:lnTo>
                <a:lnTo>
                  <a:pt x="2499687" y="106447"/>
                </a:lnTo>
                <a:lnTo>
                  <a:pt x="2499874" y="106141"/>
                </a:lnTo>
                <a:lnTo>
                  <a:pt x="2500058" y="105836"/>
                </a:lnTo>
                <a:lnTo>
                  <a:pt x="2500238" y="105530"/>
                </a:lnTo>
                <a:lnTo>
                  <a:pt x="2500414" y="105225"/>
                </a:lnTo>
                <a:lnTo>
                  <a:pt x="2500587" y="104920"/>
                </a:lnTo>
                <a:lnTo>
                  <a:pt x="2500756" y="104615"/>
                </a:lnTo>
                <a:lnTo>
                  <a:pt x="2500921" y="104311"/>
                </a:lnTo>
                <a:lnTo>
                  <a:pt x="2501082" y="104006"/>
                </a:lnTo>
                <a:lnTo>
                  <a:pt x="2501239" y="103702"/>
                </a:lnTo>
                <a:lnTo>
                  <a:pt x="2501393" y="103397"/>
                </a:lnTo>
                <a:lnTo>
                  <a:pt x="2501543" y="103093"/>
                </a:lnTo>
                <a:lnTo>
                  <a:pt x="2501689" y="102789"/>
                </a:lnTo>
                <a:lnTo>
                  <a:pt x="2501831" y="102485"/>
                </a:lnTo>
                <a:lnTo>
                  <a:pt x="2501969" y="102182"/>
                </a:lnTo>
                <a:lnTo>
                  <a:pt x="2502104" y="101878"/>
                </a:lnTo>
                <a:lnTo>
                  <a:pt x="2502235" y="101575"/>
                </a:lnTo>
                <a:lnTo>
                  <a:pt x="2502362" y="101271"/>
                </a:lnTo>
                <a:lnTo>
                  <a:pt x="2502486" y="100968"/>
                </a:lnTo>
                <a:lnTo>
                  <a:pt x="2502605" y="100665"/>
                </a:lnTo>
                <a:lnTo>
                  <a:pt x="2502721" y="100362"/>
                </a:lnTo>
                <a:lnTo>
                  <a:pt x="2490007" y="96728"/>
                </a:lnTo>
                <a:lnTo>
                  <a:pt x="2489833" y="97208"/>
                </a:lnTo>
                <a:lnTo>
                  <a:pt x="2489646" y="97680"/>
                </a:lnTo>
                <a:lnTo>
                  <a:pt x="2489446" y="98145"/>
                </a:lnTo>
                <a:lnTo>
                  <a:pt x="2489234" y="98604"/>
                </a:lnTo>
                <a:lnTo>
                  <a:pt x="2489009" y="99055"/>
                </a:lnTo>
                <a:lnTo>
                  <a:pt x="2488772" y="99500"/>
                </a:lnTo>
                <a:lnTo>
                  <a:pt x="2488522" y="99937"/>
                </a:lnTo>
                <a:lnTo>
                  <a:pt x="2488259" y="100368"/>
                </a:lnTo>
                <a:lnTo>
                  <a:pt x="2487983" y="100791"/>
                </a:lnTo>
                <a:lnTo>
                  <a:pt x="2487694" y="101207"/>
                </a:lnTo>
                <a:lnTo>
                  <a:pt x="2487393" y="101617"/>
                </a:lnTo>
                <a:lnTo>
                  <a:pt x="2487079" y="102019"/>
                </a:lnTo>
                <a:lnTo>
                  <a:pt x="2486753" y="102415"/>
                </a:lnTo>
                <a:lnTo>
                  <a:pt x="2486414" y="102803"/>
                </a:lnTo>
                <a:lnTo>
                  <a:pt x="2486062" y="103185"/>
                </a:lnTo>
                <a:lnTo>
                  <a:pt x="2485697" y="103560"/>
                </a:lnTo>
                <a:lnTo>
                  <a:pt x="2485319" y="103927"/>
                </a:lnTo>
                <a:lnTo>
                  <a:pt x="2484929" y="104288"/>
                </a:lnTo>
                <a:lnTo>
                  <a:pt x="2484526" y="104641"/>
                </a:lnTo>
                <a:lnTo>
                  <a:pt x="2484111" y="104988"/>
                </a:lnTo>
                <a:lnTo>
                  <a:pt x="2483683" y="105328"/>
                </a:lnTo>
                <a:lnTo>
                  <a:pt x="2483242" y="105660"/>
                </a:lnTo>
                <a:lnTo>
                  <a:pt x="2482788" y="105986"/>
                </a:lnTo>
                <a:lnTo>
                  <a:pt x="2482322" y="106305"/>
                </a:lnTo>
                <a:lnTo>
                  <a:pt x="2481842" y="106613"/>
                </a:lnTo>
                <a:lnTo>
                  <a:pt x="2481350" y="106909"/>
                </a:lnTo>
                <a:lnTo>
                  <a:pt x="2480845" y="107191"/>
                </a:lnTo>
                <a:lnTo>
                  <a:pt x="2480326" y="107460"/>
                </a:lnTo>
                <a:lnTo>
                  <a:pt x="2479795" y="107716"/>
                </a:lnTo>
                <a:lnTo>
                  <a:pt x="2479251" y="107959"/>
                </a:lnTo>
                <a:lnTo>
                  <a:pt x="2478694" y="108189"/>
                </a:lnTo>
                <a:lnTo>
                  <a:pt x="2478124" y="108406"/>
                </a:lnTo>
                <a:lnTo>
                  <a:pt x="2477540" y="108609"/>
                </a:lnTo>
                <a:lnTo>
                  <a:pt x="2476944" y="108800"/>
                </a:lnTo>
                <a:lnTo>
                  <a:pt x="2476335" y="108977"/>
                </a:lnTo>
                <a:lnTo>
                  <a:pt x="2475713" y="109141"/>
                </a:lnTo>
                <a:lnTo>
                  <a:pt x="2475077" y="109292"/>
                </a:lnTo>
                <a:lnTo>
                  <a:pt x="2474429" y="109430"/>
                </a:lnTo>
                <a:lnTo>
                  <a:pt x="2473768" y="109555"/>
                </a:lnTo>
                <a:lnTo>
                  <a:pt x="2473094" y="109667"/>
                </a:lnTo>
                <a:lnTo>
                  <a:pt x="2472407" y="109765"/>
                </a:lnTo>
                <a:lnTo>
                  <a:pt x="2471707" y="109850"/>
                </a:lnTo>
                <a:lnTo>
                  <a:pt x="2470993" y="109923"/>
                </a:lnTo>
                <a:lnTo>
                  <a:pt x="2470267" y="109982"/>
                </a:lnTo>
                <a:lnTo>
                  <a:pt x="2469528" y="110028"/>
                </a:lnTo>
                <a:lnTo>
                  <a:pt x="2468776" y="110061"/>
                </a:lnTo>
                <a:lnTo>
                  <a:pt x="2468011" y="110080"/>
                </a:lnTo>
                <a:lnTo>
                  <a:pt x="2467233" y="110087"/>
                </a:lnTo>
                <a:lnTo>
                  <a:pt x="2466700" y="110083"/>
                </a:lnTo>
                <a:lnTo>
                  <a:pt x="2466173" y="110071"/>
                </a:lnTo>
                <a:lnTo>
                  <a:pt x="2465652" y="110051"/>
                </a:lnTo>
                <a:lnTo>
                  <a:pt x="2465138" y="110023"/>
                </a:lnTo>
                <a:lnTo>
                  <a:pt x="2464631" y="109987"/>
                </a:lnTo>
                <a:lnTo>
                  <a:pt x="2464130" y="109943"/>
                </a:lnTo>
                <a:lnTo>
                  <a:pt x="2463635" y="109892"/>
                </a:lnTo>
                <a:lnTo>
                  <a:pt x="2463147" y="109832"/>
                </a:lnTo>
                <a:lnTo>
                  <a:pt x="2462665" y="109764"/>
                </a:lnTo>
                <a:lnTo>
                  <a:pt x="2462189" y="109689"/>
                </a:lnTo>
                <a:lnTo>
                  <a:pt x="2461720" y="109605"/>
                </a:lnTo>
                <a:lnTo>
                  <a:pt x="2461258" y="109513"/>
                </a:lnTo>
                <a:lnTo>
                  <a:pt x="2460802" y="109414"/>
                </a:lnTo>
                <a:lnTo>
                  <a:pt x="2460352" y="109306"/>
                </a:lnTo>
                <a:lnTo>
                  <a:pt x="2459909" y="109191"/>
                </a:lnTo>
                <a:lnTo>
                  <a:pt x="2459472" y="109068"/>
                </a:lnTo>
                <a:lnTo>
                  <a:pt x="2459041" y="108936"/>
                </a:lnTo>
                <a:lnTo>
                  <a:pt x="2458617" y="108797"/>
                </a:lnTo>
                <a:lnTo>
                  <a:pt x="2458200" y="108649"/>
                </a:lnTo>
                <a:lnTo>
                  <a:pt x="2457788" y="108494"/>
                </a:lnTo>
                <a:lnTo>
                  <a:pt x="2457384" y="108331"/>
                </a:lnTo>
                <a:lnTo>
                  <a:pt x="2456985" y="108160"/>
                </a:lnTo>
                <a:lnTo>
                  <a:pt x="2456594" y="107981"/>
                </a:lnTo>
                <a:lnTo>
                  <a:pt x="2456208" y="107793"/>
                </a:lnTo>
                <a:lnTo>
                  <a:pt x="2455829" y="107599"/>
                </a:lnTo>
                <a:lnTo>
                  <a:pt x="2455455" y="107398"/>
                </a:lnTo>
                <a:lnTo>
                  <a:pt x="2455087" y="107191"/>
                </a:lnTo>
                <a:lnTo>
                  <a:pt x="2454725" y="106977"/>
                </a:lnTo>
                <a:lnTo>
                  <a:pt x="2454368" y="106757"/>
                </a:lnTo>
                <a:lnTo>
                  <a:pt x="2454018" y="106531"/>
                </a:lnTo>
                <a:lnTo>
                  <a:pt x="2453673" y="106298"/>
                </a:lnTo>
                <a:lnTo>
                  <a:pt x="2453333" y="106059"/>
                </a:lnTo>
                <a:lnTo>
                  <a:pt x="2453000" y="105813"/>
                </a:lnTo>
                <a:lnTo>
                  <a:pt x="2452672" y="105561"/>
                </a:lnTo>
                <a:lnTo>
                  <a:pt x="2452350" y="105302"/>
                </a:lnTo>
                <a:lnTo>
                  <a:pt x="2452034" y="105037"/>
                </a:lnTo>
                <a:lnTo>
                  <a:pt x="2451723" y="104766"/>
                </a:lnTo>
                <a:lnTo>
                  <a:pt x="2451418" y="104488"/>
                </a:lnTo>
                <a:lnTo>
                  <a:pt x="2451119" y="104204"/>
                </a:lnTo>
                <a:lnTo>
                  <a:pt x="2450825" y="103913"/>
                </a:lnTo>
                <a:lnTo>
                  <a:pt x="2450538" y="103616"/>
                </a:lnTo>
                <a:lnTo>
                  <a:pt x="2450256" y="103312"/>
                </a:lnTo>
                <a:lnTo>
                  <a:pt x="2449979" y="103002"/>
                </a:lnTo>
                <a:lnTo>
                  <a:pt x="2449709" y="102686"/>
                </a:lnTo>
                <a:lnTo>
                  <a:pt x="2449444" y="102363"/>
                </a:lnTo>
                <a:lnTo>
                  <a:pt x="2449185" y="102033"/>
                </a:lnTo>
                <a:lnTo>
                  <a:pt x="2448931" y="101698"/>
                </a:lnTo>
                <a:lnTo>
                  <a:pt x="2448684" y="101356"/>
                </a:lnTo>
                <a:lnTo>
                  <a:pt x="2448442" y="101007"/>
                </a:lnTo>
                <a:lnTo>
                  <a:pt x="2448205" y="100654"/>
                </a:lnTo>
                <a:lnTo>
                  <a:pt x="2447973" y="100294"/>
                </a:lnTo>
                <a:lnTo>
                  <a:pt x="2447747" y="99929"/>
                </a:lnTo>
                <a:lnTo>
                  <a:pt x="2447526" y="99559"/>
                </a:lnTo>
                <a:lnTo>
                  <a:pt x="2447311" y="99183"/>
                </a:lnTo>
                <a:lnTo>
                  <a:pt x="2447101" y="98801"/>
                </a:lnTo>
                <a:lnTo>
                  <a:pt x="2446896" y="98414"/>
                </a:lnTo>
                <a:lnTo>
                  <a:pt x="2446696" y="98021"/>
                </a:lnTo>
                <a:lnTo>
                  <a:pt x="2446502" y="97622"/>
                </a:lnTo>
                <a:lnTo>
                  <a:pt x="2446313" y="97218"/>
                </a:lnTo>
                <a:lnTo>
                  <a:pt x="2446129" y="96809"/>
                </a:lnTo>
                <a:lnTo>
                  <a:pt x="2445950" y="96394"/>
                </a:lnTo>
                <a:lnTo>
                  <a:pt x="2445777" y="95973"/>
                </a:lnTo>
                <a:lnTo>
                  <a:pt x="2445610" y="95546"/>
                </a:lnTo>
                <a:lnTo>
                  <a:pt x="2445447" y="95114"/>
                </a:lnTo>
                <a:lnTo>
                  <a:pt x="2445290" y="94677"/>
                </a:lnTo>
                <a:lnTo>
                  <a:pt x="2445138" y="94234"/>
                </a:lnTo>
                <a:lnTo>
                  <a:pt x="2444991" y="93785"/>
                </a:lnTo>
                <a:lnTo>
                  <a:pt x="2444850" y="93331"/>
                </a:lnTo>
                <a:lnTo>
                  <a:pt x="2444714" y="92871"/>
                </a:lnTo>
                <a:lnTo>
                  <a:pt x="2444584" y="92405"/>
                </a:lnTo>
                <a:lnTo>
                  <a:pt x="2444458" y="91934"/>
                </a:lnTo>
                <a:lnTo>
                  <a:pt x="2444338" y="91457"/>
                </a:lnTo>
                <a:lnTo>
                  <a:pt x="2444223" y="90976"/>
                </a:lnTo>
                <a:lnTo>
                  <a:pt x="2444113" y="90491"/>
                </a:lnTo>
                <a:lnTo>
                  <a:pt x="2444008" y="90002"/>
                </a:lnTo>
                <a:lnTo>
                  <a:pt x="2443908" y="89509"/>
                </a:lnTo>
                <a:lnTo>
                  <a:pt x="2443813" y="89013"/>
                </a:lnTo>
                <a:lnTo>
                  <a:pt x="2443722" y="88513"/>
                </a:lnTo>
                <a:lnTo>
                  <a:pt x="2443637" y="88009"/>
                </a:lnTo>
                <a:lnTo>
                  <a:pt x="2443556" y="87501"/>
                </a:lnTo>
                <a:lnTo>
                  <a:pt x="2443480" y="86989"/>
                </a:lnTo>
                <a:lnTo>
                  <a:pt x="2443409" y="86474"/>
                </a:lnTo>
                <a:lnTo>
                  <a:pt x="2443343" y="85955"/>
                </a:lnTo>
                <a:lnTo>
                  <a:pt x="2443282" y="85432"/>
                </a:lnTo>
                <a:lnTo>
                  <a:pt x="2443226" y="84905"/>
                </a:lnTo>
                <a:lnTo>
                  <a:pt x="2443175" y="84375"/>
                </a:lnTo>
                <a:lnTo>
                  <a:pt x="2443128" y="83841"/>
                </a:lnTo>
                <a:lnTo>
                  <a:pt x="2443087" y="83303"/>
                </a:lnTo>
                <a:lnTo>
                  <a:pt x="2443050" y="82761"/>
                </a:lnTo>
                <a:lnTo>
                  <a:pt x="2443018" y="82216"/>
                </a:lnTo>
                <a:lnTo>
                  <a:pt x="2442991" y="81666"/>
                </a:lnTo>
                <a:lnTo>
                  <a:pt x="2442969" y="81113"/>
                </a:lnTo>
                <a:lnTo>
                  <a:pt x="2442952" y="80556"/>
                </a:lnTo>
                <a:lnTo>
                  <a:pt x="2442940" y="79996"/>
                </a:lnTo>
                <a:lnTo>
                  <a:pt x="2442932" y="79432"/>
                </a:lnTo>
                <a:lnTo>
                  <a:pt x="2442930" y="78863"/>
                </a:lnTo>
                <a:lnTo>
                  <a:pt x="2505055" y="78863"/>
                </a:lnTo>
                <a:lnTo>
                  <a:pt x="2505055" y="76935"/>
                </a:lnTo>
                <a:lnTo>
                  <a:pt x="2505052" y="76120"/>
                </a:lnTo>
                <a:lnTo>
                  <a:pt x="2505042" y="75311"/>
                </a:lnTo>
                <a:lnTo>
                  <a:pt x="2505026" y="74506"/>
                </a:lnTo>
                <a:close/>
                <a:moveTo>
                  <a:pt x="2443254" y="65222"/>
                </a:moveTo>
                <a:lnTo>
                  <a:pt x="2443312" y="64612"/>
                </a:lnTo>
                <a:lnTo>
                  <a:pt x="2443378" y="64011"/>
                </a:lnTo>
                <a:lnTo>
                  <a:pt x="2443450" y="63421"/>
                </a:lnTo>
                <a:lnTo>
                  <a:pt x="2443529" y="62839"/>
                </a:lnTo>
                <a:lnTo>
                  <a:pt x="2443615" y="62268"/>
                </a:lnTo>
                <a:lnTo>
                  <a:pt x="2443709" y="61705"/>
                </a:lnTo>
                <a:lnTo>
                  <a:pt x="2443809" y="61153"/>
                </a:lnTo>
                <a:lnTo>
                  <a:pt x="2443916" y="60610"/>
                </a:lnTo>
                <a:lnTo>
                  <a:pt x="2444030" y="60077"/>
                </a:lnTo>
                <a:lnTo>
                  <a:pt x="2444151" y="59553"/>
                </a:lnTo>
                <a:lnTo>
                  <a:pt x="2444279" y="59039"/>
                </a:lnTo>
                <a:lnTo>
                  <a:pt x="2444414" y="58534"/>
                </a:lnTo>
                <a:lnTo>
                  <a:pt x="2444556" y="58039"/>
                </a:lnTo>
                <a:lnTo>
                  <a:pt x="2444705" y="57553"/>
                </a:lnTo>
                <a:lnTo>
                  <a:pt x="2444862" y="57078"/>
                </a:lnTo>
                <a:lnTo>
                  <a:pt x="2445025" y="56611"/>
                </a:lnTo>
                <a:lnTo>
                  <a:pt x="2445195" y="56155"/>
                </a:lnTo>
                <a:lnTo>
                  <a:pt x="2445372" y="55708"/>
                </a:lnTo>
                <a:lnTo>
                  <a:pt x="2445556" y="55270"/>
                </a:lnTo>
                <a:lnTo>
                  <a:pt x="2445747" y="54842"/>
                </a:lnTo>
                <a:lnTo>
                  <a:pt x="2445943" y="54423"/>
                </a:lnTo>
                <a:lnTo>
                  <a:pt x="2446143" y="54010"/>
                </a:lnTo>
                <a:lnTo>
                  <a:pt x="2446346" y="53605"/>
                </a:lnTo>
                <a:lnTo>
                  <a:pt x="2446554" y="53208"/>
                </a:lnTo>
                <a:lnTo>
                  <a:pt x="2446764" y="52818"/>
                </a:lnTo>
                <a:lnTo>
                  <a:pt x="2446979" y="52435"/>
                </a:lnTo>
                <a:lnTo>
                  <a:pt x="2447197" y="52059"/>
                </a:lnTo>
                <a:lnTo>
                  <a:pt x="2447419" y="51691"/>
                </a:lnTo>
                <a:lnTo>
                  <a:pt x="2447644" y="51330"/>
                </a:lnTo>
                <a:lnTo>
                  <a:pt x="2447873" y="50977"/>
                </a:lnTo>
                <a:lnTo>
                  <a:pt x="2448106" y="50631"/>
                </a:lnTo>
                <a:lnTo>
                  <a:pt x="2448342" y="50292"/>
                </a:lnTo>
                <a:lnTo>
                  <a:pt x="2448582" y="49961"/>
                </a:lnTo>
                <a:lnTo>
                  <a:pt x="2448825" y="49637"/>
                </a:lnTo>
                <a:lnTo>
                  <a:pt x="2449072" y="49321"/>
                </a:lnTo>
                <a:lnTo>
                  <a:pt x="2449323" y="49011"/>
                </a:lnTo>
                <a:lnTo>
                  <a:pt x="2449578" y="48709"/>
                </a:lnTo>
                <a:lnTo>
                  <a:pt x="2449836" y="48415"/>
                </a:lnTo>
                <a:lnTo>
                  <a:pt x="2450097" y="48128"/>
                </a:lnTo>
                <a:lnTo>
                  <a:pt x="2450363" y="47848"/>
                </a:lnTo>
                <a:lnTo>
                  <a:pt x="2450632" y="47576"/>
                </a:lnTo>
                <a:lnTo>
                  <a:pt x="2450904" y="47311"/>
                </a:lnTo>
                <a:lnTo>
                  <a:pt x="2451180" y="47053"/>
                </a:lnTo>
                <a:lnTo>
                  <a:pt x="2451460" y="46802"/>
                </a:lnTo>
                <a:lnTo>
                  <a:pt x="2451743" y="46559"/>
                </a:lnTo>
                <a:lnTo>
                  <a:pt x="2452028" y="46322"/>
                </a:lnTo>
                <a:lnTo>
                  <a:pt x="2452315" y="46091"/>
                </a:lnTo>
                <a:lnTo>
                  <a:pt x="2452604" y="45866"/>
                </a:lnTo>
                <a:lnTo>
                  <a:pt x="2452895" y="45647"/>
                </a:lnTo>
                <a:lnTo>
                  <a:pt x="2453188" y="45435"/>
                </a:lnTo>
                <a:lnTo>
                  <a:pt x="2453483" y="45229"/>
                </a:lnTo>
                <a:lnTo>
                  <a:pt x="2453780" y="45029"/>
                </a:lnTo>
                <a:lnTo>
                  <a:pt x="2454080" y="44836"/>
                </a:lnTo>
                <a:lnTo>
                  <a:pt x="2454382" y="44649"/>
                </a:lnTo>
                <a:lnTo>
                  <a:pt x="2454685" y="44468"/>
                </a:lnTo>
                <a:lnTo>
                  <a:pt x="2454991" y="44293"/>
                </a:lnTo>
                <a:lnTo>
                  <a:pt x="2455299" y="44124"/>
                </a:lnTo>
                <a:lnTo>
                  <a:pt x="2455609" y="43962"/>
                </a:lnTo>
                <a:lnTo>
                  <a:pt x="2455921" y="43806"/>
                </a:lnTo>
                <a:lnTo>
                  <a:pt x="2456235" y="43656"/>
                </a:lnTo>
                <a:lnTo>
                  <a:pt x="2456551" y="43513"/>
                </a:lnTo>
                <a:lnTo>
                  <a:pt x="2456869" y="43375"/>
                </a:lnTo>
                <a:lnTo>
                  <a:pt x="2457190" y="43244"/>
                </a:lnTo>
                <a:lnTo>
                  <a:pt x="2457512" y="43120"/>
                </a:lnTo>
                <a:lnTo>
                  <a:pt x="2457837" y="43001"/>
                </a:lnTo>
                <a:lnTo>
                  <a:pt x="2458164" y="42889"/>
                </a:lnTo>
                <a:lnTo>
                  <a:pt x="2458493" y="42783"/>
                </a:lnTo>
                <a:lnTo>
                  <a:pt x="2458823" y="42683"/>
                </a:lnTo>
                <a:lnTo>
                  <a:pt x="2459155" y="42589"/>
                </a:lnTo>
                <a:lnTo>
                  <a:pt x="2459485" y="42498"/>
                </a:lnTo>
                <a:lnTo>
                  <a:pt x="2459814" y="42412"/>
                </a:lnTo>
                <a:lnTo>
                  <a:pt x="2460141" y="42329"/>
                </a:lnTo>
                <a:lnTo>
                  <a:pt x="2460467" y="42251"/>
                </a:lnTo>
                <a:lnTo>
                  <a:pt x="2460793" y="42176"/>
                </a:lnTo>
                <a:lnTo>
                  <a:pt x="2461116" y="42106"/>
                </a:lnTo>
                <a:lnTo>
                  <a:pt x="2461439" y="42039"/>
                </a:lnTo>
                <a:lnTo>
                  <a:pt x="2461760" y="41977"/>
                </a:lnTo>
                <a:lnTo>
                  <a:pt x="2462080" y="41918"/>
                </a:lnTo>
                <a:lnTo>
                  <a:pt x="2462399" y="41864"/>
                </a:lnTo>
                <a:lnTo>
                  <a:pt x="2462716" y="41814"/>
                </a:lnTo>
                <a:lnTo>
                  <a:pt x="2463033" y="41768"/>
                </a:lnTo>
                <a:lnTo>
                  <a:pt x="2463348" y="41725"/>
                </a:lnTo>
                <a:lnTo>
                  <a:pt x="2463661" y="41687"/>
                </a:lnTo>
                <a:lnTo>
                  <a:pt x="2463974" y="41653"/>
                </a:lnTo>
                <a:lnTo>
                  <a:pt x="2464285" y="41623"/>
                </a:lnTo>
                <a:lnTo>
                  <a:pt x="2464595" y="41596"/>
                </a:lnTo>
                <a:lnTo>
                  <a:pt x="2464904" y="41574"/>
                </a:lnTo>
                <a:lnTo>
                  <a:pt x="2465211" y="41556"/>
                </a:lnTo>
                <a:lnTo>
                  <a:pt x="2465517" y="41542"/>
                </a:lnTo>
                <a:lnTo>
                  <a:pt x="2465822" y="41532"/>
                </a:lnTo>
                <a:lnTo>
                  <a:pt x="2466126" y="41526"/>
                </a:lnTo>
                <a:lnTo>
                  <a:pt x="2466428" y="41524"/>
                </a:lnTo>
                <a:lnTo>
                  <a:pt x="2467325" y="41535"/>
                </a:lnTo>
                <a:lnTo>
                  <a:pt x="2468204" y="41568"/>
                </a:lnTo>
                <a:lnTo>
                  <a:pt x="2469065" y="41622"/>
                </a:lnTo>
                <a:lnTo>
                  <a:pt x="2469909" y="41698"/>
                </a:lnTo>
                <a:lnTo>
                  <a:pt x="2470735" y="41797"/>
                </a:lnTo>
                <a:lnTo>
                  <a:pt x="2471543" y="41916"/>
                </a:lnTo>
                <a:lnTo>
                  <a:pt x="2472334" y="42058"/>
                </a:lnTo>
                <a:lnTo>
                  <a:pt x="2473107" y="42222"/>
                </a:lnTo>
                <a:lnTo>
                  <a:pt x="2473863" y="42407"/>
                </a:lnTo>
                <a:lnTo>
                  <a:pt x="2474601" y="42614"/>
                </a:lnTo>
                <a:lnTo>
                  <a:pt x="2475322" y="42843"/>
                </a:lnTo>
                <a:lnTo>
                  <a:pt x="2476025" y="43094"/>
                </a:lnTo>
                <a:lnTo>
                  <a:pt x="2476710" y="43366"/>
                </a:lnTo>
                <a:lnTo>
                  <a:pt x="2477377" y="43661"/>
                </a:lnTo>
                <a:lnTo>
                  <a:pt x="2478028" y="43977"/>
                </a:lnTo>
                <a:lnTo>
                  <a:pt x="2478660" y="44315"/>
                </a:lnTo>
                <a:lnTo>
                  <a:pt x="2479275" y="44675"/>
                </a:lnTo>
                <a:lnTo>
                  <a:pt x="2479872" y="45056"/>
                </a:lnTo>
                <a:lnTo>
                  <a:pt x="2480452" y="45460"/>
                </a:lnTo>
                <a:lnTo>
                  <a:pt x="2481014" y="45885"/>
                </a:lnTo>
                <a:lnTo>
                  <a:pt x="2481558" y="46332"/>
                </a:lnTo>
                <a:lnTo>
                  <a:pt x="2482085" y="46800"/>
                </a:lnTo>
                <a:lnTo>
                  <a:pt x="2482594" y="47291"/>
                </a:lnTo>
                <a:lnTo>
                  <a:pt x="2483086" y="47803"/>
                </a:lnTo>
                <a:lnTo>
                  <a:pt x="2483561" y="48339"/>
                </a:lnTo>
                <a:lnTo>
                  <a:pt x="2484020" y="48901"/>
                </a:lnTo>
                <a:lnTo>
                  <a:pt x="2484463" y="49488"/>
                </a:lnTo>
                <a:lnTo>
                  <a:pt x="2484890" y="50101"/>
                </a:lnTo>
                <a:lnTo>
                  <a:pt x="2485301" y="50740"/>
                </a:lnTo>
                <a:lnTo>
                  <a:pt x="2485696" y="51404"/>
                </a:lnTo>
                <a:lnTo>
                  <a:pt x="2486076" y="52094"/>
                </a:lnTo>
                <a:lnTo>
                  <a:pt x="2486439" y="52810"/>
                </a:lnTo>
                <a:lnTo>
                  <a:pt x="2486786" y="53552"/>
                </a:lnTo>
                <a:lnTo>
                  <a:pt x="2487118" y="54319"/>
                </a:lnTo>
                <a:lnTo>
                  <a:pt x="2487434" y="55112"/>
                </a:lnTo>
                <a:lnTo>
                  <a:pt x="2487733" y="55931"/>
                </a:lnTo>
                <a:lnTo>
                  <a:pt x="2488017" y="56775"/>
                </a:lnTo>
                <a:lnTo>
                  <a:pt x="2488285" y="57645"/>
                </a:lnTo>
                <a:lnTo>
                  <a:pt x="2488537" y="58540"/>
                </a:lnTo>
                <a:lnTo>
                  <a:pt x="2488773" y="59462"/>
                </a:lnTo>
                <a:lnTo>
                  <a:pt x="2488993" y="60409"/>
                </a:lnTo>
                <a:lnTo>
                  <a:pt x="2489197" y="61382"/>
                </a:lnTo>
                <a:lnTo>
                  <a:pt x="2489385" y="62380"/>
                </a:lnTo>
                <a:lnTo>
                  <a:pt x="2489557" y="63404"/>
                </a:lnTo>
                <a:lnTo>
                  <a:pt x="2489714" y="64454"/>
                </a:lnTo>
                <a:lnTo>
                  <a:pt x="2489854" y="65530"/>
                </a:lnTo>
                <a:lnTo>
                  <a:pt x="2489979" y="66631"/>
                </a:lnTo>
                <a:lnTo>
                  <a:pt x="2490087" y="67758"/>
                </a:lnTo>
                <a:lnTo>
                  <a:pt x="2443091" y="67758"/>
                </a:lnTo>
                <a:lnTo>
                  <a:pt x="2443121" y="67110"/>
                </a:lnTo>
                <a:lnTo>
                  <a:pt x="2443159" y="66471"/>
                </a:lnTo>
                <a:lnTo>
                  <a:pt x="2443203" y="65842"/>
                </a:lnTo>
                <a:lnTo>
                  <a:pt x="2443254" y="65222"/>
                </a:lnTo>
                <a:close/>
                <a:moveTo>
                  <a:pt x="2318009" y="119422"/>
                </a:moveTo>
                <a:lnTo>
                  <a:pt x="2318009" y="32350"/>
                </a:lnTo>
                <a:lnTo>
                  <a:pt x="2303524" y="32350"/>
                </a:lnTo>
                <a:lnTo>
                  <a:pt x="2303524" y="119422"/>
                </a:lnTo>
                <a:lnTo>
                  <a:pt x="2318009" y="119422"/>
                </a:lnTo>
                <a:close/>
                <a:moveTo>
                  <a:pt x="1553585" y="93440"/>
                </a:moveTo>
                <a:lnTo>
                  <a:pt x="1553559" y="93072"/>
                </a:lnTo>
                <a:lnTo>
                  <a:pt x="1553529" y="92708"/>
                </a:lnTo>
                <a:lnTo>
                  <a:pt x="1553495" y="92348"/>
                </a:lnTo>
                <a:lnTo>
                  <a:pt x="1553456" y="91992"/>
                </a:lnTo>
                <a:lnTo>
                  <a:pt x="1553412" y="91640"/>
                </a:lnTo>
                <a:lnTo>
                  <a:pt x="1553363" y="91292"/>
                </a:lnTo>
                <a:lnTo>
                  <a:pt x="1553310" y="90948"/>
                </a:lnTo>
                <a:lnTo>
                  <a:pt x="1553253" y="90607"/>
                </a:lnTo>
                <a:lnTo>
                  <a:pt x="1553190" y="90271"/>
                </a:lnTo>
                <a:lnTo>
                  <a:pt x="1553124" y="89938"/>
                </a:lnTo>
                <a:lnTo>
                  <a:pt x="1553052" y="89610"/>
                </a:lnTo>
                <a:lnTo>
                  <a:pt x="1552976" y="89285"/>
                </a:lnTo>
                <a:lnTo>
                  <a:pt x="1552895" y="88964"/>
                </a:lnTo>
                <a:lnTo>
                  <a:pt x="1552810" y="88647"/>
                </a:lnTo>
                <a:lnTo>
                  <a:pt x="1552720" y="88334"/>
                </a:lnTo>
                <a:lnTo>
                  <a:pt x="1552626" y="88025"/>
                </a:lnTo>
                <a:lnTo>
                  <a:pt x="1552527" y="87720"/>
                </a:lnTo>
                <a:lnTo>
                  <a:pt x="1552423" y="87419"/>
                </a:lnTo>
                <a:lnTo>
                  <a:pt x="1552314" y="87122"/>
                </a:lnTo>
                <a:lnTo>
                  <a:pt x="1552202" y="86828"/>
                </a:lnTo>
                <a:lnTo>
                  <a:pt x="1552087" y="86537"/>
                </a:lnTo>
                <a:lnTo>
                  <a:pt x="1551968" y="86250"/>
                </a:lnTo>
                <a:lnTo>
                  <a:pt x="1551846" y="85965"/>
                </a:lnTo>
                <a:lnTo>
                  <a:pt x="1551721" y="85684"/>
                </a:lnTo>
                <a:lnTo>
                  <a:pt x="1551593" y="85406"/>
                </a:lnTo>
                <a:lnTo>
                  <a:pt x="1551461" y="85130"/>
                </a:lnTo>
                <a:lnTo>
                  <a:pt x="1551326" y="84858"/>
                </a:lnTo>
                <a:lnTo>
                  <a:pt x="1551188" y="84589"/>
                </a:lnTo>
                <a:lnTo>
                  <a:pt x="1551047" y="84323"/>
                </a:lnTo>
                <a:lnTo>
                  <a:pt x="1550903" y="84060"/>
                </a:lnTo>
                <a:lnTo>
                  <a:pt x="1550755" y="83800"/>
                </a:lnTo>
                <a:lnTo>
                  <a:pt x="1550604" y="83543"/>
                </a:lnTo>
                <a:lnTo>
                  <a:pt x="1550450" y="83289"/>
                </a:lnTo>
                <a:lnTo>
                  <a:pt x="1550293" y="83039"/>
                </a:lnTo>
                <a:lnTo>
                  <a:pt x="1550133" y="82791"/>
                </a:lnTo>
                <a:lnTo>
                  <a:pt x="1549969" y="82546"/>
                </a:lnTo>
                <a:lnTo>
                  <a:pt x="1549802" y="82305"/>
                </a:lnTo>
                <a:lnTo>
                  <a:pt x="1549632" y="82066"/>
                </a:lnTo>
                <a:lnTo>
                  <a:pt x="1549459" y="81831"/>
                </a:lnTo>
                <a:lnTo>
                  <a:pt x="1549282" y="81599"/>
                </a:lnTo>
                <a:lnTo>
                  <a:pt x="1549103" y="81370"/>
                </a:lnTo>
                <a:lnTo>
                  <a:pt x="1548920" y="81144"/>
                </a:lnTo>
                <a:lnTo>
                  <a:pt x="1548733" y="80920"/>
                </a:lnTo>
                <a:lnTo>
                  <a:pt x="1548544" y="80700"/>
                </a:lnTo>
                <a:lnTo>
                  <a:pt x="1548353" y="80483"/>
                </a:lnTo>
                <a:lnTo>
                  <a:pt x="1548158" y="80268"/>
                </a:lnTo>
                <a:lnTo>
                  <a:pt x="1547961" y="80056"/>
                </a:lnTo>
                <a:lnTo>
                  <a:pt x="1547761" y="79846"/>
                </a:lnTo>
                <a:lnTo>
                  <a:pt x="1547559" y="79639"/>
                </a:lnTo>
                <a:lnTo>
                  <a:pt x="1547354" y="79435"/>
                </a:lnTo>
                <a:lnTo>
                  <a:pt x="1547146" y="79233"/>
                </a:lnTo>
                <a:lnTo>
                  <a:pt x="1546936" y="79034"/>
                </a:lnTo>
                <a:lnTo>
                  <a:pt x="1546723" y="78838"/>
                </a:lnTo>
                <a:lnTo>
                  <a:pt x="1546507" y="78644"/>
                </a:lnTo>
                <a:lnTo>
                  <a:pt x="1546289" y="78453"/>
                </a:lnTo>
                <a:lnTo>
                  <a:pt x="1546068" y="78265"/>
                </a:lnTo>
                <a:lnTo>
                  <a:pt x="1545844" y="78079"/>
                </a:lnTo>
                <a:lnTo>
                  <a:pt x="1545618" y="77896"/>
                </a:lnTo>
                <a:lnTo>
                  <a:pt x="1545389" y="77716"/>
                </a:lnTo>
                <a:lnTo>
                  <a:pt x="1545158" y="77538"/>
                </a:lnTo>
                <a:lnTo>
                  <a:pt x="1544924" y="77363"/>
                </a:lnTo>
                <a:lnTo>
                  <a:pt x="1544687" y="77191"/>
                </a:lnTo>
                <a:lnTo>
                  <a:pt x="1544447" y="77021"/>
                </a:lnTo>
                <a:lnTo>
                  <a:pt x="1544205" y="76854"/>
                </a:lnTo>
                <a:lnTo>
                  <a:pt x="1543960" y="76690"/>
                </a:lnTo>
                <a:lnTo>
                  <a:pt x="1543713" y="76528"/>
                </a:lnTo>
                <a:lnTo>
                  <a:pt x="1543462" y="76369"/>
                </a:lnTo>
                <a:lnTo>
                  <a:pt x="1543210" y="76212"/>
                </a:lnTo>
                <a:lnTo>
                  <a:pt x="1542957" y="76056"/>
                </a:lnTo>
                <a:lnTo>
                  <a:pt x="1542702" y="75903"/>
                </a:lnTo>
                <a:lnTo>
                  <a:pt x="1542445" y="75751"/>
                </a:lnTo>
                <a:lnTo>
                  <a:pt x="1542188" y="75601"/>
                </a:lnTo>
                <a:lnTo>
                  <a:pt x="1541928" y="75452"/>
                </a:lnTo>
                <a:lnTo>
                  <a:pt x="1541668" y="75305"/>
                </a:lnTo>
                <a:lnTo>
                  <a:pt x="1541406" y="75160"/>
                </a:lnTo>
                <a:lnTo>
                  <a:pt x="1541143" y="75017"/>
                </a:lnTo>
                <a:lnTo>
                  <a:pt x="1540878" y="74875"/>
                </a:lnTo>
                <a:lnTo>
                  <a:pt x="1540612" y="74735"/>
                </a:lnTo>
                <a:lnTo>
                  <a:pt x="1540344" y="74596"/>
                </a:lnTo>
                <a:lnTo>
                  <a:pt x="1540075" y="74460"/>
                </a:lnTo>
                <a:lnTo>
                  <a:pt x="1539805" y="74325"/>
                </a:lnTo>
                <a:lnTo>
                  <a:pt x="1539533" y="74191"/>
                </a:lnTo>
                <a:lnTo>
                  <a:pt x="1539260" y="74060"/>
                </a:lnTo>
                <a:lnTo>
                  <a:pt x="1538985" y="73930"/>
                </a:lnTo>
                <a:lnTo>
                  <a:pt x="1538710" y="73801"/>
                </a:lnTo>
                <a:lnTo>
                  <a:pt x="1538432" y="73675"/>
                </a:lnTo>
                <a:lnTo>
                  <a:pt x="1538153" y="73550"/>
                </a:lnTo>
                <a:lnTo>
                  <a:pt x="1537873" y="73426"/>
                </a:lnTo>
                <a:lnTo>
                  <a:pt x="1537592" y="73305"/>
                </a:lnTo>
                <a:lnTo>
                  <a:pt x="1537309" y="73185"/>
                </a:lnTo>
                <a:lnTo>
                  <a:pt x="1537025" y="73067"/>
                </a:lnTo>
                <a:lnTo>
                  <a:pt x="1536739" y="72950"/>
                </a:lnTo>
                <a:lnTo>
                  <a:pt x="1536453" y="72834"/>
                </a:lnTo>
                <a:lnTo>
                  <a:pt x="1536166" y="72720"/>
                </a:lnTo>
                <a:lnTo>
                  <a:pt x="1535879" y="72608"/>
                </a:lnTo>
                <a:lnTo>
                  <a:pt x="1535591" y="72497"/>
                </a:lnTo>
                <a:lnTo>
                  <a:pt x="1535302" y="72387"/>
                </a:lnTo>
                <a:lnTo>
                  <a:pt x="1535012" y="72278"/>
                </a:lnTo>
                <a:lnTo>
                  <a:pt x="1534722" y="72171"/>
                </a:lnTo>
                <a:lnTo>
                  <a:pt x="1534431" y="72066"/>
                </a:lnTo>
                <a:lnTo>
                  <a:pt x="1534140" y="71961"/>
                </a:lnTo>
                <a:lnTo>
                  <a:pt x="1533847" y="71859"/>
                </a:lnTo>
                <a:lnTo>
                  <a:pt x="1533554" y="71757"/>
                </a:lnTo>
                <a:lnTo>
                  <a:pt x="1533260" y="71657"/>
                </a:lnTo>
                <a:lnTo>
                  <a:pt x="1532966" y="71559"/>
                </a:lnTo>
                <a:lnTo>
                  <a:pt x="1532671" y="71461"/>
                </a:lnTo>
                <a:lnTo>
                  <a:pt x="1532375" y="71366"/>
                </a:lnTo>
                <a:lnTo>
                  <a:pt x="1532079" y="71271"/>
                </a:lnTo>
                <a:lnTo>
                  <a:pt x="1531781" y="71178"/>
                </a:lnTo>
                <a:lnTo>
                  <a:pt x="1531483" y="71087"/>
                </a:lnTo>
                <a:lnTo>
                  <a:pt x="1531185" y="70997"/>
                </a:lnTo>
                <a:lnTo>
                  <a:pt x="1530885" y="70908"/>
                </a:lnTo>
                <a:lnTo>
                  <a:pt x="1530585" y="70821"/>
                </a:lnTo>
                <a:lnTo>
                  <a:pt x="1530285" y="70735"/>
                </a:lnTo>
                <a:lnTo>
                  <a:pt x="1529983" y="70650"/>
                </a:lnTo>
                <a:lnTo>
                  <a:pt x="1529682" y="70566"/>
                </a:lnTo>
                <a:lnTo>
                  <a:pt x="1529381" y="70483"/>
                </a:lnTo>
                <a:lnTo>
                  <a:pt x="1529080" y="70400"/>
                </a:lnTo>
                <a:lnTo>
                  <a:pt x="1528781" y="70318"/>
                </a:lnTo>
                <a:lnTo>
                  <a:pt x="1528481" y="70236"/>
                </a:lnTo>
                <a:lnTo>
                  <a:pt x="1528183" y="70155"/>
                </a:lnTo>
                <a:lnTo>
                  <a:pt x="1527885" y="70073"/>
                </a:lnTo>
                <a:lnTo>
                  <a:pt x="1527587" y="69993"/>
                </a:lnTo>
                <a:lnTo>
                  <a:pt x="1527290" y="69912"/>
                </a:lnTo>
                <a:lnTo>
                  <a:pt x="1526993" y="69832"/>
                </a:lnTo>
                <a:lnTo>
                  <a:pt x="1526698" y="69753"/>
                </a:lnTo>
                <a:lnTo>
                  <a:pt x="1526402" y="69674"/>
                </a:lnTo>
                <a:lnTo>
                  <a:pt x="1526107" y="69595"/>
                </a:lnTo>
                <a:lnTo>
                  <a:pt x="1525813" y="69517"/>
                </a:lnTo>
                <a:lnTo>
                  <a:pt x="1525520" y="69439"/>
                </a:lnTo>
                <a:lnTo>
                  <a:pt x="1525226" y="69361"/>
                </a:lnTo>
                <a:lnTo>
                  <a:pt x="1524934" y="69284"/>
                </a:lnTo>
                <a:lnTo>
                  <a:pt x="1524642" y="69208"/>
                </a:lnTo>
                <a:lnTo>
                  <a:pt x="1524350" y="69132"/>
                </a:lnTo>
                <a:lnTo>
                  <a:pt x="1524060" y="69056"/>
                </a:lnTo>
                <a:lnTo>
                  <a:pt x="1523769" y="68980"/>
                </a:lnTo>
                <a:lnTo>
                  <a:pt x="1523479" y="68905"/>
                </a:lnTo>
                <a:lnTo>
                  <a:pt x="1523190" y="68831"/>
                </a:lnTo>
                <a:lnTo>
                  <a:pt x="1522902" y="68756"/>
                </a:lnTo>
                <a:lnTo>
                  <a:pt x="1522467" y="68649"/>
                </a:lnTo>
                <a:lnTo>
                  <a:pt x="1522036" y="68543"/>
                </a:lnTo>
                <a:lnTo>
                  <a:pt x="1521608" y="68436"/>
                </a:lnTo>
                <a:lnTo>
                  <a:pt x="1521183" y="68331"/>
                </a:lnTo>
                <a:lnTo>
                  <a:pt x="1520761" y="68225"/>
                </a:lnTo>
                <a:lnTo>
                  <a:pt x="1520342" y="68120"/>
                </a:lnTo>
                <a:lnTo>
                  <a:pt x="1519926" y="68016"/>
                </a:lnTo>
                <a:lnTo>
                  <a:pt x="1519513" y="67912"/>
                </a:lnTo>
                <a:lnTo>
                  <a:pt x="1519103" y="67808"/>
                </a:lnTo>
                <a:lnTo>
                  <a:pt x="1518696" y="67704"/>
                </a:lnTo>
                <a:lnTo>
                  <a:pt x="1518293" y="67602"/>
                </a:lnTo>
                <a:lnTo>
                  <a:pt x="1517892" y="67499"/>
                </a:lnTo>
                <a:lnTo>
                  <a:pt x="1517495" y="67397"/>
                </a:lnTo>
                <a:lnTo>
                  <a:pt x="1517100" y="67295"/>
                </a:lnTo>
                <a:lnTo>
                  <a:pt x="1516709" y="67194"/>
                </a:lnTo>
                <a:lnTo>
                  <a:pt x="1516321" y="67093"/>
                </a:lnTo>
                <a:lnTo>
                  <a:pt x="1515936" y="66993"/>
                </a:lnTo>
                <a:lnTo>
                  <a:pt x="1515553" y="66893"/>
                </a:lnTo>
                <a:lnTo>
                  <a:pt x="1515174" y="66794"/>
                </a:lnTo>
                <a:lnTo>
                  <a:pt x="1514798" y="66694"/>
                </a:lnTo>
                <a:lnTo>
                  <a:pt x="1514426" y="66596"/>
                </a:lnTo>
                <a:lnTo>
                  <a:pt x="1514056" y="66497"/>
                </a:lnTo>
                <a:lnTo>
                  <a:pt x="1513689" y="66400"/>
                </a:lnTo>
                <a:lnTo>
                  <a:pt x="1513325" y="66302"/>
                </a:lnTo>
                <a:lnTo>
                  <a:pt x="1512965" y="66204"/>
                </a:lnTo>
                <a:lnTo>
                  <a:pt x="1512610" y="66104"/>
                </a:lnTo>
                <a:lnTo>
                  <a:pt x="1512258" y="66003"/>
                </a:lnTo>
                <a:lnTo>
                  <a:pt x="1511911" y="65901"/>
                </a:lnTo>
                <a:lnTo>
                  <a:pt x="1511569" y="65797"/>
                </a:lnTo>
                <a:lnTo>
                  <a:pt x="1511231" y="65692"/>
                </a:lnTo>
                <a:lnTo>
                  <a:pt x="1510897" y="65586"/>
                </a:lnTo>
                <a:lnTo>
                  <a:pt x="1510567" y="65478"/>
                </a:lnTo>
                <a:lnTo>
                  <a:pt x="1510242" y="65369"/>
                </a:lnTo>
                <a:lnTo>
                  <a:pt x="1509921" y="65258"/>
                </a:lnTo>
                <a:lnTo>
                  <a:pt x="1509604" y="65146"/>
                </a:lnTo>
                <a:lnTo>
                  <a:pt x="1509292" y="65033"/>
                </a:lnTo>
                <a:lnTo>
                  <a:pt x="1508984" y="64918"/>
                </a:lnTo>
                <a:lnTo>
                  <a:pt x="1508680" y="64802"/>
                </a:lnTo>
                <a:lnTo>
                  <a:pt x="1508381" y="64684"/>
                </a:lnTo>
                <a:lnTo>
                  <a:pt x="1508086" y="64565"/>
                </a:lnTo>
                <a:lnTo>
                  <a:pt x="1507795" y="64445"/>
                </a:lnTo>
                <a:lnTo>
                  <a:pt x="1507509" y="64323"/>
                </a:lnTo>
                <a:lnTo>
                  <a:pt x="1507227" y="64200"/>
                </a:lnTo>
                <a:lnTo>
                  <a:pt x="1506949" y="64075"/>
                </a:lnTo>
                <a:lnTo>
                  <a:pt x="1506676" y="63950"/>
                </a:lnTo>
                <a:lnTo>
                  <a:pt x="1506407" y="63822"/>
                </a:lnTo>
                <a:lnTo>
                  <a:pt x="1506142" y="63694"/>
                </a:lnTo>
                <a:lnTo>
                  <a:pt x="1505882" y="63563"/>
                </a:lnTo>
                <a:lnTo>
                  <a:pt x="1505626" y="63431"/>
                </a:lnTo>
                <a:lnTo>
                  <a:pt x="1505375" y="63296"/>
                </a:lnTo>
                <a:lnTo>
                  <a:pt x="1505128" y="63159"/>
                </a:lnTo>
                <a:lnTo>
                  <a:pt x="1504887" y="63019"/>
                </a:lnTo>
                <a:lnTo>
                  <a:pt x="1504650" y="62877"/>
                </a:lnTo>
                <a:lnTo>
                  <a:pt x="1504418" y="62732"/>
                </a:lnTo>
                <a:lnTo>
                  <a:pt x="1504191" y="62585"/>
                </a:lnTo>
                <a:lnTo>
                  <a:pt x="1503968" y="62435"/>
                </a:lnTo>
                <a:lnTo>
                  <a:pt x="1503750" y="62283"/>
                </a:lnTo>
                <a:lnTo>
                  <a:pt x="1503537" y="62128"/>
                </a:lnTo>
                <a:lnTo>
                  <a:pt x="1503329" y="61971"/>
                </a:lnTo>
                <a:lnTo>
                  <a:pt x="1503125" y="61811"/>
                </a:lnTo>
                <a:lnTo>
                  <a:pt x="1502927" y="61648"/>
                </a:lnTo>
                <a:lnTo>
                  <a:pt x="1502733" y="61483"/>
                </a:lnTo>
                <a:lnTo>
                  <a:pt x="1502543" y="61316"/>
                </a:lnTo>
                <a:lnTo>
                  <a:pt x="1502359" y="61146"/>
                </a:lnTo>
                <a:lnTo>
                  <a:pt x="1502179" y="60973"/>
                </a:lnTo>
                <a:lnTo>
                  <a:pt x="1502004" y="60798"/>
                </a:lnTo>
                <a:lnTo>
                  <a:pt x="1501834" y="60621"/>
                </a:lnTo>
                <a:lnTo>
                  <a:pt x="1501668" y="60441"/>
                </a:lnTo>
                <a:lnTo>
                  <a:pt x="1501507" y="60258"/>
                </a:lnTo>
                <a:lnTo>
                  <a:pt x="1501351" y="60073"/>
                </a:lnTo>
                <a:lnTo>
                  <a:pt x="1501200" y="59886"/>
                </a:lnTo>
                <a:lnTo>
                  <a:pt x="1501053" y="59696"/>
                </a:lnTo>
                <a:lnTo>
                  <a:pt x="1500912" y="59502"/>
                </a:lnTo>
                <a:lnTo>
                  <a:pt x="1500777" y="59304"/>
                </a:lnTo>
                <a:lnTo>
                  <a:pt x="1500648" y="59102"/>
                </a:lnTo>
                <a:lnTo>
                  <a:pt x="1500525" y="58896"/>
                </a:lnTo>
                <a:lnTo>
                  <a:pt x="1500407" y="58685"/>
                </a:lnTo>
                <a:lnTo>
                  <a:pt x="1500296" y="58470"/>
                </a:lnTo>
                <a:lnTo>
                  <a:pt x="1500191" y="58250"/>
                </a:lnTo>
                <a:lnTo>
                  <a:pt x="1500092" y="58027"/>
                </a:lnTo>
                <a:lnTo>
                  <a:pt x="1499999" y="57798"/>
                </a:lnTo>
                <a:lnTo>
                  <a:pt x="1499912" y="57566"/>
                </a:lnTo>
                <a:lnTo>
                  <a:pt x="1499831" y="57329"/>
                </a:lnTo>
                <a:lnTo>
                  <a:pt x="1499756" y="57088"/>
                </a:lnTo>
                <a:lnTo>
                  <a:pt x="1499687" y="56842"/>
                </a:lnTo>
                <a:lnTo>
                  <a:pt x="1499623" y="56593"/>
                </a:lnTo>
                <a:lnTo>
                  <a:pt x="1499566" y="56339"/>
                </a:lnTo>
                <a:lnTo>
                  <a:pt x="1499515" y="56080"/>
                </a:lnTo>
                <a:lnTo>
                  <a:pt x="1499470" y="55817"/>
                </a:lnTo>
                <a:lnTo>
                  <a:pt x="1499431" y="55550"/>
                </a:lnTo>
                <a:lnTo>
                  <a:pt x="1499398" y="55279"/>
                </a:lnTo>
                <a:lnTo>
                  <a:pt x="1499371" y="55003"/>
                </a:lnTo>
                <a:lnTo>
                  <a:pt x="1499350" y="54723"/>
                </a:lnTo>
                <a:lnTo>
                  <a:pt x="1499335" y="54438"/>
                </a:lnTo>
                <a:lnTo>
                  <a:pt x="1499326" y="54150"/>
                </a:lnTo>
                <a:lnTo>
                  <a:pt x="1499323" y="53856"/>
                </a:lnTo>
                <a:lnTo>
                  <a:pt x="1499331" y="53358"/>
                </a:lnTo>
                <a:lnTo>
                  <a:pt x="1499355" y="52870"/>
                </a:lnTo>
                <a:lnTo>
                  <a:pt x="1499396" y="52393"/>
                </a:lnTo>
                <a:lnTo>
                  <a:pt x="1499453" y="51926"/>
                </a:lnTo>
                <a:lnTo>
                  <a:pt x="1499526" y="51470"/>
                </a:lnTo>
                <a:lnTo>
                  <a:pt x="1499615" y="51025"/>
                </a:lnTo>
                <a:lnTo>
                  <a:pt x="1499720" y="50590"/>
                </a:lnTo>
                <a:lnTo>
                  <a:pt x="1499842" y="50166"/>
                </a:lnTo>
                <a:lnTo>
                  <a:pt x="1499979" y="49753"/>
                </a:lnTo>
                <a:lnTo>
                  <a:pt x="1500133" y="49350"/>
                </a:lnTo>
                <a:lnTo>
                  <a:pt x="1500304" y="48958"/>
                </a:lnTo>
                <a:lnTo>
                  <a:pt x="1500490" y="48577"/>
                </a:lnTo>
                <a:lnTo>
                  <a:pt x="1500693" y="48206"/>
                </a:lnTo>
                <a:lnTo>
                  <a:pt x="1500911" y="47846"/>
                </a:lnTo>
                <a:lnTo>
                  <a:pt x="1501146" y="47496"/>
                </a:lnTo>
                <a:lnTo>
                  <a:pt x="1501397" y="47157"/>
                </a:lnTo>
                <a:lnTo>
                  <a:pt x="1501665" y="46829"/>
                </a:lnTo>
                <a:lnTo>
                  <a:pt x="1501949" y="46511"/>
                </a:lnTo>
                <a:lnTo>
                  <a:pt x="1502248" y="46204"/>
                </a:lnTo>
                <a:lnTo>
                  <a:pt x="1502564" y="45908"/>
                </a:lnTo>
                <a:lnTo>
                  <a:pt x="1502897" y="45622"/>
                </a:lnTo>
                <a:lnTo>
                  <a:pt x="1503245" y="45347"/>
                </a:lnTo>
                <a:lnTo>
                  <a:pt x="1503610" y="45082"/>
                </a:lnTo>
                <a:lnTo>
                  <a:pt x="1503991" y="44828"/>
                </a:lnTo>
                <a:lnTo>
                  <a:pt x="1504388" y="44585"/>
                </a:lnTo>
                <a:lnTo>
                  <a:pt x="1504804" y="44352"/>
                </a:lnTo>
                <a:lnTo>
                  <a:pt x="1505238" y="44129"/>
                </a:lnTo>
                <a:lnTo>
                  <a:pt x="1505689" y="43917"/>
                </a:lnTo>
                <a:lnTo>
                  <a:pt x="1506159" y="43715"/>
                </a:lnTo>
                <a:lnTo>
                  <a:pt x="1506646" y="43524"/>
                </a:lnTo>
                <a:lnTo>
                  <a:pt x="1507151" y="43342"/>
                </a:lnTo>
                <a:lnTo>
                  <a:pt x="1507674" y="43171"/>
                </a:lnTo>
                <a:lnTo>
                  <a:pt x="1508215" y="43011"/>
                </a:lnTo>
                <a:lnTo>
                  <a:pt x="1508774" y="42861"/>
                </a:lnTo>
                <a:lnTo>
                  <a:pt x="1509351" y="42721"/>
                </a:lnTo>
                <a:lnTo>
                  <a:pt x="1509945" y="42592"/>
                </a:lnTo>
                <a:lnTo>
                  <a:pt x="1510558" y="42472"/>
                </a:lnTo>
                <a:lnTo>
                  <a:pt x="1511188" y="42364"/>
                </a:lnTo>
                <a:lnTo>
                  <a:pt x="1511837" y="42265"/>
                </a:lnTo>
                <a:lnTo>
                  <a:pt x="1512503" y="42177"/>
                </a:lnTo>
                <a:lnTo>
                  <a:pt x="1513187" y="42100"/>
                </a:lnTo>
                <a:lnTo>
                  <a:pt x="1513889" y="42032"/>
                </a:lnTo>
                <a:lnTo>
                  <a:pt x="1514608" y="41975"/>
                </a:lnTo>
                <a:lnTo>
                  <a:pt x="1515346" y="41929"/>
                </a:lnTo>
                <a:lnTo>
                  <a:pt x="1516102" y="41892"/>
                </a:lnTo>
                <a:lnTo>
                  <a:pt x="1516875" y="41867"/>
                </a:lnTo>
                <a:lnTo>
                  <a:pt x="1517666" y="41851"/>
                </a:lnTo>
                <a:lnTo>
                  <a:pt x="1518476" y="41846"/>
                </a:lnTo>
                <a:lnTo>
                  <a:pt x="1518784" y="41847"/>
                </a:lnTo>
                <a:lnTo>
                  <a:pt x="1519091" y="41850"/>
                </a:lnTo>
                <a:lnTo>
                  <a:pt x="1519397" y="41855"/>
                </a:lnTo>
                <a:lnTo>
                  <a:pt x="1519702" y="41863"/>
                </a:lnTo>
                <a:lnTo>
                  <a:pt x="1520006" y="41872"/>
                </a:lnTo>
                <a:lnTo>
                  <a:pt x="1520309" y="41883"/>
                </a:lnTo>
                <a:lnTo>
                  <a:pt x="1520611" y="41897"/>
                </a:lnTo>
                <a:lnTo>
                  <a:pt x="1520912" y="41913"/>
                </a:lnTo>
                <a:lnTo>
                  <a:pt x="1521212" y="41930"/>
                </a:lnTo>
                <a:lnTo>
                  <a:pt x="1521512" y="41950"/>
                </a:lnTo>
                <a:lnTo>
                  <a:pt x="1521810" y="41972"/>
                </a:lnTo>
                <a:lnTo>
                  <a:pt x="1522107" y="41996"/>
                </a:lnTo>
                <a:lnTo>
                  <a:pt x="1522403" y="42022"/>
                </a:lnTo>
                <a:lnTo>
                  <a:pt x="1522698" y="42050"/>
                </a:lnTo>
                <a:lnTo>
                  <a:pt x="1522993" y="42081"/>
                </a:lnTo>
                <a:lnTo>
                  <a:pt x="1523286" y="42113"/>
                </a:lnTo>
                <a:lnTo>
                  <a:pt x="1523578" y="42147"/>
                </a:lnTo>
                <a:lnTo>
                  <a:pt x="1523870" y="42184"/>
                </a:lnTo>
                <a:lnTo>
                  <a:pt x="1524160" y="42223"/>
                </a:lnTo>
                <a:lnTo>
                  <a:pt x="1524450" y="42263"/>
                </a:lnTo>
                <a:lnTo>
                  <a:pt x="1524738" y="42306"/>
                </a:lnTo>
                <a:lnTo>
                  <a:pt x="1525025" y="42351"/>
                </a:lnTo>
                <a:lnTo>
                  <a:pt x="1525312" y="42398"/>
                </a:lnTo>
                <a:lnTo>
                  <a:pt x="1525597" y="42447"/>
                </a:lnTo>
                <a:lnTo>
                  <a:pt x="1525881" y="42498"/>
                </a:lnTo>
                <a:lnTo>
                  <a:pt x="1526163" y="42552"/>
                </a:lnTo>
                <a:lnTo>
                  <a:pt x="1526442" y="42609"/>
                </a:lnTo>
                <a:lnTo>
                  <a:pt x="1526718" y="42669"/>
                </a:lnTo>
                <a:lnTo>
                  <a:pt x="1526993" y="42731"/>
                </a:lnTo>
                <a:lnTo>
                  <a:pt x="1527265" y="42796"/>
                </a:lnTo>
                <a:lnTo>
                  <a:pt x="1527534" y="42864"/>
                </a:lnTo>
                <a:lnTo>
                  <a:pt x="1527802" y="42935"/>
                </a:lnTo>
                <a:lnTo>
                  <a:pt x="1528066" y="43008"/>
                </a:lnTo>
                <a:lnTo>
                  <a:pt x="1528329" y="43085"/>
                </a:lnTo>
                <a:lnTo>
                  <a:pt x="1528589" y="43164"/>
                </a:lnTo>
                <a:lnTo>
                  <a:pt x="1528847" y="43245"/>
                </a:lnTo>
                <a:lnTo>
                  <a:pt x="1529102" y="43330"/>
                </a:lnTo>
                <a:lnTo>
                  <a:pt x="1529355" y="43417"/>
                </a:lnTo>
                <a:lnTo>
                  <a:pt x="1529605" y="43507"/>
                </a:lnTo>
                <a:lnTo>
                  <a:pt x="1529854" y="43600"/>
                </a:lnTo>
                <a:lnTo>
                  <a:pt x="1530099" y="43696"/>
                </a:lnTo>
                <a:lnTo>
                  <a:pt x="1530343" y="43795"/>
                </a:lnTo>
                <a:lnTo>
                  <a:pt x="1530584" y="43896"/>
                </a:lnTo>
                <a:lnTo>
                  <a:pt x="1530823" y="44000"/>
                </a:lnTo>
                <a:lnTo>
                  <a:pt x="1531059" y="44107"/>
                </a:lnTo>
                <a:lnTo>
                  <a:pt x="1531293" y="44216"/>
                </a:lnTo>
                <a:lnTo>
                  <a:pt x="1531524" y="44329"/>
                </a:lnTo>
                <a:lnTo>
                  <a:pt x="1531754" y="44444"/>
                </a:lnTo>
                <a:lnTo>
                  <a:pt x="1531980" y="44562"/>
                </a:lnTo>
                <a:lnTo>
                  <a:pt x="1532204" y="44683"/>
                </a:lnTo>
                <a:lnTo>
                  <a:pt x="1532425" y="44807"/>
                </a:lnTo>
                <a:lnTo>
                  <a:pt x="1532643" y="44934"/>
                </a:lnTo>
                <a:lnTo>
                  <a:pt x="1532859" y="45064"/>
                </a:lnTo>
                <a:lnTo>
                  <a:pt x="1533071" y="45198"/>
                </a:lnTo>
                <a:lnTo>
                  <a:pt x="1533281" y="45334"/>
                </a:lnTo>
                <a:lnTo>
                  <a:pt x="1533488" y="45474"/>
                </a:lnTo>
                <a:lnTo>
                  <a:pt x="1533693" y="45616"/>
                </a:lnTo>
                <a:lnTo>
                  <a:pt x="1533894" y="45762"/>
                </a:lnTo>
                <a:lnTo>
                  <a:pt x="1534093" y="45910"/>
                </a:lnTo>
                <a:lnTo>
                  <a:pt x="1534289" y="46062"/>
                </a:lnTo>
                <a:lnTo>
                  <a:pt x="1534482" y="46217"/>
                </a:lnTo>
                <a:lnTo>
                  <a:pt x="1534672" y="46374"/>
                </a:lnTo>
                <a:lnTo>
                  <a:pt x="1534859" y="46535"/>
                </a:lnTo>
                <a:lnTo>
                  <a:pt x="1535044" y="46699"/>
                </a:lnTo>
                <a:lnTo>
                  <a:pt x="1535226" y="46866"/>
                </a:lnTo>
                <a:lnTo>
                  <a:pt x="1535405" y="47036"/>
                </a:lnTo>
                <a:lnTo>
                  <a:pt x="1535581" y="47209"/>
                </a:lnTo>
                <a:lnTo>
                  <a:pt x="1535755" y="47385"/>
                </a:lnTo>
                <a:lnTo>
                  <a:pt x="1535926" y="47564"/>
                </a:lnTo>
                <a:lnTo>
                  <a:pt x="1536094" y="47747"/>
                </a:lnTo>
                <a:lnTo>
                  <a:pt x="1536259" y="47932"/>
                </a:lnTo>
                <a:lnTo>
                  <a:pt x="1536421" y="48120"/>
                </a:lnTo>
                <a:lnTo>
                  <a:pt x="1536580" y="48312"/>
                </a:lnTo>
                <a:lnTo>
                  <a:pt x="1536735" y="48507"/>
                </a:lnTo>
                <a:lnTo>
                  <a:pt x="1536885" y="48707"/>
                </a:lnTo>
                <a:lnTo>
                  <a:pt x="1537031" y="48910"/>
                </a:lnTo>
                <a:lnTo>
                  <a:pt x="1537173" y="49116"/>
                </a:lnTo>
                <a:lnTo>
                  <a:pt x="1537311" y="49327"/>
                </a:lnTo>
                <a:lnTo>
                  <a:pt x="1537445" y="49541"/>
                </a:lnTo>
                <a:lnTo>
                  <a:pt x="1537575" y="49759"/>
                </a:lnTo>
                <a:lnTo>
                  <a:pt x="1537700" y="49981"/>
                </a:lnTo>
                <a:lnTo>
                  <a:pt x="1537821" y="50206"/>
                </a:lnTo>
                <a:lnTo>
                  <a:pt x="1537938" y="50435"/>
                </a:lnTo>
                <a:lnTo>
                  <a:pt x="1538051" y="50668"/>
                </a:lnTo>
                <a:lnTo>
                  <a:pt x="1538159" y="50905"/>
                </a:lnTo>
                <a:lnTo>
                  <a:pt x="1538264" y="51145"/>
                </a:lnTo>
                <a:lnTo>
                  <a:pt x="1538364" y="51390"/>
                </a:lnTo>
                <a:lnTo>
                  <a:pt x="1538460" y="51638"/>
                </a:lnTo>
                <a:lnTo>
                  <a:pt x="1538551" y="51889"/>
                </a:lnTo>
                <a:lnTo>
                  <a:pt x="1538639" y="52145"/>
                </a:lnTo>
                <a:lnTo>
                  <a:pt x="1538722" y="52404"/>
                </a:lnTo>
                <a:lnTo>
                  <a:pt x="1538802" y="52667"/>
                </a:lnTo>
                <a:lnTo>
                  <a:pt x="1538877" y="52933"/>
                </a:lnTo>
                <a:lnTo>
                  <a:pt x="1538948" y="53204"/>
                </a:lnTo>
                <a:lnTo>
                  <a:pt x="1539014" y="53478"/>
                </a:lnTo>
                <a:lnTo>
                  <a:pt x="1539077" y="53756"/>
                </a:lnTo>
                <a:lnTo>
                  <a:pt x="1552113" y="52151"/>
                </a:lnTo>
                <a:lnTo>
                  <a:pt x="1551915" y="51233"/>
                </a:lnTo>
                <a:lnTo>
                  <a:pt x="1551694" y="50336"/>
                </a:lnTo>
                <a:lnTo>
                  <a:pt x="1551453" y="49460"/>
                </a:lnTo>
                <a:lnTo>
                  <a:pt x="1551189" y="48606"/>
                </a:lnTo>
                <a:lnTo>
                  <a:pt x="1550904" y="47772"/>
                </a:lnTo>
                <a:lnTo>
                  <a:pt x="1550597" y="46960"/>
                </a:lnTo>
                <a:lnTo>
                  <a:pt x="1550268" y="46168"/>
                </a:lnTo>
                <a:lnTo>
                  <a:pt x="1549918" y="45398"/>
                </a:lnTo>
                <a:lnTo>
                  <a:pt x="1549546" y="44649"/>
                </a:lnTo>
                <a:lnTo>
                  <a:pt x="1549153" y="43921"/>
                </a:lnTo>
                <a:lnTo>
                  <a:pt x="1548738" y="43215"/>
                </a:lnTo>
                <a:lnTo>
                  <a:pt x="1548301" y="42529"/>
                </a:lnTo>
                <a:lnTo>
                  <a:pt x="1547842" y="41865"/>
                </a:lnTo>
                <a:lnTo>
                  <a:pt x="1547362" y="41222"/>
                </a:lnTo>
                <a:lnTo>
                  <a:pt x="1546861" y="40600"/>
                </a:lnTo>
                <a:lnTo>
                  <a:pt x="1546337" y="39999"/>
                </a:lnTo>
                <a:lnTo>
                  <a:pt x="1545792" y="39419"/>
                </a:lnTo>
                <a:lnTo>
                  <a:pt x="1545225" y="38861"/>
                </a:lnTo>
                <a:lnTo>
                  <a:pt x="1544637" y="38323"/>
                </a:lnTo>
                <a:lnTo>
                  <a:pt x="1544027" y="37807"/>
                </a:lnTo>
                <a:lnTo>
                  <a:pt x="1543395" y="37312"/>
                </a:lnTo>
                <a:lnTo>
                  <a:pt x="1542742" y="36838"/>
                </a:lnTo>
                <a:lnTo>
                  <a:pt x="1542067" y="36385"/>
                </a:lnTo>
                <a:lnTo>
                  <a:pt x="1541370" y="35954"/>
                </a:lnTo>
                <a:lnTo>
                  <a:pt x="1540652" y="35542"/>
                </a:lnTo>
                <a:lnTo>
                  <a:pt x="1539914" y="35147"/>
                </a:lnTo>
                <a:lnTo>
                  <a:pt x="1539155" y="34770"/>
                </a:lnTo>
                <a:lnTo>
                  <a:pt x="1538376" y="34410"/>
                </a:lnTo>
                <a:lnTo>
                  <a:pt x="1537576" y="34068"/>
                </a:lnTo>
                <a:lnTo>
                  <a:pt x="1536756" y="33743"/>
                </a:lnTo>
                <a:lnTo>
                  <a:pt x="1535915" y="33436"/>
                </a:lnTo>
                <a:lnTo>
                  <a:pt x="1535053" y="33147"/>
                </a:lnTo>
                <a:lnTo>
                  <a:pt x="1534171" y="32875"/>
                </a:lnTo>
                <a:lnTo>
                  <a:pt x="1533268" y="32621"/>
                </a:lnTo>
                <a:lnTo>
                  <a:pt x="1532345" y="32384"/>
                </a:lnTo>
                <a:lnTo>
                  <a:pt x="1531402" y="32165"/>
                </a:lnTo>
                <a:lnTo>
                  <a:pt x="1530437" y="31963"/>
                </a:lnTo>
                <a:lnTo>
                  <a:pt x="1529453" y="31779"/>
                </a:lnTo>
                <a:lnTo>
                  <a:pt x="1528447" y="31612"/>
                </a:lnTo>
                <a:lnTo>
                  <a:pt x="1527422" y="31463"/>
                </a:lnTo>
                <a:lnTo>
                  <a:pt x="1526375" y="31331"/>
                </a:lnTo>
                <a:lnTo>
                  <a:pt x="1525308" y="31217"/>
                </a:lnTo>
                <a:lnTo>
                  <a:pt x="1524221" y="31121"/>
                </a:lnTo>
                <a:lnTo>
                  <a:pt x="1523113" y="31042"/>
                </a:lnTo>
                <a:lnTo>
                  <a:pt x="1521984" y="30981"/>
                </a:lnTo>
                <a:lnTo>
                  <a:pt x="1520835" y="30937"/>
                </a:lnTo>
                <a:lnTo>
                  <a:pt x="1519666" y="30910"/>
                </a:lnTo>
                <a:lnTo>
                  <a:pt x="1518476" y="30902"/>
                </a:lnTo>
                <a:lnTo>
                  <a:pt x="1517134" y="30912"/>
                </a:lnTo>
                <a:lnTo>
                  <a:pt x="1515820" y="30945"/>
                </a:lnTo>
                <a:lnTo>
                  <a:pt x="1514533" y="30999"/>
                </a:lnTo>
                <a:lnTo>
                  <a:pt x="1513273" y="31075"/>
                </a:lnTo>
                <a:lnTo>
                  <a:pt x="1512040" y="31172"/>
                </a:lnTo>
                <a:lnTo>
                  <a:pt x="1510833" y="31292"/>
                </a:lnTo>
                <a:lnTo>
                  <a:pt x="1509654" y="31433"/>
                </a:lnTo>
                <a:lnTo>
                  <a:pt x="1508501" y="31595"/>
                </a:lnTo>
                <a:lnTo>
                  <a:pt x="1507376" y="31779"/>
                </a:lnTo>
                <a:lnTo>
                  <a:pt x="1506278" y="31985"/>
                </a:lnTo>
                <a:lnTo>
                  <a:pt x="1505206" y="32213"/>
                </a:lnTo>
                <a:lnTo>
                  <a:pt x="1504162" y="32462"/>
                </a:lnTo>
                <a:lnTo>
                  <a:pt x="1503144" y="32733"/>
                </a:lnTo>
                <a:lnTo>
                  <a:pt x="1502153" y="33025"/>
                </a:lnTo>
                <a:lnTo>
                  <a:pt x="1501190" y="33340"/>
                </a:lnTo>
                <a:lnTo>
                  <a:pt x="1500253" y="33676"/>
                </a:lnTo>
                <a:lnTo>
                  <a:pt x="1499343" y="34033"/>
                </a:lnTo>
                <a:lnTo>
                  <a:pt x="1498461" y="34413"/>
                </a:lnTo>
                <a:lnTo>
                  <a:pt x="1497605" y="34813"/>
                </a:lnTo>
                <a:lnTo>
                  <a:pt x="1496776" y="35236"/>
                </a:lnTo>
                <a:lnTo>
                  <a:pt x="1495974" y="35680"/>
                </a:lnTo>
                <a:lnTo>
                  <a:pt x="1495199" y="36146"/>
                </a:lnTo>
                <a:lnTo>
                  <a:pt x="1494451" y="36634"/>
                </a:lnTo>
                <a:lnTo>
                  <a:pt x="1493730" y="37143"/>
                </a:lnTo>
                <a:lnTo>
                  <a:pt x="1493037" y="37673"/>
                </a:lnTo>
                <a:lnTo>
                  <a:pt x="1492374" y="38223"/>
                </a:lnTo>
                <a:lnTo>
                  <a:pt x="1491740" y="38792"/>
                </a:lnTo>
                <a:lnTo>
                  <a:pt x="1491136" y="39382"/>
                </a:lnTo>
                <a:lnTo>
                  <a:pt x="1490561" y="39991"/>
                </a:lnTo>
                <a:lnTo>
                  <a:pt x="1490016" y="40619"/>
                </a:lnTo>
                <a:lnTo>
                  <a:pt x="1489500" y="41267"/>
                </a:lnTo>
                <a:lnTo>
                  <a:pt x="1489014" y="41936"/>
                </a:lnTo>
                <a:lnTo>
                  <a:pt x="1488557" y="42623"/>
                </a:lnTo>
                <a:lnTo>
                  <a:pt x="1488129" y="43331"/>
                </a:lnTo>
                <a:lnTo>
                  <a:pt x="1487731" y="44058"/>
                </a:lnTo>
                <a:lnTo>
                  <a:pt x="1487363" y="44805"/>
                </a:lnTo>
                <a:lnTo>
                  <a:pt x="1487024" y="45572"/>
                </a:lnTo>
                <a:lnTo>
                  <a:pt x="1486714" y="46358"/>
                </a:lnTo>
                <a:lnTo>
                  <a:pt x="1486434" y="47164"/>
                </a:lnTo>
                <a:lnTo>
                  <a:pt x="1486184" y="47990"/>
                </a:lnTo>
                <a:lnTo>
                  <a:pt x="1485963" y="48836"/>
                </a:lnTo>
                <a:lnTo>
                  <a:pt x="1485771" y="49701"/>
                </a:lnTo>
                <a:lnTo>
                  <a:pt x="1485609" y="50586"/>
                </a:lnTo>
                <a:lnTo>
                  <a:pt x="1485476" y="51491"/>
                </a:lnTo>
                <a:lnTo>
                  <a:pt x="1485373" y="52416"/>
                </a:lnTo>
                <a:lnTo>
                  <a:pt x="1485299" y="53360"/>
                </a:lnTo>
                <a:lnTo>
                  <a:pt x="1485255" y="54324"/>
                </a:lnTo>
                <a:lnTo>
                  <a:pt x="1485240" y="55307"/>
                </a:lnTo>
                <a:lnTo>
                  <a:pt x="1485245" y="55821"/>
                </a:lnTo>
                <a:lnTo>
                  <a:pt x="1485258" y="56327"/>
                </a:lnTo>
                <a:lnTo>
                  <a:pt x="1485281" y="56825"/>
                </a:lnTo>
                <a:lnTo>
                  <a:pt x="1485312" y="57316"/>
                </a:lnTo>
                <a:lnTo>
                  <a:pt x="1485352" y="57801"/>
                </a:lnTo>
                <a:lnTo>
                  <a:pt x="1485401" y="58277"/>
                </a:lnTo>
                <a:lnTo>
                  <a:pt x="1485459" y="58747"/>
                </a:lnTo>
                <a:lnTo>
                  <a:pt x="1485526" y="59209"/>
                </a:lnTo>
                <a:lnTo>
                  <a:pt x="1485602" y="59664"/>
                </a:lnTo>
                <a:lnTo>
                  <a:pt x="1485687" y="60112"/>
                </a:lnTo>
                <a:lnTo>
                  <a:pt x="1485781" y="60553"/>
                </a:lnTo>
                <a:lnTo>
                  <a:pt x="1485884" y="60986"/>
                </a:lnTo>
                <a:lnTo>
                  <a:pt x="1485996" y="61412"/>
                </a:lnTo>
                <a:lnTo>
                  <a:pt x="1486117" y="61831"/>
                </a:lnTo>
                <a:lnTo>
                  <a:pt x="1486246" y="62242"/>
                </a:lnTo>
                <a:lnTo>
                  <a:pt x="1486385" y="62646"/>
                </a:lnTo>
                <a:lnTo>
                  <a:pt x="1486532" y="63043"/>
                </a:lnTo>
                <a:lnTo>
                  <a:pt x="1486689" y="63433"/>
                </a:lnTo>
                <a:lnTo>
                  <a:pt x="1486854" y="63815"/>
                </a:lnTo>
                <a:lnTo>
                  <a:pt x="1487029" y="64190"/>
                </a:lnTo>
                <a:lnTo>
                  <a:pt x="1487212" y="64558"/>
                </a:lnTo>
                <a:lnTo>
                  <a:pt x="1487404" y="64919"/>
                </a:lnTo>
                <a:lnTo>
                  <a:pt x="1487605" y="65272"/>
                </a:lnTo>
                <a:lnTo>
                  <a:pt x="1487815" y="65618"/>
                </a:lnTo>
                <a:lnTo>
                  <a:pt x="1488033" y="65958"/>
                </a:lnTo>
                <a:lnTo>
                  <a:pt x="1488256" y="66293"/>
                </a:lnTo>
                <a:lnTo>
                  <a:pt x="1488484" y="66624"/>
                </a:lnTo>
                <a:lnTo>
                  <a:pt x="1488717" y="66950"/>
                </a:lnTo>
                <a:lnTo>
                  <a:pt x="1488957" y="67272"/>
                </a:lnTo>
                <a:lnTo>
                  <a:pt x="1489201" y="67588"/>
                </a:lnTo>
                <a:lnTo>
                  <a:pt x="1489451" y="67901"/>
                </a:lnTo>
                <a:lnTo>
                  <a:pt x="1489707" y="68208"/>
                </a:lnTo>
                <a:lnTo>
                  <a:pt x="1489967" y="68511"/>
                </a:lnTo>
                <a:lnTo>
                  <a:pt x="1490234" y="68810"/>
                </a:lnTo>
                <a:lnTo>
                  <a:pt x="1490506" y="69104"/>
                </a:lnTo>
                <a:lnTo>
                  <a:pt x="1490783" y="69393"/>
                </a:lnTo>
                <a:lnTo>
                  <a:pt x="1491066" y="69677"/>
                </a:lnTo>
                <a:lnTo>
                  <a:pt x="1491354" y="69957"/>
                </a:lnTo>
                <a:lnTo>
                  <a:pt x="1491647" y="70233"/>
                </a:lnTo>
                <a:lnTo>
                  <a:pt x="1491946" y="70503"/>
                </a:lnTo>
                <a:lnTo>
                  <a:pt x="1492251" y="70770"/>
                </a:lnTo>
                <a:lnTo>
                  <a:pt x="1492561" y="71031"/>
                </a:lnTo>
                <a:lnTo>
                  <a:pt x="1492876" y="71288"/>
                </a:lnTo>
                <a:lnTo>
                  <a:pt x="1493197" y="71540"/>
                </a:lnTo>
                <a:lnTo>
                  <a:pt x="1493523" y="71788"/>
                </a:lnTo>
                <a:lnTo>
                  <a:pt x="1493855" y="72031"/>
                </a:lnTo>
                <a:lnTo>
                  <a:pt x="1494192" y="72270"/>
                </a:lnTo>
                <a:lnTo>
                  <a:pt x="1494535" y="72504"/>
                </a:lnTo>
                <a:lnTo>
                  <a:pt x="1494882" y="72733"/>
                </a:lnTo>
                <a:lnTo>
                  <a:pt x="1495233" y="72959"/>
                </a:lnTo>
                <a:lnTo>
                  <a:pt x="1495587" y="73181"/>
                </a:lnTo>
                <a:lnTo>
                  <a:pt x="1495944" y="73400"/>
                </a:lnTo>
                <a:lnTo>
                  <a:pt x="1496305" y="73614"/>
                </a:lnTo>
                <a:lnTo>
                  <a:pt x="1496670" y="73825"/>
                </a:lnTo>
                <a:lnTo>
                  <a:pt x="1497038" y="74032"/>
                </a:lnTo>
                <a:lnTo>
                  <a:pt x="1497410" y="74235"/>
                </a:lnTo>
                <a:lnTo>
                  <a:pt x="1497785" y="74435"/>
                </a:lnTo>
                <a:lnTo>
                  <a:pt x="1498163" y="74631"/>
                </a:lnTo>
                <a:lnTo>
                  <a:pt x="1498545" y="74823"/>
                </a:lnTo>
                <a:lnTo>
                  <a:pt x="1498931" y="75011"/>
                </a:lnTo>
                <a:lnTo>
                  <a:pt x="1499320" y="75195"/>
                </a:lnTo>
                <a:lnTo>
                  <a:pt x="1499712" y="75376"/>
                </a:lnTo>
                <a:lnTo>
                  <a:pt x="1500108" y="75553"/>
                </a:lnTo>
                <a:lnTo>
                  <a:pt x="1500508" y="75726"/>
                </a:lnTo>
                <a:lnTo>
                  <a:pt x="1500911" y="75895"/>
                </a:lnTo>
                <a:lnTo>
                  <a:pt x="1501317" y="76061"/>
                </a:lnTo>
                <a:lnTo>
                  <a:pt x="1501727" y="76222"/>
                </a:lnTo>
                <a:lnTo>
                  <a:pt x="1502141" y="76380"/>
                </a:lnTo>
                <a:lnTo>
                  <a:pt x="1502558" y="76535"/>
                </a:lnTo>
                <a:lnTo>
                  <a:pt x="1502978" y="76685"/>
                </a:lnTo>
                <a:lnTo>
                  <a:pt x="1503402" y="76832"/>
                </a:lnTo>
                <a:lnTo>
                  <a:pt x="1503830" y="76975"/>
                </a:lnTo>
                <a:lnTo>
                  <a:pt x="1504259" y="77115"/>
                </a:lnTo>
                <a:lnTo>
                  <a:pt x="1504688" y="77254"/>
                </a:lnTo>
                <a:lnTo>
                  <a:pt x="1505118" y="77392"/>
                </a:lnTo>
                <a:lnTo>
                  <a:pt x="1505549" y="77529"/>
                </a:lnTo>
                <a:lnTo>
                  <a:pt x="1505979" y="77665"/>
                </a:lnTo>
                <a:lnTo>
                  <a:pt x="1506410" y="77800"/>
                </a:lnTo>
                <a:lnTo>
                  <a:pt x="1506841" y="77933"/>
                </a:lnTo>
                <a:lnTo>
                  <a:pt x="1507272" y="78066"/>
                </a:lnTo>
                <a:lnTo>
                  <a:pt x="1507704" y="78197"/>
                </a:lnTo>
                <a:lnTo>
                  <a:pt x="1508135" y="78327"/>
                </a:lnTo>
                <a:lnTo>
                  <a:pt x="1508568" y="78456"/>
                </a:lnTo>
                <a:lnTo>
                  <a:pt x="1509000" y="78584"/>
                </a:lnTo>
                <a:lnTo>
                  <a:pt x="1509433" y="78711"/>
                </a:lnTo>
                <a:lnTo>
                  <a:pt x="1509866" y="78837"/>
                </a:lnTo>
                <a:lnTo>
                  <a:pt x="1510299" y="78961"/>
                </a:lnTo>
                <a:lnTo>
                  <a:pt x="1510732" y="79085"/>
                </a:lnTo>
                <a:lnTo>
                  <a:pt x="1511166" y="79207"/>
                </a:lnTo>
                <a:lnTo>
                  <a:pt x="1511600" y="79329"/>
                </a:lnTo>
                <a:lnTo>
                  <a:pt x="1512035" y="79449"/>
                </a:lnTo>
                <a:lnTo>
                  <a:pt x="1512469" y="79568"/>
                </a:lnTo>
                <a:lnTo>
                  <a:pt x="1512904" y="79686"/>
                </a:lnTo>
                <a:lnTo>
                  <a:pt x="1513339" y="79803"/>
                </a:lnTo>
                <a:lnTo>
                  <a:pt x="1513775" y="79918"/>
                </a:lnTo>
                <a:lnTo>
                  <a:pt x="1514211" y="80033"/>
                </a:lnTo>
                <a:lnTo>
                  <a:pt x="1514678" y="80160"/>
                </a:lnTo>
                <a:lnTo>
                  <a:pt x="1515143" y="80286"/>
                </a:lnTo>
                <a:lnTo>
                  <a:pt x="1515604" y="80411"/>
                </a:lnTo>
                <a:lnTo>
                  <a:pt x="1516063" y="80535"/>
                </a:lnTo>
                <a:lnTo>
                  <a:pt x="1516518" y="80659"/>
                </a:lnTo>
                <a:lnTo>
                  <a:pt x="1516969" y="80781"/>
                </a:lnTo>
                <a:lnTo>
                  <a:pt x="1517418" y="80902"/>
                </a:lnTo>
                <a:lnTo>
                  <a:pt x="1517863" y="81022"/>
                </a:lnTo>
                <a:lnTo>
                  <a:pt x="1518305" y="81142"/>
                </a:lnTo>
                <a:lnTo>
                  <a:pt x="1518744" y="81260"/>
                </a:lnTo>
                <a:lnTo>
                  <a:pt x="1519180" y="81377"/>
                </a:lnTo>
                <a:lnTo>
                  <a:pt x="1519612" y="81494"/>
                </a:lnTo>
                <a:lnTo>
                  <a:pt x="1520042" y="81609"/>
                </a:lnTo>
                <a:lnTo>
                  <a:pt x="1520468" y="81724"/>
                </a:lnTo>
                <a:lnTo>
                  <a:pt x="1520890" y="81837"/>
                </a:lnTo>
                <a:lnTo>
                  <a:pt x="1521310" y="81950"/>
                </a:lnTo>
                <a:lnTo>
                  <a:pt x="1521726" y="82061"/>
                </a:lnTo>
                <a:lnTo>
                  <a:pt x="1522140" y="82172"/>
                </a:lnTo>
                <a:lnTo>
                  <a:pt x="1522550" y="82281"/>
                </a:lnTo>
                <a:lnTo>
                  <a:pt x="1522956" y="82390"/>
                </a:lnTo>
                <a:lnTo>
                  <a:pt x="1523360" y="82497"/>
                </a:lnTo>
                <a:lnTo>
                  <a:pt x="1523760" y="82604"/>
                </a:lnTo>
                <a:lnTo>
                  <a:pt x="1524157" y="82709"/>
                </a:lnTo>
                <a:lnTo>
                  <a:pt x="1524551" y="82814"/>
                </a:lnTo>
                <a:lnTo>
                  <a:pt x="1524941" y="82919"/>
                </a:lnTo>
                <a:lnTo>
                  <a:pt x="1525326" y="83025"/>
                </a:lnTo>
                <a:lnTo>
                  <a:pt x="1525706" y="83133"/>
                </a:lnTo>
                <a:lnTo>
                  <a:pt x="1526081" y="83242"/>
                </a:lnTo>
                <a:lnTo>
                  <a:pt x="1526452" y="83353"/>
                </a:lnTo>
                <a:lnTo>
                  <a:pt x="1526817" y="83466"/>
                </a:lnTo>
                <a:lnTo>
                  <a:pt x="1527178" y="83580"/>
                </a:lnTo>
                <a:lnTo>
                  <a:pt x="1527533" y="83695"/>
                </a:lnTo>
                <a:lnTo>
                  <a:pt x="1527884" y="83812"/>
                </a:lnTo>
                <a:lnTo>
                  <a:pt x="1528230" y="83931"/>
                </a:lnTo>
                <a:lnTo>
                  <a:pt x="1528571" y="84051"/>
                </a:lnTo>
                <a:lnTo>
                  <a:pt x="1528907" y="84173"/>
                </a:lnTo>
                <a:lnTo>
                  <a:pt x="1529238" y="84296"/>
                </a:lnTo>
                <a:lnTo>
                  <a:pt x="1529564" y="84421"/>
                </a:lnTo>
                <a:lnTo>
                  <a:pt x="1529886" y="84547"/>
                </a:lnTo>
                <a:lnTo>
                  <a:pt x="1530202" y="84675"/>
                </a:lnTo>
                <a:lnTo>
                  <a:pt x="1530514" y="84804"/>
                </a:lnTo>
                <a:lnTo>
                  <a:pt x="1530821" y="84935"/>
                </a:lnTo>
                <a:lnTo>
                  <a:pt x="1531122" y="85068"/>
                </a:lnTo>
                <a:lnTo>
                  <a:pt x="1531419" y="85202"/>
                </a:lnTo>
                <a:lnTo>
                  <a:pt x="1531712" y="85338"/>
                </a:lnTo>
                <a:lnTo>
                  <a:pt x="1531999" y="85475"/>
                </a:lnTo>
                <a:lnTo>
                  <a:pt x="1532281" y="85614"/>
                </a:lnTo>
                <a:lnTo>
                  <a:pt x="1532558" y="85754"/>
                </a:lnTo>
                <a:lnTo>
                  <a:pt x="1532831" y="85896"/>
                </a:lnTo>
                <a:lnTo>
                  <a:pt x="1533098" y="86041"/>
                </a:lnTo>
                <a:lnTo>
                  <a:pt x="1533361" y="86190"/>
                </a:lnTo>
                <a:lnTo>
                  <a:pt x="1533618" y="86341"/>
                </a:lnTo>
                <a:lnTo>
                  <a:pt x="1533870" y="86495"/>
                </a:lnTo>
                <a:lnTo>
                  <a:pt x="1534118" y="86652"/>
                </a:lnTo>
                <a:lnTo>
                  <a:pt x="1534360" y="86812"/>
                </a:lnTo>
                <a:lnTo>
                  <a:pt x="1534597" y="86975"/>
                </a:lnTo>
                <a:lnTo>
                  <a:pt x="1534829" y="87140"/>
                </a:lnTo>
                <a:lnTo>
                  <a:pt x="1535056" y="87309"/>
                </a:lnTo>
                <a:lnTo>
                  <a:pt x="1535279" y="87481"/>
                </a:lnTo>
                <a:lnTo>
                  <a:pt x="1535496" y="87656"/>
                </a:lnTo>
                <a:lnTo>
                  <a:pt x="1535708" y="87833"/>
                </a:lnTo>
                <a:lnTo>
                  <a:pt x="1535915" y="88014"/>
                </a:lnTo>
                <a:lnTo>
                  <a:pt x="1536117" y="88197"/>
                </a:lnTo>
                <a:lnTo>
                  <a:pt x="1536314" y="88384"/>
                </a:lnTo>
                <a:lnTo>
                  <a:pt x="1536506" y="88573"/>
                </a:lnTo>
                <a:lnTo>
                  <a:pt x="1536693" y="88765"/>
                </a:lnTo>
                <a:lnTo>
                  <a:pt x="1536875" y="88961"/>
                </a:lnTo>
                <a:lnTo>
                  <a:pt x="1537051" y="89159"/>
                </a:lnTo>
                <a:lnTo>
                  <a:pt x="1537223" y="89360"/>
                </a:lnTo>
                <a:lnTo>
                  <a:pt x="1537390" y="89564"/>
                </a:lnTo>
                <a:lnTo>
                  <a:pt x="1537552" y="89771"/>
                </a:lnTo>
                <a:lnTo>
                  <a:pt x="1537709" y="89981"/>
                </a:lnTo>
                <a:lnTo>
                  <a:pt x="1537860" y="90195"/>
                </a:lnTo>
                <a:lnTo>
                  <a:pt x="1538004" y="90414"/>
                </a:lnTo>
                <a:lnTo>
                  <a:pt x="1538142" y="90638"/>
                </a:lnTo>
                <a:lnTo>
                  <a:pt x="1538274" y="90866"/>
                </a:lnTo>
                <a:lnTo>
                  <a:pt x="1538399" y="91100"/>
                </a:lnTo>
                <a:lnTo>
                  <a:pt x="1538518" y="91338"/>
                </a:lnTo>
                <a:lnTo>
                  <a:pt x="1538631" y="91581"/>
                </a:lnTo>
                <a:lnTo>
                  <a:pt x="1538737" y="91829"/>
                </a:lnTo>
                <a:lnTo>
                  <a:pt x="1538836" y="92082"/>
                </a:lnTo>
                <a:lnTo>
                  <a:pt x="1538930" y="92340"/>
                </a:lnTo>
                <a:lnTo>
                  <a:pt x="1539016" y="92603"/>
                </a:lnTo>
                <a:lnTo>
                  <a:pt x="1539097" y="92871"/>
                </a:lnTo>
                <a:lnTo>
                  <a:pt x="1539171" y="93143"/>
                </a:lnTo>
                <a:lnTo>
                  <a:pt x="1539238" y="93421"/>
                </a:lnTo>
                <a:lnTo>
                  <a:pt x="1539299" y="93703"/>
                </a:lnTo>
                <a:lnTo>
                  <a:pt x="1539354" y="93990"/>
                </a:lnTo>
                <a:lnTo>
                  <a:pt x="1539402" y="94282"/>
                </a:lnTo>
                <a:lnTo>
                  <a:pt x="1539444" y="94579"/>
                </a:lnTo>
                <a:lnTo>
                  <a:pt x="1539479" y="94881"/>
                </a:lnTo>
                <a:lnTo>
                  <a:pt x="1539508" y="95188"/>
                </a:lnTo>
                <a:lnTo>
                  <a:pt x="1539531" y="95500"/>
                </a:lnTo>
                <a:lnTo>
                  <a:pt x="1539547" y="95816"/>
                </a:lnTo>
                <a:lnTo>
                  <a:pt x="1539556" y="96138"/>
                </a:lnTo>
                <a:lnTo>
                  <a:pt x="1539559" y="96464"/>
                </a:lnTo>
                <a:lnTo>
                  <a:pt x="1539557" y="96783"/>
                </a:lnTo>
                <a:lnTo>
                  <a:pt x="1539549" y="97097"/>
                </a:lnTo>
                <a:lnTo>
                  <a:pt x="1539535" y="97406"/>
                </a:lnTo>
                <a:lnTo>
                  <a:pt x="1539516" y="97712"/>
                </a:lnTo>
                <a:lnTo>
                  <a:pt x="1539491" y="98013"/>
                </a:lnTo>
                <a:lnTo>
                  <a:pt x="1539461" y="98309"/>
                </a:lnTo>
                <a:lnTo>
                  <a:pt x="1539426" y="98602"/>
                </a:lnTo>
                <a:lnTo>
                  <a:pt x="1539385" y="98890"/>
                </a:lnTo>
                <a:lnTo>
                  <a:pt x="1539339" y="99174"/>
                </a:lnTo>
                <a:lnTo>
                  <a:pt x="1539287" y="99453"/>
                </a:lnTo>
                <a:lnTo>
                  <a:pt x="1539230" y="99729"/>
                </a:lnTo>
                <a:lnTo>
                  <a:pt x="1539167" y="99999"/>
                </a:lnTo>
                <a:lnTo>
                  <a:pt x="1539099" y="100266"/>
                </a:lnTo>
                <a:lnTo>
                  <a:pt x="1539026" y="100528"/>
                </a:lnTo>
                <a:lnTo>
                  <a:pt x="1538947" y="100786"/>
                </a:lnTo>
                <a:lnTo>
                  <a:pt x="1538862" y="101040"/>
                </a:lnTo>
                <a:lnTo>
                  <a:pt x="1538772" y="101289"/>
                </a:lnTo>
                <a:lnTo>
                  <a:pt x="1538677" y="101535"/>
                </a:lnTo>
                <a:lnTo>
                  <a:pt x="1538576" y="101775"/>
                </a:lnTo>
                <a:lnTo>
                  <a:pt x="1538470" y="102012"/>
                </a:lnTo>
                <a:lnTo>
                  <a:pt x="1538358" y="102244"/>
                </a:lnTo>
                <a:lnTo>
                  <a:pt x="1538241" y="102472"/>
                </a:lnTo>
                <a:lnTo>
                  <a:pt x="1538118" y="102695"/>
                </a:lnTo>
                <a:lnTo>
                  <a:pt x="1537990" y="102915"/>
                </a:lnTo>
                <a:lnTo>
                  <a:pt x="1537857" y="103130"/>
                </a:lnTo>
                <a:lnTo>
                  <a:pt x="1537720" y="103342"/>
                </a:lnTo>
                <a:lnTo>
                  <a:pt x="1537578" y="103550"/>
                </a:lnTo>
                <a:lnTo>
                  <a:pt x="1537433" y="103754"/>
                </a:lnTo>
                <a:lnTo>
                  <a:pt x="1537282" y="103955"/>
                </a:lnTo>
                <a:lnTo>
                  <a:pt x="1537128" y="104152"/>
                </a:lnTo>
                <a:lnTo>
                  <a:pt x="1536969" y="104346"/>
                </a:lnTo>
                <a:lnTo>
                  <a:pt x="1536806" y="104536"/>
                </a:lnTo>
                <a:lnTo>
                  <a:pt x="1536638" y="104722"/>
                </a:lnTo>
                <a:lnTo>
                  <a:pt x="1536466" y="104905"/>
                </a:lnTo>
                <a:lnTo>
                  <a:pt x="1536290" y="105084"/>
                </a:lnTo>
                <a:lnTo>
                  <a:pt x="1536109" y="105259"/>
                </a:lnTo>
                <a:lnTo>
                  <a:pt x="1535924" y="105431"/>
                </a:lnTo>
                <a:lnTo>
                  <a:pt x="1535735" y="105599"/>
                </a:lnTo>
                <a:lnTo>
                  <a:pt x="1535542" y="105764"/>
                </a:lnTo>
                <a:lnTo>
                  <a:pt x="1535344" y="105925"/>
                </a:lnTo>
                <a:lnTo>
                  <a:pt x="1535141" y="106082"/>
                </a:lnTo>
                <a:lnTo>
                  <a:pt x="1534935" y="106236"/>
                </a:lnTo>
                <a:lnTo>
                  <a:pt x="1534724" y="106386"/>
                </a:lnTo>
                <a:lnTo>
                  <a:pt x="1534509" y="106532"/>
                </a:lnTo>
                <a:lnTo>
                  <a:pt x="1534289" y="106675"/>
                </a:lnTo>
                <a:lnTo>
                  <a:pt x="1534065" y="106814"/>
                </a:lnTo>
                <a:lnTo>
                  <a:pt x="1533837" y="106950"/>
                </a:lnTo>
                <a:lnTo>
                  <a:pt x="1533605" y="107082"/>
                </a:lnTo>
                <a:lnTo>
                  <a:pt x="1533368" y="107210"/>
                </a:lnTo>
                <a:lnTo>
                  <a:pt x="1533128" y="107336"/>
                </a:lnTo>
                <a:lnTo>
                  <a:pt x="1532883" y="107458"/>
                </a:lnTo>
                <a:lnTo>
                  <a:pt x="1532635" y="107577"/>
                </a:lnTo>
                <a:lnTo>
                  <a:pt x="1532384" y="107692"/>
                </a:lnTo>
                <a:lnTo>
                  <a:pt x="1532128" y="107805"/>
                </a:lnTo>
                <a:lnTo>
                  <a:pt x="1531869" y="107914"/>
                </a:lnTo>
                <a:lnTo>
                  <a:pt x="1531606" y="108021"/>
                </a:lnTo>
                <a:lnTo>
                  <a:pt x="1531339" y="108124"/>
                </a:lnTo>
                <a:lnTo>
                  <a:pt x="1531069" y="108223"/>
                </a:lnTo>
                <a:lnTo>
                  <a:pt x="1530794" y="108320"/>
                </a:lnTo>
                <a:lnTo>
                  <a:pt x="1530516" y="108413"/>
                </a:lnTo>
                <a:lnTo>
                  <a:pt x="1530234" y="108503"/>
                </a:lnTo>
                <a:lnTo>
                  <a:pt x="1529949" y="108590"/>
                </a:lnTo>
                <a:lnTo>
                  <a:pt x="1529659" y="108674"/>
                </a:lnTo>
                <a:lnTo>
                  <a:pt x="1529366" y="108755"/>
                </a:lnTo>
                <a:lnTo>
                  <a:pt x="1529069" y="108832"/>
                </a:lnTo>
                <a:lnTo>
                  <a:pt x="1528769" y="108906"/>
                </a:lnTo>
                <a:lnTo>
                  <a:pt x="1528464" y="108977"/>
                </a:lnTo>
                <a:lnTo>
                  <a:pt x="1528156" y="109045"/>
                </a:lnTo>
                <a:lnTo>
                  <a:pt x="1527844" y="109110"/>
                </a:lnTo>
                <a:lnTo>
                  <a:pt x="1527528" y="109171"/>
                </a:lnTo>
                <a:lnTo>
                  <a:pt x="1527208" y="109230"/>
                </a:lnTo>
                <a:lnTo>
                  <a:pt x="1526885" y="109285"/>
                </a:lnTo>
                <a:lnTo>
                  <a:pt x="1526558" y="109337"/>
                </a:lnTo>
                <a:lnTo>
                  <a:pt x="1526229" y="109387"/>
                </a:lnTo>
                <a:lnTo>
                  <a:pt x="1525897" y="109435"/>
                </a:lnTo>
                <a:lnTo>
                  <a:pt x="1525563" y="109481"/>
                </a:lnTo>
                <a:lnTo>
                  <a:pt x="1525226" y="109524"/>
                </a:lnTo>
                <a:lnTo>
                  <a:pt x="1524886" y="109565"/>
                </a:lnTo>
                <a:lnTo>
                  <a:pt x="1524543" y="109604"/>
                </a:lnTo>
                <a:lnTo>
                  <a:pt x="1524198" y="109641"/>
                </a:lnTo>
                <a:lnTo>
                  <a:pt x="1523850" y="109675"/>
                </a:lnTo>
                <a:lnTo>
                  <a:pt x="1523500" y="109708"/>
                </a:lnTo>
                <a:lnTo>
                  <a:pt x="1523147" y="109738"/>
                </a:lnTo>
                <a:lnTo>
                  <a:pt x="1522791" y="109766"/>
                </a:lnTo>
                <a:lnTo>
                  <a:pt x="1522433" y="109791"/>
                </a:lnTo>
                <a:lnTo>
                  <a:pt x="1522071" y="109815"/>
                </a:lnTo>
                <a:lnTo>
                  <a:pt x="1521708" y="109836"/>
                </a:lnTo>
                <a:lnTo>
                  <a:pt x="1521341" y="109855"/>
                </a:lnTo>
                <a:lnTo>
                  <a:pt x="1520972" y="109871"/>
                </a:lnTo>
                <a:lnTo>
                  <a:pt x="1520601" y="109886"/>
                </a:lnTo>
                <a:lnTo>
                  <a:pt x="1520226" y="109898"/>
                </a:lnTo>
                <a:lnTo>
                  <a:pt x="1519849" y="109908"/>
                </a:lnTo>
                <a:lnTo>
                  <a:pt x="1519470" y="109916"/>
                </a:lnTo>
                <a:lnTo>
                  <a:pt x="1519087" y="109921"/>
                </a:lnTo>
                <a:lnTo>
                  <a:pt x="1518702" y="109925"/>
                </a:lnTo>
                <a:lnTo>
                  <a:pt x="1518315" y="109926"/>
                </a:lnTo>
                <a:lnTo>
                  <a:pt x="1517464" y="109920"/>
                </a:lnTo>
                <a:lnTo>
                  <a:pt x="1516629" y="109903"/>
                </a:lnTo>
                <a:lnTo>
                  <a:pt x="1515810" y="109875"/>
                </a:lnTo>
                <a:lnTo>
                  <a:pt x="1515006" y="109835"/>
                </a:lnTo>
                <a:lnTo>
                  <a:pt x="1514218" y="109784"/>
                </a:lnTo>
                <a:lnTo>
                  <a:pt x="1513446" y="109722"/>
                </a:lnTo>
                <a:lnTo>
                  <a:pt x="1512689" y="109649"/>
                </a:lnTo>
                <a:lnTo>
                  <a:pt x="1511948" y="109564"/>
                </a:lnTo>
                <a:lnTo>
                  <a:pt x="1511223" y="109468"/>
                </a:lnTo>
                <a:lnTo>
                  <a:pt x="1510513" y="109360"/>
                </a:lnTo>
                <a:lnTo>
                  <a:pt x="1509819" y="109241"/>
                </a:lnTo>
                <a:lnTo>
                  <a:pt x="1509141" y="109111"/>
                </a:lnTo>
                <a:lnTo>
                  <a:pt x="1508478" y="108970"/>
                </a:lnTo>
                <a:lnTo>
                  <a:pt x="1507831" y="108817"/>
                </a:lnTo>
                <a:lnTo>
                  <a:pt x="1507199" y="108653"/>
                </a:lnTo>
                <a:lnTo>
                  <a:pt x="1506584" y="108477"/>
                </a:lnTo>
                <a:lnTo>
                  <a:pt x="1505983" y="108291"/>
                </a:lnTo>
                <a:lnTo>
                  <a:pt x="1505399" y="108093"/>
                </a:lnTo>
                <a:lnTo>
                  <a:pt x="1504830" y="107883"/>
                </a:lnTo>
                <a:lnTo>
                  <a:pt x="1504277" y="107663"/>
                </a:lnTo>
                <a:lnTo>
                  <a:pt x="1503739" y="107431"/>
                </a:lnTo>
                <a:lnTo>
                  <a:pt x="1503217" y="107187"/>
                </a:lnTo>
                <a:lnTo>
                  <a:pt x="1502711" y="106933"/>
                </a:lnTo>
                <a:lnTo>
                  <a:pt x="1502220" y="106667"/>
                </a:lnTo>
                <a:lnTo>
                  <a:pt x="1501744" y="106389"/>
                </a:lnTo>
                <a:lnTo>
                  <a:pt x="1501282" y="106098"/>
                </a:lnTo>
                <a:lnTo>
                  <a:pt x="1500833" y="105793"/>
                </a:lnTo>
                <a:lnTo>
                  <a:pt x="1500398" y="105476"/>
                </a:lnTo>
                <a:lnTo>
                  <a:pt x="1499977" y="105146"/>
                </a:lnTo>
                <a:lnTo>
                  <a:pt x="1499570" y="104803"/>
                </a:lnTo>
                <a:lnTo>
                  <a:pt x="1499176" y="104447"/>
                </a:lnTo>
                <a:lnTo>
                  <a:pt x="1498796" y="104078"/>
                </a:lnTo>
                <a:lnTo>
                  <a:pt x="1498429" y="103696"/>
                </a:lnTo>
                <a:lnTo>
                  <a:pt x="1498076" y="103301"/>
                </a:lnTo>
                <a:lnTo>
                  <a:pt x="1497737" y="102893"/>
                </a:lnTo>
                <a:lnTo>
                  <a:pt x="1497412" y="102472"/>
                </a:lnTo>
                <a:lnTo>
                  <a:pt x="1497100" y="102038"/>
                </a:lnTo>
                <a:lnTo>
                  <a:pt x="1496802" y="101591"/>
                </a:lnTo>
                <a:lnTo>
                  <a:pt x="1496518" y="101131"/>
                </a:lnTo>
                <a:lnTo>
                  <a:pt x="1496247" y="100658"/>
                </a:lnTo>
                <a:lnTo>
                  <a:pt x="1495990" y="100172"/>
                </a:lnTo>
                <a:lnTo>
                  <a:pt x="1495747" y="99673"/>
                </a:lnTo>
                <a:lnTo>
                  <a:pt x="1495518" y="99161"/>
                </a:lnTo>
                <a:lnTo>
                  <a:pt x="1495302" y="98636"/>
                </a:lnTo>
                <a:lnTo>
                  <a:pt x="1495100" y="98098"/>
                </a:lnTo>
                <a:lnTo>
                  <a:pt x="1494911" y="97547"/>
                </a:lnTo>
                <a:lnTo>
                  <a:pt x="1494736" y="96983"/>
                </a:lnTo>
                <a:lnTo>
                  <a:pt x="1494575" y="96406"/>
                </a:lnTo>
                <a:lnTo>
                  <a:pt x="1481780" y="98909"/>
                </a:lnTo>
                <a:lnTo>
                  <a:pt x="1481904" y="99417"/>
                </a:lnTo>
                <a:lnTo>
                  <a:pt x="1482033" y="99918"/>
                </a:lnTo>
                <a:lnTo>
                  <a:pt x="1482168" y="100413"/>
                </a:lnTo>
                <a:lnTo>
                  <a:pt x="1482309" y="100901"/>
                </a:lnTo>
                <a:lnTo>
                  <a:pt x="1482455" y="101383"/>
                </a:lnTo>
                <a:lnTo>
                  <a:pt x="1482607" y="101858"/>
                </a:lnTo>
                <a:lnTo>
                  <a:pt x="1482765" y="102327"/>
                </a:lnTo>
                <a:lnTo>
                  <a:pt x="1482929" y="102789"/>
                </a:lnTo>
                <a:lnTo>
                  <a:pt x="1483098" y="103244"/>
                </a:lnTo>
                <a:lnTo>
                  <a:pt x="1483274" y="103693"/>
                </a:lnTo>
                <a:lnTo>
                  <a:pt x="1483454" y="104135"/>
                </a:lnTo>
                <a:lnTo>
                  <a:pt x="1483641" y="104571"/>
                </a:lnTo>
                <a:lnTo>
                  <a:pt x="1483833" y="105000"/>
                </a:lnTo>
                <a:lnTo>
                  <a:pt x="1484031" y="105422"/>
                </a:lnTo>
                <a:lnTo>
                  <a:pt x="1484235" y="105838"/>
                </a:lnTo>
                <a:lnTo>
                  <a:pt x="1484445" y="106247"/>
                </a:lnTo>
                <a:lnTo>
                  <a:pt x="1484660" y="106650"/>
                </a:lnTo>
                <a:lnTo>
                  <a:pt x="1484881" y="107046"/>
                </a:lnTo>
                <a:lnTo>
                  <a:pt x="1485107" y="107436"/>
                </a:lnTo>
                <a:lnTo>
                  <a:pt x="1485340" y="107819"/>
                </a:lnTo>
                <a:lnTo>
                  <a:pt x="1485578" y="108195"/>
                </a:lnTo>
                <a:lnTo>
                  <a:pt x="1485822" y="108565"/>
                </a:lnTo>
                <a:lnTo>
                  <a:pt x="1486071" y="108928"/>
                </a:lnTo>
                <a:lnTo>
                  <a:pt x="1486327" y="109285"/>
                </a:lnTo>
                <a:lnTo>
                  <a:pt x="1486587" y="109635"/>
                </a:lnTo>
                <a:lnTo>
                  <a:pt x="1486853" y="109979"/>
                </a:lnTo>
                <a:lnTo>
                  <a:pt x="1487125" y="110318"/>
                </a:lnTo>
                <a:lnTo>
                  <a:pt x="1487401" y="110651"/>
                </a:lnTo>
                <a:lnTo>
                  <a:pt x="1487682" y="110978"/>
                </a:lnTo>
                <a:lnTo>
                  <a:pt x="1487969" y="111300"/>
                </a:lnTo>
                <a:lnTo>
                  <a:pt x="1488261" y="111616"/>
                </a:lnTo>
                <a:lnTo>
                  <a:pt x="1488558" y="111926"/>
                </a:lnTo>
                <a:lnTo>
                  <a:pt x="1488860" y="112230"/>
                </a:lnTo>
                <a:lnTo>
                  <a:pt x="1489167" y="112529"/>
                </a:lnTo>
                <a:lnTo>
                  <a:pt x="1489479" y="112822"/>
                </a:lnTo>
                <a:lnTo>
                  <a:pt x="1489797" y="113109"/>
                </a:lnTo>
                <a:lnTo>
                  <a:pt x="1490120" y="113390"/>
                </a:lnTo>
                <a:lnTo>
                  <a:pt x="1490448" y="113666"/>
                </a:lnTo>
                <a:lnTo>
                  <a:pt x="1490781" y="113936"/>
                </a:lnTo>
                <a:lnTo>
                  <a:pt x="1491119" y="114200"/>
                </a:lnTo>
                <a:lnTo>
                  <a:pt x="1491463" y="114459"/>
                </a:lnTo>
                <a:lnTo>
                  <a:pt x="1491811" y="114711"/>
                </a:lnTo>
                <a:lnTo>
                  <a:pt x="1492165" y="114958"/>
                </a:lnTo>
                <a:lnTo>
                  <a:pt x="1492524" y="115200"/>
                </a:lnTo>
                <a:lnTo>
                  <a:pt x="1492888" y="115435"/>
                </a:lnTo>
                <a:lnTo>
                  <a:pt x="1493258" y="115665"/>
                </a:lnTo>
                <a:lnTo>
                  <a:pt x="1493632" y="115889"/>
                </a:lnTo>
                <a:lnTo>
                  <a:pt x="1494012" y="116107"/>
                </a:lnTo>
                <a:lnTo>
                  <a:pt x="1494397" y="116320"/>
                </a:lnTo>
                <a:lnTo>
                  <a:pt x="1494787" y="116528"/>
                </a:lnTo>
                <a:lnTo>
                  <a:pt x="1495182" y="116731"/>
                </a:lnTo>
                <a:lnTo>
                  <a:pt x="1495582" y="116929"/>
                </a:lnTo>
                <a:lnTo>
                  <a:pt x="1495988" y="117122"/>
                </a:lnTo>
                <a:lnTo>
                  <a:pt x="1496398" y="117310"/>
                </a:lnTo>
                <a:lnTo>
                  <a:pt x="1496814" y="117494"/>
                </a:lnTo>
                <a:lnTo>
                  <a:pt x="1497235" y="117672"/>
                </a:lnTo>
                <a:lnTo>
                  <a:pt x="1497661" y="117845"/>
                </a:lnTo>
                <a:lnTo>
                  <a:pt x="1498093" y="118014"/>
                </a:lnTo>
                <a:lnTo>
                  <a:pt x="1498529" y="118178"/>
                </a:lnTo>
                <a:lnTo>
                  <a:pt x="1498971" y="118337"/>
                </a:lnTo>
                <a:lnTo>
                  <a:pt x="1499418" y="118490"/>
                </a:lnTo>
                <a:lnTo>
                  <a:pt x="1499870" y="118639"/>
                </a:lnTo>
                <a:lnTo>
                  <a:pt x="1500327" y="118783"/>
                </a:lnTo>
                <a:lnTo>
                  <a:pt x="1500789" y="118923"/>
                </a:lnTo>
                <a:lnTo>
                  <a:pt x="1501257" y="119057"/>
                </a:lnTo>
                <a:lnTo>
                  <a:pt x="1501730" y="119186"/>
                </a:lnTo>
                <a:lnTo>
                  <a:pt x="1502208" y="119311"/>
                </a:lnTo>
                <a:lnTo>
                  <a:pt x="1502691" y="119430"/>
                </a:lnTo>
                <a:lnTo>
                  <a:pt x="1503179" y="119545"/>
                </a:lnTo>
                <a:lnTo>
                  <a:pt x="1503672" y="119655"/>
                </a:lnTo>
                <a:lnTo>
                  <a:pt x="1504171" y="119759"/>
                </a:lnTo>
                <a:lnTo>
                  <a:pt x="1504675" y="119859"/>
                </a:lnTo>
                <a:lnTo>
                  <a:pt x="1505183" y="119955"/>
                </a:lnTo>
                <a:lnTo>
                  <a:pt x="1505697" y="120046"/>
                </a:lnTo>
                <a:lnTo>
                  <a:pt x="1506217" y="120134"/>
                </a:lnTo>
                <a:lnTo>
                  <a:pt x="1506741" y="120217"/>
                </a:lnTo>
                <a:lnTo>
                  <a:pt x="1507271" y="120297"/>
                </a:lnTo>
                <a:lnTo>
                  <a:pt x="1507805" y="120372"/>
                </a:lnTo>
                <a:lnTo>
                  <a:pt x="1508345" y="120443"/>
                </a:lnTo>
                <a:lnTo>
                  <a:pt x="1508890" y="120510"/>
                </a:lnTo>
                <a:lnTo>
                  <a:pt x="1509441" y="120573"/>
                </a:lnTo>
                <a:lnTo>
                  <a:pt x="1509996" y="120632"/>
                </a:lnTo>
                <a:lnTo>
                  <a:pt x="1510557" y="120687"/>
                </a:lnTo>
                <a:lnTo>
                  <a:pt x="1511122" y="120738"/>
                </a:lnTo>
                <a:lnTo>
                  <a:pt x="1511693" y="120785"/>
                </a:lnTo>
                <a:lnTo>
                  <a:pt x="1512269" y="120828"/>
                </a:lnTo>
                <a:lnTo>
                  <a:pt x="1512851" y="120866"/>
                </a:lnTo>
                <a:lnTo>
                  <a:pt x="1513437" y="120901"/>
                </a:lnTo>
                <a:lnTo>
                  <a:pt x="1514029" y="120931"/>
                </a:lnTo>
                <a:lnTo>
                  <a:pt x="1514625" y="120958"/>
                </a:lnTo>
                <a:lnTo>
                  <a:pt x="1515227" y="120980"/>
                </a:lnTo>
                <a:lnTo>
                  <a:pt x="1515835" y="120999"/>
                </a:lnTo>
                <a:lnTo>
                  <a:pt x="1516447" y="121013"/>
                </a:lnTo>
                <a:lnTo>
                  <a:pt x="1517064" y="121023"/>
                </a:lnTo>
                <a:lnTo>
                  <a:pt x="1517687" y="121029"/>
                </a:lnTo>
                <a:lnTo>
                  <a:pt x="1518315" y="121031"/>
                </a:lnTo>
                <a:lnTo>
                  <a:pt x="1519016" y="121028"/>
                </a:lnTo>
                <a:lnTo>
                  <a:pt x="1519710" y="121019"/>
                </a:lnTo>
                <a:lnTo>
                  <a:pt x="1520398" y="121004"/>
                </a:lnTo>
                <a:lnTo>
                  <a:pt x="1521079" y="120983"/>
                </a:lnTo>
                <a:lnTo>
                  <a:pt x="1521753" y="120956"/>
                </a:lnTo>
                <a:lnTo>
                  <a:pt x="1522421" y="120923"/>
                </a:lnTo>
                <a:lnTo>
                  <a:pt x="1523083" y="120884"/>
                </a:lnTo>
                <a:lnTo>
                  <a:pt x="1523738" y="120839"/>
                </a:lnTo>
                <a:lnTo>
                  <a:pt x="1524386" y="120788"/>
                </a:lnTo>
                <a:lnTo>
                  <a:pt x="1525028" y="120731"/>
                </a:lnTo>
                <a:lnTo>
                  <a:pt x="1525663" y="120668"/>
                </a:lnTo>
                <a:lnTo>
                  <a:pt x="1526292" y="120599"/>
                </a:lnTo>
                <a:lnTo>
                  <a:pt x="1526914" y="120524"/>
                </a:lnTo>
                <a:lnTo>
                  <a:pt x="1527529" y="120442"/>
                </a:lnTo>
                <a:lnTo>
                  <a:pt x="1528138" y="120355"/>
                </a:lnTo>
                <a:lnTo>
                  <a:pt x="1528740" y="120262"/>
                </a:lnTo>
                <a:lnTo>
                  <a:pt x="1529336" y="120163"/>
                </a:lnTo>
                <a:lnTo>
                  <a:pt x="1529925" y="120058"/>
                </a:lnTo>
                <a:lnTo>
                  <a:pt x="1530508" y="119947"/>
                </a:lnTo>
                <a:lnTo>
                  <a:pt x="1531084" y="119830"/>
                </a:lnTo>
                <a:lnTo>
                  <a:pt x="1531654" y="119706"/>
                </a:lnTo>
                <a:lnTo>
                  <a:pt x="1532217" y="119577"/>
                </a:lnTo>
                <a:lnTo>
                  <a:pt x="1532773" y="119442"/>
                </a:lnTo>
                <a:lnTo>
                  <a:pt x="1533323" y="119301"/>
                </a:lnTo>
                <a:lnTo>
                  <a:pt x="1533866" y="119154"/>
                </a:lnTo>
                <a:lnTo>
                  <a:pt x="1534402" y="119002"/>
                </a:lnTo>
                <a:lnTo>
                  <a:pt x="1534930" y="118844"/>
                </a:lnTo>
                <a:lnTo>
                  <a:pt x="1535452" y="118681"/>
                </a:lnTo>
                <a:lnTo>
                  <a:pt x="1535967" y="118513"/>
                </a:lnTo>
                <a:lnTo>
                  <a:pt x="1536474" y="118339"/>
                </a:lnTo>
                <a:lnTo>
                  <a:pt x="1536974" y="118160"/>
                </a:lnTo>
                <a:lnTo>
                  <a:pt x="1537467" y="117976"/>
                </a:lnTo>
                <a:lnTo>
                  <a:pt x="1537953" y="117786"/>
                </a:lnTo>
                <a:lnTo>
                  <a:pt x="1538432" y="117592"/>
                </a:lnTo>
                <a:lnTo>
                  <a:pt x="1538904" y="117391"/>
                </a:lnTo>
                <a:lnTo>
                  <a:pt x="1539368" y="117186"/>
                </a:lnTo>
                <a:lnTo>
                  <a:pt x="1539826" y="116975"/>
                </a:lnTo>
                <a:lnTo>
                  <a:pt x="1540276" y="116759"/>
                </a:lnTo>
                <a:lnTo>
                  <a:pt x="1540719" y="116538"/>
                </a:lnTo>
                <a:lnTo>
                  <a:pt x="1541156" y="116311"/>
                </a:lnTo>
                <a:lnTo>
                  <a:pt x="1541585" y="116079"/>
                </a:lnTo>
                <a:lnTo>
                  <a:pt x="1542006" y="115842"/>
                </a:lnTo>
                <a:lnTo>
                  <a:pt x="1542421" y="115599"/>
                </a:lnTo>
                <a:lnTo>
                  <a:pt x="1542829" y="115351"/>
                </a:lnTo>
                <a:lnTo>
                  <a:pt x="1543229" y="115098"/>
                </a:lnTo>
                <a:lnTo>
                  <a:pt x="1543623" y="114840"/>
                </a:lnTo>
                <a:lnTo>
                  <a:pt x="1544009" y="114576"/>
                </a:lnTo>
                <a:lnTo>
                  <a:pt x="1544388" y="114307"/>
                </a:lnTo>
                <a:lnTo>
                  <a:pt x="1544760" y="114032"/>
                </a:lnTo>
                <a:lnTo>
                  <a:pt x="1545124" y="113752"/>
                </a:lnTo>
                <a:lnTo>
                  <a:pt x="1545481" y="113467"/>
                </a:lnTo>
                <a:lnTo>
                  <a:pt x="1545831" y="113176"/>
                </a:lnTo>
                <a:lnTo>
                  <a:pt x="1546173" y="112880"/>
                </a:lnTo>
                <a:lnTo>
                  <a:pt x="1546508" y="112579"/>
                </a:lnTo>
                <a:lnTo>
                  <a:pt x="1546835" y="112273"/>
                </a:lnTo>
                <a:lnTo>
                  <a:pt x="1547155" y="111961"/>
                </a:lnTo>
                <a:lnTo>
                  <a:pt x="1547468" y="111644"/>
                </a:lnTo>
                <a:lnTo>
                  <a:pt x="1547773" y="111321"/>
                </a:lnTo>
                <a:lnTo>
                  <a:pt x="1548071" y="110994"/>
                </a:lnTo>
                <a:lnTo>
                  <a:pt x="1548361" y="110661"/>
                </a:lnTo>
                <a:lnTo>
                  <a:pt x="1548644" y="110323"/>
                </a:lnTo>
                <a:lnTo>
                  <a:pt x="1548920" y="109979"/>
                </a:lnTo>
                <a:lnTo>
                  <a:pt x="1549188" y="109630"/>
                </a:lnTo>
                <a:lnTo>
                  <a:pt x="1549449" y="109276"/>
                </a:lnTo>
                <a:lnTo>
                  <a:pt x="1549702" y="108916"/>
                </a:lnTo>
                <a:lnTo>
                  <a:pt x="1549948" y="108552"/>
                </a:lnTo>
                <a:lnTo>
                  <a:pt x="1550187" y="108182"/>
                </a:lnTo>
                <a:lnTo>
                  <a:pt x="1550418" y="107806"/>
                </a:lnTo>
                <a:lnTo>
                  <a:pt x="1550641" y="107426"/>
                </a:lnTo>
                <a:lnTo>
                  <a:pt x="1550858" y="107040"/>
                </a:lnTo>
                <a:lnTo>
                  <a:pt x="1551067" y="106648"/>
                </a:lnTo>
                <a:lnTo>
                  <a:pt x="1551268" y="106252"/>
                </a:lnTo>
                <a:lnTo>
                  <a:pt x="1551462" y="105850"/>
                </a:lnTo>
                <a:lnTo>
                  <a:pt x="1551647" y="105444"/>
                </a:lnTo>
                <a:lnTo>
                  <a:pt x="1551825" y="105033"/>
                </a:lnTo>
                <a:lnTo>
                  <a:pt x="1551994" y="104617"/>
                </a:lnTo>
                <a:lnTo>
                  <a:pt x="1552154" y="104197"/>
                </a:lnTo>
                <a:lnTo>
                  <a:pt x="1552307" y="103772"/>
                </a:lnTo>
                <a:lnTo>
                  <a:pt x="1552451" y="103343"/>
                </a:lnTo>
                <a:lnTo>
                  <a:pt x="1552587" y="102909"/>
                </a:lnTo>
                <a:lnTo>
                  <a:pt x="1552715" y="102470"/>
                </a:lnTo>
                <a:lnTo>
                  <a:pt x="1552834" y="102027"/>
                </a:lnTo>
                <a:lnTo>
                  <a:pt x="1552946" y="101579"/>
                </a:lnTo>
                <a:lnTo>
                  <a:pt x="1553049" y="101127"/>
                </a:lnTo>
                <a:lnTo>
                  <a:pt x="1553144" y="100670"/>
                </a:lnTo>
                <a:lnTo>
                  <a:pt x="1553230" y="100208"/>
                </a:lnTo>
                <a:lnTo>
                  <a:pt x="1553308" y="99742"/>
                </a:lnTo>
                <a:lnTo>
                  <a:pt x="1553378" y="99271"/>
                </a:lnTo>
                <a:lnTo>
                  <a:pt x="1553440" y="98795"/>
                </a:lnTo>
                <a:lnTo>
                  <a:pt x="1553494" y="98315"/>
                </a:lnTo>
                <a:lnTo>
                  <a:pt x="1553539" y="97830"/>
                </a:lnTo>
                <a:lnTo>
                  <a:pt x="1553576" y="97341"/>
                </a:lnTo>
                <a:lnTo>
                  <a:pt x="1553605" y="96847"/>
                </a:lnTo>
                <a:lnTo>
                  <a:pt x="1553626" y="96349"/>
                </a:lnTo>
                <a:lnTo>
                  <a:pt x="1553638" y="95845"/>
                </a:lnTo>
                <a:lnTo>
                  <a:pt x="1553642" y="95338"/>
                </a:lnTo>
                <a:lnTo>
                  <a:pt x="1553640" y="94950"/>
                </a:lnTo>
                <a:lnTo>
                  <a:pt x="1553633" y="94567"/>
                </a:lnTo>
                <a:lnTo>
                  <a:pt x="1553621" y="94187"/>
                </a:lnTo>
                <a:lnTo>
                  <a:pt x="1553605" y="93812"/>
                </a:lnTo>
                <a:lnTo>
                  <a:pt x="1553585" y="93440"/>
                </a:lnTo>
                <a:close/>
                <a:moveTo>
                  <a:pt x="2286487" y="93440"/>
                </a:moveTo>
                <a:lnTo>
                  <a:pt x="2286462" y="93072"/>
                </a:lnTo>
                <a:lnTo>
                  <a:pt x="2286432" y="92708"/>
                </a:lnTo>
                <a:lnTo>
                  <a:pt x="2286397" y="92348"/>
                </a:lnTo>
                <a:lnTo>
                  <a:pt x="2286358" y="91992"/>
                </a:lnTo>
                <a:lnTo>
                  <a:pt x="2286314" y="91640"/>
                </a:lnTo>
                <a:lnTo>
                  <a:pt x="2286266" y="91292"/>
                </a:lnTo>
                <a:lnTo>
                  <a:pt x="2286213" y="90948"/>
                </a:lnTo>
                <a:lnTo>
                  <a:pt x="2286155" y="90607"/>
                </a:lnTo>
                <a:lnTo>
                  <a:pt x="2286093" y="90271"/>
                </a:lnTo>
                <a:lnTo>
                  <a:pt x="2286026" y="89938"/>
                </a:lnTo>
                <a:lnTo>
                  <a:pt x="2285955" y="89610"/>
                </a:lnTo>
                <a:lnTo>
                  <a:pt x="2285878" y="89285"/>
                </a:lnTo>
                <a:lnTo>
                  <a:pt x="2285798" y="88964"/>
                </a:lnTo>
                <a:lnTo>
                  <a:pt x="2285713" y="88647"/>
                </a:lnTo>
                <a:lnTo>
                  <a:pt x="2285623" y="88334"/>
                </a:lnTo>
                <a:lnTo>
                  <a:pt x="2285528" y="88025"/>
                </a:lnTo>
                <a:lnTo>
                  <a:pt x="2285429" y="87720"/>
                </a:lnTo>
                <a:lnTo>
                  <a:pt x="2285325" y="87419"/>
                </a:lnTo>
                <a:lnTo>
                  <a:pt x="2285217" y="87122"/>
                </a:lnTo>
                <a:lnTo>
                  <a:pt x="2285105" y="86828"/>
                </a:lnTo>
                <a:lnTo>
                  <a:pt x="2284989" y="86537"/>
                </a:lnTo>
                <a:lnTo>
                  <a:pt x="2284870" y="86250"/>
                </a:lnTo>
                <a:lnTo>
                  <a:pt x="2284749" y="85965"/>
                </a:lnTo>
                <a:lnTo>
                  <a:pt x="2284623" y="85684"/>
                </a:lnTo>
                <a:lnTo>
                  <a:pt x="2284495" y="85406"/>
                </a:lnTo>
                <a:lnTo>
                  <a:pt x="2284364" y="85130"/>
                </a:lnTo>
                <a:lnTo>
                  <a:pt x="2284229" y="84858"/>
                </a:lnTo>
                <a:lnTo>
                  <a:pt x="2284091" y="84589"/>
                </a:lnTo>
                <a:lnTo>
                  <a:pt x="2283950" y="84323"/>
                </a:lnTo>
                <a:lnTo>
                  <a:pt x="2283805" y="84060"/>
                </a:lnTo>
                <a:lnTo>
                  <a:pt x="2283658" y="83800"/>
                </a:lnTo>
                <a:lnTo>
                  <a:pt x="2283507" y="83543"/>
                </a:lnTo>
                <a:lnTo>
                  <a:pt x="2283353" y="83289"/>
                </a:lnTo>
                <a:lnTo>
                  <a:pt x="2283196" y="83039"/>
                </a:lnTo>
                <a:lnTo>
                  <a:pt x="2283035" y="82791"/>
                </a:lnTo>
                <a:lnTo>
                  <a:pt x="2282872" y="82546"/>
                </a:lnTo>
                <a:lnTo>
                  <a:pt x="2282705" y="82305"/>
                </a:lnTo>
                <a:lnTo>
                  <a:pt x="2282535" y="82066"/>
                </a:lnTo>
                <a:lnTo>
                  <a:pt x="2282361" y="81831"/>
                </a:lnTo>
                <a:lnTo>
                  <a:pt x="2282185" y="81599"/>
                </a:lnTo>
                <a:lnTo>
                  <a:pt x="2282005" y="81370"/>
                </a:lnTo>
                <a:lnTo>
                  <a:pt x="2281822" y="81144"/>
                </a:lnTo>
                <a:lnTo>
                  <a:pt x="2281636" y="80920"/>
                </a:lnTo>
                <a:lnTo>
                  <a:pt x="2281447" y="80700"/>
                </a:lnTo>
                <a:lnTo>
                  <a:pt x="2281255" y="80483"/>
                </a:lnTo>
                <a:lnTo>
                  <a:pt x="2281061" y="80268"/>
                </a:lnTo>
                <a:lnTo>
                  <a:pt x="2280864" y="80056"/>
                </a:lnTo>
                <a:lnTo>
                  <a:pt x="2280664" y="79846"/>
                </a:lnTo>
                <a:lnTo>
                  <a:pt x="2280461" y="79639"/>
                </a:lnTo>
                <a:lnTo>
                  <a:pt x="2280256" y="79435"/>
                </a:lnTo>
                <a:lnTo>
                  <a:pt x="2280049" y="79233"/>
                </a:lnTo>
                <a:lnTo>
                  <a:pt x="2279838" y="79034"/>
                </a:lnTo>
                <a:lnTo>
                  <a:pt x="2279625" y="78838"/>
                </a:lnTo>
                <a:lnTo>
                  <a:pt x="2279410" y="78644"/>
                </a:lnTo>
                <a:lnTo>
                  <a:pt x="2279191" y="78453"/>
                </a:lnTo>
                <a:lnTo>
                  <a:pt x="2278971" y="78265"/>
                </a:lnTo>
                <a:lnTo>
                  <a:pt x="2278747" y="78079"/>
                </a:lnTo>
                <a:lnTo>
                  <a:pt x="2278521" y="77896"/>
                </a:lnTo>
                <a:lnTo>
                  <a:pt x="2278292" y="77716"/>
                </a:lnTo>
                <a:lnTo>
                  <a:pt x="2278060" y="77538"/>
                </a:lnTo>
                <a:lnTo>
                  <a:pt x="2277826" y="77363"/>
                </a:lnTo>
                <a:lnTo>
                  <a:pt x="2277589" y="77191"/>
                </a:lnTo>
                <a:lnTo>
                  <a:pt x="2277350" y="77021"/>
                </a:lnTo>
                <a:lnTo>
                  <a:pt x="2277107" y="76854"/>
                </a:lnTo>
                <a:lnTo>
                  <a:pt x="2276863" y="76690"/>
                </a:lnTo>
                <a:lnTo>
                  <a:pt x="2276615" y="76528"/>
                </a:lnTo>
                <a:lnTo>
                  <a:pt x="2276365" y="76369"/>
                </a:lnTo>
                <a:lnTo>
                  <a:pt x="2276113" y="76212"/>
                </a:lnTo>
                <a:lnTo>
                  <a:pt x="2275859" y="76056"/>
                </a:lnTo>
                <a:lnTo>
                  <a:pt x="2275604" y="75903"/>
                </a:lnTo>
                <a:lnTo>
                  <a:pt x="2275348" y="75751"/>
                </a:lnTo>
                <a:lnTo>
                  <a:pt x="2275090" y="75601"/>
                </a:lnTo>
                <a:lnTo>
                  <a:pt x="2274831" y="75452"/>
                </a:lnTo>
                <a:lnTo>
                  <a:pt x="2274570" y="75305"/>
                </a:lnTo>
                <a:lnTo>
                  <a:pt x="2274308" y="75160"/>
                </a:lnTo>
                <a:lnTo>
                  <a:pt x="2274045" y="75017"/>
                </a:lnTo>
                <a:lnTo>
                  <a:pt x="2273780" y="74875"/>
                </a:lnTo>
                <a:lnTo>
                  <a:pt x="2273514" y="74735"/>
                </a:lnTo>
                <a:lnTo>
                  <a:pt x="2273247" y="74596"/>
                </a:lnTo>
                <a:lnTo>
                  <a:pt x="2272978" y="74460"/>
                </a:lnTo>
                <a:lnTo>
                  <a:pt x="2272707" y="74325"/>
                </a:lnTo>
                <a:lnTo>
                  <a:pt x="2272436" y="74191"/>
                </a:lnTo>
                <a:lnTo>
                  <a:pt x="2272162" y="74060"/>
                </a:lnTo>
                <a:lnTo>
                  <a:pt x="2271888" y="73930"/>
                </a:lnTo>
                <a:lnTo>
                  <a:pt x="2271612" y="73801"/>
                </a:lnTo>
                <a:lnTo>
                  <a:pt x="2271335" y="73675"/>
                </a:lnTo>
                <a:lnTo>
                  <a:pt x="2271056" y="73550"/>
                </a:lnTo>
                <a:lnTo>
                  <a:pt x="2270776" y="73426"/>
                </a:lnTo>
                <a:lnTo>
                  <a:pt x="2270494" y="73305"/>
                </a:lnTo>
                <a:lnTo>
                  <a:pt x="2270211" y="73185"/>
                </a:lnTo>
                <a:lnTo>
                  <a:pt x="2269927" y="73067"/>
                </a:lnTo>
                <a:lnTo>
                  <a:pt x="2269642" y="72950"/>
                </a:lnTo>
                <a:lnTo>
                  <a:pt x="2269356" y="72834"/>
                </a:lnTo>
                <a:lnTo>
                  <a:pt x="2269069" y="72720"/>
                </a:lnTo>
                <a:lnTo>
                  <a:pt x="2268781" y="72608"/>
                </a:lnTo>
                <a:lnTo>
                  <a:pt x="2268493" y="72497"/>
                </a:lnTo>
                <a:lnTo>
                  <a:pt x="2268204" y="72387"/>
                </a:lnTo>
                <a:lnTo>
                  <a:pt x="2267915" y="72278"/>
                </a:lnTo>
                <a:lnTo>
                  <a:pt x="2267625" y="72171"/>
                </a:lnTo>
                <a:lnTo>
                  <a:pt x="2267334" y="72066"/>
                </a:lnTo>
                <a:lnTo>
                  <a:pt x="2267042" y="71961"/>
                </a:lnTo>
                <a:lnTo>
                  <a:pt x="2266750" y="71859"/>
                </a:lnTo>
                <a:lnTo>
                  <a:pt x="2266457" y="71757"/>
                </a:lnTo>
                <a:lnTo>
                  <a:pt x="2266163" y="71657"/>
                </a:lnTo>
                <a:lnTo>
                  <a:pt x="2265868" y="71559"/>
                </a:lnTo>
                <a:lnTo>
                  <a:pt x="2265573" y="71461"/>
                </a:lnTo>
                <a:lnTo>
                  <a:pt x="2265278" y="71366"/>
                </a:lnTo>
                <a:lnTo>
                  <a:pt x="2264981" y="71271"/>
                </a:lnTo>
                <a:lnTo>
                  <a:pt x="2264684" y="71178"/>
                </a:lnTo>
                <a:lnTo>
                  <a:pt x="2264386" y="71087"/>
                </a:lnTo>
                <a:lnTo>
                  <a:pt x="2264087" y="70997"/>
                </a:lnTo>
                <a:lnTo>
                  <a:pt x="2263788" y="70908"/>
                </a:lnTo>
                <a:lnTo>
                  <a:pt x="2263488" y="70821"/>
                </a:lnTo>
                <a:lnTo>
                  <a:pt x="2263187" y="70735"/>
                </a:lnTo>
                <a:lnTo>
                  <a:pt x="2262886" y="70650"/>
                </a:lnTo>
                <a:lnTo>
                  <a:pt x="2262584" y="70566"/>
                </a:lnTo>
                <a:lnTo>
                  <a:pt x="2262283" y="70483"/>
                </a:lnTo>
                <a:lnTo>
                  <a:pt x="2261983" y="70400"/>
                </a:lnTo>
                <a:lnTo>
                  <a:pt x="2261683" y="70318"/>
                </a:lnTo>
                <a:lnTo>
                  <a:pt x="2261384" y="70236"/>
                </a:lnTo>
                <a:lnTo>
                  <a:pt x="2261085" y="70155"/>
                </a:lnTo>
                <a:lnTo>
                  <a:pt x="2260787" y="70073"/>
                </a:lnTo>
                <a:lnTo>
                  <a:pt x="2260489" y="69993"/>
                </a:lnTo>
                <a:lnTo>
                  <a:pt x="2260192" y="69912"/>
                </a:lnTo>
                <a:lnTo>
                  <a:pt x="2259896" y="69832"/>
                </a:lnTo>
                <a:lnTo>
                  <a:pt x="2259600" y="69753"/>
                </a:lnTo>
                <a:lnTo>
                  <a:pt x="2259305" y="69674"/>
                </a:lnTo>
                <a:lnTo>
                  <a:pt x="2259010" y="69595"/>
                </a:lnTo>
                <a:lnTo>
                  <a:pt x="2258716" y="69517"/>
                </a:lnTo>
                <a:lnTo>
                  <a:pt x="2258422" y="69439"/>
                </a:lnTo>
                <a:lnTo>
                  <a:pt x="2258129" y="69361"/>
                </a:lnTo>
                <a:lnTo>
                  <a:pt x="2257836" y="69284"/>
                </a:lnTo>
                <a:lnTo>
                  <a:pt x="2257544" y="69208"/>
                </a:lnTo>
                <a:lnTo>
                  <a:pt x="2257253" y="69132"/>
                </a:lnTo>
                <a:lnTo>
                  <a:pt x="2256962" y="69056"/>
                </a:lnTo>
                <a:lnTo>
                  <a:pt x="2256672" y="68980"/>
                </a:lnTo>
                <a:lnTo>
                  <a:pt x="2256382" y="68905"/>
                </a:lnTo>
                <a:lnTo>
                  <a:pt x="2256093" y="68831"/>
                </a:lnTo>
                <a:lnTo>
                  <a:pt x="2255804" y="68756"/>
                </a:lnTo>
                <a:lnTo>
                  <a:pt x="2255370" y="68649"/>
                </a:lnTo>
                <a:lnTo>
                  <a:pt x="2254938" y="68543"/>
                </a:lnTo>
                <a:lnTo>
                  <a:pt x="2254510" y="68436"/>
                </a:lnTo>
                <a:lnTo>
                  <a:pt x="2254085" y="68331"/>
                </a:lnTo>
                <a:lnTo>
                  <a:pt x="2253663" y="68225"/>
                </a:lnTo>
                <a:lnTo>
                  <a:pt x="2253244" y="68120"/>
                </a:lnTo>
                <a:lnTo>
                  <a:pt x="2252828" y="68016"/>
                </a:lnTo>
                <a:lnTo>
                  <a:pt x="2252415" y="67912"/>
                </a:lnTo>
                <a:lnTo>
                  <a:pt x="2252006" y="67808"/>
                </a:lnTo>
                <a:lnTo>
                  <a:pt x="2251599" y="67704"/>
                </a:lnTo>
                <a:lnTo>
                  <a:pt x="2251195" y="67602"/>
                </a:lnTo>
                <a:lnTo>
                  <a:pt x="2250795" y="67499"/>
                </a:lnTo>
                <a:lnTo>
                  <a:pt x="2250397" y="67397"/>
                </a:lnTo>
                <a:lnTo>
                  <a:pt x="2250003" y="67295"/>
                </a:lnTo>
                <a:lnTo>
                  <a:pt x="2249611" y="67194"/>
                </a:lnTo>
                <a:lnTo>
                  <a:pt x="2249223" y="67093"/>
                </a:lnTo>
                <a:lnTo>
                  <a:pt x="2248838" y="66993"/>
                </a:lnTo>
                <a:lnTo>
                  <a:pt x="2248456" y="66893"/>
                </a:lnTo>
                <a:lnTo>
                  <a:pt x="2248077" y="66794"/>
                </a:lnTo>
                <a:lnTo>
                  <a:pt x="2247701" y="66694"/>
                </a:lnTo>
                <a:lnTo>
                  <a:pt x="2247328" y="66596"/>
                </a:lnTo>
                <a:lnTo>
                  <a:pt x="2246958" y="66497"/>
                </a:lnTo>
                <a:lnTo>
                  <a:pt x="2246591" y="66400"/>
                </a:lnTo>
                <a:lnTo>
                  <a:pt x="2246228" y="66302"/>
                </a:lnTo>
                <a:lnTo>
                  <a:pt x="2245868" y="66204"/>
                </a:lnTo>
                <a:lnTo>
                  <a:pt x="2245512" y="66104"/>
                </a:lnTo>
                <a:lnTo>
                  <a:pt x="2245161" y="66003"/>
                </a:lnTo>
                <a:lnTo>
                  <a:pt x="2244814" y="65901"/>
                </a:lnTo>
                <a:lnTo>
                  <a:pt x="2244471" y="65797"/>
                </a:lnTo>
                <a:lnTo>
                  <a:pt x="2244133" y="65692"/>
                </a:lnTo>
                <a:lnTo>
                  <a:pt x="2243799" y="65586"/>
                </a:lnTo>
                <a:lnTo>
                  <a:pt x="2243469" y="65478"/>
                </a:lnTo>
                <a:lnTo>
                  <a:pt x="2243144" y="65369"/>
                </a:lnTo>
                <a:lnTo>
                  <a:pt x="2242823" y="65258"/>
                </a:lnTo>
                <a:lnTo>
                  <a:pt x="2242506" y="65146"/>
                </a:lnTo>
                <a:lnTo>
                  <a:pt x="2242194" y="65033"/>
                </a:lnTo>
                <a:lnTo>
                  <a:pt x="2241886" y="64918"/>
                </a:lnTo>
                <a:lnTo>
                  <a:pt x="2241582" y="64802"/>
                </a:lnTo>
                <a:lnTo>
                  <a:pt x="2241283" y="64684"/>
                </a:lnTo>
                <a:lnTo>
                  <a:pt x="2240988" y="64565"/>
                </a:lnTo>
                <a:lnTo>
                  <a:pt x="2240697" y="64445"/>
                </a:lnTo>
                <a:lnTo>
                  <a:pt x="2240411" y="64323"/>
                </a:lnTo>
                <a:lnTo>
                  <a:pt x="2240129" y="64200"/>
                </a:lnTo>
                <a:lnTo>
                  <a:pt x="2239851" y="64075"/>
                </a:lnTo>
                <a:lnTo>
                  <a:pt x="2239578" y="63950"/>
                </a:lnTo>
                <a:lnTo>
                  <a:pt x="2239309" y="63822"/>
                </a:lnTo>
                <a:lnTo>
                  <a:pt x="2239044" y="63694"/>
                </a:lnTo>
                <a:lnTo>
                  <a:pt x="2238784" y="63563"/>
                </a:lnTo>
                <a:lnTo>
                  <a:pt x="2238528" y="63431"/>
                </a:lnTo>
                <a:lnTo>
                  <a:pt x="2238277" y="63296"/>
                </a:lnTo>
                <a:lnTo>
                  <a:pt x="2238031" y="63159"/>
                </a:lnTo>
                <a:lnTo>
                  <a:pt x="2237789" y="63019"/>
                </a:lnTo>
                <a:lnTo>
                  <a:pt x="2237553" y="62877"/>
                </a:lnTo>
                <a:lnTo>
                  <a:pt x="2237320" y="62732"/>
                </a:lnTo>
                <a:lnTo>
                  <a:pt x="2237093" y="62585"/>
                </a:lnTo>
                <a:lnTo>
                  <a:pt x="2236871" y="62435"/>
                </a:lnTo>
                <a:lnTo>
                  <a:pt x="2236653" y="62283"/>
                </a:lnTo>
                <a:lnTo>
                  <a:pt x="2236440" y="62128"/>
                </a:lnTo>
                <a:lnTo>
                  <a:pt x="2236231" y="61971"/>
                </a:lnTo>
                <a:lnTo>
                  <a:pt x="2236028" y="61811"/>
                </a:lnTo>
                <a:lnTo>
                  <a:pt x="2235829" y="61648"/>
                </a:lnTo>
                <a:lnTo>
                  <a:pt x="2235635" y="61483"/>
                </a:lnTo>
                <a:lnTo>
                  <a:pt x="2235446" y="61316"/>
                </a:lnTo>
                <a:lnTo>
                  <a:pt x="2235261" y="61146"/>
                </a:lnTo>
                <a:lnTo>
                  <a:pt x="2235081" y="60973"/>
                </a:lnTo>
                <a:lnTo>
                  <a:pt x="2234906" y="60798"/>
                </a:lnTo>
                <a:lnTo>
                  <a:pt x="2234736" y="60621"/>
                </a:lnTo>
                <a:lnTo>
                  <a:pt x="2234570" y="60441"/>
                </a:lnTo>
                <a:lnTo>
                  <a:pt x="2234410" y="60258"/>
                </a:lnTo>
                <a:lnTo>
                  <a:pt x="2234254" y="60073"/>
                </a:lnTo>
                <a:lnTo>
                  <a:pt x="2234102" y="59886"/>
                </a:lnTo>
                <a:lnTo>
                  <a:pt x="2233956" y="59696"/>
                </a:lnTo>
                <a:lnTo>
                  <a:pt x="2233815" y="59502"/>
                </a:lnTo>
                <a:lnTo>
                  <a:pt x="2233679" y="59304"/>
                </a:lnTo>
                <a:lnTo>
                  <a:pt x="2233550" y="59102"/>
                </a:lnTo>
                <a:lnTo>
                  <a:pt x="2233427" y="58896"/>
                </a:lnTo>
                <a:lnTo>
                  <a:pt x="2233310" y="58685"/>
                </a:lnTo>
                <a:lnTo>
                  <a:pt x="2233199" y="58470"/>
                </a:lnTo>
                <a:lnTo>
                  <a:pt x="2233094" y="58250"/>
                </a:lnTo>
                <a:lnTo>
                  <a:pt x="2232995" y="58027"/>
                </a:lnTo>
                <a:lnTo>
                  <a:pt x="2232901" y="57798"/>
                </a:lnTo>
                <a:lnTo>
                  <a:pt x="2232814" y="57566"/>
                </a:lnTo>
                <a:lnTo>
                  <a:pt x="2232733" y="57329"/>
                </a:lnTo>
                <a:lnTo>
                  <a:pt x="2232658" y="57088"/>
                </a:lnTo>
                <a:lnTo>
                  <a:pt x="2232589" y="56842"/>
                </a:lnTo>
                <a:lnTo>
                  <a:pt x="2232526" y="56593"/>
                </a:lnTo>
                <a:lnTo>
                  <a:pt x="2232469" y="56339"/>
                </a:lnTo>
                <a:lnTo>
                  <a:pt x="2232418" y="56080"/>
                </a:lnTo>
                <a:lnTo>
                  <a:pt x="2232373" y="55817"/>
                </a:lnTo>
                <a:lnTo>
                  <a:pt x="2232334" y="55550"/>
                </a:lnTo>
                <a:lnTo>
                  <a:pt x="2232301" y="55279"/>
                </a:lnTo>
                <a:lnTo>
                  <a:pt x="2232274" y="55003"/>
                </a:lnTo>
                <a:lnTo>
                  <a:pt x="2232253" y="54723"/>
                </a:lnTo>
                <a:lnTo>
                  <a:pt x="2232238" y="54438"/>
                </a:lnTo>
                <a:lnTo>
                  <a:pt x="2232229" y="54150"/>
                </a:lnTo>
                <a:lnTo>
                  <a:pt x="2232226" y="53856"/>
                </a:lnTo>
                <a:lnTo>
                  <a:pt x="2232234" y="53358"/>
                </a:lnTo>
                <a:lnTo>
                  <a:pt x="2232258" y="52870"/>
                </a:lnTo>
                <a:lnTo>
                  <a:pt x="2232298" y="52393"/>
                </a:lnTo>
                <a:lnTo>
                  <a:pt x="2232355" y="51926"/>
                </a:lnTo>
                <a:lnTo>
                  <a:pt x="2232428" y="51470"/>
                </a:lnTo>
                <a:lnTo>
                  <a:pt x="2232517" y="51025"/>
                </a:lnTo>
                <a:lnTo>
                  <a:pt x="2232623" y="50590"/>
                </a:lnTo>
                <a:lnTo>
                  <a:pt x="2232744" y="50166"/>
                </a:lnTo>
                <a:lnTo>
                  <a:pt x="2232882" y="49753"/>
                </a:lnTo>
                <a:lnTo>
                  <a:pt x="2233036" y="49350"/>
                </a:lnTo>
                <a:lnTo>
                  <a:pt x="2233206" y="48958"/>
                </a:lnTo>
                <a:lnTo>
                  <a:pt x="2233392" y="48577"/>
                </a:lnTo>
                <a:lnTo>
                  <a:pt x="2233595" y="48206"/>
                </a:lnTo>
                <a:lnTo>
                  <a:pt x="2233814" y="47846"/>
                </a:lnTo>
                <a:lnTo>
                  <a:pt x="2234049" y="47496"/>
                </a:lnTo>
                <a:lnTo>
                  <a:pt x="2234300" y="47157"/>
                </a:lnTo>
                <a:lnTo>
                  <a:pt x="2234567" y="46829"/>
                </a:lnTo>
                <a:lnTo>
                  <a:pt x="2234851" y="46511"/>
                </a:lnTo>
                <a:lnTo>
                  <a:pt x="2235151" y="46204"/>
                </a:lnTo>
                <a:lnTo>
                  <a:pt x="2235467" y="45908"/>
                </a:lnTo>
                <a:lnTo>
                  <a:pt x="2235799" y="45622"/>
                </a:lnTo>
                <a:lnTo>
                  <a:pt x="2236147" y="45347"/>
                </a:lnTo>
                <a:lnTo>
                  <a:pt x="2236512" y="45082"/>
                </a:lnTo>
                <a:lnTo>
                  <a:pt x="2236893" y="44828"/>
                </a:lnTo>
                <a:lnTo>
                  <a:pt x="2237291" y="44585"/>
                </a:lnTo>
                <a:lnTo>
                  <a:pt x="2237707" y="44352"/>
                </a:lnTo>
                <a:lnTo>
                  <a:pt x="2238140" y="44129"/>
                </a:lnTo>
                <a:lnTo>
                  <a:pt x="2238592" y="43917"/>
                </a:lnTo>
                <a:lnTo>
                  <a:pt x="2239061" y="43715"/>
                </a:lnTo>
                <a:lnTo>
                  <a:pt x="2239549" y="43524"/>
                </a:lnTo>
                <a:lnTo>
                  <a:pt x="2240054" y="43342"/>
                </a:lnTo>
                <a:lnTo>
                  <a:pt x="2240577" y="43171"/>
                </a:lnTo>
                <a:lnTo>
                  <a:pt x="2241118" y="43011"/>
                </a:lnTo>
                <a:lnTo>
                  <a:pt x="2241677" y="42861"/>
                </a:lnTo>
                <a:lnTo>
                  <a:pt x="2242253" y="42721"/>
                </a:lnTo>
                <a:lnTo>
                  <a:pt x="2242848" y="42592"/>
                </a:lnTo>
                <a:lnTo>
                  <a:pt x="2243460" y="42472"/>
                </a:lnTo>
                <a:lnTo>
                  <a:pt x="2244091" y="42364"/>
                </a:lnTo>
                <a:lnTo>
                  <a:pt x="2244739" y="42265"/>
                </a:lnTo>
                <a:lnTo>
                  <a:pt x="2245405" y="42177"/>
                </a:lnTo>
                <a:lnTo>
                  <a:pt x="2246089" y="42100"/>
                </a:lnTo>
                <a:lnTo>
                  <a:pt x="2246791" y="42032"/>
                </a:lnTo>
                <a:lnTo>
                  <a:pt x="2247511" y="41975"/>
                </a:lnTo>
                <a:lnTo>
                  <a:pt x="2248249" y="41929"/>
                </a:lnTo>
                <a:lnTo>
                  <a:pt x="2249004" y="41892"/>
                </a:lnTo>
                <a:lnTo>
                  <a:pt x="2249778" y="41867"/>
                </a:lnTo>
                <a:lnTo>
                  <a:pt x="2250569" y="41851"/>
                </a:lnTo>
                <a:lnTo>
                  <a:pt x="2251378" y="41846"/>
                </a:lnTo>
                <a:lnTo>
                  <a:pt x="2251686" y="41847"/>
                </a:lnTo>
                <a:lnTo>
                  <a:pt x="2251993" y="41850"/>
                </a:lnTo>
                <a:lnTo>
                  <a:pt x="2252299" y="41855"/>
                </a:lnTo>
                <a:lnTo>
                  <a:pt x="2252604" y="41863"/>
                </a:lnTo>
                <a:lnTo>
                  <a:pt x="2252908" y="41872"/>
                </a:lnTo>
                <a:lnTo>
                  <a:pt x="2253211" y="41883"/>
                </a:lnTo>
                <a:lnTo>
                  <a:pt x="2253513" y="41897"/>
                </a:lnTo>
                <a:lnTo>
                  <a:pt x="2253815" y="41913"/>
                </a:lnTo>
                <a:lnTo>
                  <a:pt x="2254115" y="41930"/>
                </a:lnTo>
                <a:lnTo>
                  <a:pt x="2254414" y="41950"/>
                </a:lnTo>
                <a:lnTo>
                  <a:pt x="2254712" y="41972"/>
                </a:lnTo>
                <a:lnTo>
                  <a:pt x="2255009" y="41996"/>
                </a:lnTo>
                <a:lnTo>
                  <a:pt x="2255306" y="42022"/>
                </a:lnTo>
                <a:lnTo>
                  <a:pt x="2255601" y="42050"/>
                </a:lnTo>
                <a:lnTo>
                  <a:pt x="2255895" y="42081"/>
                </a:lnTo>
                <a:lnTo>
                  <a:pt x="2256189" y="42113"/>
                </a:lnTo>
                <a:lnTo>
                  <a:pt x="2256481" y="42147"/>
                </a:lnTo>
                <a:lnTo>
                  <a:pt x="2256772" y="42184"/>
                </a:lnTo>
                <a:lnTo>
                  <a:pt x="2257063" y="42223"/>
                </a:lnTo>
                <a:lnTo>
                  <a:pt x="2257352" y="42263"/>
                </a:lnTo>
                <a:lnTo>
                  <a:pt x="2257640" y="42306"/>
                </a:lnTo>
                <a:lnTo>
                  <a:pt x="2257928" y="42351"/>
                </a:lnTo>
                <a:lnTo>
                  <a:pt x="2258214" y="42398"/>
                </a:lnTo>
                <a:lnTo>
                  <a:pt x="2258500" y="42447"/>
                </a:lnTo>
                <a:lnTo>
                  <a:pt x="2258784" y="42498"/>
                </a:lnTo>
                <a:lnTo>
                  <a:pt x="2259065" y="42552"/>
                </a:lnTo>
                <a:lnTo>
                  <a:pt x="2259344" y="42609"/>
                </a:lnTo>
                <a:lnTo>
                  <a:pt x="2259621" y="42669"/>
                </a:lnTo>
                <a:lnTo>
                  <a:pt x="2259895" y="42731"/>
                </a:lnTo>
                <a:lnTo>
                  <a:pt x="2260167" y="42796"/>
                </a:lnTo>
                <a:lnTo>
                  <a:pt x="2260437" y="42864"/>
                </a:lnTo>
                <a:lnTo>
                  <a:pt x="2260704" y="42935"/>
                </a:lnTo>
                <a:lnTo>
                  <a:pt x="2260969" y="43008"/>
                </a:lnTo>
                <a:lnTo>
                  <a:pt x="2261231" y="43085"/>
                </a:lnTo>
                <a:lnTo>
                  <a:pt x="2261491" y="43164"/>
                </a:lnTo>
                <a:lnTo>
                  <a:pt x="2261749" y="43245"/>
                </a:lnTo>
                <a:lnTo>
                  <a:pt x="2262004" y="43330"/>
                </a:lnTo>
                <a:lnTo>
                  <a:pt x="2262257" y="43417"/>
                </a:lnTo>
                <a:lnTo>
                  <a:pt x="2262508" y="43507"/>
                </a:lnTo>
                <a:lnTo>
                  <a:pt x="2262756" y="43600"/>
                </a:lnTo>
                <a:lnTo>
                  <a:pt x="2263002" y="43696"/>
                </a:lnTo>
                <a:lnTo>
                  <a:pt x="2263245" y="43795"/>
                </a:lnTo>
                <a:lnTo>
                  <a:pt x="2263486" y="43896"/>
                </a:lnTo>
                <a:lnTo>
                  <a:pt x="2263725" y="44000"/>
                </a:lnTo>
                <a:lnTo>
                  <a:pt x="2263961" y="44107"/>
                </a:lnTo>
                <a:lnTo>
                  <a:pt x="2264195" y="44216"/>
                </a:lnTo>
                <a:lnTo>
                  <a:pt x="2264427" y="44329"/>
                </a:lnTo>
                <a:lnTo>
                  <a:pt x="2264656" y="44444"/>
                </a:lnTo>
                <a:lnTo>
                  <a:pt x="2264883" y="44562"/>
                </a:lnTo>
                <a:lnTo>
                  <a:pt x="2265107" y="44683"/>
                </a:lnTo>
                <a:lnTo>
                  <a:pt x="2265328" y="44807"/>
                </a:lnTo>
                <a:lnTo>
                  <a:pt x="2265546" y="44934"/>
                </a:lnTo>
                <a:lnTo>
                  <a:pt x="2265761" y="45064"/>
                </a:lnTo>
                <a:lnTo>
                  <a:pt x="2265974" y="45198"/>
                </a:lnTo>
                <a:lnTo>
                  <a:pt x="2266184" y="45334"/>
                </a:lnTo>
                <a:lnTo>
                  <a:pt x="2266391" y="45474"/>
                </a:lnTo>
                <a:lnTo>
                  <a:pt x="2266595" y="45616"/>
                </a:lnTo>
                <a:lnTo>
                  <a:pt x="2266796" y="45762"/>
                </a:lnTo>
                <a:lnTo>
                  <a:pt x="2266995" y="45910"/>
                </a:lnTo>
                <a:lnTo>
                  <a:pt x="2267191" y="46062"/>
                </a:lnTo>
                <a:lnTo>
                  <a:pt x="2267384" y="46217"/>
                </a:lnTo>
                <a:lnTo>
                  <a:pt x="2267574" y="46374"/>
                </a:lnTo>
                <a:lnTo>
                  <a:pt x="2267762" y="46535"/>
                </a:lnTo>
                <a:lnTo>
                  <a:pt x="2267947" y="46699"/>
                </a:lnTo>
                <a:lnTo>
                  <a:pt x="2268128" y="46866"/>
                </a:lnTo>
                <a:lnTo>
                  <a:pt x="2268308" y="47036"/>
                </a:lnTo>
                <a:lnTo>
                  <a:pt x="2268484" y="47209"/>
                </a:lnTo>
                <a:lnTo>
                  <a:pt x="2268657" y="47385"/>
                </a:lnTo>
                <a:lnTo>
                  <a:pt x="2268828" y="47564"/>
                </a:lnTo>
                <a:lnTo>
                  <a:pt x="2268996" y="47747"/>
                </a:lnTo>
                <a:lnTo>
                  <a:pt x="2269161" y="47932"/>
                </a:lnTo>
                <a:lnTo>
                  <a:pt x="2269324" y="48120"/>
                </a:lnTo>
                <a:lnTo>
                  <a:pt x="2269482" y="48312"/>
                </a:lnTo>
                <a:lnTo>
                  <a:pt x="2269637" y="48507"/>
                </a:lnTo>
                <a:lnTo>
                  <a:pt x="2269787" y="48707"/>
                </a:lnTo>
                <a:lnTo>
                  <a:pt x="2269934" y="48910"/>
                </a:lnTo>
                <a:lnTo>
                  <a:pt x="2270076" y="49116"/>
                </a:lnTo>
                <a:lnTo>
                  <a:pt x="2270214" y="49327"/>
                </a:lnTo>
                <a:lnTo>
                  <a:pt x="2270347" y="49541"/>
                </a:lnTo>
                <a:lnTo>
                  <a:pt x="2270477" y="49759"/>
                </a:lnTo>
                <a:lnTo>
                  <a:pt x="2270602" y="49981"/>
                </a:lnTo>
                <a:lnTo>
                  <a:pt x="2270723" y="50206"/>
                </a:lnTo>
                <a:lnTo>
                  <a:pt x="2270840" y="50435"/>
                </a:lnTo>
                <a:lnTo>
                  <a:pt x="2270953" y="50668"/>
                </a:lnTo>
                <a:lnTo>
                  <a:pt x="2271062" y="50905"/>
                </a:lnTo>
                <a:lnTo>
                  <a:pt x="2271166" y="51145"/>
                </a:lnTo>
                <a:lnTo>
                  <a:pt x="2271266" y="51390"/>
                </a:lnTo>
                <a:lnTo>
                  <a:pt x="2271362" y="51638"/>
                </a:lnTo>
                <a:lnTo>
                  <a:pt x="2271454" y="51889"/>
                </a:lnTo>
                <a:lnTo>
                  <a:pt x="2271542" y="52145"/>
                </a:lnTo>
                <a:lnTo>
                  <a:pt x="2271625" y="52404"/>
                </a:lnTo>
                <a:lnTo>
                  <a:pt x="2271704" y="52667"/>
                </a:lnTo>
                <a:lnTo>
                  <a:pt x="2271779" y="52933"/>
                </a:lnTo>
                <a:lnTo>
                  <a:pt x="2271850" y="53204"/>
                </a:lnTo>
                <a:lnTo>
                  <a:pt x="2271917" y="53478"/>
                </a:lnTo>
                <a:lnTo>
                  <a:pt x="2271979" y="53756"/>
                </a:lnTo>
                <a:lnTo>
                  <a:pt x="2285016" y="52151"/>
                </a:lnTo>
                <a:lnTo>
                  <a:pt x="2284817" y="51233"/>
                </a:lnTo>
                <a:lnTo>
                  <a:pt x="2284597" y="50336"/>
                </a:lnTo>
                <a:lnTo>
                  <a:pt x="2284355" y="49460"/>
                </a:lnTo>
                <a:lnTo>
                  <a:pt x="2284091" y="48606"/>
                </a:lnTo>
                <a:lnTo>
                  <a:pt x="2283806" y="47772"/>
                </a:lnTo>
                <a:lnTo>
                  <a:pt x="2283499" y="46960"/>
                </a:lnTo>
                <a:lnTo>
                  <a:pt x="2283171" y="46168"/>
                </a:lnTo>
                <a:lnTo>
                  <a:pt x="2282821" y="45398"/>
                </a:lnTo>
                <a:lnTo>
                  <a:pt x="2282449" y="44649"/>
                </a:lnTo>
                <a:lnTo>
                  <a:pt x="2282055" y="43921"/>
                </a:lnTo>
                <a:lnTo>
                  <a:pt x="2281640" y="43215"/>
                </a:lnTo>
                <a:lnTo>
                  <a:pt x="2281203" y="42529"/>
                </a:lnTo>
                <a:lnTo>
                  <a:pt x="2280745" y="41865"/>
                </a:lnTo>
                <a:lnTo>
                  <a:pt x="2280265" y="41222"/>
                </a:lnTo>
                <a:lnTo>
                  <a:pt x="2279763" y="40600"/>
                </a:lnTo>
                <a:lnTo>
                  <a:pt x="2279240" y="39999"/>
                </a:lnTo>
                <a:lnTo>
                  <a:pt x="2278694" y="39419"/>
                </a:lnTo>
                <a:lnTo>
                  <a:pt x="2278128" y="38861"/>
                </a:lnTo>
                <a:lnTo>
                  <a:pt x="2277539" y="38323"/>
                </a:lnTo>
                <a:lnTo>
                  <a:pt x="2276929" y="37807"/>
                </a:lnTo>
                <a:lnTo>
                  <a:pt x="2276298" y="37312"/>
                </a:lnTo>
                <a:lnTo>
                  <a:pt x="2275644" y="36838"/>
                </a:lnTo>
                <a:lnTo>
                  <a:pt x="2274969" y="36385"/>
                </a:lnTo>
                <a:lnTo>
                  <a:pt x="2274273" y="35954"/>
                </a:lnTo>
                <a:lnTo>
                  <a:pt x="2273555" y="35542"/>
                </a:lnTo>
                <a:lnTo>
                  <a:pt x="2272817" y="35147"/>
                </a:lnTo>
                <a:lnTo>
                  <a:pt x="2272058" y="34770"/>
                </a:lnTo>
                <a:lnTo>
                  <a:pt x="2271278" y="34410"/>
                </a:lnTo>
                <a:lnTo>
                  <a:pt x="2270478" y="34068"/>
                </a:lnTo>
                <a:lnTo>
                  <a:pt x="2269658" y="33743"/>
                </a:lnTo>
                <a:lnTo>
                  <a:pt x="2268817" y="33436"/>
                </a:lnTo>
                <a:lnTo>
                  <a:pt x="2267955" y="33147"/>
                </a:lnTo>
                <a:lnTo>
                  <a:pt x="2267073" y="32875"/>
                </a:lnTo>
                <a:lnTo>
                  <a:pt x="2266171" y="32621"/>
                </a:lnTo>
                <a:lnTo>
                  <a:pt x="2265248" y="32384"/>
                </a:lnTo>
                <a:lnTo>
                  <a:pt x="2264304" y="32165"/>
                </a:lnTo>
                <a:lnTo>
                  <a:pt x="2263340" y="31963"/>
                </a:lnTo>
                <a:lnTo>
                  <a:pt x="2262355" y="31779"/>
                </a:lnTo>
                <a:lnTo>
                  <a:pt x="2261350" y="31612"/>
                </a:lnTo>
                <a:lnTo>
                  <a:pt x="2260324" y="31463"/>
                </a:lnTo>
                <a:lnTo>
                  <a:pt x="2259278" y="31331"/>
                </a:lnTo>
                <a:lnTo>
                  <a:pt x="2258211" y="31217"/>
                </a:lnTo>
                <a:lnTo>
                  <a:pt x="2257123" y="31121"/>
                </a:lnTo>
                <a:lnTo>
                  <a:pt x="2256015" y="31042"/>
                </a:lnTo>
                <a:lnTo>
                  <a:pt x="2254887" y="30981"/>
                </a:lnTo>
                <a:lnTo>
                  <a:pt x="2253738" y="30937"/>
                </a:lnTo>
                <a:lnTo>
                  <a:pt x="2252568" y="30910"/>
                </a:lnTo>
                <a:lnTo>
                  <a:pt x="2251378" y="30902"/>
                </a:lnTo>
                <a:lnTo>
                  <a:pt x="2250037" y="30912"/>
                </a:lnTo>
                <a:lnTo>
                  <a:pt x="2248723" y="30945"/>
                </a:lnTo>
                <a:lnTo>
                  <a:pt x="2247436" y="30999"/>
                </a:lnTo>
                <a:lnTo>
                  <a:pt x="2246175" y="31075"/>
                </a:lnTo>
                <a:lnTo>
                  <a:pt x="2244942" y="31172"/>
                </a:lnTo>
                <a:lnTo>
                  <a:pt x="2243736" y="31292"/>
                </a:lnTo>
                <a:lnTo>
                  <a:pt x="2242556" y="31433"/>
                </a:lnTo>
                <a:lnTo>
                  <a:pt x="2241404" y="31595"/>
                </a:lnTo>
                <a:lnTo>
                  <a:pt x="2240278" y="31779"/>
                </a:lnTo>
                <a:lnTo>
                  <a:pt x="2239180" y="31985"/>
                </a:lnTo>
                <a:lnTo>
                  <a:pt x="2238109" y="32213"/>
                </a:lnTo>
                <a:lnTo>
                  <a:pt x="2237064" y="32462"/>
                </a:lnTo>
                <a:lnTo>
                  <a:pt x="2236046" y="32733"/>
                </a:lnTo>
                <a:lnTo>
                  <a:pt x="2235056" y="33025"/>
                </a:lnTo>
                <a:lnTo>
                  <a:pt x="2234092" y="33340"/>
                </a:lnTo>
                <a:lnTo>
                  <a:pt x="2233155" y="33676"/>
                </a:lnTo>
                <a:lnTo>
                  <a:pt x="2232246" y="34033"/>
                </a:lnTo>
                <a:lnTo>
                  <a:pt x="2231363" y="34413"/>
                </a:lnTo>
                <a:lnTo>
                  <a:pt x="2230507" y="34813"/>
                </a:lnTo>
                <a:lnTo>
                  <a:pt x="2229678" y="35236"/>
                </a:lnTo>
                <a:lnTo>
                  <a:pt x="2228876" y="35680"/>
                </a:lnTo>
                <a:lnTo>
                  <a:pt x="2228102" y="36146"/>
                </a:lnTo>
                <a:lnTo>
                  <a:pt x="2227354" y="36634"/>
                </a:lnTo>
                <a:lnTo>
                  <a:pt x="2226633" y="37143"/>
                </a:lnTo>
                <a:lnTo>
                  <a:pt x="2225940" y="37673"/>
                </a:lnTo>
                <a:lnTo>
                  <a:pt x="2225277" y="38223"/>
                </a:lnTo>
                <a:lnTo>
                  <a:pt x="2224643" y="38792"/>
                </a:lnTo>
                <a:lnTo>
                  <a:pt x="2224039" y="39382"/>
                </a:lnTo>
                <a:lnTo>
                  <a:pt x="2223464" y="39991"/>
                </a:lnTo>
                <a:lnTo>
                  <a:pt x="2222918" y="40619"/>
                </a:lnTo>
                <a:lnTo>
                  <a:pt x="2222402" y="41267"/>
                </a:lnTo>
                <a:lnTo>
                  <a:pt x="2221916" y="41936"/>
                </a:lnTo>
                <a:lnTo>
                  <a:pt x="2221459" y="42623"/>
                </a:lnTo>
                <a:lnTo>
                  <a:pt x="2221032" y="43331"/>
                </a:lnTo>
                <a:lnTo>
                  <a:pt x="2220634" y="44058"/>
                </a:lnTo>
                <a:lnTo>
                  <a:pt x="2220265" y="44805"/>
                </a:lnTo>
                <a:lnTo>
                  <a:pt x="2219926" y="45572"/>
                </a:lnTo>
                <a:lnTo>
                  <a:pt x="2219617" y="46358"/>
                </a:lnTo>
                <a:lnTo>
                  <a:pt x="2219337" y="47164"/>
                </a:lnTo>
                <a:lnTo>
                  <a:pt x="2219086" y="47990"/>
                </a:lnTo>
                <a:lnTo>
                  <a:pt x="2218865" y="48836"/>
                </a:lnTo>
                <a:lnTo>
                  <a:pt x="2218673" y="49701"/>
                </a:lnTo>
                <a:lnTo>
                  <a:pt x="2218511" y="50586"/>
                </a:lnTo>
                <a:lnTo>
                  <a:pt x="2218379" y="51491"/>
                </a:lnTo>
                <a:lnTo>
                  <a:pt x="2218275" y="52416"/>
                </a:lnTo>
                <a:lnTo>
                  <a:pt x="2218202" y="53360"/>
                </a:lnTo>
                <a:lnTo>
                  <a:pt x="2218158" y="54324"/>
                </a:lnTo>
                <a:lnTo>
                  <a:pt x="2218143" y="55307"/>
                </a:lnTo>
                <a:lnTo>
                  <a:pt x="2218147" y="55821"/>
                </a:lnTo>
                <a:lnTo>
                  <a:pt x="2218161" y="56327"/>
                </a:lnTo>
                <a:lnTo>
                  <a:pt x="2218183" y="56825"/>
                </a:lnTo>
                <a:lnTo>
                  <a:pt x="2218214" y="57316"/>
                </a:lnTo>
                <a:lnTo>
                  <a:pt x="2218255" y="57801"/>
                </a:lnTo>
                <a:lnTo>
                  <a:pt x="2218304" y="58277"/>
                </a:lnTo>
                <a:lnTo>
                  <a:pt x="2218362" y="58747"/>
                </a:lnTo>
                <a:lnTo>
                  <a:pt x="2218429" y="59209"/>
                </a:lnTo>
                <a:lnTo>
                  <a:pt x="2218505" y="59664"/>
                </a:lnTo>
                <a:lnTo>
                  <a:pt x="2218590" y="60112"/>
                </a:lnTo>
                <a:lnTo>
                  <a:pt x="2218684" y="60553"/>
                </a:lnTo>
                <a:lnTo>
                  <a:pt x="2218787" y="60986"/>
                </a:lnTo>
                <a:lnTo>
                  <a:pt x="2218898" y="61412"/>
                </a:lnTo>
                <a:lnTo>
                  <a:pt x="2219019" y="61831"/>
                </a:lnTo>
                <a:lnTo>
                  <a:pt x="2219149" y="62242"/>
                </a:lnTo>
                <a:lnTo>
                  <a:pt x="2219287" y="62646"/>
                </a:lnTo>
                <a:lnTo>
                  <a:pt x="2219435" y="63043"/>
                </a:lnTo>
                <a:lnTo>
                  <a:pt x="2219591" y="63433"/>
                </a:lnTo>
                <a:lnTo>
                  <a:pt x="2219757" y="63815"/>
                </a:lnTo>
                <a:lnTo>
                  <a:pt x="2219931" y="64190"/>
                </a:lnTo>
                <a:lnTo>
                  <a:pt x="2220114" y="64558"/>
                </a:lnTo>
                <a:lnTo>
                  <a:pt x="2220307" y="64919"/>
                </a:lnTo>
                <a:lnTo>
                  <a:pt x="2220508" y="65272"/>
                </a:lnTo>
                <a:lnTo>
                  <a:pt x="2220718" y="65618"/>
                </a:lnTo>
                <a:lnTo>
                  <a:pt x="2220935" y="65958"/>
                </a:lnTo>
                <a:lnTo>
                  <a:pt x="2221158" y="66293"/>
                </a:lnTo>
                <a:lnTo>
                  <a:pt x="2221386" y="66624"/>
                </a:lnTo>
                <a:lnTo>
                  <a:pt x="2221620" y="66950"/>
                </a:lnTo>
                <a:lnTo>
                  <a:pt x="2221859" y="67272"/>
                </a:lnTo>
                <a:lnTo>
                  <a:pt x="2222104" y="67588"/>
                </a:lnTo>
                <a:lnTo>
                  <a:pt x="2222354" y="67901"/>
                </a:lnTo>
                <a:lnTo>
                  <a:pt x="2222609" y="68208"/>
                </a:lnTo>
                <a:lnTo>
                  <a:pt x="2222870" y="68511"/>
                </a:lnTo>
                <a:lnTo>
                  <a:pt x="2223136" y="68810"/>
                </a:lnTo>
                <a:lnTo>
                  <a:pt x="2223408" y="69104"/>
                </a:lnTo>
                <a:lnTo>
                  <a:pt x="2223685" y="69393"/>
                </a:lnTo>
                <a:lnTo>
                  <a:pt x="2223968" y="69677"/>
                </a:lnTo>
                <a:lnTo>
                  <a:pt x="2224256" y="69957"/>
                </a:lnTo>
                <a:lnTo>
                  <a:pt x="2224550" y="70233"/>
                </a:lnTo>
                <a:lnTo>
                  <a:pt x="2224849" y="70503"/>
                </a:lnTo>
                <a:lnTo>
                  <a:pt x="2225153" y="70770"/>
                </a:lnTo>
                <a:lnTo>
                  <a:pt x="2225463" y="71031"/>
                </a:lnTo>
                <a:lnTo>
                  <a:pt x="2225779" y="71288"/>
                </a:lnTo>
                <a:lnTo>
                  <a:pt x="2226100" y="71540"/>
                </a:lnTo>
                <a:lnTo>
                  <a:pt x="2226426" y="71788"/>
                </a:lnTo>
                <a:lnTo>
                  <a:pt x="2226758" y="72031"/>
                </a:lnTo>
                <a:lnTo>
                  <a:pt x="2227095" y="72270"/>
                </a:lnTo>
                <a:lnTo>
                  <a:pt x="2227437" y="72504"/>
                </a:lnTo>
                <a:lnTo>
                  <a:pt x="2227785" y="72733"/>
                </a:lnTo>
                <a:lnTo>
                  <a:pt x="2228135" y="72959"/>
                </a:lnTo>
                <a:lnTo>
                  <a:pt x="2228489" y="73181"/>
                </a:lnTo>
                <a:lnTo>
                  <a:pt x="2228847" y="73400"/>
                </a:lnTo>
                <a:lnTo>
                  <a:pt x="2229208" y="73614"/>
                </a:lnTo>
                <a:lnTo>
                  <a:pt x="2229572" y="73825"/>
                </a:lnTo>
                <a:lnTo>
                  <a:pt x="2229941" y="74032"/>
                </a:lnTo>
                <a:lnTo>
                  <a:pt x="2230312" y="74235"/>
                </a:lnTo>
                <a:lnTo>
                  <a:pt x="2230687" y="74435"/>
                </a:lnTo>
                <a:lnTo>
                  <a:pt x="2231066" y="74631"/>
                </a:lnTo>
                <a:lnTo>
                  <a:pt x="2231448" y="74823"/>
                </a:lnTo>
                <a:lnTo>
                  <a:pt x="2231833" y="75011"/>
                </a:lnTo>
                <a:lnTo>
                  <a:pt x="2232222" y="75195"/>
                </a:lnTo>
                <a:lnTo>
                  <a:pt x="2232615" y="75376"/>
                </a:lnTo>
                <a:lnTo>
                  <a:pt x="2233011" y="75553"/>
                </a:lnTo>
                <a:lnTo>
                  <a:pt x="2233410" y="75726"/>
                </a:lnTo>
                <a:lnTo>
                  <a:pt x="2233813" y="75895"/>
                </a:lnTo>
                <a:lnTo>
                  <a:pt x="2234220" y="76061"/>
                </a:lnTo>
                <a:lnTo>
                  <a:pt x="2234630" y="76222"/>
                </a:lnTo>
                <a:lnTo>
                  <a:pt x="2235043" y="76380"/>
                </a:lnTo>
                <a:lnTo>
                  <a:pt x="2235460" y="76535"/>
                </a:lnTo>
                <a:lnTo>
                  <a:pt x="2235881" y="76685"/>
                </a:lnTo>
                <a:lnTo>
                  <a:pt x="2236305" y="76832"/>
                </a:lnTo>
                <a:lnTo>
                  <a:pt x="2236732" y="76975"/>
                </a:lnTo>
                <a:lnTo>
                  <a:pt x="2237161" y="77115"/>
                </a:lnTo>
                <a:lnTo>
                  <a:pt x="2237591" y="77254"/>
                </a:lnTo>
                <a:lnTo>
                  <a:pt x="2238021" y="77392"/>
                </a:lnTo>
                <a:lnTo>
                  <a:pt x="2238451" y="77529"/>
                </a:lnTo>
                <a:lnTo>
                  <a:pt x="2238881" y="77665"/>
                </a:lnTo>
                <a:lnTo>
                  <a:pt x="2239312" y="77800"/>
                </a:lnTo>
                <a:lnTo>
                  <a:pt x="2239743" y="77933"/>
                </a:lnTo>
                <a:lnTo>
                  <a:pt x="2240174" y="78066"/>
                </a:lnTo>
                <a:lnTo>
                  <a:pt x="2240606" y="78197"/>
                </a:lnTo>
                <a:lnTo>
                  <a:pt x="2241038" y="78327"/>
                </a:lnTo>
                <a:lnTo>
                  <a:pt x="2241470" y="78456"/>
                </a:lnTo>
                <a:lnTo>
                  <a:pt x="2241902" y="78584"/>
                </a:lnTo>
                <a:lnTo>
                  <a:pt x="2242335" y="78711"/>
                </a:lnTo>
                <a:lnTo>
                  <a:pt x="2242768" y="78837"/>
                </a:lnTo>
                <a:lnTo>
                  <a:pt x="2243201" y="78961"/>
                </a:lnTo>
                <a:lnTo>
                  <a:pt x="2243635" y="79085"/>
                </a:lnTo>
                <a:lnTo>
                  <a:pt x="2244069" y="79207"/>
                </a:lnTo>
                <a:lnTo>
                  <a:pt x="2244503" y="79329"/>
                </a:lnTo>
                <a:lnTo>
                  <a:pt x="2244937" y="79449"/>
                </a:lnTo>
                <a:lnTo>
                  <a:pt x="2245372" y="79568"/>
                </a:lnTo>
                <a:lnTo>
                  <a:pt x="2245807" y="79686"/>
                </a:lnTo>
                <a:lnTo>
                  <a:pt x="2246242" y="79803"/>
                </a:lnTo>
                <a:lnTo>
                  <a:pt x="2246677" y="79918"/>
                </a:lnTo>
                <a:lnTo>
                  <a:pt x="2247113" y="80033"/>
                </a:lnTo>
                <a:lnTo>
                  <a:pt x="2247581" y="80160"/>
                </a:lnTo>
                <a:lnTo>
                  <a:pt x="2248045" y="80286"/>
                </a:lnTo>
                <a:lnTo>
                  <a:pt x="2248507" y="80411"/>
                </a:lnTo>
                <a:lnTo>
                  <a:pt x="2248965" y="80535"/>
                </a:lnTo>
                <a:lnTo>
                  <a:pt x="2249420" y="80659"/>
                </a:lnTo>
                <a:lnTo>
                  <a:pt x="2249872" y="80781"/>
                </a:lnTo>
                <a:lnTo>
                  <a:pt x="2250320" y="80902"/>
                </a:lnTo>
                <a:lnTo>
                  <a:pt x="2250766" y="81022"/>
                </a:lnTo>
                <a:lnTo>
                  <a:pt x="2251208" y="81142"/>
                </a:lnTo>
                <a:lnTo>
                  <a:pt x="2251647" y="81260"/>
                </a:lnTo>
                <a:lnTo>
                  <a:pt x="2252082" y="81377"/>
                </a:lnTo>
                <a:lnTo>
                  <a:pt x="2252515" y="81494"/>
                </a:lnTo>
                <a:lnTo>
                  <a:pt x="2252944" y="81609"/>
                </a:lnTo>
                <a:lnTo>
                  <a:pt x="2253370" y="81724"/>
                </a:lnTo>
                <a:lnTo>
                  <a:pt x="2253793" y="81837"/>
                </a:lnTo>
                <a:lnTo>
                  <a:pt x="2254213" y="81950"/>
                </a:lnTo>
                <a:lnTo>
                  <a:pt x="2254629" y="82061"/>
                </a:lnTo>
                <a:lnTo>
                  <a:pt x="2255042" y="82172"/>
                </a:lnTo>
                <a:lnTo>
                  <a:pt x="2255452" y="82281"/>
                </a:lnTo>
                <a:lnTo>
                  <a:pt x="2255859" y="82390"/>
                </a:lnTo>
                <a:lnTo>
                  <a:pt x="2256262" y="82497"/>
                </a:lnTo>
                <a:lnTo>
                  <a:pt x="2256663" y="82604"/>
                </a:lnTo>
                <a:lnTo>
                  <a:pt x="2257060" y="82709"/>
                </a:lnTo>
                <a:lnTo>
                  <a:pt x="2257454" y="82814"/>
                </a:lnTo>
                <a:lnTo>
                  <a:pt x="2257844" y="82919"/>
                </a:lnTo>
                <a:lnTo>
                  <a:pt x="2258229" y="83025"/>
                </a:lnTo>
                <a:lnTo>
                  <a:pt x="2258609" y="83133"/>
                </a:lnTo>
                <a:lnTo>
                  <a:pt x="2258984" y="83242"/>
                </a:lnTo>
                <a:lnTo>
                  <a:pt x="2259354" y="83353"/>
                </a:lnTo>
                <a:lnTo>
                  <a:pt x="2259720" y="83466"/>
                </a:lnTo>
                <a:lnTo>
                  <a:pt x="2260080" y="83580"/>
                </a:lnTo>
                <a:lnTo>
                  <a:pt x="2260436" y="83695"/>
                </a:lnTo>
                <a:lnTo>
                  <a:pt x="2260786" y="83812"/>
                </a:lnTo>
                <a:lnTo>
                  <a:pt x="2261132" y="83931"/>
                </a:lnTo>
                <a:lnTo>
                  <a:pt x="2261473" y="84051"/>
                </a:lnTo>
                <a:lnTo>
                  <a:pt x="2261809" y="84173"/>
                </a:lnTo>
                <a:lnTo>
                  <a:pt x="2262141" y="84296"/>
                </a:lnTo>
                <a:lnTo>
                  <a:pt x="2262467" y="84421"/>
                </a:lnTo>
                <a:lnTo>
                  <a:pt x="2262788" y="84547"/>
                </a:lnTo>
                <a:lnTo>
                  <a:pt x="2263105" y="84675"/>
                </a:lnTo>
                <a:lnTo>
                  <a:pt x="2263416" y="84804"/>
                </a:lnTo>
                <a:lnTo>
                  <a:pt x="2263723" y="84935"/>
                </a:lnTo>
                <a:lnTo>
                  <a:pt x="2264025" y="85068"/>
                </a:lnTo>
                <a:lnTo>
                  <a:pt x="2264322" y="85202"/>
                </a:lnTo>
                <a:lnTo>
                  <a:pt x="2264614" y="85338"/>
                </a:lnTo>
                <a:lnTo>
                  <a:pt x="2264901" y="85475"/>
                </a:lnTo>
                <a:lnTo>
                  <a:pt x="2265183" y="85614"/>
                </a:lnTo>
                <a:lnTo>
                  <a:pt x="2265461" y="85754"/>
                </a:lnTo>
                <a:lnTo>
                  <a:pt x="2265733" y="85896"/>
                </a:lnTo>
                <a:lnTo>
                  <a:pt x="2266001" y="86041"/>
                </a:lnTo>
                <a:lnTo>
                  <a:pt x="2266263" y="86190"/>
                </a:lnTo>
                <a:lnTo>
                  <a:pt x="2266520" y="86341"/>
                </a:lnTo>
                <a:lnTo>
                  <a:pt x="2266773" y="86495"/>
                </a:lnTo>
                <a:lnTo>
                  <a:pt x="2267020" y="86652"/>
                </a:lnTo>
                <a:lnTo>
                  <a:pt x="2267262" y="86812"/>
                </a:lnTo>
                <a:lnTo>
                  <a:pt x="2267499" y="86975"/>
                </a:lnTo>
                <a:lnTo>
                  <a:pt x="2267732" y="87140"/>
                </a:lnTo>
                <a:lnTo>
                  <a:pt x="2267959" y="87309"/>
                </a:lnTo>
                <a:lnTo>
                  <a:pt x="2268181" y="87481"/>
                </a:lnTo>
                <a:lnTo>
                  <a:pt x="2268398" y="87656"/>
                </a:lnTo>
                <a:lnTo>
                  <a:pt x="2268610" y="87833"/>
                </a:lnTo>
                <a:lnTo>
                  <a:pt x="2268817" y="88014"/>
                </a:lnTo>
                <a:lnTo>
                  <a:pt x="2269019" y="88197"/>
                </a:lnTo>
                <a:lnTo>
                  <a:pt x="2269216" y="88384"/>
                </a:lnTo>
                <a:lnTo>
                  <a:pt x="2269408" y="88573"/>
                </a:lnTo>
                <a:lnTo>
                  <a:pt x="2269595" y="88765"/>
                </a:lnTo>
                <a:lnTo>
                  <a:pt x="2269777" y="88961"/>
                </a:lnTo>
                <a:lnTo>
                  <a:pt x="2269954" y="89159"/>
                </a:lnTo>
                <a:lnTo>
                  <a:pt x="2270126" y="89360"/>
                </a:lnTo>
                <a:lnTo>
                  <a:pt x="2270293" y="89564"/>
                </a:lnTo>
                <a:lnTo>
                  <a:pt x="2270454" y="89771"/>
                </a:lnTo>
                <a:lnTo>
                  <a:pt x="2270611" y="89981"/>
                </a:lnTo>
                <a:lnTo>
                  <a:pt x="2270762" y="90195"/>
                </a:lnTo>
                <a:lnTo>
                  <a:pt x="2270907" y="90414"/>
                </a:lnTo>
                <a:lnTo>
                  <a:pt x="2271045" y="90638"/>
                </a:lnTo>
                <a:lnTo>
                  <a:pt x="2271177" y="90866"/>
                </a:lnTo>
                <a:lnTo>
                  <a:pt x="2271302" y="91100"/>
                </a:lnTo>
                <a:lnTo>
                  <a:pt x="2271421" y="91338"/>
                </a:lnTo>
                <a:lnTo>
                  <a:pt x="2271533" y="91581"/>
                </a:lnTo>
                <a:lnTo>
                  <a:pt x="2271639" y="91829"/>
                </a:lnTo>
                <a:lnTo>
                  <a:pt x="2271739" y="92082"/>
                </a:lnTo>
                <a:lnTo>
                  <a:pt x="2271832" y="92340"/>
                </a:lnTo>
                <a:lnTo>
                  <a:pt x="2271919" y="92603"/>
                </a:lnTo>
                <a:lnTo>
                  <a:pt x="2271999" y="92871"/>
                </a:lnTo>
                <a:lnTo>
                  <a:pt x="2272073" y="93143"/>
                </a:lnTo>
                <a:lnTo>
                  <a:pt x="2272141" y="93421"/>
                </a:lnTo>
                <a:lnTo>
                  <a:pt x="2272202" y="93703"/>
                </a:lnTo>
                <a:lnTo>
                  <a:pt x="2272256" y="93990"/>
                </a:lnTo>
                <a:lnTo>
                  <a:pt x="2272305" y="94282"/>
                </a:lnTo>
                <a:lnTo>
                  <a:pt x="2272346" y="94579"/>
                </a:lnTo>
                <a:lnTo>
                  <a:pt x="2272382" y="94881"/>
                </a:lnTo>
                <a:lnTo>
                  <a:pt x="2272411" y="95188"/>
                </a:lnTo>
                <a:lnTo>
                  <a:pt x="2272433" y="95500"/>
                </a:lnTo>
                <a:lnTo>
                  <a:pt x="2272449" y="95816"/>
                </a:lnTo>
                <a:lnTo>
                  <a:pt x="2272459" y="96138"/>
                </a:lnTo>
                <a:lnTo>
                  <a:pt x="2272462" y="96464"/>
                </a:lnTo>
                <a:lnTo>
                  <a:pt x="2272459" y="96783"/>
                </a:lnTo>
                <a:lnTo>
                  <a:pt x="2272451" y="97097"/>
                </a:lnTo>
                <a:lnTo>
                  <a:pt x="2272437" y="97406"/>
                </a:lnTo>
                <a:lnTo>
                  <a:pt x="2272418" y="97712"/>
                </a:lnTo>
                <a:lnTo>
                  <a:pt x="2272394" y="98013"/>
                </a:lnTo>
                <a:lnTo>
                  <a:pt x="2272364" y="98309"/>
                </a:lnTo>
                <a:lnTo>
                  <a:pt x="2272328" y="98602"/>
                </a:lnTo>
                <a:lnTo>
                  <a:pt x="2272288" y="98890"/>
                </a:lnTo>
                <a:lnTo>
                  <a:pt x="2272241" y="99174"/>
                </a:lnTo>
                <a:lnTo>
                  <a:pt x="2272190" y="99453"/>
                </a:lnTo>
                <a:lnTo>
                  <a:pt x="2272132" y="99729"/>
                </a:lnTo>
                <a:lnTo>
                  <a:pt x="2272070" y="99999"/>
                </a:lnTo>
                <a:lnTo>
                  <a:pt x="2272002" y="100266"/>
                </a:lnTo>
                <a:lnTo>
                  <a:pt x="2271928" y="100528"/>
                </a:lnTo>
                <a:lnTo>
                  <a:pt x="2271849" y="100786"/>
                </a:lnTo>
                <a:lnTo>
                  <a:pt x="2271765" y="101040"/>
                </a:lnTo>
                <a:lnTo>
                  <a:pt x="2271675" y="101289"/>
                </a:lnTo>
                <a:lnTo>
                  <a:pt x="2271579" y="101535"/>
                </a:lnTo>
                <a:lnTo>
                  <a:pt x="2271478" y="101775"/>
                </a:lnTo>
                <a:lnTo>
                  <a:pt x="2271372" y="102012"/>
                </a:lnTo>
                <a:lnTo>
                  <a:pt x="2271261" y="102244"/>
                </a:lnTo>
                <a:lnTo>
                  <a:pt x="2271143" y="102472"/>
                </a:lnTo>
                <a:lnTo>
                  <a:pt x="2271021" y="102695"/>
                </a:lnTo>
                <a:lnTo>
                  <a:pt x="2270893" y="102915"/>
                </a:lnTo>
                <a:lnTo>
                  <a:pt x="2270760" y="103130"/>
                </a:lnTo>
                <a:lnTo>
                  <a:pt x="2270623" y="103342"/>
                </a:lnTo>
                <a:lnTo>
                  <a:pt x="2270481" y="103550"/>
                </a:lnTo>
                <a:lnTo>
                  <a:pt x="2270335" y="103754"/>
                </a:lnTo>
                <a:lnTo>
                  <a:pt x="2270185" y="103955"/>
                </a:lnTo>
                <a:lnTo>
                  <a:pt x="2270030" y="104152"/>
                </a:lnTo>
                <a:lnTo>
                  <a:pt x="2269871" y="104346"/>
                </a:lnTo>
                <a:lnTo>
                  <a:pt x="2269708" y="104536"/>
                </a:lnTo>
                <a:lnTo>
                  <a:pt x="2269540" y="104722"/>
                </a:lnTo>
                <a:lnTo>
                  <a:pt x="2269369" y="104905"/>
                </a:lnTo>
                <a:lnTo>
                  <a:pt x="2269192" y="105084"/>
                </a:lnTo>
                <a:lnTo>
                  <a:pt x="2269012" y="105259"/>
                </a:lnTo>
                <a:lnTo>
                  <a:pt x="2268827" y="105431"/>
                </a:lnTo>
                <a:lnTo>
                  <a:pt x="2268638" y="105599"/>
                </a:lnTo>
                <a:lnTo>
                  <a:pt x="2268444" y="105764"/>
                </a:lnTo>
                <a:lnTo>
                  <a:pt x="2268246" y="105925"/>
                </a:lnTo>
                <a:lnTo>
                  <a:pt x="2268044" y="106082"/>
                </a:lnTo>
                <a:lnTo>
                  <a:pt x="2267837" y="106236"/>
                </a:lnTo>
                <a:lnTo>
                  <a:pt x="2267626" y="106386"/>
                </a:lnTo>
                <a:lnTo>
                  <a:pt x="2267411" y="106532"/>
                </a:lnTo>
                <a:lnTo>
                  <a:pt x="2267192" y="106675"/>
                </a:lnTo>
                <a:lnTo>
                  <a:pt x="2266968" y="106814"/>
                </a:lnTo>
                <a:lnTo>
                  <a:pt x="2266740" y="106950"/>
                </a:lnTo>
                <a:lnTo>
                  <a:pt x="2266507" y="107082"/>
                </a:lnTo>
                <a:lnTo>
                  <a:pt x="2266270" y="107210"/>
                </a:lnTo>
                <a:lnTo>
                  <a:pt x="2266030" y="107336"/>
                </a:lnTo>
                <a:lnTo>
                  <a:pt x="2265786" y="107458"/>
                </a:lnTo>
                <a:lnTo>
                  <a:pt x="2265538" y="107577"/>
                </a:lnTo>
                <a:lnTo>
                  <a:pt x="2265286" y="107692"/>
                </a:lnTo>
                <a:lnTo>
                  <a:pt x="2265031" y="107805"/>
                </a:lnTo>
                <a:lnTo>
                  <a:pt x="2264772" y="107914"/>
                </a:lnTo>
                <a:lnTo>
                  <a:pt x="2264509" y="108021"/>
                </a:lnTo>
                <a:lnTo>
                  <a:pt x="2264242" y="108124"/>
                </a:lnTo>
                <a:lnTo>
                  <a:pt x="2263971" y="108223"/>
                </a:lnTo>
                <a:lnTo>
                  <a:pt x="2263697" y="108320"/>
                </a:lnTo>
                <a:lnTo>
                  <a:pt x="2263419" y="108413"/>
                </a:lnTo>
                <a:lnTo>
                  <a:pt x="2263137" y="108503"/>
                </a:lnTo>
                <a:lnTo>
                  <a:pt x="2262851" y="108590"/>
                </a:lnTo>
                <a:lnTo>
                  <a:pt x="2262562" y="108674"/>
                </a:lnTo>
                <a:lnTo>
                  <a:pt x="2262269" y="108755"/>
                </a:lnTo>
                <a:lnTo>
                  <a:pt x="2261972" y="108832"/>
                </a:lnTo>
                <a:lnTo>
                  <a:pt x="2261671" y="108906"/>
                </a:lnTo>
                <a:lnTo>
                  <a:pt x="2261367" y="108977"/>
                </a:lnTo>
                <a:lnTo>
                  <a:pt x="2261058" y="109045"/>
                </a:lnTo>
                <a:lnTo>
                  <a:pt x="2260746" y="109110"/>
                </a:lnTo>
                <a:lnTo>
                  <a:pt x="2260430" y="109171"/>
                </a:lnTo>
                <a:lnTo>
                  <a:pt x="2260111" y="109230"/>
                </a:lnTo>
                <a:lnTo>
                  <a:pt x="2259787" y="109285"/>
                </a:lnTo>
                <a:lnTo>
                  <a:pt x="2259461" y="109337"/>
                </a:lnTo>
                <a:lnTo>
                  <a:pt x="2259132" y="109387"/>
                </a:lnTo>
                <a:lnTo>
                  <a:pt x="2258800" y="109435"/>
                </a:lnTo>
                <a:lnTo>
                  <a:pt x="2258465" y="109481"/>
                </a:lnTo>
                <a:lnTo>
                  <a:pt x="2258128" y="109524"/>
                </a:lnTo>
                <a:lnTo>
                  <a:pt x="2257788" y="109565"/>
                </a:lnTo>
                <a:lnTo>
                  <a:pt x="2257446" y="109604"/>
                </a:lnTo>
                <a:lnTo>
                  <a:pt x="2257101" y="109641"/>
                </a:lnTo>
                <a:lnTo>
                  <a:pt x="2256753" y="109675"/>
                </a:lnTo>
                <a:lnTo>
                  <a:pt x="2256402" y="109708"/>
                </a:lnTo>
                <a:lnTo>
                  <a:pt x="2256049" y="109738"/>
                </a:lnTo>
                <a:lnTo>
                  <a:pt x="2255693" y="109766"/>
                </a:lnTo>
                <a:lnTo>
                  <a:pt x="2255335" y="109791"/>
                </a:lnTo>
                <a:lnTo>
                  <a:pt x="2254974" y="109815"/>
                </a:lnTo>
                <a:lnTo>
                  <a:pt x="2254610" y="109836"/>
                </a:lnTo>
                <a:lnTo>
                  <a:pt x="2254244" y="109855"/>
                </a:lnTo>
                <a:lnTo>
                  <a:pt x="2253875" y="109871"/>
                </a:lnTo>
                <a:lnTo>
                  <a:pt x="2253503" y="109886"/>
                </a:lnTo>
                <a:lnTo>
                  <a:pt x="2253129" y="109898"/>
                </a:lnTo>
                <a:lnTo>
                  <a:pt x="2252752" y="109908"/>
                </a:lnTo>
                <a:lnTo>
                  <a:pt x="2252372" y="109916"/>
                </a:lnTo>
                <a:lnTo>
                  <a:pt x="2251990" y="109921"/>
                </a:lnTo>
                <a:lnTo>
                  <a:pt x="2251605" y="109925"/>
                </a:lnTo>
                <a:lnTo>
                  <a:pt x="2251217" y="109926"/>
                </a:lnTo>
                <a:lnTo>
                  <a:pt x="2250367" y="109920"/>
                </a:lnTo>
                <a:lnTo>
                  <a:pt x="2249532" y="109903"/>
                </a:lnTo>
                <a:lnTo>
                  <a:pt x="2248712" y="109875"/>
                </a:lnTo>
                <a:lnTo>
                  <a:pt x="2247909" y="109835"/>
                </a:lnTo>
                <a:lnTo>
                  <a:pt x="2247121" y="109784"/>
                </a:lnTo>
                <a:lnTo>
                  <a:pt x="2246349" y="109722"/>
                </a:lnTo>
                <a:lnTo>
                  <a:pt x="2245592" y="109649"/>
                </a:lnTo>
                <a:lnTo>
                  <a:pt x="2244851" y="109564"/>
                </a:lnTo>
                <a:lnTo>
                  <a:pt x="2244125" y="109468"/>
                </a:lnTo>
                <a:lnTo>
                  <a:pt x="2243416" y="109360"/>
                </a:lnTo>
                <a:lnTo>
                  <a:pt x="2242722" y="109241"/>
                </a:lnTo>
                <a:lnTo>
                  <a:pt x="2242043" y="109111"/>
                </a:lnTo>
                <a:lnTo>
                  <a:pt x="2241380" y="108970"/>
                </a:lnTo>
                <a:lnTo>
                  <a:pt x="2240733" y="108817"/>
                </a:lnTo>
                <a:lnTo>
                  <a:pt x="2240102" y="108653"/>
                </a:lnTo>
                <a:lnTo>
                  <a:pt x="2239486" y="108477"/>
                </a:lnTo>
                <a:lnTo>
                  <a:pt x="2238886" y="108291"/>
                </a:lnTo>
                <a:lnTo>
                  <a:pt x="2238301" y="108093"/>
                </a:lnTo>
                <a:lnTo>
                  <a:pt x="2237732" y="107883"/>
                </a:lnTo>
                <a:lnTo>
                  <a:pt x="2237179" y="107663"/>
                </a:lnTo>
                <a:lnTo>
                  <a:pt x="2236641" y="107431"/>
                </a:lnTo>
                <a:lnTo>
                  <a:pt x="2236120" y="107187"/>
                </a:lnTo>
                <a:lnTo>
                  <a:pt x="2235613" y="106933"/>
                </a:lnTo>
                <a:lnTo>
                  <a:pt x="2235123" y="106667"/>
                </a:lnTo>
                <a:lnTo>
                  <a:pt x="2234647" y="106389"/>
                </a:lnTo>
                <a:lnTo>
                  <a:pt x="2234184" y="106098"/>
                </a:lnTo>
                <a:lnTo>
                  <a:pt x="2233736" y="105793"/>
                </a:lnTo>
                <a:lnTo>
                  <a:pt x="2233301" y="105476"/>
                </a:lnTo>
                <a:lnTo>
                  <a:pt x="2232880" y="105146"/>
                </a:lnTo>
                <a:lnTo>
                  <a:pt x="2232472" y="104803"/>
                </a:lnTo>
                <a:lnTo>
                  <a:pt x="2232078" y="104447"/>
                </a:lnTo>
                <a:lnTo>
                  <a:pt x="2231698" y="104078"/>
                </a:lnTo>
                <a:lnTo>
                  <a:pt x="2231332" y="103696"/>
                </a:lnTo>
                <a:lnTo>
                  <a:pt x="2230979" y="103301"/>
                </a:lnTo>
                <a:lnTo>
                  <a:pt x="2230640" y="102893"/>
                </a:lnTo>
                <a:lnTo>
                  <a:pt x="2230314" y="102472"/>
                </a:lnTo>
                <a:lnTo>
                  <a:pt x="2230003" y="102038"/>
                </a:lnTo>
                <a:lnTo>
                  <a:pt x="2229705" y="101591"/>
                </a:lnTo>
                <a:lnTo>
                  <a:pt x="2229420" y="101131"/>
                </a:lnTo>
                <a:lnTo>
                  <a:pt x="2229150" y="100658"/>
                </a:lnTo>
                <a:lnTo>
                  <a:pt x="2228893" y="100172"/>
                </a:lnTo>
                <a:lnTo>
                  <a:pt x="2228650" y="99673"/>
                </a:lnTo>
                <a:lnTo>
                  <a:pt x="2228420" y="99161"/>
                </a:lnTo>
                <a:lnTo>
                  <a:pt x="2228204" y="98636"/>
                </a:lnTo>
                <a:lnTo>
                  <a:pt x="2228002" y="98098"/>
                </a:lnTo>
                <a:lnTo>
                  <a:pt x="2227814" y="97547"/>
                </a:lnTo>
                <a:lnTo>
                  <a:pt x="2227639" y="96983"/>
                </a:lnTo>
                <a:lnTo>
                  <a:pt x="2227478" y="96406"/>
                </a:lnTo>
                <a:lnTo>
                  <a:pt x="2214682" y="98909"/>
                </a:lnTo>
                <a:lnTo>
                  <a:pt x="2214806" y="99417"/>
                </a:lnTo>
                <a:lnTo>
                  <a:pt x="2214935" y="99918"/>
                </a:lnTo>
                <a:lnTo>
                  <a:pt x="2215070" y="100413"/>
                </a:lnTo>
                <a:lnTo>
                  <a:pt x="2215211" y="100901"/>
                </a:lnTo>
                <a:lnTo>
                  <a:pt x="2215358" y="101383"/>
                </a:lnTo>
                <a:lnTo>
                  <a:pt x="2215510" y="101858"/>
                </a:lnTo>
                <a:lnTo>
                  <a:pt x="2215668" y="102327"/>
                </a:lnTo>
                <a:lnTo>
                  <a:pt x="2215831" y="102789"/>
                </a:lnTo>
                <a:lnTo>
                  <a:pt x="2216001" y="103244"/>
                </a:lnTo>
                <a:lnTo>
                  <a:pt x="2216176" y="103693"/>
                </a:lnTo>
                <a:lnTo>
                  <a:pt x="2216357" y="104135"/>
                </a:lnTo>
                <a:lnTo>
                  <a:pt x="2216543" y="104571"/>
                </a:lnTo>
                <a:lnTo>
                  <a:pt x="2216736" y="105000"/>
                </a:lnTo>
                <a:lnTo>
                  <a:pt x="2216934" y="105422"/>
                </a:lnTo>
                <a:lnTo>
                  <a:pt x="2217138" y="105838"/>
                </a:lnTo>
                <a:lnTo>
                  <a:pt x="2217347" y="106247"/>
                </a:lnTo>
                <a:lnTo>
                  <a:pt x="2217562" y="106650"/>
                </a:lnTo>
                <a:lnTo>
                  <a:pt x="2217783" y="107046"/>
                </a:lnTo>
                <a:lnTo>
                  <a:pt x="2218010" y="107436"/>
                </a:lnTo>
                <a:lnTo>
                  <a:pt x="2218242" y="107819"/>
                </a:lnTo>
                <a:lnTo>
                  <a:pt x="2218480" y="108195"/>
                </a:lnTo>
                <a:lnTo>
                  <a:pt x="2218724" y="108565"/>
                </a:lnTo>
                <a:lnTo>
                  <a:pt x="2218974" y="108928"/>
                </a:lnTo>
                <a:lnTo>
                  <a:pt x="2219229" y="109285"/>
                </a:lnTo>
                <a:lnTo>
                  <a:pt x="2219490" y="109635"/>
                </a:lnTo>
                <a:lnTo>
                  <a:pt x="2219756" y="109979"/>
                </a:lnTo>
                <a:lnTo>
                  <a:pt x="2220027" y="110318"/>
                </a:lnTo>
                <a:lnTo>
                  <a:pt x="2220303" y="110651"/>
                </a:lnTo>
                <a:lnTo>
                  <a:pt x="2220585" y="110978"/>
                </a:lnTo>
                <a:lnTo>
                  <a:pt x="2220871" y="111300"/>
                </a:lnTo>
                <a:lnTo>
                  <a:pt x="2221163" y="111616"/>
                </a:lnTo>
                <a:lnTo>
                  <a:pt x="2221460" y="111926"/>
                </a:lnTo>
                <a:lnTo>
                  <a:pt x="2221762" y="112230"/>
                </a:lnTo>
                <a:lnTo>
                  <a:pt x="2222069" y="112529"/>
                </a:lnTo>
                <a:lnTo>
                  <a:pt x="2222382" y="112822"/>
                </a:lnTo>
                <a:lnTo>
                  <a:pt x="2222700" y="113109"/>
                </a:lnTo>
                <a:lnTo>
                  <a:pt x="2223022" y="113390"/>
                </a:lnTo>
                <a:lnTo>
                  <a:pt x="2223350" y="113666"/>
                </a:lnTo>
                <a:lnTo>
                  <a:pt x="2223683" y="113936"/>
                </a:lnTo>
                <a:lnTo>
                  <a:pt x="2224022" y="114200"/>
                </a:lnTo>
                <a:lnTo>
                  <a:pt x="2224365" y="114459"/>
                </a:lnTo>
                <a:lnTo>
                  <a:pt x="2224714" y="114711"/>
                </a:lnTo>
                <a:lnTo>
                  <a:pt x="2225068" y="114958"/>
                </a:lnTo>
                <a:lnTo>
                  <a:pt x="2225427" y="115200"/>
                </a:lnTo>
                <a:lnTo>
                  <a:pt x="2225791" y="115435"/>
                </a:lnTo>
                <a:lnTo>
                  <a:pt x="2226160" y="115665"/>
                </a:lnTo>
                <a:lnTo>
                  <a:pt x="2226535" y="115889"/>
                </a:lnTo>
                <a:lnTo>
                  <a:pt x="2226914" y="116107"/>
                </a:lnTo>
                <a:lnTo>
                  <a:pt x="2227299" y="116320"/>
                </a:lnTo>
                <a:lnTo>
                  <a:pt x="2227689" y="116528"/>
                </a:lnTo>
                <a:lnTo>
                  <a:pt x="2228084" y="116731"/>
                </a:lnTo>
                <a:lnTo>
                  <a:pt x="2228485" y="116929"/>
                </a:lnTo>
                <a:lnTo>
                  <a:pt x="2228890" y="117122"/>
                </a:lnTo>
                <a:lnTo>
                  <a:pt x="2229301" y="117310"/>
                </a:lnTo>
                <a:lnTo>
                  <a:pt x="2229717" y="117494"/>
                </a:lnTo>
                <a:lnTo>
                  <a:pt x="2230138" y="117672"/>
                </a:lnTo>
                <a:lnTo>
                  <a:pt x="2230564" y="117845"/>
                </a:lnTo>
                <a:lnTo>
                  <a:pt x="2230995" y="118014"/>
                </a:lnTo>
                <a:lnTo>
                  <a:pt x="2231432" y="118178"/>
                </a:lnTo>
                <a:lnTo>
                  <a:pt x="2231873" y="118337"/>
                </a:lnTo>
                <a:lnTo>
                  <a:pt x="2232320" y="118490"/>
                </a:lnTo>
                <a:lnTo>
                  <a:pt x="2232772" y="118639"/>
                </a:lnTo>
                <a:lnTo>
                  <a:pt x="2233230" y="118783"/>
                </a:lnTo>
                <a:lnTo>
                  <a:pt x="2233692" y="118923"/>
                </a:lnTo>
                <a:lnTo>
                  <a:pt x="2234159" y="119057"/>
                </a:lnTo>
                <a:lnTo>
                  <a:pt x="2234632" y="119186"/>
                </a:lnTo>
                <a:lnTo>
                  <a:pt x="2235110" y="119311"/>
                </a:lnTo>
                <a:lnTo>
                  <a:pt x="2235593" y="119430"/>
                </a:lnTo>
                <a:lnTo>
                  <a:pt x="2236081" y="119545"/>
                </a:lnTo>
                <a:lnTo>
                  <a:pt x="2236575" y="119655"/>
                </a:lnTo>
                <a:lnTo>
                  <a:pt x="2237073" y="119759"/>
                </a:lnTo>
                <a:lnTo>
                  <a:pt x="2237577" y="119859"/>
                </a:lnTo>
                <a:lnTo>
                  <a:pt x="2238086" y="119955"/>
                </a:lnTo>
                <a:lnTo>
                  <a:pt x="2238600" y="120046"/>
                </a:lnTo>
                <a:lnTo>
                  <a:pt x="2239119" y="120134"/>
                </a:lnTo>
                <a:lnTo>
                  <a:pt x="2239644" y="120217"/>
                </a:lnTo>
                <a:lnTo>
                  <a:pt x="2240173" y="120297"/>
                </a:lnTo>
                <a:lnTo>
                  <a:pt x="2240708" y="120372"/>
                </a:lnTo>
                <a:lnTo>
                  <a:pt x="2241248" y="120443"/>
                </a:lnTo>
                <a:lnTo>
                  <a:pt x="2241793" y="120510"/>
                </a:lnTo>
                <a:lnTo>
                  <a:pt x="2242343" y="120573"/>
                </a:lnTo>
                <a:lnTo>
                  <a:pt x="2242899" y="120632"/>
                </a:lnTo>
                <a:lnTo>
                  <a:pt x="2243459" y="120687"/>
                </a:lnTo>
                <a:lnTo>
                  <a:pt x="2244025" y="120738"/>
                </a:lnTo>
                <a:lnTo>
                  <a:pt x="2244596" y="120785"/>
                </a:lnTo>
                <a:lnTo>
                  <a:pt x="2245172" y="120828"/>
                </a:lnTo>
                <a:lnTo>
                  <a:pt x="2245753" y="120866"/>
                </a:lnTo>
                <a:lnTo>
                  <a:pt x="2246340" y="120901"/>
                </a:lnTo>
                <a:lnTo>
                  <a:pt x="2246931" y="120931"/>
                </a:lnTo>
                <a:lnTo>
                  <a:pt x="2247528" y="120958"/>
                </a:lnTo>
                <a:lnTo>
                  <a:pt x="2248130" y="120980"/>
                </a:lnTo>
                <a:lnTo>
                  <a:pt x="2248737" y="120999"/>
                </a:lnTo>
                <a:lnTo>
                  <a:pt x="2249349" y="121013"/>
                </a:lnTo>
                <a:lnTo>
                  <a:pt x="2249967" y="121023"/>
                </a:lnTo>
                <a:lnTo>
                  <a:pt x="2250589" y="121029"/>
                </a:lnTo>
                <a:lnTo>
                  <a:pt x="2251217" y="121031"/>
                </a:lnTo>
                <a:lnTo>
                  <a:pt x="2251918" y="121028"/>
                </a:lnTo>
                <a:lnTo>
                  <a:pt x="2252612" y="121019"/>
                </a:lnTo>
                <a:lnTo>
                  <a:pt x="2253300" y="121004"/>
                </a:lnTo>
                <a:lnTo>
                  <a:pt x="2253981" y="120983"/>
                </a:lnTo>
                <a:lnTo>
                  <a:pt x="2254656" y="120956"/>
                </a:lnTo>
                <a:lnTo>
                  <a:pt x="2255324" y="120923"/>
                </a:lnTo>
                <a:lnTo>
                  <a:pt x="2255985" y="120884"/>
                </a:lnTo>
                <a:lnTo>
                  <a:pt x="2256640" y="120839"/>
                </a:lnTo>
                <a:lnTo>
                  <a:pt x="2257288" y="120788"/>
                </a:lnTo>
                <a:lnTo>
                  <a:pt x="2257930" y="120731"/>
                </a:lnTo>
                <a:lnTo>
                  <a:pt x="2258565" y="120668"/>
                </a:lnTo>
                <a:lnTo>
                  <a:pt x="2259194" y="120599"/>
                </a:lnTo>
                <a:lnTo>
                  <a:pt x="2259816" y="120524"/>
                </a:lnTo>
                <a:lnTo>
                  <a:pt x="2260432" y="120442"/>
                </a:lnTo>
                <a:lnTo>
                  <a:pt x="2261040" y="120355"/>
                </a:lnTo>
                <a:lnTo>
                  <a:pt x="2261643" y="120262"/>
                </a:lnTo>
                <a:lnTo>
                  <a:pt x="2262239" y="120163"/>
                </a:lnTo>
                <a:lnTo>
                  <a:pt x="2262828" y="120058"/>
                </a:lnTo>
                <a:lnTo>
                  <a:pt x="2263411" y="119947"/>
                </a:lnTo>
                <a:lnTo>
                  <a:pt x="2263987" y="119830"/>
                </a:lnTo>
                <a:lnTo>
                  <a:pt x="2264556" y="119706"/>
                </a:lnTo>
                <a:lnTo>
                  <a:pt x="2265119" y="119577"/>
                </a:lnTo>
                <a:lnTo>
                  <a:pt x="2265675" y="119442"/>
                </a:lnTo>
                <a:lnTo>
                  <a:pt x="2266225" y="119301"/>
                </a:lnTo>
                <a:lnTo>
                  <a:pt x="2266768" y="119154"/>
                </a:lnTo>
                <a:lnTo>
                  <a:pt x="2267304" y="119002"/>
                </a:lnTo>
                <a:lnTo>
                  <a:pt x="2267833" y="118844"/>
                </a:lnTo>
                <a:lnTo>
                  <a:pt x="2268354" y="118681"/>
                </a:lnTo>
                <a:lnTo>
                  <a:pt x="2268869" y="118513"/>
                </a:lnTo>
                <a:lnTo>
                  <a:pt x="2269376" y="118339"/>
                </a:lnTo>
                <a:lnTo>
                  <a:pt x="2269877" y="118160"/>
                </a:lnTo>
                <a:lnTo>
                  <a:pt x="2270370" y="117976"/>
                </a:lnTo>
                <a:lnTo>
                  <a:pt x="2270856" y="117786"/>
                </a:lnTo>
                <a:lnTo>
                  <a:pt x="2271334" y="117592"/>
                </a:lnTo>
                <a:lnTo>
                  <a:pt x="2271806" y="117391"/>
                </a:lnTo>
                <a:lnTo>
                  <a:pt x="2272271" y="117186"/>
                </a:lnTo>
                <a:lnTo>
                  <a:pt x="2272728" y="116975"/>
                </a:lnTo>
                <a:lnTo>
                  <a:pt x="2273179" y="116759"/>
                </a:lnTo>
                <a:lnTo>
                  <a:pt x="2273622" y="116538"/>
                </a:lnTo>
                <a:lnTo>
                  <a:pt x="2274058" y="116311"/>
                </a:lnTo>
                <a:lnTo>
                  <a:pt x="2274487" y="116079"/>
                </a:lnTo>
                <a:lnTo>
                  <a:pt x="2274909" y="115842"/>
                </a:lnTo>
                <a:lnTo>
                  <a:pt x="2275324" y="115599"/>
                </a:lnTo>
                <a:lnTo>
                  <a:pt x="2275731" y="115351"/>
                </a:lnTo>
                <a:lnTo>
                  <a:pt x="2276132" y="115098"/>
                </a:lnTo>
                <a:lnTo>
                  <a:pt x="2276525" y="114840"/>
                </a:lnTo>
                <a:lnTo>
                  <a:pt x="2276911" y="114576"/>
                </a:lnTo>
                <a:lnTo>
                  <a:pt x="2277290" y="114307"/>
                </a:lnTo>
                <a:lnTo>
                  <a:pt x="2277662" y="114032"/>
                </a:lnTo>
                <a:lnTo>
                  <a:pt x="2278027" y="113752"/>
                </a:lnTo>
                <a:lnTo>
                  <a:pt x="2278384" y="113467"/>
                </a:lnTo>
                <a:lnTo>
                  <a:pt x="2278733" y="113176"/>
                </a:lnTo>
                <a:lnTo>
                  <a:pt x="2279075" y="112880"/>
                </a:lnTo>
                <a:lnTo>
                  <a:pt x="2279410" y="112579"/>
                </a:lnTo>
                <a:lnTo>
                  <a:pt x="2279738" y="112273"/>
                </a:lnTo>
                <a:lnTo>
                  <a:pt x="2280058" y="111961"/>
                </a:lnTo>
                <a:lnTo>
                  <a:pt x="2280370" y="111644"/>
                </a:lnTo>
                <a:lnTo>
                  <a:pt x="2280675" y="111321"/>
                </a:lnTo>
                <a:lnTo>
                  <a:pt x="2280973" y="110994"/>
                </a:lnTo>
                <a:lnTo>
                  <a:pt x="2281264" y="110661"/>
                </a:lnTo>
                <a:lnTo>
                  <a:pt x="2281547" y="110323"/>
                </a:lnTo>
                <a:lnTo>
                  <a:pt x="2281822" y="109979"/>
                </a:lnTo>
                <a:lnTo>
                  <a:pt x="2282090" y="109630"/>
                </a:lnTo>
                <a:lnTo>
                  <a:pt x="2282351" y="109276"/>
                </a:lnTo>
                <a:lnTo>
                  <a:pt x="2282605" y="108916"/>
                </a:lnTo>
                <a:lnTo>
                  <a:pt x="2282850" y="108552"/>
                </a:lnTo>
                <a:lnTo>
                  <a:pt x="2283089" y="108182"/>
                </a:lnTo>
                <a:lnTo>
                  <a:pt x="2283320" y="107806"/>
                </a:lnTo>
                <a:lnTo>
                  <a:pt x="2283544" y="107426"/>
                </a:lnTo>
                <a:lnTo>
                  <a:pt x="2283760" y="107040"/>
                </a:lnTo>
                <a:lnTo>
                  <a:pt x="2283969" y="106648"/>
                </a:lnTo>
                <a:lnTo>
                  <a:pt x="2284171" y="106252"/>
                </a:lnTo>
                <a:lnTo>
                  <a:pt x="2284364" y="105850"/>
                </a:lnTo>
                <a:lnTo>
                  <a:pt x="2284550" y="105444"/>
                </a:lnTo>
                <a:lnTo>
                  <a:pt x="2284727" y="105033"/>
                </a:lnTo>
                <a:lnTo>
                  <a:pt x="2284896" y="104617"/>
                </a:lnTo>
                <a:lnTo>
                  <a:pt x="2285057" y="104197"/>
                </a:lnTo>
                <a:lnTo>
                  <a:pt x="2285209" y="103772"/>
                </a:lnTo>
                <a:lnTo>
                  <a:pt x="2285354" y="103343"/>
                </a:lnTo>
                <a:lnTo>
                  <a:pt x="2285490" y="102909"/>
                </a:lnTo>
                <a:lnTo>
                  <a:pt x="2285617" y="102470"/>
                </a:lnTo>
                <a:lnTo>
                  <a:pt x="2285737" y="102027"/>
                </a:lnTo>
                <a:lnTo>
                  <a:pt x="2285848" y="101579"/>
                </a:lnTo>
                <a:lnTo>
                  <a:pt x="2285951" y="101127"/>
                </a:lnTo>
                <a:lnTo>
                  <a:pt x="2286046" y="100670"/>
                </a:lnTo>
                <a:lnTo>
                  <a:pt x="2286133" y="100208"/>
                </a:lnTo>
                <a:lnTo>
                  <a:pt x="2286211" y="99742"/>
                </a:lnTo>
                <a:lnTo>
                  <a:pt x="2286281" y="99271"/>
                </a:lnTo>
                <a:lnTo>
                  <a:pt x="2286343" y="98795"/>
                </a:lnTo>
                <a:lnTo>
                  <a:pt x="2286396" y="98315"/>
                </a:lnTo>
                <a:lnTo>
                  <a:pt x="2286442" y="97830"/>
                </a:lnTo>
                <a:lnTo>
                  <a:pt x="2286479" y="97341"/>
                </a:lnTo>
                <a:lnTo>
                  <a:pt x="2286508" y="96847"/>
                </a:lnTo>
                <a:lnTo>
                  <a:pt x="2286528" y="96349"/>
                </a:lnTo>
                <a:lnTo>
                  <a:pt x="2286541" y="95845"/>
                </a:lnTo>
                <a:lnTo>
                  <a:pt x="2286545" y="95338"/>
                </a:lnTo>
                <a:lnTo>
                  <a:pt x="2286542" y="94950"/>
                </a:lnTo>
                <a:lnTo>
                  <a:pt x="2286535" y="94567"/>
                </a:lnTo>
                <a:lnTo>
                  <a:pt x="2286524" y="94187"/>
                </a:lnTo>
                <a:lnTo>
                  <a:pt x="2286508" y="93812"/>
                </a:lnTo>
                <a:lnTo>
                  <a:pt x="2286487" y="93440"/>
                </a:lnTo>
                <a:close/>
                <a:moveTo>
                  <a:pt x="2726169" y="93072"/>
                </a:moveTo>
                <a:lnTo>
                  <a:pt x="2726139" y="92708"/>
                </a:lnTo>
                <a:lnTo>
                  <a:pt x="2726104" y="92348"/>
                </a:lnTo>
                <a:lnTo>
                  <a:pt x="2726065" y="91992"/>
                </a:lnTo>
                <a:lnTo>
                  <a:pt x="2726021" y="91640"/>
                </a:lnTo>
                <a:lnTo>
                  <a:pt x="2725973" y="91292"/>
                </a:lnTo>
                <a:lnTo>
                  <a:pt x="2725920" y="90948"/>
                </a:lnTo>
                <a:lnTo>
                  <a:pt x="2725862" y="90607"/>
                </a:lnTo>
                <a:lnTo>
                  <a:pt x="2725800" y="90271"/>
                </a:lnTo>
                <a:lnTo>
                  <a:pt x="2725733" y="89938"/>
                </a:lnTo>
                <a:lnTo>
                  <a:pt x="2725662" y="89610"/>
                </a:lnTo>
                <a:lnTo>
                  <a:pt x="2725585" y="89285"/>
                </a:lnTo>
                <a:lnTo>
                  <a:pt x="2725505" y="88964"/>
                </a:lnTo>
                <a:lnTo>
                  <a:pt x="2725419" y="88647"/>
                </a:lnTo>
                <a:lnTo>
                  <a:pt x="2725330" y="88334"/>
                </a:lnTo>
                <a:lnTo>
                  <a:pt x="2725235" y="88025"/>
                </a:lnTo>
                <a:lnTo>
                  <a:pt x="2725136" y="87720"/>
                </a:lnTo>
                <a:lnTo>
                  <a:pt x="2725032" y="87419"/>
                </a:lnTo>
                <a:lnTo>
                  <a:pt x="2724924" y="87122"/>
                </a:lnTo>
                <a:lnTo>
                  <a:pt x="2724812" y="86828"/>
                </a:lnTo>
                <a:lnTo>
                  <a:pt x="2724696" y="86537"/>
                </a:lnTo>
                <a:lnTo>
                  <a:pt x="2724577" y="86250"/>
                </a:lnTo>
                <a:lnTo>
                  <a:pt x="2724456" y="85965"/>
                </a:lnTo>
                <a:lnTo>
                  <a:pt x="2724330" y="85684"/>
                </a:lnTo>
                <a:lnTo>
                  <a:pt x="2724202" y="85406"/>
                </a:lnTo>
                <a:lnTo>
                  <a:pt x="2724071" y="85130"/>
                </a:lnTo>
                <a:lnTo>
                  <a:pt x="2723936" y="84858"/>
                </a:lnTo>
                <a:lnTo>
                  <a:pt x="2723798" y="84589"/>
                </a:lnTo>
                <a:lnTo>
                  <a:pt x="2723657" y="84323"/>
                </a:lnTo>
                <a:lnTo>
                  <a:pt x="2723512" y="84060"/>
                </a:lnTo>
                <a:lnTo>
                  <a:pt x="2723365" y="83800"/>
                </a:lnTo>
                <a:lnTo>
                  <a:pt x="2723214" y="83543"/>
                </a:lnTo>
                <a:lnTo>
                  <a:pt x="2723060" y="83289"/>
                </a:lnTo>
                <a:lnTo>
                  <a:pt x="2722903" y="83039"/>
                </a:lnTo>
                <a:lnTo>
                  <a:pt x="2722742" y="82791"/>
                </a:lnTo>
                <a:lnTo>
                  <a:pt x="2722578" y="82546"/>
                </a:lnTo>
                <a:lnTo>
                  <a:pt x="2722412" y="82305"/>
                </a:lnTo>
                <a:lnTo>
                  <a:pt x="2722241" y="82066"/>
                </a:lnTo>
                <a:lnTo>
                  <a:pt x="2722068" y="81831"/>
                </a:lnTo>
                <a:lnTo>
                  <a:pt x="2721892" y="81599"/>
                </a:lnTo>
                <a:lnTo>
                  <a:pt x="2721712" y="81370"/>
                </a:lnTo>
                <a:lnTo>
                  <a:pt x="2721529" y="81144"/>
                </a:lnTo>
                <a:lnTo>
                  <a:pt x="2721343" y="80920"/>
                </a:lnTo>
                <a:lnTo>
                  <a:pt x="2721154" y="80700"/>
                </a:lnTo>
                <a:lnTo>
                  <a:pt x="2720962" y="80483"/>
                </a:lnTo>
                <a:lnTo>
                  <a:pt x="2720768" y="80268"/>
                </a:lnTo>
                <a:lnTo>
                  <a:pt x="2720571" y="80056"/>
                </a:lnTo>
                <a:lnTo>
                  <a:pt x="2720371" y="79846"/>
                </a:lnTo>
                <a:lnTo>
                  <a:pt x="2720168" y="79639"/>
                </a:lnTo>
                <a:lnTo>
                  <a:pt x="2719963" y="79435"/>
                </a:lnTo>
                <a:lnTo>
                  <a:pt x="2719756" y="79233"/>
                </a:lnTo>
                <a:lnTo>
                  <a:pt x="2719545" y="79034"/>
                </a:lnTo>
                <a:lnTo>
                  <a:pt x="2719332" y="78838"/>
                </a:lnTo>
                <a:lnTo>
                  <a:pt x="2719117" y="78644"/>
                </a:lnTo>
                <a:lnTo>
                  <a:pt x="2718898" y="78453"/>
                </a:lnTo>
                <a:lnTo>
                  <a:pt x="2718678" y="78265"/>
                </a:lnTo>
                <a:lnTo>
                  <a:pt x="2718454" y="78079"/>
                </a:lnTo>
                <a:lnTo>
                  <a:pt x="2718228" y="77896"/>
                </a:lnTo>
                <a:lnTo>
                  <a:pt x="2717999" y="77716"/>
                </a:lnTo>
                <a:lnTo>
                  <a:pt x="2717767" y="77538"/>
                </a:lnTo>
                <a:lnTo>
                  <a:pt x="2717533" y="77363"/>
                </a:lnTo>
                <a:lnTo>
                  <a:pt x="2717296" y="77191"/>
                </a:lnTo>
                <a:lnTo>
                  <a:pt x="2717057" y="77021"/>
                </a:lnTo>
                <a:lnTo>
                  <a:pt x="2716814" y="76854"/>
                </a:lnTo>
                <a:lnTo>
                  <a:pt x="2716569" y="76690"/>
                </a:lnTo>
                <a:lnTo>
                  <a:pt x="2716322" y="76528"/>
                </a:lnTo>
                <a:lnTo>
                  <a:pt x="2716072" y="76369"/>
                </a:lnTo>
                <a:lnTo>
                  <a:pt x="2715820" y="76212"/>
                </a:lnTo>
                <a:lnTo>
                  <a:pt x="2715566" y="76056"/>
                </a:lnTo>
                <a:lnTo>
                  <a:pt x="2715311" y="75903"/>
                </a:lnTo>
                <a:lnTo>
                  <a:pt x="2715055" y="75751"/>
                </a:lnTo>
                <a:lnTo>
                  <a:pt x="2714797" y="75601"/>
                </a:lnTo>
                <a:lnTo>
                  <a:pt x="2714538" y="75452"/>
                </a:lnTo>
                <a:lnTo>
                  <a:pt x="2714277" y="75305"/>
                </a:lnTo>
                <a:lnTo>
                  <a:pt x="2714015" y="75160"/>
                </a:lnTo>
                <a:lnTo>
                  <a:pt x="2713752" y="75017"/>
                </a:lnTo>
                <a:lnTo>
                  <a:pt x="2713487" y="74875"/>
                </a:lnTo>
                <a:lnTo>
                  <a:pt x="2713221" y="74735"/>
                </a:lnTo>
                <a:lnTo>
                  <a:pt x="2712954" y="74596"/>
                </a:lnTo>
                <a:lnTo>
                  <a:pt x="2712685" y="74460"/>
                </a:lnTo>
                <a:lnTo>
                  <a:pt x="2712414" y="74325"/>
                </a:lnTo>
                <a:lnTo>
                  <a:pt x="2712143" y="74191"/>
                </a:lnTo>
                <a:lnTo>
                  <a:pt x="2711869" y="74060"/>
                </a:lnTo>
                <a:lnTo>
                  <a:pt x="2711595" y="73930"/>
                </a:lnTo>
                <a:lnTo>
                  <a:pt x="2711319" y="73801"/>
                </a:lnTo>
                <a:lnTo>
                  <a:pt x="2711042" y="73675"/>
                </a:lnTo>
                <a:lnTo>
                  <a:pt x="2710763" y="73550"/>
                </a:lnTo>
                <a:lnTo>
                  <a:pt x="2710483" y="73426"/>
                </a:lnTo>
                <a:lnTo>
                  <a:pt x="2710201" y="73305"/>
                </a:lnTo>
                <a:lnTo>
                  <a:pt x="2709918" y="73185"/>
                </a:lnTo>
                <a:lnTo>
                  <a:pt x="2709634" y="73067"/>
                </a:lnTo>
                <a:lnTo>
                  <a:pt x="2709349" y="72950"/>
                </a:lnTo>
                <a:lnTo>
                  <a:pt x="2709063" y="72834"/>
                </a:lnTo>
                <a:lnTo>
                  <a:pt x="2708776" y="72720"/>
                </a:lnTo>
                <a:lnTo>
                  <a:pt x="2708488" y="72608"/>
                </a:lnTo>
                <a:lnTo>
                  <a:pt x="2708200" y="72497"/>
                </a:lnTo>
                <a:lnTo>
                  <a:pt x="2707911" y="72387"/>
                </a:lnTo>
                <a:lnTo>
                  <a:pt x="2707622" y="72278"/>
                </a:lnTo>
                <a:lnTo>
                  <a:pt x="2707332" y="72171"/>
                </a:lnTo>
                <a:lnTo>
                  <a:pt x="2707041" y="72066"/>
                </a:lnTo>
                <a:lnTo>
                  <a:pt x="2706749" y="71961"/>
                </a:lnTo>
                <a:lnTo>
                  <a:pt x="2706457" y="71859"/>
                </a:lnTo>
                <a:lnTo>
                  <a:pt x="2706164" y="71757"/>
                </a:lnTo>
                <a:lnTo>
                  <a:pt x="2705870" y="71657"/>
                </a:lnTo>
                <a:lnTo>
                  <a:pt x="2705575" y="71559"/>
                </a:lnTo>
                <a:lnTo>
                  <a:pt x="2705280" y="71461"/>
                </a:lnTo>
                <a:lnTo>
                  <a:pt x="2704984" y="71366"/>
                </a:lnTo>
                <a:lnTo>
                  <a:pt x="2704688" y="71271"/>
                </a:lnTo>
                <a:lnTo>
                  <a:pt x="2704391" y="71178"/>
                </a:lnTo>
                <a:lnTo>
                  <a:pt x="2704093" y="71087"/>
                </a:lnTo>
                <a:lnTo>
                  <a:pt x="2703794" y="70997"/>
                </a:lnTo>
                <a:lnTo>
                  <a:pt x="2703495" y="70908"/>
                </a:lnTo>
                <a:lnTo>
                  <a:pt x="2703195" y="70821"/>
                </a:lnTo>
                <a:lnTo>
                  <a:pt x="2702894" y="70735"/>
                </a:lnTo>
                <a:lnTo>
                  <a:pt x="2702593" y="70650"/>
                </a:lnTo>
                <a:lnTo>
                  <a:pt x="2702291" y="70566"/>
                </a:lnTo>
                <a:lnTo>
                  <a:pt x="2701990" y="70483"/>
                </a:lnTo>
                <a:lnTo>
                  <a:pt x="2701690" y="70400"/>
                </a:lnTo>
                <a:lnTo>
                  <a:pt x="2701390" y="70318"/>
                </a:lnTo>
                <a:lnTo>
                  <a:pt x="2701091" y="70236"/>
                </a:lnTo>
                <a:lnTo>
                  <a:pt x="2700792" y="70155"/>
                </a:lnTo>
                <a:lnTo>
                  <a:pt x="2700494" y="70073"/>
                </a:lnTo>
                <a:lnTo>
                  <a:pt x="2700196" y="69993"/>
                </a:lnTo>
                <a:lnTo>
                  <a:pt x="2699899" y="69912"/>
                </a:lnTo>
                <a:lnTo>
                  <a:pt x="2699603" y="69832"/>
                </a:lnTo>
                <a:lnTo>
                  <a:pt x="2699307" y="69753"/>
                </a:lnTo>
                <a:lnTo>
                  <a:pt x="2699012" y="69674"/>
                </a:lnTo>
                <a:lnTo>
                  <a:pt x="2698717" y="69595"/>
                </a:lnTo>
                <a:lnTo>
                  <a:pt x="2698423" y="69517"/>
                </a:lnTo>
                <a:lnTo>
                  <a:pt x="2698129" y="69439"/>
                </a:lnTo>
                <a:lnTo>
                  <a:pt x="2697836" y="69361"/>
                </a:lnTo>
                <a:lnTo>
                  <a:pt x="2697543" y="69284"/>
                </a:lnTo>
                <a:lnTo>
                  <a:pt x="2697251" y="69208"/>
                </a:lnTo>
                <a:lnTo>
                  <a:pt x="2696960" y="69132"/>
                </a:lnTo>
                <a:lnTo>
                  <a:pt x="2696669" y="69056"/>
                </a:lnTo>
                <a:lnTo>
                  <a:pt x="2696379" y="68980"/>
                </a:lnTo>
                <a:lnTo>
                  <a:pt x="2696089" y="68905"/>
                </a:lnTo>
                <a:lnTo>
                  <a:pt x="2695800" y="68831"/>
                </a:lnTo>
                <a:lnTo>
                  <a:pt x="2695511" y="68756"/>
                </a:lnTo>
                <a:lnTo>
                  <a:pt x="2695077" y="68649"/>
                </a:lnTo>
                <a:lnTo>
                  <a:pt x="2694645" y="68543"/>
                </a:lnTo>
                <a:lnTo>
                  <a:pt x="2694217" y="68436"/>
                </a:lnTo>
                <a:lnTo>
                  <a:pt x="2693792" y="68331"/>
                </a:lnTo>
                <a:lnTo>
                  <a:pt x="2693370" y="68225"/>
                </a:lnTo>
                <a:lnTo>
                  <a:pt x="2692951" y="68120"/>
                </a:lnTo>
                <a:lnTo>
                  <a:pt x="2692535" y="68016"/>
                </a:lnTo>
                <a:lnTo>
                  <a:pt x="2692122" y="67912"/>
                </a:lnTo>
                <a:lnTo>
                  <a:pt x="2691712" y="67808"/>
                </a:lnTo>
                <a:lnTo>
                  <a:pt x="2691306" y="67704"/>
                </a:lnTo>
                <a:lnTo>
                  <a:pt x="2690902" y="67602"/>
                </a:lnTo>
                <a:lnTo>
                  <a:pt x="2690502" y="67499"/>
                </a:lnTo>
                <a:lnTo>
                  <a:pt x="2690104" y="67397"/>
                </a:lnTo>
                <a:lnTo>
                  <a:pt x="2689710" y="67295"/>
                </a:lnTo>
                <a:lnTo>
                  <a:pt x="2689318" y="67194"/>
                </a:lnTo>
                <a:lnTo>
                  <a:pt x="2688930" y="67093"/>
                </a:lnTo>
                <a:lnTo>
                  <a:pt x="2688545" y="66993"/>
                </a:lnTo>
                <a:lnTo>
                  <a:pt x="2688163" y="66893"/>
                </a:lnTo>
                <a:lnTo>
                  <a:pt x="2687784" y="66794"/>
                </a:lnTo>
                <a:lnTo>
                  <a:pt x="2687408" y="66694"/>
                </a:lnTo>
                <a:lnTo>
                  <a:pt x="2687035" y="66596"/>
                </a:lnTo>
                <a:lnTo>
                  <a:pt x="2686665" y="66497"/>
                </a:lnTo>
                <a:lnTo>
                  <a:pt x="2686298" y="66400"/>
                </a:lnTo>
                <a:lnTo>
                  <a:pt x="2685935" y="66302"/>
                </a:lnTo>
                <a:lnTo>
                  <a:pt x="2685575" y="66204"/>
                </a:lnTo>
                <a:lnTo>
                  <a:pt x="2685219" y="66104"/>
                </a:lnTo>
                <a:lnTo>
                  <a:pt x="2684868" y="66003"/>
                </a:lnTo>
                <a:lnTo>
                  <a:pt x="2684521" y="65901"/>
                </a:lnTo>
                <a:lnTo>
                  <a:pt x="2684178" y="65797"/>
                </a:lnTo>
                <a:lnTo>
                  <a:pt x="2683840" y="65692"/>
                </a:lnTo>
                <a:lnTo>
                  <a:pt x="2683506" y="65586"/>
                </a:lnTo>
                <a:lnTo>
                  <a:pt x="2683176" y="65478"/>
                </a:lnTo>
                <a:lnTo>
                  <a:pt x="2682851" y="65369"/>
                </a:lnTo>
                <a:lnTo>
                  <a:pt x="2682530" y="65258"/>
                </a:lnTo>
                <a:lnTo>
                  <a:pt x="2682213" y="65146"/>
                </a:lnTo>
                <a:lnTo>
                  <a:pt x="2681901" y="65033"/>
                </a:lnTo>
                <a:lnTo>
                  <a:pt x="2681593" y="64918"/>
                </a:lnTo>
                <a:lnTo>
                  <a:pt x="2681289" y="64802"/>
                </a:lnTo>
                <a:lnTo>
                  <a:pt x="2680990" y="64684"/>
                </a:lnTo>
                <a:lnTo>
                  <a:pt x="2680695" y="64565"/>
                </a:lnTo>
                <a:lnTo>
                  <a:pt x="2680404" y="64445"/>
                </a:lnTo>
                <a:lnTo>
                  <a:pt x="2680118" y="64323"/>
                </a:lnTo>
                <a:lnTo>
                  <a:pt x="2679836" y="64200"/>
                </a:lnTo>
                <a:lnTo>
                  <a:pt x="2679558" y="64075"/>
                </a:lnTo>
                <a:lnTo>
                  <a:pt x="2679285" y="63950"/>
                </a:lnTo>
                <a:lnTo>
                  <a:pt x="2679016" y="63822"/>
                </a:lnTo>
                <a:lnTo>
                  <a:pt x="2678751" y="63694"/>
                </a:lnTo>
                <a:lnTo>
                  <a:pt x="2678491" y="63563"/>
                </a:lnTo>
                <a:lnTo>
                  <a:pt x="2678235" y="63431"/>
                </a:lnTo>
                <a:lnTo>
                  <a:pt x="2677984" y="63296"/>
                </a:lnTo>
                <a:lnTo>
                  <a:pt x="2677738" y="63159"/>
                </a:lnTo>
                <a:lnTo>
                  <a:pt x="2677496" y="63019"/>
                </a:lnTo>
                <a:lnTo>
                  <a:pt x="2677259" y="62877"/>
                </a:lnTo>
                <a:lnTo>
                  <a:pt x="2677027" y="62732"/>
                </a:lnTo>
                <a:lnTo>
                  <a:pt x="2676800" y="62585"/>
                </a:lnTo>
                <a:lnTo>
                  <a:pt x="2676578" y="62435"/>
                </a:lnTo>
                <a:lnTo>
                  <a:pt x="2676360" y="62283"/>
                </a:lnTo>
                <a:lnTo>
                  <a:pt x="2676147" y="62128"/>
                </a:lnTo>
                <a:lnTo>
                  <a:pt x="2675938" y="61971"/>
                </a:lnTo>
                <a:lnTo>
                  <a:pt x="2675735" y="61811"/>
                </a:lnTo>
                <a:lnTo>
                  <a:pt x="2675536" y="61648"/>
                </a:lnTo>
                <a:lnTo>
                  <a:pt x="2675342" y="61483"/>
                </a:lnTo>
                <a:lnTo>
                  <a:pt x="2675153" y="61316"/>
                </a:lnTo>
                <a:lnTo>
                  <a:pt x="2674968" y="61146"/>
                </a:lnTo>
                <a:lnTo>
                  <a:pt x="2674788" y="60973"/>
                </a:lnTo>
                <a:lnTo>
                  <a:pt x="2674613" y="60798"/>
                </a:lnTo>
                <a:lnTo>
                  <a:pt x="2674443" y="60621"/>
                </a:lnTo>
                <a:lnTo>
                  <a:pt x="2674277" y="60441"/>
                </a:lnTo>
                <a:lnTo>
                  <a:pt x="2674117" y="60258"/>
                </a:lnTo>
                <a:lnTo>
                  <a:pt x="2673961" y="60073"/>
                </a:lnTo>
                <a:lnTo>
                  <a:pt x="2673809" y="59886"/>
                </a:lnTo>
                <a:lnTo>
                  <a:pt x="2673663" y="59696"/>
                </a:lnTo>
                <a:lnTo>
                  <a:pt x="2673521" y="59502"/>
                </a:lnTo>
                <a:lnTo>
                  <a:pt x="2673386" y="59304"/>
                </a:lnTo>
                <a:lnTo>
                  <a:pt x="2673257" y="59102"/>
                </a:lnTo>
                <a:lnTo>
                  <a:pt x="2673134" y="58896"/>
                </a:lnTo>
                <a:lnTo>
                  <a:pt x="2673017" y="58685"/>
                </a:lnTo>
                <a:lnTo>
                  <a:pt x="2672906" y="58470"/>
                </a:lnTo>
                <a:lnTo>
                  <a:pt x="2672801" y="58250"/>
                </a:lnTo>
                <a:lnTo>
                  <a:pt x="2672701" y="58027"/>
                </a:lnTo>
                <a:lnTo>
                  <a:pt x="2672608" y="57798"/>
                </a:lnTo>
                <a:lnTo>
                  <a:pt x="2672521" y="57566"/>
                </a:lnTo>
                <a:lnTo>
                  <a:pt x="2672440" y="57329"/>
                </a:lnTo>
                <a:lnTo>
                  <a:pt x="2672365" y="57088"/>
                </a:lnTo>
                <a:lnTo>
                  <a:pt x="2672296" y="56842"/>
                </a:lnTo>
                <a:lnTo>
                  <a:pt x="2672233" y="56593"/>
                </a:lnTo>
                <a:lnTo>
                  <a:pt x="2672176" y="56339"/>
                </a:lnTo>
                <a:lnTo>
                  <a:pt x="2672125" y="56080"/>
                </a:lnTo>
                <a:lnTo>
                  <a:pt x="2672080" y="55817"/>
                </a:lnTo>
                <a:lnTo>
                  <a:pt x="2672041" y="55550"/>
                </a:lnTo>
                <a:lnTo>
                  <a:pt x="2672008" y="55279"/>
                </a:lnTo>
                <a:lnTo>
                  <a:pt x="2671981" y="55003"/>
                </a:lnTo>
                <a:lnTo>
                  <a:pt x="2671960" y="54723"/>
                </a:lnTo>
                <a:lnTo>
                  <a:pt x="2671945" y="54438"/>
                </a:lnTo>
                <a:lnTo>
                  <a:pt x="2671936" y="54150"/>
                </a:lnTo>
                <a:lnTo>
                  <a:pt x="2671932" y="53856"/>
                </a:lnTo>
                <a:lnTo>
                  <a:pt x="2671941" y="53358"/>
                </a:lnTo>
                <a:lnTo>
                  <a:pt x="2671965" y="52870"/>
                </a:lnTo>
                <a:lnTo>
                  <a:pt x="2672005" y="52393"/>
                </a:lnTo>
                <a:lnTo>
                  <a:pt x="2672062" y="51926"/>
                </a:lnTo>
                <a:lnTo>
                  <a:pt x="2672135" y="51470"/>
                </a:lnTo>
                <a:lnTo>
                  <a:pt x="2672224" y="51025"/>
                </a:lnTo>
                <a:lnTo>
                  <a:pt x="2672330" y="50590"/>
                </a:lnTo>
                <a:lnTo>
                  <a:pt x="2672451" y="50166"/>
                </a:lnTo>
                <a:lnTo>
                  <a:pt x="2672589" y="49753"/>
                </a:lnTo>
                <a:lnTo>
                  <a:pt x="2672743" y="49350"/>
                </a:lnTo>
                <a:lnTo>
                  <a:pt x="2672913" y="48958"/>
                </a:lnTo>
                <a:lnTo>
                  <a:pt x="2673099" y="48577"/>
                </a:lnTo>
                <a:lnTo>
                  <a:pt x="2673302" y="48206"/>
                </a:lnTo>
                <a:lnTo>
                  <a:pt x="2673521" y="47846"/>
                </a:lnTo>
                <a:lnTo>
                  <a:pt x="2673756" y="47496"/>
                </a:lnTo>
                <a:lnTo>
                  <a:pt x="2674007" y="47157"/>
                </a:lnTo>
                <a:lnTo>
                  <a:pt x="2674274" y="46829"/>
                </a:lnTo>
                <a:lnTo>
                  <a:pt x="2674558" y="46511"/>
                </a:lnTo>
                <a:lnTo>
                  <a:pt x="2674858" y="46204"/>
                </a:lnTo>
                <a:lnTo>
                  <a:pt x="2675174" y="45908"/>
                </a:lnTo>
                <a:lnTo>
                  <a:pt x="2675506" y="45622"/>
                </a:lnTo>
                <a:lnTo>
                  <a:pt x="2675854" y="45347"/>
                </a:lnTo>
                <a:lnTo>
                  <a:pt x="2676219" y="45082"/>
                </a:lnTo>
                <a:lnTo>
                  <a:pt x="2676600" y="44828"/>
                </a:lnTo>
                <a:lnTo>
                  <a:pt x="2676998" y="44585"/>
                </a:lnTo>
                <a:lnTo>
                  <a:pt x="2677414" y="44352"/>
                </a:lnTo>
                <a:lnTo>
                  <a:pt x="2677847" y="44129"/>
                </a:lnTo>
                <a:lnTo>
                  <a:pt x="2678299" y="43917"/>
                </a:lnTo>
                <a:lnTo>
                  <a:pt x="2678768" y="43715"/>
                </a:lnTo>
                <a:lnTo>
                  <a:pt x="2679256" y="43524"/>
                </a:lnTo>
                <a:lnTo>
                  <a:pt x="2679761" y="43342"/>
                </a:lnTo>
                <a:lnTo>
                  <a:pt x="2680284" y="43171"/>
                </a:lnTo>
                <a:lnTo>
                  <a:pt x="2680825" y="43011"/>
                </a:lnTo>
                <a:lnTo>
                  <a:pt x="2681384" y="42861"/>
                </a:lnTo>
                <a:lnTo>
                  <a:pt x="2681960" y="42721"/>
                </a:lnTo>
                <a:lnTo>
                  <a:pt x="2682555" y="42592"/>
                </a:lnTo>
                <a:lnTo>
                  <a:pt x="2683167" y="42472"/>
                </a:lnTo>
                <a:lnTo>
                  <a:pt x="2683798" y="42364"/>
                </a:lnTo>
                <a:lnTo>
                  <a:pt x="2684446" y="42265"/>
                </a:lnTo>
                <a:lnTo>
                  <a:pt x="2685112" y="42177"/>
                </a:lnTo>
                <a:lnTo>
                  <a:pt x="2685796" y="42100"/>
                </a:lnTo>
                <a:lnTo>
                  <a:pt x="2686498" y="42032"/>
                </a:lnTo>
                <a:lnTo>
                  <a:pt x="2687218" y="41975"/>
                </a:lnTo>
                <a:lnTo>
                  <a:pt x="2687956" y="41929"/>
                </a:lnTo>
                <a:lnTo>
                  <a:pt x="2688711" y="41892"/>
                </a:lnTo>
                <a:lnTo>
                  <a:pt x="2689485" y="41867"/>
                </a:lnTo>
                <a:lnTo>
                  <a:pt x="2690276" y="41851"/>
                </a:lnTo>
                <a:lnTo>
                  <a:pt x="2691085" y="41846"/>
                </a:lnTo>
                <a:lnTo>
                  <a:pt x="2691393" y="41847"/>
                </a:lnTo>
                <a:lnTo>
                  <a:pt x="2691700" y="41850"/>
                </a:lnTo>
                <a:lnTo>
                  <a:pt x="2692006" y="41855"/>
                </a:lnTo>
                <a:lnTo>
                  <a:pt x="2692311" y="41863"/>
                </a:lnTo>
                <a:lnTo>
                  <a:pt x="2692615" y="41872"/>
                </a:lnTo>
                <a:lnTo>
                  <a:pt x="2692918" y="41883"/>
                </a:lnTo>
                <a:lnTo>
                  <a:pt x="2693220" y="41897"/>
                </a:lnTo>
                <a:lnTo>
                  <a:pt x="2693522" y="41913"/>
                </a:lnTo>
                <a:lnTo>
                  <a:pt x="2693822" y="41930"/>
                </a:lnTo>
                <a:lnTo>
                  <a:pt x="2694121" y="41950"/>
                </a:lnTo>
                <a:lnTo>
                  <a:pt x="2694419" y="41972"/>
                </a:lnTo>
                <a:lnTo>
                  <a:pt x="2694716" y="41996"/>
                </a:lnTo>
                <a:lnTo>
                  <a:pt x="2695013" y="42022"/>
                </a:lnTo>
                <a:lnTo>
                  <a:pt x="2695308" y="42050"/>
                </a:lnTo>
                <a:lnTo>
                  <a:pt x="2695602" y="42081"/>
                </a:lnTo>
                <a:lnTo>
                  <a:pt x="2695896" y="42113"/>
                </a:lnTo>
                <a:lnTo>
                  <a:pt x="2696188" y="42147"/>
                </a:lnTo>
                <a:lnTo>
                  <a:pt x="2696479" y="42184"/>
                </a:lnTo>
                <a:lnTo>
                  <a:pt x="2696770" y="42223"/>
                </a:lnTo>
                <a:lnTo>
                  <a:pt x="2697059" y="42263"/>
                </a:lnTo>
                <a:lnTo>
                  <a:pt x="2697347" y="42306"/>
                </a:lnTo>
                <a:lnTo>
                  <a:pt x="2697635" y="42351"/>
                </a:lnTo>
                <a:lnTo>
                  <a:pt x="2697921" y="42398"/>
                </a:lnTo>
                <a:lnTo>
                  <a:pt x="2698207" y="42447"/>
                </a:lnTo>
                <a:lnTo>
                  <a:pt x="2698491" y="42498"/>
                </a:lnTo>
                <a:lnTo>
                  <a:pt x="2698772" y="42552"/>
                </a:lnTo>
                <a:lnTo>
                  <a:pt x="2699051" y="42609"/>
                </a:lnTo>
                <a:lnTo>
                  <a:pt x="2699328" y="42669"/>
                </a:lnTo>
                <a:lnTo>
                  <a:pt x="2699602" y="42731"/>
                </a:lnTo>
                <a:lnTo>
                  <a:pt x="2699874" y="42796"/>
                </a:lnTo>
                <a:lnTo>
                  <a:pt x="2700144" y="42864"/>
                </a:lnTo>
                <a:lnTo>
                  <a:pt x="2700411" y="42935"/>
                </a:lnTo>
                <a:lnTo>
                  <a:pt x="2700676" y="43008"/>
                </a:lnTo>
                <a:lnTo>
                  <a:pt x="2700938" y="43085"/>
                </a:lnTo>
                <a:lnTo>
                  <a:pt x="2701198" y="43164"/>
                </a:lnTo>
                <a:lnTo>
                  <a:pt x="2701456" y="43245"/>
                </a:lnTo>
                <a:lnTo>
                  <a:pt x="2701711" y="43330"/>
                </a:lnTo>
                <a:lnTo>
                  <a:pt x="2701964" y="43417"/>
                </a:lnTo>
                <a:lnTo>
                  <a:pt x="2702215" y="43507"/>
                </a:lnTo>
                <a:lnTo>
                  <a:pt x="2702463" y="43600"/>
                </a:lnTo>
                <a:lnTo>
                  <a:pt x="2702709" y="43696"/>
                </a:lnTo>
                <a:lnTo>
                  <a:pt x="2702952" y="43795"/>
                </a:lnTo>
                <a:lnTo>
                  <a:pt x="2703193" y="43896"/>
                </a:lnTo>
                <a:lnTo>
                  <a:pt x="2703432" y="44000"/>
                </a:lnTo>
                <a:lnTo>
                  <a:pt x="2703668" y="44107"/>
                </a:lnTo>
                <a:lnTo>
                  <a:pt x="2703902" y="44216"/>
                </a:lnTo>
                <a:lnTo>
                  <a:pt x="2704134" y="44329"/>
                </a:lnTo>
                <a:lnTo>
                  <a:pt x="2704363" y="44444"/>
                </a:lnTo>
                <a:lnTo>
                  <a:pt x="2704590" y="44562"/>
                </a:lnTo>
                <a:lnTo>
                  <a:pt x="2704813" y="44683"/>
                </a:lnTo>
                <a:lnTo>
                  <a:pt x="2705034" y="44807"/>
                </a:lnTo>
                <a:lnTo>
                  <a:pt x="2705253" y="44934"/>
                </a:lnTo>
                <a:lnTo>
                  <a:pt x="2705468" y="45064"/>
                </a:lnTo>
                <a:lnTo>
                  <a:pt x="2705681" y="45198"/>
                </a:lnTo>
                <a:lnTo>
                  <a:pt x="2705891" y="45334"/>
                </a:lnTo>
                <a:lnTo>
                  <a:pt x="2706098" y="45474"/>
                </a:lnTo>
                <a:lnTo>
                  <a:pt x="2706302" y="45616"/>
                </a:lnTo>
                <a:lnTo>
                  <a:pt x="2706503" y="45762"/>
                </a:lnTo>
                <a:lnTo>
                  <a:pt x="2706702" y="45910"/>
                </a:lnTo>
                <a:lnTo>
                  <a:pt x="2706898" y="46062"/>
                </a:lnTo>
                <a:lnTo>
                  <a:pt x="2707091" y="46217"/>
                </a:lnTo>
                <a:lnTo>
                  <a:pt x="2707281" y="46374"/>
                </a:lnTo>
                <a:lnTo>
                  <a:pt x="2707469" y="46535"/>
                </a:lnTo>
                <a:lnTo>
                  <a:pt x="2707653" y="46699"/>
                </a:lnTo>
                <a:lnTo>
                  <a:pt x="2707835" y="46866"/>
                </a:lnTo>
                <a:lnTo>
                  <a:pt x="2708015" y="47036"/>
                </a:lnTo>
                <a:lnTo>
                  <a:pt x="2708191" y="47209"/>
                </a:lnTo>
                <a:lnTo>
                  <a:pt x="2708364" y="47385"/>
                </a:lnTo>
                <a:lnTo>
                  <a:pt x="2708535" y="47564"/>
                </a:lnTo>
                <a:lnTo>
                  <a:pt x="2708703" y="47747"/>
                </a:lnTo>
                <a:lnTo>
                  <a:pt x="2708868" y="47932"/>
                </a:lnTo>
                <a:lnTo>
                  <a:pt x="2709030" y="48120"/>
                </a:lnTo>
                <a:lnTo>
                  <a:pt x="2709189" y="48312"/>
                </a:lnTo>
                <a:lnTo>
                  <a:pt x="2709344" y="48507"/>
                </a:lnTo>
                <a:lnTo>
                  <a:pt x="2709494" y="48707"/>
                </a:lnTo>
                <a:lnTo>
                  <a:pt x="2709641" y="48910"/>
                </a:lnTo>
                <a:lnTo>
                  <a:pt x="2709783" y="49116"/>
                </a:lnTo>
                <a:lnTo>
                  <a:pt x="2709921" y="49327"/>
                </a:lnTo>
                <a:lnTo>
                  <a:pt x="2710054" y="49541"/>
                </a:lnTo>
                <a:lnTo>
                  <a:pt x="2710184" y="49759"/>
                </a:lnTo>
                <a:lnTo>
                  <a:pt x="2710309" y="49981"/>
                </a:lnTo>
                <a:lnTo>
                  <a:pt x="2710430" y="50206"/>
                </a:lnTo>
                <a:lnTo>
                  <a:pt x="2710547" y="50435"/>
                </a:lnTo>
                <a:lnTo>
                  <a:pt x="2710660" y="50668"/>
                </a:lnTo>
                <a:lnTo>
                  <a:pt x="2710769" y="50905"/>
                </a:lnTo>
                <a:lnTo>
                  <a:pt x="2710873" y="51145"/>
                </a:lnTo>
                <a:lnTo>
                  <a:pt x="2710973" y="51390"/>
                </a:lnTo>
                <a:lnTo>
                  <a:pt x="2711069" y="51638"/>
                </a:lnTo>
                <a:lnTo>
                  <a:pt x="2711161" y="51889"/>
                </a:lnTo>
                <a:lnTo>
                  <a:pt x="2711249" y="52145"/>
                </a:lnTo>
                <a:lnTo>
                  <a:pt x="2711332" y="52404"/>
                </a:lnTo>
                <a:lnTo>
                  <a:pt x="2711411" y="52667"/>
                </a:lnTo>
                <a:lnTo>
                  <a:pt x="2711486" y="52933"/>
                </a:lnTo>
                <a:lnTo>
                  <a:pt x="2711557" y="53204"/>
                </a:lnTo>
                <a:lnTo>
                  <a:pt x="2711624" y="53478"/>
                </a:lnTo>
                <a:lnTo>
                  <a:pt x="2711686" y="53756"/>
                </a:lnTo>
                <a:lnTo>
                  <a:pt x="2724723" y="52151"/>
                </a:lnTo>
                <a:lnTo>
                  <a:pt x="2724524" y="51233"/>
                </a:lnTo>
                <a:lnTo>
                  <a:pt x="2724304" y="50336"/>
                </a:lnTo>
                <a:lnTo>
                  <a:pt x="2724062" y="49460"/>
                </a:lnTo>
                <a:lnTo>
                  <a:pt x="2723798" y="48606"/>
                </a:lnTo>
                <a:lnTo>
                  <a:pt x="2723513" y="47772"/>
                </a:lnTo>
                <a:lnTo>
                  <a:pt x="2723206" y="46960"/>
                </a:lnTo>
                <a:lnTo>
                  <a:pt x="2722878" y="46168"/>
                </a:lnTo>
                <a:lnTo>
                  <a:pt x="2722528" y="45398"/>
                </a:lnTo>
                <a:lnTo>
                  <a:pt x="2722156" y="44649"/>
                </a:lnTo>
                <a:lnTo>
                  <a:pt x="2721762" y="43921"/>
                </a:lnTo>
                <a:lnTo>
                  <a:pt x="2721347" y="43215"/>
                </a:lnTo>
                <a:lnTo>
                  <a:pt x="2720910" y="42529"/>
                </a:lnTo>
                <a:lnTo>
                  <a:pt x="2720452" y="41865"/>
                </a:lnTo>
                <a:lnTo>
                  <a:pt x="2719972" y="41222"/>
                </a:lnTo>
                <a:lnTo>
                  <a:pt x="2719470" y="40600"/>
                </a:lnTo>
                <a:lnTo>
                  <a:pt x="2718947" y="39999"/>
                </a:lnTo>
                <a:lnTo>
                  <a:pt x="2718401" y="39419"/>
                </a:lnTo>
                <a:lnTo>
                  <a:pt x="2717835" y="38861"/>
                </a:lnTo>
                <a:lnTo>
                  <a:pt x="2717246" y="38323"/>
                </a:lnTo>
                <a:lnTo>
                  <a:pt x="2716636" y="37807"/>
                </a:lnTo>
                <a:lnTo>
                  <a:pt x="2716005" y="37312"/>
                </a:lnTo>
                <a:lnTo>
                  <a:pt x="2715351" y="36838"/>
                </a:lnTo>
                <a:lnTo>
                  <a:pt x="2714676" y="36385"/>
                </a:lnTo>
                <a:lnTo>
                  <a:pt x="2713980" y="35954"/>
                </a:lnTo>
                <a:lnTo>
                  <a:pt x="2713262" y="35542"/>
                </a:lnTo>
                <a:lnTo>
                  <a:pt x="2712523" y="35147"/>
                </a:lnTo>
                <a:lnTo>
                  <a:pt x="2711765" y="34770"/>
                </a:lnTo>
                <a:lnTo>
                  <a:pt x="2710985" y="34410"/>
                </a:lnTo>
                <a:lnTo>
                  <a:pt x="2710185" y="34068"/>
                </a:lnTo>
                <a:lnTo>
                  <a:pt x="2709365" y="33743"/>
                </a:lnTo>
                <a:lnTo>
                  <a:pt x="2708524" y="33436"/>
                </a:lnTo>
                <a:lnTo>
                  <a:pt x="2707662" y="33147"/>
                </a:lnTo>
                <a:lnTo>
                  <a:pt x="2706780" y="32875"/>
                </a:lnTo>
                <a:lnTo>
                  <a:pt x="2705878" y="32621"/>
                </a:lnTo>
                <a:lnTo>
                  <a:pt x="2704955" y="32384"/>
                </a:lnTo>
                <a:lnTo>
                  <a:pt x="2704011" y="32165"/>
                </a:lnTo>
                <a:lnTo>
                  <a:pt x="2703047" y="31963"/>
                </a:lnTo>
                <a:lnTo>
                  <a:pt x="2702062" y="31779"/>
                </a:lnTo>
                <a:lnTo>
                  <a:pt x="2701057" y="31612"/>
                </a:lnTo>
                <a:lnTo>
                  <a:pt x="2700031" y="31463"/>
                </a:lnTo>
                <a:lnTo>
                  <a:pt x="2698985" y="31331"/>
                </a:lnTo>
                <a:lnTo>
                  <a:pt x="2697918" y="31217"/>
                </a:lnTo>
                <a:lnTo>
                  <a:pt x="2696830" y="31121"/>
                </a:lnTo>
                <a:lnTo>
                  <a:pt x="2695722" y="31042"/>
                </a:lnTo>
                <a:lnTo>
                  <a:pt x="2694594" y="30981"/>
                </a:lnTo>
                <a:lnTo>
                  <a:pt x="2693445" y="30937"/>
                </a:lnTo>
                <a:lnTo>
                  <a:pt x="2692275" y="30910"/>
                </a:lnTo>
                <a:lnTo>
                  <a:pt x="2691085" y="30902"/>
                </a:lnTo>
                <a:lnTo>
                  <a:pt x="2689744" y="30912"/>
                </a:lnTo>
                <a:lnTo>
                  <a:pt x="2688430" y="30945"/>
                </a:lnTo>
                <a:lnTo>
                  <a:pt x="2687142" y="30999"/>
                </a:lnTo>
                <a:lnTo>
                  <a:pt x="2685882" y="31075"/>
                </a:lnTo>
                <a:lnTo>
                  <a:pt x="2684649" y="31172"/>
                </a:lnTo>
                <a:lnTo>
                  <a:pt x="2683443" y="31292"/>
                </a:lnTo>
                <a:lnTo>
                  <a:pt x="2682263" y="31433"/>
                </a:lnTo>
                <a:lnTo>
                  <a:pt x="2681111" y="31595"/>
                </a:lnTo>
                <a:lnTo>
                  <a:pt x="2679985" y="31779"/>
                </a:lnTo>
                <a:lnTo>
                  <a:pt x="2678887" y="31985"/>
                </a:lnTo>
                <a:lnTo>
                  <a:pt x="2677815" y="32213"/>
                </a:lnTo>
                <a:lnTo>
                  <a:pt x="2676771" y="32462"/>
                </a:lnTo>
                <a:lnTo>
                  <a:pt x="2675753" y="32733"/>
                </a:lnTo>
                <a:lnTo>
                  <a:pt x="2674763" y="33025"/>
                </a:lnTo>
                <a:lnTo>
                  <a:pt x="2673799" y="33340"/>
                </a:lnTo>
                <a:lnTo>
                  <a:pt x="2672862" y="33676"/>
                </a:lnTo>
                <a:lnTo>
                  <a:pt x="2671953" y="34033"/>
                </a:lnTo>
                <a:lnTo>
                  <a:pt x="2671070" y="34413"/>
                </a:lnTo>
                <a:lnTo>
                  <a:pt x="2670214" y="34813"/>
                </a:lnTo>
                <a:lnTo>
                  <a:pt x="2669385" y="35236"/>
                </a:lnTo>
                <a:lnTo>
                  <a:pt x="2668583" y="35680"/>
                </a:lnTo>
                <a:lnTo>
                  <a:pt x="2667809" y="36146"/>
                </a:lnTo>
                <a:lnTo>
                  <a:pt x="2667061" y="36634"/>
                </a:lnTo>
                <a:lnTo>
                  <a:pt x="2666340" y="37143"/>
                </a:lnTo>
                <a:lnTo>
                  <a:pt x="2665647" y="37673"/>
                </a:lnTo>
                <a:lnTo>
                  <a:pt x="2664984" y="38223"/>
                </a:lnTo>
                <a:lnTo>
                  <a:pt x="2664350" y="38792"/>
                </a:lnTo>
                <a:lnTo>
                  <a:pt x="2663746" y="39382"/>
                </a:lnTo>
                <a:lnTo>
                  <a:pt x="2663171" y="39991"/>
                </a:lnTo>
                <a:lnTo>
                  <a:pt x="2662625" y="40619"/>
                </a:lnTo>
                <a:lnTo>
                  <a:pt x="2662109" y="41267"/>
                </a:lnTo>
                <a:lnTo>
                  <a:pt x="2661623" y="41936"/>
                </a:lnTo>
                <a:lnTo>
                  <a:pt x="2661166" y="42623"/>
                </a:lnTo>
                <a:lnTo>
                  <a:pt x="2660739" y="43331"/>
                </a:lnTo>
                <a:lnTo>
                  <a:pt x="2660341" y="44058"/>
                </a:lnTo>
                <a:lnTo>
                  <a:pt x="2659972" y="44805"/>
                </a:lnTo>
                <a:lnTo>
                  <a:pt x="2659633" y="45572"/>
                </a:lnTo>
                <a:lnTo>
                  <a:pt x="2659324" y="46358"/>
                </a:lnTo>
                <a:lnTo>
                  <a:pt x="2659044" y="47164"/>
                </a:lnTo>
                <a:lnTo>
                  <a:pt x="2658793" y="47990"/>
                </a:lnTo>
                <a:lnTo>
                  <a:pt x="2658572" y="48836"/>
                </a:lnTo>
                <a:lnTo>
                  <a:pt x="2658380" y="49701"/>
                </a:lnTo>
                <a:lnTo>
                  <a:pt x="2658218" y="50586"/>
                </a:lnTo>
                <a:lnTo>
                  <a:pt x="2658086" y="51491"/>
                </a:lnTo>
                <a:lnTo>
                  <a:pt x="2657982" y="52416"/>
                </a:lnTo>
                <a:lnTo>
                  <a:pt x="2657909" y="53360"/>
                </a:lnTo>
                <a:lnTo>
                  <a:pt x="2657864" y="54324"/>
                </a:lnTo>
                <a:lnTo>
                  <a:pt x="2657850" y="55307"/>
                </a:lnTo>
                <a:lnTo>
                  <a:pt x="2657854" y="55821"/>
                </a:lnTo>
                <a:lnTo>
                  <a:pt x="2657868" y="56327"/>
                </a:lnTo>
                <a:lnTo>
                  <a:pt x="2657890" y="56825"/>
                </a:lnTo>
                <a:lnTo>
                  <a:pt x="2657921" y="57316"/>
                </a:lnTo>
                <a:lnTo>
                  <a:pt x="2657962" y="57801"/>
                </a:lnTo>
                <a:lnTo>
                  <a:pt x="2658011" y="58277"/>
                </a:lnTo>
                <a:lnTo>
                  <a:pt x="2658069" y="58747"/>
                </a:lnTo>
                <a:lnTo>
                  <a:pt x="2658136" y="59209"/>
                </a:lnTo>
                <a:lnTo>
                  <a:pt x="2658212" y="59664"/>
                </a:lnTo>
                <a:lnTo>
                  <a:pt x="2658297" y="60112"/>
                </a:lnTo>
                <a:lnTo>
                  <a:pt x="2658391" y="60553"/>
                </a:lnTo>
                <a:lnTo>
                  <a:pt x="2658494" y="60986"/>
                </a:lnTo>
                <a:lnTo>
                  <a:pt x="2658605" y="61412"/>
                </a:lnTo>
                <a:lnTo>
                  <a:pt x="2658726" y="61831"/>
                </a:lnTo>
                <a:lnTo>
                  <a:pt x="2658856" y="62242"/>
                </a:lnTo>
                <a:lnTo>
                  <a:pt x="2658994" y="62646"/>
                </a:lnTo>
                <a:lnTo>
                  <a:pt x="2659142" y="63043"/>
                </a:lnTo>
                <a:lnTo>
                  <a:pt x="2659298" y="63433"/>
                </a:lnTo>
                <a:lnTo>
                  <a:pt x="2659464" y="63815"/>
                </a:lnTo>
                <a:lnTo>
                  <a:pt x="2659638" y="64190"/>
                </a:lnTo>
                <a:lnTo>
                  <a:pt x="2659821" y="64558"/>
                </a:lnTo>
                <a:lnTo>
                  <a:pt x="2660014" y="64919"/>
                </a:lnTo>
                <a:lnTo>
                  <a:pt x="2660215" y="65272"/>
                </a:lnTo>
                <a:lnTo>
                  <a:pt x="2660425" y="65618"/>
                </a:lnTo>
                <a:lnTo>
                  <a:pt x="2660642" y="65958"/>
                </a:lnTo>
                <a:lnTo>
                  <a:pt x="2660865" y="66293"/>
                </a:lnTo>
                <a:lnTo>
                  <a:pt x="2661093" y="66624"/>
                </a:lnTo>
                <a:lnTo>
                  <a:pt x="2661327" y="66950"/>
                </a:lnTo>
                <a:lnTo>
                  <a:pt x="2661566" y="67272"/>
                </a:lnTo>
                <a:lnTo>
                  <a:pt x="2661811" y="67588"/>
                </a:lnTo>
                <a:lnTo>
                  <a:pt x="2662061" y="67901"/>
                </a:lnTo>
                <a:lnTo>
                  <a:pt x="2662316" y="68208"/>
                </a:lnTo>
                <a:lnTo>
                  <a:pt x="2662577" y="68511"/>
                </a:lnTo>
                <a:lnTo>
                  <a:pt x="2662843" y="68810"/>
                </a:lnTo>
                <a:lnTo>
                  <a:pt x="2663115" y="69104"/>
                </a:lnTo>
                <a:lnTo>
                  <a:pt x="2663392" y="69393"/>
                </a:lnTo>
                <a:lnTo>
                  <a:pt x="2663675" y="69677"/>
                </a:lnTo>
                <a:lnTo>
                  <a:pt x="2663963" y="69957"/>
                </a:lnTo>
                <a:lnTo>
                  <a:pt x="2664257" y="70233"/>
                </a:lnTo>
                <a:lnTo>
                  <a:pt x="2664556" y="70503"/>
                </a:lnTo>
                <a:lnTo>
                  <a:pt x="2664860" y="70770"/>
                </a:lnTo>
                <a:lnTo>
                  <a:pt x="2665170" y="71031"/>
                </a:lnTo>
                <a:lnTo>
                  <a:pt x="2665486" y="71288"/>
                </a:lnTo>
                <a:lnTo>
                  <a:pt x="2665807" y="71540"/>
                </a:lnTo>
                <a:lnTo>
                  <a:pt x="2666133" y="71788"/>
                </a:lnTo>
                <a:lnTo>
                  <a:pt x="2666465" y="72031"/>
                </a:lnTo>
                <a:lnTo>
                  <a:pt x="2666802" y="72270"/>
                </a:lnTo>
                <a:lnTo>
                  <a:pt x="2667144" y="72504"/>
                </a:lnTo>
                <a:lnTo>
                  <a:pt x="2667491" y="72733"/>
                </a:lnTo>
                <a:lnTo>
                  <a:pt x="2667842" y="72959"/>
                </a:lnTo>
                <a:lnTo>
                  <a:pt x="2668196" y="73181"/>
                </a:lnTo>
                <a:lnTo>
                  <a:pt x="2668554" y="73400"/>
                </a:lnTo>
                <a:lnTo>
                  <a:pt x="2668915" y="73614"/>
                </a:lnTo>
                <a:lnTo>
                  <a:pt x="2669279" y="73825"/>
                </a:lnTo>
                <a:lnTo>
                  <a:pt x="2669647" y="74032"/>
                </a:lnTo>
                <a:lnTo>
                  <a:pt x="2670019" y="74235"/>
                </a:lnTo>
                <a:lnTo>
                  <a:pt x="2670394" y="74435"/>
                </a:lnTo>
                <a:lnTo>
                  <a:pt x="2670773" y="74631"/>
                </a:lnTo>
                <a:lnTo>
                  <a:pt x="2671155" y="74823"/>
                </a:lnTo>
                <a:lnTo>
                  <a:pt x="2671540" y="75011"/>
                </a:lnTo>
                <a:lnTo>
                  <a:pt x="2671929" y="75195"/>
                </a:lnTo>
                <a:lnTo>
                  <a:pt x="2672322" y="75376"/>
                </a:lnTo>
                <a:lnTo>
                  <a:pt x="2672718" y="75553"/>
                </a:lnTo>
                <a:lnTo>
                  <a:pt x="2673117" y="75726"/>
                </a:lnTo>
                <a:lnTo>
                  <a:pt x="2673520" y="75895"/>
                </a:lnTo>
                <a:lnTo>
                  <a:pt x="2673927" y="76061"/>
                </a:lnTo>
                <a:lnTo>
                  <a:pt x="2674337" y="76222"/>
                </a:lnTo>
                <a:lnTo>
                  <a:pt x="2674750" y="76380"/>
                </a:lnTo>
                <a:lnTo>
                  <a:pt x="2675167" y="76535"/>
                </a:lnTo>
                <a:lnTo>
                  <a:pt x="2675588" y="76685"/>
                </a:lnTo>
                <a:lnTo>
                  <a:pt x="2676012" y="76832"/>
                </a:lnTo>
                <a:lnTo>
                  <a:pt x="2676439" y="76975"/>
                </a:lnTo>
                <a:lnTo>
                  <a:pt x="2676868" y="77115"/>
                </a:lnTo>
                <a:lnTo>
                  <a:pt x="2677298" y="77254"/>
                </a:lnTo>
                <a:lnTo>
                  <a:pt x="2677728" y="77392"/>
                </a:lnTo>
                <a:lnTo>
                  <a:pt x="2678158" y="77529"/>
                </a:lnTo>
                <a:lnTo>
                  <a:pt x="2678588" y="77665"/>
                </a:lnTo>
                <a:lnTo>
                  <a:pt x="2679019" y="77800"/>
                </a:lnTo>
                <a:lnTo>
                  <a:pt x="2679450" y="77933"/>
                </a:lnTo>
                <a:lnTo>
                  <a:pt x="2679881" y="78066"/>
                </a:lnTo>
                <a:lnTo>
                  <a:pt x="2680313" y="78197"/>
                </a:lnTo>
                <a:lnTo>
                  <a:pt x="2680745" y="78327"/>
                </a:lnTo>
                <a:lnTo>
                  <a:pt x="2681177" y="78456"/>
                </a:lnTo>
                <a:lnTo>
                  <a:pt x="2681609" y="78584"/>
                </a:lnTo>
                <a:lnTo>
                  <a:pt x="2682042" y="78711"/>
                </a:lnTo>
                <a:lnTo>
                  <a:pt x="2682475" y="78837"/>
                </a:lnTo>
                <a:lnTo>
                  <a:pt x="2682908" y="78961"/>
                </a:lnTo>
                <a:lnTo>
                  <a:pt x="2683342" y="79085"/>
                </a:lnTo>
                <a:lnTo>
                  <a:pt x="2683776" y="79207"/>
                </a:lnTo>
                <a:lnTo>
                  <a:pt x="2684210" y="79329"/>
                </a:lnTo>
                <a:lnTo>
                  <a:pt x="2684644" y="79449"/>
                </a:lnTo>
                <a:lnTo>
                  <a:pt x="2685079" y="79568"/>
                </a:lnTo>
                <a:lnTo>
                  <a:pt x="2685514" y="79686"/>
                </a:lnTo>
                <a:lnTo>
                  <a:pt x="2685949" y="79803"/>
                </a:lnTo>
                <a:lnTo>
                  <a:pt x="2686384" y="79918"/>
                </a:lnTo>
                <a:lnTo>
                  <a:pt x="2686820" y="80033"/>
                </a:lnTo>
                <a:lnTo>
                  <a:pt x="2687288" y="80160"/>
                </a:lnTo>
                <a:lnTo>
                  <a:pt x="2687752" y="80286"/>
                </a:lnTo>
                <a:lnTo>
                  <a:pt x="2688214" y="80411"/>
                </a:lnTo>
                <a:lnTo>
                  <a:pt x="2688672" y="80535"/>
                </a:lnTo>
                <a:lnTo>
                  <a:pt x="2689127" y="80659"/>
                </a:lnTo>
                <a:lnTo>
                  <a:pt x="2689579" y="80781"/>
                </a:lnTo>
                <a:lnTo>
                  <a:pt x="2690027" y="80902"/>
                </a:lnTo>
                <a:lnTo>
                  <a:pt x="2690473" y="81022"/>
                </a:lnTo>
                <a:lnTo>
                  <a:pt x="2690915" y="81142"/>
                </a:lnTo>
                <a:lnTo>
                  <a:pt x="2691354" y="81260"/>
                </a:lnTo>
                <a:lnTo>
                  <a:pt x="2691789" y="81377"/>
                </a:lnTo>
                <a:lnTo>
                  <a:pt x="2692222" y="81494"/>
                </a:lnTo>
                <a:lnTo>
                  <a:pt x="2692651" y="81609"/>
                </a:lnTo>
                <a:lnTo>
                  <a:pt x="2693077" y="81724"/>
                </a:lnTo>
                <a:lnTo>
                  <a:pt x="2693500" y="81837"/>
                </a:lnTo>
                <a:lnTo>
                  <a:pt x="2693919" y="81950"/>
                </a:lnTo>
                <a:lnTo>
                  <a:pt x="2694336" y="82061"/>
                </a:lnTo>
                <a:lnTo>
                  <a:pt x="2694749" y="82172"/>
                </a:lnTo>
                <a:lnTo>
                  <a:pt x="2695159" y="82281"/>
                </a:lnTo>
                <a:lnTo>
                  <a:pt x="2695566" y="82390"/>
                </a:lnTo>
                <a:lnTo>
                  <a:pt x="2695969" y="82497"/>
                </a:lnTo>
                <a:lnTo>
                  <a:pt x="2696370" y="82604"/>
                </a:lnTo>
                <a:lnTo>
                  <a:pt x="2696767" y="82709"/>
                </a:lnTo>
                <a:lnTo>
                  <a:pt x="2697161" y="82814"/>
                </a:lnTo>
                <a:lnTo>
                  <a:pt x="2697551" y="82919"/>
                </a:lnTo>
                <a:lnTo>
                  <a:pt x="2697936" y="83025"/>
                </a:lnTo>
                <a:lnTo>
                  <a:pt x="2698316" y="83133"/>
                </a:lnTo>
                <a:lnTo>
                  <a:pt x="2698691" y="83242"/>
                </a:lnTo>
                <a:lnTo>
                  <a:pt x="2699061" y="83353"/>
                </a:lnTo>
                <a:lnTo>
                  <a:pt x="2699427" y="83466"/>
                </a:lnTo>
                <a:lnTo>
                  <a:pt x="2699787" y="83580"/>
                </a:lnTo>
                <a:lnTo>
                  <a:pt x="2700143" y="83695"/>
                </a:lnTo>
                <a:lnTo>
                  <a:pt x="2700493" y="83812"/>
                </a:lnTo>
                <a:lnTo>
                  <a:pt x="2700839" y="83931"/>
                </a:lnTo>
                <a:lnTo>
                  <a:pt x="2701180" y="84051"/>
                </a:lnTo>
                <a:lnTo>
                  <a:pt x="2701516" y="84173"/>
                </a:lnTo>
                <a:lnTo>
                  <a:pt x="2701848" y="84296"/>
                </a:lnTo>
                <a:lnTo>
                  <a:pt x="2702174" y="84421"/>
                </a:lnTo>
                <a:lnTo>
                  <a:pt x="2702495" y="84547"/>
                </a:lnTo>
                <a:lnTo>
                  <a:pt x="2702812" y="84675"/>
                </a:lnTo>
                <a:lnTo>
                  <a:pt x="2703123" y="84804"/>
                </a:lnTo>
                <a:lnTo>
                  <a:pt x="2703430" y="84935"/>
                </a:lnTo>
                <a:lnTo>
                  <a:pt x="2703732" y="85068"/>
                </a:lnTo>
                <a:lnTo>
                  <a:pt x="2704029" y="85202"/>
                </a:lnTo>
                <a:lnTo>
                  <a:pt x="2704321" y="85338"/>
                </a:lnTo>
                <a:lnTo>
                  <a:pt x="2704608" y="85475"/>
                </a:lnTo>
                <a:lnTo>
                  <a:pt x="2704890" y="85614"/>
                </a:lnTo>
                <a:lnTo>
                  <a:pt x="2705168" y="85754"/>
                </a:lnTo>
                <a:lnTo>
                  <a:pt x="2705440" y="85896"/>
                </a:lnTo>
                <a:lnTo>
                  <a:pt x="2705708" y="86041"/>
                </a:lnTo>
                <a:lnTo>
                  <a:pt x="2705970" y="86190"/>
                </a:lnTo>
                <a:lnTo>
                  <a:pt x="2706227" y="86341"/>
                </a:lnTo>
                <a:lnTo>
                  <a:pt x="2706480" y="86495"/>
                </a:lnTo>
                <a:lnTo>
                  <a:pt x="2706727" y="86652"/>
                </a:lnTo>
                <a:lnTo>
                  <a:pt x="2706969" y="86812"/>
                </a:lnTo>
                <a:lnTo>
                  <a:pt x="2707206" y="86975"/>
                </a:lnTo>
                <a:lnTo>
                  <a:pt x="2707439" y="87140"/>
                </a:lnTo>
                <a:lnTo>
                  <a:pt x="2707666" y="87309"/>
                </a:lnTo>
                <a:lnTo>
                  <a:pt x="2707888" y="87481"/>
                </a:lnTo>
                <a:lnTo>
                  <a:pt x="2708105" y="87656"/>
                </a:lnTo>
                <a:lnTo>
                  <a:pt x="2708317" y="87833"/>
                </a:lnTo>
                <a:lnTo>
                  <a:pt x="2708524" y="88014"/>
                </a:lnTo>
                <a:lnTo>
                  <a:pt x="2708726" y="88197"/>
                </a:lnTo>
                <a:lnTo>
                  <a:pt x="2708923" y="88384"/>
                </a:lnTo>
                <a:lnTo>
                  <a:pt x="2709115" y="88573"/>
                </a:lnTo>
                <a:lnTo>
                  <a:pt x="2709302" y="88765"/>
                </a:lnTo>
                <a:lnTo>
                  <a:pt x="2709484" y="88961"/>
                </a:lnTo>
                <a:lnTo>
                  <a:pt x="2709661" y="89159"/>
                </a:lnTo>
                <a:lnTo>
                  <a:pt x="2709833" y="89360"/>
                </a:lnTo>
                <a:lnTo>
                  <a:pt x="2709999" y="89564"/>
                </a:lnTo>
                <a:lnTo>
                  <a:pt x="2710161" y="89771"/>
                </a:lnTo>
                <a:lnTo>
                  <a:pt x="2710318" y="89981"/>
                </a:lnTo>
                <a:lnTo>
                  <a:pt x="2710469" y="90195"/>
                </a:lnTo>
                <a:lnTo>
                  <a:pt x="2710614" y="90414"/>
                </a:lnTo>
                <a:lnTo>
                  <a:pt x="2710752" y="90638"/>
                </a:lnTo>
                <a:lnTo>
                  <a:pt x="2710884" y="90866"/>
                </a:lnTo>
                <a:lnTo>
                  <a:pt x="2711009" y="91100"/>
                </a:lnTo>
                <a:lnTo>
                  <a:pt x="2711128" y="91338"/>
                </a:lnTo>
                <a:lnTo>
                  <a:pt x="2711240" y="91581"/>
                </a:lnTo>
                <a:lnTo>
                  <a:pt x="2711346" y="91829"/>
                </a:lnTo>
                <a:lnTo>
                  <a:pt x="2711446" y="92082"/>
                </a:lnTo>
                <a:lnTo>
                  <a:pt x="2711539" y="92340"/>
                </a:lnTo>
                <a:lnTo>
                  <a:pt x="2711626" y="92603"/>
                </a:lnTo>
                <a:lnTo>
                  <a:pt x="2711706" y="92871"/>
                </a:lnTo>
                <a:lnTo>
                  <a:pt x="2711780" y="93143"/>
                </a:lnTo>
                <a:lnTo>
                  <a:pt x="2711848" y="93421"/>
                </a:lnTo>
                <a:lnTo>
                  <a:pt x="2711909" y="93703"/>
                </a:lnTo>
                <a:lnTo>
                  <a:pt x="2711963" y="93990"/>
                </a:lnTo>
                <a:lnTo>
                  <a:pt x="2712011" y="94282"/>
                </a:lnTo>
                <a:lnTo>
                  <a:pt x="2712053" y="94579"/>
                </a:lnTo>
                <a:lnTo>
                  <a:pt x="2712089" y="94881"/>
                </a:lnTo>
                <a:lnTo>
                  <a:pt x="2712118" y="95188"/>
                </a:lnTo>
                <a:lnTo>
                  <a:pt x="2712140" y="95500"/>
                </a:lnTo>
                <a:lnTo>
                  <a:pt x="2712156" y="95816"/>
                </a:lnTo>
                <a:lnTo>
                  <a:pt x="2712166" y="96138"/>
                </a:lnTo>
                <a:lnTo>
                  <a:pt x="2712169" y="96464"/>
                </a:lnTo>
                <a:lnTo>
                  <a:pt x="2712166" y="96783"/>
                </a:lnTo>
                <a:lnTo>
                  <a:pt x="2712158" y="97097"/>
                </a:lnTo>
                <a:lnTo>
                  <a:pt x="2712144" y="97406"/>
                </a:lnTo>
                <a:lnTo>
                  <a:pt x="2712125" y="97712"/>
                </a:lnTo>
                <a:lnTo>
                  <a:pt x="2712101" y="98013"/>
                </a:lnTo>
                <a:lnTo>
                  <a:pt x="2712071" y="98309"/>
                </a:lnTo>
                <a:lnTo>
                  <a:pt x="2712035" y="98602"/>
                </a:lnTo>
                <a:lnTo>
                  <a:pt x="2711995" y="98890"/>
                </a:lnTo>
                <a:lnTo>
                  <a:pt x="2711948" y="99174"/>
                </a:lnTo>
                <a:lnTo>
                  <a:pt x="2711896" y="99453"/>
                </a:lnTo>
                <a:lnTo>
                  <a:pt x="2711839" y="99729"/>
                </a:lnTo>
                <a:lnTo>
                  <a:pt x="2711777" y="99999"/>
                </a:lnTo>
                <a:lnTo>
                  <a:pt x="2711708" y="100266"/>
                </a:lnTo>
                <a:lnTo>
                  <a:pt x="2711635" y="100528"/>
                </a:lnTo>
                <a:lnTo>
                  <a:pt x="2711556" y="100786"/>
                </a:lnTo>
                <a:lnTo>
                  <a:pt x="2711471" y="101040"/>
                </a:lnTo>
                <a:lnTo>
                  <a:pt x="2711382" y="101289"/>
                </a:lnTo>
                <a:lnTo>
                  <a:pt x="2711286" y="101535"/>
                </a:lnTo>
                <a:lnTo>
                  <a:pt x="2711185" y="101775"/>
                </a:lnTo>
                <a:lnTo>
                  <a:pt x="2711079" y="102012"/>
                </a:lnTo>
                <a:lnTo>
                  <a:pt x="2710967" y="102244"/>
                </a:lnTo>
                <a:lnTo>
                  <a:pt x="2710850" y="102472"/>
                </a:lnTo>
                <a:lnTo>
                  <a:pt x="2710728" y="102695"/>
                </a:lnTo>
                <a:lnTo>
                  <a:pt x="2710600" y="102915"/>
                </a:lnTo>
                <a:lnTo>
                  <a:pt x="2710467" y="103130"/>
                </a:lnTo>
                <a:lnTo>
                  <a:pt x="2710329" y="103342"/>
                </a:lnTo>
                <a:lnTo>
                  <a:pt x="2710188" y="103550"/>
                </a:lnTo>
                <a:lnTo>
                  <a:pt x="2710042" y="103754"/>
                </a:lnTo>
                <a:lnTo>
                  <a:pt x="2709892" y="103955"/>
                </a:lnTo>
                <a:lnTo>
                  <a:pt x="2709737" y="104152"/>
                </a:lnTo>
                <a:lnTo>
                  <a:pt x="2709578" y="104346"/>
                </a:lnTo>
                <a:lnTo>
                  <a:pt x="2709415" y="104536"/>
                </a:lnTo>
                <a:lnTo>
                  <a:pt x="2709247" y="104722"/>
                </a:lnTo>
                <a:lnTo>
                  <a:pt x="2709075" y="104905"/>
                </a:lnTo>
                <a:lnTo>
                  <a:pt x="2708899" y="105084"/>
                </a:lnTo>
                <a:lnTo>
                  <a:pt x="2708719" y="105259"/>
                </a:lnTo>
                <a:lnTo>
                  <a:pt x="2708534" y="105431"/>
                </a:lnTo>
                <a:lnTo>
                  <a:pt x="2708344" y="105599"/>
                </a:lnTo>
                <a:lnTo>
                  <a:pt x="2708151" y="105764"/>
                </a:lnTo>
                <a:lnTo>
                  <a:pt x="2707953" y="105925"/>
                </a:lnTo>
                <a:lnTo>
                  <a:pt x="2707751" y="106082"/>
                </a:lnTo>
                <a:lnTo>
                  <a:pt x="2707544" y="106236"/>
                </a:lnTo>
                <a:lnTo>
                  <a:pt x="2707333" y="106386"/>
                </a:lnTo>
                <a:lnTo>
                  <a:pt x="2707118" y="106532"/>
                </a:lnTo>
                <a:lnTo>
                  <a:pt x="2706899" y="106675"/>
                </a:lnTo>
                <a:lnTo>
                  <a:pt x="2706675" y="106814"/>
                </a:lnTo>
                <a:lnTo>
                  <a:pt x="2706446" y="106950"/>
                </a:lnTo>
                <a:lnTo>
                  <a:pt x="2706214" y="107082"/>
                </a:lnTo>
                <a:lnTo>
                  <a:pt x="2705977" y="107210"/>
                </a:lnTo>
                <a:lnTo>
                  <a:pt x="2705737" y="107336"/>
                </a:lnTo>
                <a:lnTo>
                  <a:pt x="2705493" y="107458"/>
                </a:lnTo>
                <a:lnTo>
                  <a:pt x="2705245" y="107577"/>
                </a:lnTo>
                <a:lnTo>
                  <a:pt x="2704993" y="107692"/>
                </a:lnTo>
                <a:lnTo>
                  <a:pt x="2704738" y="107805"/>
                </a:lnTo>
                <a:lnTo>
                  <a:pt x="2704479" y="107914"/>
                </a:lnTo>
                <a:lnTo>
                  <a:pt x="2704216" y="108021"/>
                </a:lnTo>
                <a:lnTo>
                  <a:pt x="2703949" y="108124"/>
                </a:lnTo>
                <a:lnTo>
                  <a:pt x="2703678" y="108223"/>
                </a:lnTo>
                <a:lnTo>
                  <a:pt x="2703404" y="108320"/>
                </a:lnTo>
                <a:lnTo>
                  <a:pt x="2703126" y="108413"/>
                </a:lnTo>
                <a:lnTo>
                  <a:pt x="2702844" y="108503"/>
                </a:lnTo>
                <a:lnTo>
                  <a:pt x="2702558" y="108590"/>
                </a:lnTo>
                <a:lnTo>
                  <a:pt x="2702269" y="108674"/>
                </a:lnTo>
                <a:lnTo>
                  <a:pt x="2701976" y="108755"/>
                </a:lnTo>
                <a:lnTo>
                  <a:pt x="2701679" y="108832"/>
                </a:lnTo>
                <a:lnTo>
                  <a:pt x="2701378" y="108906"/>
                </a:lnTo>
                <a:lnTo>
                  <a:pt x="2701074" y="108977"/>
                </a:lnTo>
                <a:lnTo>
                  <a:pt x="2700765" y="109045"/>
                </a:lnTo>
                <a:lnTo>
                  <a:pt x="2700453" y="109110"/>
                </a:lnTo>
                <a:lnTo>
                  <a:pt x="2700137" y="109171"/>
                </a:lnTo>
                <a:lnTo>
                  <a:pt x="2699818" y="109230"/>
                </a:lnTo>
                <a:lnTo>
                  <a:pt x="2699494" y="109285"/>
                </a:lnTo>
                <a:lnTo>
                  <a:pt x="2699168" y="109337"/>
                </a:lnTo>
                <a:lnTo>
                  <a:pt x="2698839" y="109387"/>
                </a:lnTo>
                <a:lnTo>
                  <a:pt x="2698507" y="109435"/>
                </a:lnTo>
                <a:lnTo>
                  <a:pt x="2698172" y="109481"/>
                </a:lnTo>
                <a:lnTo>
                  <a:pt x="2697835" y="109524"/>
                </a:lnTo>
                <a:lnTo>
                  <a:pt x="2697495" y="109565"/>
                </a:lnTo>
                <a:lnTo>
                  <a:pt x="2697153" y="109604"/>
                </a:lnTo>
                <a:lnTo>
                  <a:pt x="2696808" y="109641"/>
                </a:lnTo>
                <a:lnTo>
                  <a:pt x="2696460" y="109675"/>
                </a:lnTo>
                <a:lnTo>
                  <a:pt x="2696109" y="109708"/>
                </a:lnTo>
                <a:lnTo>
                  <a:pt x="2695756" y="109738"/>
                </a:lnTo>
                <a:lnTo>
                  <a:pt x="2695400" y="109766"/>
                </a:lnTo>
                <a:lnTo>
                  <a:pt x="2695042" y="109791"/>
                </a:lnTo>
                <a:lnTo>
                  <a:pt x="2694681" y="109815"/>
                </a:lnTo>
                <a:lnTo>
                  <a:pt x="2694317" y="109836"/>
                </a:lnTo>
                <a:lnTo>
                  <a:pt x="2693951" y="109855"/>
                </a:lnTo>
                <a:lnTo>
                  <a:pt x="2693582" y="109871"/>
                </a:lnTo>
                <a:lnTo>
                  <a:pt x="2693210" y="109886"/>
                </a:lnTo>
                <a:lnTo>
                  <a:pt x="2692836" y="109898"/>
                </a:lnTo>
                <a:lnTo>
                  <a:pt x="2692459" y="109908"/>
                </a:lnTo>
                <a:lnTo>
                  <a:pt x="2692079" y="109916"/>
                </a:lnTo>
                <a:lnTo>
                  <a:pt x="2691697" y="109921"/>
                </a:lnTo>
                <a:lnTo>
                  <a:pt x="2691312" y="109925"/>
                </a:lnTo>
                <a:lnTo>
                  <a:pt x="2690924" y="109926"/>
                </a:lnTo>
                <a:lnTo>
                  <a:pt x="2690074" y="109920"/>
                </a:lnTo>
                <a:lnTo>
                  <a:pt x="2689239" y="109903"/>
                </a:lnTo>
                <a:lnTo>
                  <a:pt x="2688419" y="109875"/>
                </a:lnTo>
                <a:lnTo>
                  <a:pt x="2687616" y="109835"/>
                </a:lnTo>
                <a:lnTo>
                  <a:pt x="2686828" y="109784"/>
                </a:lnTo>
                <a:lnTo>
                  <a:pt x="2686055" y="109722"/>
                </a:lnTo>
                <a:lnTo>
                  <a:pt x="2685299" y="109649"/>
                </a:lnTo>
                <a:lnTo>
                  <a:pt x="2684558" y="109564"/>
                </a:lnTo>
                <a:lnTo>
                  <a:pt x="2683832" y="109468"/>
                </a:lnTo>
                <a:lnTo>
                  <a:pt x="2683123" y="109360"/>
                </a:lnTo>
                <a:lnTo>
                  <a:pt x="2682429" y="109241"/>
                </a:lnTo>
                <a:lnTo>
                  <a:pt x="2681750" y="109111"/>
                </a:lnTo>
                <a:lnTo>
                  <a:pt x="2681087" y="108970"/>
                </a:lnTo>
                <a:lnTo>
                  <a:pt x="2680440" y="108817"/>
                </a:lnTo>
                <a:lnTo>
                  <a:pt x="2679809" y="108653"/>
                </a:lnTo>
                <a:lnTo>
                  <a:pt x="2679193" y="108477"/>
                </a:lnTo>
                <a:lnTo>
                  <a:pt x="2678593" y="108291"/>
                </a:lnTo>
                <a:lnTo>
                  <a:pt x="2678008" y="108093"/>
                </a:lnTo>
                <a:lnTo>
                  <a:pt x="2677439" y="107883"/>
                </a:lnTo>
                <a:lnTo>
                  <a:pt x="2676886" y="107663"/>
                </a:lnTo>
                <a:lnTo>
                  <a:pt x="2676348" y="107431"/>
                </a:lnTo>
                <a:lnTo>
                  <a:pt x="2675826" y="107187"/>
                </a:lnTo>
                <a:lnTo>
                  <a:pt x="2675320" y="106933"/>
                </a:lnTo>
                <a:lnTo>
                  <a:pt x="2674830" y="106667"/>
                </a:lnTo>
                <a:lnTo>
                  <a:pt x="2674354" y="106389"/>
                </a:lnTo>
                <a:lnTo>
                  <a:pt x="2673891" y="106098"/>
                </a:lnTo>
                <a:lnTo>
                  <a:pt x="2673443" y="105793"/>
                </a:lnTo>
                <a:lnTo>
                  <a:pt x="2673008" y="105476"/>
                </a:lnTo>
                <a:lnTo>
                  <a:pt x="2672586" y="105146"/>
                </a:lnTo>
                <a:lnTo>
                  <a:pt x="2672179" y="104803"/>
                </a:lnTo>
                <a:lnTo>
                  <a:pt x="2671785" y="104447"/>
                </a:lnTo>
                <a:lnTo>
                  <a:pt x="2671405" y="104078"/>
                </a:lnTo>
                <a:lnTo>
                  <a:pt x="2671038" y="103696"/>
                </a:lnTo>
                <a:lnTo>
                  <a:pt x="2670686" y="103301"/>
                </a:lnTo>
                <a:lnTo>
                  <a:pt x="2670347" y="102893"/>
                </a:lnTo>
                <a:lnTo>
                  <a:pt x="2670021" y="102472"/>
                </a:lnTo>
                <a:lnTo>
                  <a:pt x="2669710" y="102038"/>
                </a:lnTo>
                <a:lnTo>
                  <a:pt x="2669412" y="101591"/>
                </a:lnTo>
                <a:lnTo>
                  <a:pt x="2669127" y="101131"/>
                </a:lnTo>
                <a:lnTo>
                  <a:pt x="2668857" y="100658"/>
                </a:lnTo>
                <a:lnTo>
                  <a:pt x="2668600" y="100172"/>
                </a:lnTo>
                <a:lnTo>
                  <a:pt x="2668356" y="99673"/>
                </a:lnTo>
                <a:lnTo>
                  <a:pt x="2668127" y="99161"/>
                </a:lnTo>
                <a:lnTo>
                  <a:pt x="2667911" y="98636"/>
                </a:lnTo>
                <a:lnTo>
                  <a:pt x="2667709" y="98098"/>
                </a:lnTo>
                <a:lnTo>
                  <a:pt x="2667520" y="97547"/>
                </a:lnTo>
                <a:lnTo>
                  <a:pt x="2667346" y="96983"/>
                </a:lnTo>
                <a:lnTo>
                  <a:pt x="2667185" y="96406"/>
                </a:lnTo>
                <a:lnTo>
                  <a:pt x="2654389" y="98909"/>
                </a:lnTo>
                <a:lnTo>
                  <a:pt x="2654513" y="99417"/>
                </a:lnTo>
                <a:lnTo>
                  <a:pt x="2654642" y="99918"/>
                </a:lnTo>
                <a:lnTo>
                  <a:pt x="2654777" y="100413"/>
                </a:lnTo>
                <a:lnTo>
                  <a:pt x="2654918" y="100901"/>
                </a:lnTo>
                <a:lnTo>
                  <a:pt x="2655065" y="101383"/>
                </a:lnTo>
                <a:lnTo>
                  <a:pt x="2655217" y="101858"/>
                </a:lnTo>
                <a:lnTo>
                  <a:pt x="2655375" y="102327"/>
                </a:lnTo>
                <a:lnTo>
                  <a:pt x="2655538" y="102789"/>
                </a:lnTo>
                <a:lnTo>
                  <a:pt x="2655708" y="103244"/>
                </a:lnTo>
                <a:lnTo>
                  <a:pt x="2655883" y="103693"/>
                </a:lnTo>
                <a:lnTo>
                  <a:pt x="2656064" y="104135"/>
                </a:lnTo>
                <a:lnTo>
                  <a:pt x="2656250" y="104571"/>
                </a:lnTo>
                <a:lnTo>
                  <a:pt x="2656443" y="105000"/>
                </a:lnTo>
                <a:lnTo>
                  <a:pt x="2656641" y="105422"/>
                </a:lnTo>
                <a:lnTo>
                  <a:pt x="2656844" y="105838"/>
                </a:lnTo>
                <a:lnTo>
                  <a:pt x="2657054" y="106247"/>
                </a:lnTo>
                <a:lnTo>
                  <a:pt x="2657269" y="106650"/>
                </a:lnTo>
                <a:lnTo>
                  <a:pt x="2657490" y="107046"/>
                </a:lnTo>
                <a:lnTo>
                  <a:pt x="2657717" y="107436"/>
                </a:lnTo>
                <a:lnTo>
                  <a:pt x="2657949" y="107819"/>
                </a:lnTo>
                <a:lnTo>
                  <a:pt x="2658187" y="108195"/>
                </a:lnTo>
                <a:lnTo>
                  <a:pt x="2658431" y="108565"/>
                </a:lnTo>
                <a:lnTo>
                  <a:pt x="2658681" y="108928"/>
                </a:lnTo>
                <a:lnTo>
                  <a:pt x="2658936" y="109285"/>
                </a:lnTo>
                <a:lnTo>
                  <a:pt x="2659197" y="109635"/>
                </a:lnTo>
                <a:lnTo>
                  <a:pt x="2659463" y="109979"/>
                </a:lnTo>
                <a:lnTo>
                  <a:pt x="2659734" y="110318"/>
                </a:lnTo>
                <a:lnTo>
                  <a:pt x="2660010" y="110651"/>
                </a:lnTo>
                <a:lnTo>
                  <a:pt x="2660292" y="110978"/>
                </a:lnTo>
                <a:lnTo>
                  <a:pt x="2660578" y="111300"/>
                </a:lnTo>
                <a:lnTo>
                  <a:pt x="2660870" y="111616"/>
                </a:lnTo>
                <a:lnTo>
                  <a:pt x="2661167" y="111926"/>
                </a:lnTo>
                <a:lnTo>
                  <a:pt x="2661469" y="112230"/>
                </a:lnTo>
                <a:lnTo>
                  <a:pt x="2661776" y="112529"/>
                </a:lnTo>
                <a:lnTo>
                  <a:pt x="2662089" y="112822"/>
                </a:lnTo>
                <a:lnTo>
                  <a:pt x="2662407" y="113109"/>
                </a:lnTo>
                <a:lnTo>
                  <a:pt x="2662729" y="113390"/>
                </a:lnTo>
                <a:lnTo>
                  <a:pt x="2663057" y="113666"/>
                </a:lnTo>
                <a:lnTo>
                  <a:pt x="2663390" y="113936"/>
                </a:lnTo>
                <a:lnTo>
                  <a:pt x="2663729" y="114200"/>
                </a:lnTo>
                <a:lnTo>
                  <a:pt x="2664072" y="114459"/>
                </a:lnTo>
                <a:lnTo>
                  <a:pt x="2664421" y="114711"/>
                </a:lnTo>
                <a:lnTo>
                  <a:pt x="2664775" y="114958"/>
                </a:lnTo>
                <a:lnTo>
                  <a:pt x="2665134" y="115200"/>
                </a:lnTo>
                <a:lnTo>
                  <a:pt x="2665498" y="115435"/>
                </a:lnTo>
                <a:lnTo>
                  <a:pt x="2665867" y="115665"/>
                </a:lnTo>
                <a:lnTo>
                  <a:pt x="2666242" y="115889"/>
                </a:lnTo>
                <a:lnTo>
                  <a:pt x="2666621" y="116107"/>
                </a:lnTo>
                <a:lnTo>
                  <a:pt x="2667006" y="116320"/>
                </a:lnTo>
                <a:lnTo>
                  <a:pt x="2667396" y="116528"/>
                </a:lnTo>
                <a:lnTo>
                  <a:pt x="2667791" y="116731"/>
                </a:lnTo>
                <a:lnTo>
                  <a:pt x="2668192" y="116929"/>
                </a:lnTo>
                <a:lnTo>
                  <a:pt x="2668597" y="117122"/>
                </a:lnTo>
                <a:lnTo>
                  <a:pt x="2669008" y="117310"/>
                </a:lnTo>
                <a:lnTo>
                  <a:pt x="2669424" y="117494"/>
                </a:lnTo>
                <a:lnTo>
                  <a:pt x="2669845" y="117672"/>
                </a:lnTo>
                <a:lnTo>
                  <a:pt x="2670271" y="117845"/>
                </a:lnTo>
                <a:lnTo>
                  <a:pt x="2670702" y="118014"/>
                </a:lnTo>
                <a:lnTo>
                  <a:pt x="2671139" y="118178"/>
                </a:lnTo>
                <a:lnTo>
                  <a:pt x="2671580" y="118337"/>
                </a:lnTo>
                <a:lnTo>
                  <a:pt x="2672027" y="118490"/>
                </a:lnTo>
                <a:lnTo>
                  <a:pt x="2672479" y="118639"/>
                </a:lnTo>
                <a:lnTo>
                  <a:pt x="2672937" y="118783"/>
                </a:lnTo>
                <a:lnTo>
                  <a:pt x="2673399" y="118923"/>
                </a:lnTo>
                <a:lnTo>
                  <a:pt x="2673866" y="119057"/>
                </a:lnTo>
                <a:lnTo>
                  <a:pt x="2674339" y="119186"/>
                </a:lnTo>
                <a:lnTo>
                  <a:pt x="2674817" y="119311"/>
                </a:lnTo>
                <a:lnTo>
                  <a:pt x="2675300" y="119430"/>
                </a:lnTo>
                <a:lnTo>
                  <a:pt x="2675788" y="119545"/>
                </a:lnTo>
                <a:lnTo>
                  <a:pt x="2676282" y="119655"/>
                </a:lnTo>
                <a:lnTo>
                  <a:pt x="2676780" y="119759"/>
                </a:lnTo>
                <a:lnTo>
                  <a:pt x="2677284" y="119859"/>
                </a:lnTo>
                <a:lnTo>
                  <a:pt x="2677793" y="119955"/>
                </a:lnTo>
                <a:lnTo>
                  <a:pt x="2678307" y="120046"/>
                </a:lnTo>
                <a:lnTo>
                  <a:pt x="2678826" y="120134"/>
                </a:lnTo>
                <a:lnTo>
                  <a:pt x="2679351" y="120217"/>
                </a:lnTo>
                <a:lnTo>
                  <a:pt x="2679880" y="120297"/>
                </a:lnTo>
                <a:lnTo>
                  <a:pt x="2680415" y="120372"/>
                </a:lnTo>
                <a:lnTo>
                  <a:pt x="2680955" y="120443"/>
                </a:lnTo>
                <a:lnTo>
                  <a:pt x="2681500" y="120510"/>
                </a:lnTo>
                <a:lnTo>
                  <a:pt x="2682050" y="120573"/>
                </a:lnTo>
                <a:lnTo>
                  <a:pt x="2682605" y="120632"/>
                </a:lnTo>
                <a:lnTo>
                  <a:pt x="2683166" y="120687"/>
                </a:lnTo>
                <a:lnTo>
                  <a:pt x="2683732" y="120738"/>
                </a:lnTo>
                <a:lnTo>
                  <a:pt x="2684303" y="120785"/>
                </a:lnTo>
                <a:lnTo>
                  <a:pt x="2684879" y="120828"/>
                </a:lnTo>
                <a:lnTo>
                  <a:pt x="2685460" y="120866"/>
                </a:lnTo>
                <a:lnTo>
                  <a:pt x="2686047" y="120901"/>
                </a:lnTo>
                <a:lnTo>
                  <a:pt x="2686638" y="120931"/>
                </a:lnTo>
                <a:lnTo>
                  <a:pt x="2687235" y="120958"/>
                </a:lnTo>
                <a:lnTo>
                  <a:pt x="2687837" y="120980"/>
                </a:lnTo>
                <a:lnTo>
                  <a:pt x="2688444" y="120999"/>
                </a:lnTo>
                <a:lnTo>
                  <a:pt x="2689056" y="121013"/>
                </a:lnTo>
                <a:lnTo>
                  <a:pt x="2689674" y="121023"/>
                </a:lnTo>
                <a:lnTo>
                  <a:pt x="2690296" y="121029"/>
                </a:lnTo>
                <a:lnTo>
                  <a:pt x="2690924" y="121031"/>
                </a:lnTo>
                <a:lnTo>
                  <a:pt x="2691625" y="121028"/>
                </a:lnTo>
                <a:lnTo>
                  <a:pt x="2692319" y="121019"/>
                </a:lnTo>
                <a:lnTo>
                  <a:pt x="2693007" y="121004"/>
                </a:lnTo>
                <a:lnTo>
                  <a:pt x="2693688" y="120983"/>
                </a:lnTo>
                <a:lnTo>
                  <a:pt x="2694363" y="120956"/>
                </a:lnTo>
                <a:lnTo>
                  <a:pt x="2695031" y="120923"/>
                </a:lnTo>
                <a:lnTo>
                  <a:pt x="2695692" y="120884"/>
                </a:lnTo>
                <a:lnTo>
                  <a:pt x="2696347" y="120839"/>
                </a:lnTo>
                <a:lnTo>
                  <a:pt x="2696995" y="120788"/>
                </a:lnTo>
                <a:lnTo>
                  <a:pt x="2697637" y="120731"/>
                </a:lnTo>
                <a:lnTo>
                  <a:pt x="2698272" y="120668"/>
                </a:lnTo>
                <a:lnTo>
                  <a:pt x="2698901" y="120599"/>
                </a:lnTo>
                <a:lnTo>
                  <a:pt x="2699523" y="120524"/>
                </a:lnTo>
                <a:lnTo>
                  <a:pt x="2700139" y="120442"/>
                </a:lnTo>
                <a:lnTo>
                  <a:pt x="2700747" y="120355"/>
                </a:lnTo>
                <a:lnTo>
                  <a:pt x="2701350" y="120262"/>
                </a:lnTo>
                <a:lnTo>
                  <a:pt x="2701946" y="120163"/>
                </a:lnTo>
                <a:lnTo>
                  <a:pt x="2702535" y="120058"/>
                </a:lnTo>
                <a:lnTo>
                  <a:pt x="2703117" y="119947"/>
                </a:lnTo>
                <a:lnTo>
                  <a:pt x="2703694" y="119830"/>
                </a:lnTo>
                <a:lnTo>
                  <a:pt x="2704263" y="119706"/>
                </a:lnTo>
                <a:lnTo>
                  <a:pt x="2704826" y="119577"/>
                </a:lnTo>
                <a:lnTo>
                  <a:pt x="2705382" y="119442"/>
                </a:lnTo>
                <a:lnTo>
                  <a:pt x="2705932" y="119301"/>
                </a:lnTo>
                <a:lnTo>
                  <a:pt x="2706475" y="119154"/>
                </a:lnTo>
                <a:lnTo>
                  <a:pt x="2707011" y="119002"/>
                </a:lnTo>
                <a:lnTo>
                  <a:pt x="2707540" y="118844"/>
                </a:lnTo>
                <a:lnTo>
                  <a:pt x="2708061" y="118681"/>
                </a:lnTo>
                <a:lnTo>
                  <a:pt x="2708576" y="118513"/>
                </a:lnTo>
                <a:lnTo>
                  <a:pt x="2709083" y="118339"/>
                </a:lnTo>
                <a:lnTo>
                  <a:pt x="2709584" y="118160"/>
                </a:lnTo>
                <a:lnTo>
                  <a:pt x="2710077" y="117976"/>
                </a:lnTo>
                <a:lnTo>
                  <a:pt x="2710563" y="117786"/>
                </a:lnTo>
                <a:lnTo>
                  <a:pt x="2711041" y="117592"/>
                </a:lnTo>
                <a:lnTo>
                  <a:pt x="2711513" y="117391"/>
                </a:lnTo>
                <a:lnTo>
                  <a:pt x="2711978" y="117186"/>
                </a:lnTo>
                <a:lnTo>
                  <a:pt x="2712435" y="116975"/>
                </a:lnTo>
                <a:lnTo>
                  <a:pt x="2712886" y="116759"/>
                </a:lnTo>
                <a:lnTo>
                  <a:pt x="2713329" y="116538"/>
                </a:lnTo>
                <a:lnTo>
                  <a:pt x="2713765" y="116311"/>
                </a:lnTo>
                <a:lnTo>
                  <a:pt x="2714194" y="116079"/>
                </a:lnTo>
                <a:lnTo>
                  <a:pt x="2714616" y="115842"/>
                </a:lnTo>
                <a:lnTo>
                  <a:pt x="2715031" y="115599"/>
                </a:lnTo>
                <a:lnTo>
                  <a:pt x="2715438" y="115351"/>
                </a:lnTo>
                <a:lnTo>
                  <a:pt x="2715839" y="115098"/>
                </a:lnTo>
                <a:lnTo>
                  <a:pt x="2716232" y="114840"/>
                </a:lnTo>
                <a:lnTo>
                  <a:pt x="2716618" y="114576"/>
                </a:lnTo>
                <a:lnTo>
                  <a:pt x="2716997" y="114307"/>
                </a:lnTo>
                <a:lnTo>
                  <a:pt x="2717369" y="114032"/>
                </a:lnTo>
                <a:lnTo>
                  <a:pt x="2717734" y="113752"/>
                </a:lnTo>
                <a:lnTo>
                  <a:pt x="2718091" y="113467"/>
                </a:lnTo>
                <a:lnTo>
                  <a:pt x="2718440" y="113176"/>
                </a:lnTo>
                <a:lnTo>
                  <a:pt x="2718782" y="112880"/>
                </a:lnTo>
                <a:lnTo>
                  <a:pt x="2719117" y="112579"/>
                </a:lnTo>
                <a:lnTo>
                  <a:pt x="2719445" y="112273"/>
                </a:lnTo>
                <a:lnTo>
                  <a:pt x="2719765" y="111961"/>
                </a:lnTo>
                <a:lnTo>
                  <a:pt x="2720077" y="111644"/>
                </a:lnTo>
                <a:lnTo>
                  <a:pt x="2720382" y="111321"/>
                </a:lnTo>
                <a:lnTo>
                  <a:pt x="2720680" y="110994"/>
                </a:lnTo>
                <a:lnTo>
                  <a:pt x="2720971" y="110661"/>
                </a:lnTo>
                <a:lnTo>
                  <a:pt x="2721254" y="110323"/>
                </a:lnTo>
                <a:lnTo>
                  <a:pt x="2721529" y="109979"/>
                </a:lnTo>
                <a:lnTo>
                  <a:pt x="2721797" y="109630"/>
                </a:lnTo>
                <a:lnTo>
                  <a:pt x="2722058" y="109276"/>
                </a:lnTo>
                <a:lnTo>
                  <a:pt x="2722311" y="108916"/>
                </a:lnTo>
                <a:lnTo>
                  <a:pt x="2722557" y="108552"/>
                </a:lnTo>
                <a:lnTo>
                  <a:pt x="2722796" y="108182"/>
                </a:lnTo>
                <a:lnTo>
                  <a:pt x="2723027" y="107806"/>
                </a:lnTo>
                <a:lnTo>
                  <a:pt x="2723251" y="107426"/>
                </a:lnTo>
                <a:lnTo>
                  <a:pt x="2723467" y="107040"/>
                </a:lnTo>
                <a:lnTo>
                  <a:pt x="2723676" y="106648"/>
                </a:lnTo>
                <a:lnTo>
                  <a:pt x="2723878" y="106252"/>
                </a:lnTo>
                <a:lnTo>
                  <a:pt x="2724071" y="105850"/>
                </a:lnTo>
                <a:lnTo>
                  <a:pt x="2724257" y="105444"/>
                </a:lnTo>
                <a:lnTo>
                  <a:pt x="2724434" y="105033"/>
                </a:lnTo>
                <a:lnTo>
                  <a:pt x="2724603" y="104617"/>
                </a:lnTo>
                <a:lnTo>
                  <a:pt x="2724764" y="104197"/>
                </a:lnTo>
                <a:lnTo>
                  <a:pt x="2724916" y="103772"/>
                </a:lnTo>
                <a:lnTo>
                  <a:pt x="2725061" y="103343"/>
                </a:lnTo>
                <a:lnTo>
                  <a:pt x="2725197" y="102909"/>
                </a:lnTo>
                <a:lnTo>
                  <a:pt x="2725324" y="102470"/>
                </a:lnTo>
                <a:lnTo>
                  <a:pt x="2725444" y="102027"/>
                </a:lnTo>
                <a:lnTo>
                  <a:pt x="2725555" y="101579"/>
                </a:lnTo>
                <a:lnTo>
                  <a:pt x="2725658" y="101127"/>
                </a:lnTo>
                <a:lnTo>
                  <a:pt x="2725753" y="100670"/>
                </a:lnTo>
                <a:lnTo>
                  <a:pt x="2725840" y="100208"/>
                </a:lnTo>
                <a:lnTo>
                  <a:pt x="2725918" y="99742"/>
                </a:lnTo>
                <a:lnTo>
                  <a:pt x="2725988" y="99271"/>
                </a:lnTo>
                <a:lnTo>
                  <a:pt x="2726050" y="98795"/>
                </a:lnTo>
                <a:lnTo>
                  <a:pt x="2726103" y="98315"/>
                </a:lnTo>
                <a:lnTo>
                  <a:pt x="2726149" y="97830"/>
                </a:lnTo>
                <a:lnTo>
                  <a:pt x="2726186" y="97341"/>
                </a:lnTo>
                <a:lnTo>
                  <a:pt x="2726215" y="96847"/>
                </a:lnTo>
                <a:lnTo>
                  <a:pt x="2726235" y="96349"/>
                </a:lnTo>
                <a:lnTo>
                  <a:pt x="2726248" y="95845"/>
                </a:lnTo>
                <a:lnTo>
                  <a:pt x="2726252" y="95338"/>
                </a:lnTo>
                <a:lnTo>
                  <a:pt x="2726249" y="94950"/>
                </a:lnTo>
                <a:lnTo>
                  <a:pt x="2726242" y="94567"/>
                </a:lnTo>
                <a:lnTo>
                  <a:pt x="2726231" y="94187"/>
                </a:lnTo>
                <a:lnTo>
                  <a:pt x="2726215" y="93812"/>
                </a:lnTo>
                <a:lnTo>
                  <a:pt x="2726194" y="93440"/>
                </a:lnTo>
                <a:lnTo>
                  <a:pt x="2726169" y="93072"/>
                </a:lnTo>
                <a:close/>
                <a:moveTo>
                  <a:pt x="1707794" y="93015"/>
                </a:moveTo>
                <a:lnTo>
                  <a:pt x="1707818" y="93656"/>
                </a:lnTo>
                <a:lnTo>
                  <a:pt x="1707848" y="94289"/>
                </a:lnTo>
                <a:lnTo>
                  <a:pt x="1707884" y="94914"/>
                </a:lnTo>
                <a:lnTo>
                  <a:pt x="1707925" y="95530"/>
                </a:lnTo>
                <a:lnTo>
                  <a:pt x="1707971" y="96139"/>
                </a:lnTo>
                <a:lnTo>
                  <a:pt x="1708023" y="96739"/>
                </a:lnTo>
                <a:lnTo>
                  <a:pt x="1708080" y="97331"/>
                </a:lnTo>
                <a:lnTo>
                  <a:pt x="1708143" y="97915"/>
                </a:lnTo>
                <a:lnTo>
                  <a:pt x="1708211" y="98491"/>
                </a:lnTo>
                <a:lnTo>
                  <a:pt x="1708284" y="99059"/>
                </a:lnTo>
                <a:lnTo>
                  <a:pt x="1708363" y="99619"/>
                </a:lnTo>
                <a:lnTo>
                  <a:pt x="1708448" y="100171"/>
                </a:lnTo>
                <a:lnTo>
                  <a:pt x="1708538" y="100714"/>
                </a:lnTo>
                <a:lnTo>
                  <a:pt x="1708633" y="101250"/>
                </a:lnTo>
                <a:lnTo>
                  <a:pt x="1708734" y="101777"/>
                </a:lnTo>
                <a:lnTo>
                  <a:pt x="1708840" y="102297"/>
                </a:lnTo>
                <a:lnTo>
                  <a:pt x="1708952" y="102808"/>
                </a:lnTo>
                <a:lnTo>
                  <a:pt x="1709069" y="103311"/>
                </a:lnTo>
                <a:lnTo>
                  <a:pt x="1709191" y="103806"/>
                </a:lnTo>
                <a:lnTo>
                  <a:pt x="1709319" y="104293"/>
                </a:lnTo>
                <a:lnTo>
                  <a:pt x="1709453" y="104772"/>
                </a:lnTo>
                <a:lnTo>
                  <a:pt x="1709594" y="105244"/>
                </a:lnTo>
                <a:lnTo>
                  <a:pt x="1709740" y="105709"/>
                </a:lnTo>
                <a:lnTo>
                  <a:pt x="1709893" y="106166"/>
                </a:lnTo>
                <a:lnTo>
                  <a:pt x="1710052" y="106616"/>
                </a:lnTo>
                <a:lnTo>
                  <a:pt x="1710217" y="107059"/>
                </a:lnTo>
                <a:lnTo>
                  <a:pt x="1710389" y="107495"/>
                </a:lnTo>
                <a:lnTo>
                  <a:pt x="1710567" y="107923"/>
                </a:lnTo>
                <a:lnTo>
                  <a:pt x="1710751" y="108344"/>
                </a:lnTo>
                <a:lnTo>
                  <a:pt x="1710942" y="108758"/>
                </a:lnTo>
                <a:lnTo>
                  <a:pt x="1711138" y="109164"/>
                </a:lnTo>
                <a:lnTo>
                  <a:pt x="1711341" y="109564"/>
                </a:lnTo>
                <a:lnTo>
                  <a:pt x="1711551" y="109956"/>
                </a:lnTo>
                <a:lnTo>
                  <a:pt x="1711766" y="110341"/>
                </a:lnTo>
                <a:lnTo>
                  <a:pt x="1711988" y="110718"/>
                </a:lnTo>
                <a:lnTo>
                  <a:pt x="1712217" y="111088"/>
                </a:lnTo>
                <a:lnTo>
                  <a:pt x="1712451" y="111451"/>
                </a:lnTo>
                <a:lnTo>
                  <a:pt x="1712692" y="111807"/>
                </a:lnTo>
                <a:lnTo>
                  <a:pt x="1712939" y="112155"/>
                </a:lnTo>
                <a:lnTo>
                  <a:pt x="1713192" y="112497"/>
                </a:lnTo>
                <a:lnTo>
                  <a:pt x="1713452" y="112830"/>
                </a:lnTo>
                <a:lnTo>
                  <a:pt x="1713718" y="113157"/>
                </a:lnTo>
                <a:lnTo>
                  <a:pt x="1713990" y="113476"/>
                </a:lnTo>
                <a:lnTo>
                  <a:pt x="1714269" y="113789"/>
                </a:lnTo>
                <a:lnTo>
                  <a:pt x="1714553" y="114094"/>
                </a:lnTo>
                <a:lnTo>
                  <a:pt x="1714845" y="114392"/>
                </a:lnTo>
                <a:lnTo>
                  <a:pt x="1715142" y="114684"/>
                </a:lnTo>
                <a:lnTo>
                  <a:pt x="1715447" y="114969"/>
                </a:lnTo>
                <a:lnTo>
                  <a:pt x="1715757" y="115247"/>
                </a:lnTo>
                <a:lnTo>
                  <a:pt x="1716074" y="115519"/>
                </a:lnTo>
                <a:lnTo>
                  <a:pt x="1716398" y="115784"/>
                </a:lnTo>
                <a:lnTo>
                  <a:pt x="1716727" y="116042"/>
                </a:lnTo>
                <a:lnTo>
                  <a:pt x="1717064" y="116293"/>
                </a:lnTo>
                <a:lnTo>
                  <a:pt x="1717406" y="116538"/>
                </a:lnTo>
                <a:lnTo>
                  <a:pt x="1717756" y="116776"/>
                </a:lnTo>
                <a:lnTo>
                  <a:pt x="1718111" y="117008"/>
                </a:lnTo>
                <a:lnTo>
                  <a:pt x="1718473" y="117232"/>
                </a:lnTo>
                <a:lnTo>
                  <a:pt x="1718842" y="117450"/>
                </a:lnTo>
                <a:lnTo>
                  <a:pt x="1719216" y="117661"/>
                </a:lnTo>
                <a:lnTo>
                  <a:pt x="1719598" y="117866"/>
                </a:lnTo>
                <a:lnTo>
                  <a:pt x="1719985" y="118064"/>
                </a:lnTo>
                <a:lnTo>
                  <a:pt x="1720379" y="118255"/>
                </a:lnTo>
                <a:lnTo>
                  <a:pt x="1720780" y="118439"/>
                </a:lnTo>
                <a:lnTo>
                  <a:pt x="1721187" y="118617"/>
                </a:lnTo>
                <a:lnTo>
                  <a:pt x="1721600" y="118788"/>
                </a:lnTo>
                <a:lnTo>
                  <a:pt x="1722020" y="118952"/>
                </a:lnTo>
                <a:lnTo>
                  <a:pt x="1722446" y="119110"/>
                </a:lnTo>
                <a:lnTo>
                  <a:pt x="1722879" y="119261"/>
                </a:lnTo>
                <a:lnTo>
                  <a:pt x="1723319" y="119405"/>
                </a:lnTo>
                <a:lnTo>
                  <a:pt x="1723765" y="119544"/>
                </a:lnTo>
                <a:lnTo>
                  <a:pt x="1724218" y="119676"/>
                </a:lnTo>
                <a:lnTo>
                  <a:pt x="1724679" y="119802"/>
                </a:lnTo>
                <a:lnTo>
                  <a:pt x="1725146" y="119922"/>
                </a:lnTo>
                <a:lnTo>
                  <a:pt x="1725620" y="120035"/>
                </a:lnTo>
                <a:lnTo>
                  <a:pt x="1726102" y="120143"/>
                </a:lnTo>
                <a:lnTo>
                  <a:pt x="1726590" y="120244"/>
                </a:lnTo>
                <a:lnTo>
                  <a:pt x="1727085" y="120340"/>
                </a:lnTo>
                <a:lnTo>
                  <a:pt x="1727587" y="120429"/>
                </a:lnTo>
                <a:lnTo>
                  <a:pt x="1728097" y="120512"/>
                </a:lnTo>
                <a:lnTo>
                  <a:pt x="1728613" y="120589"/>
                </a:lnTo>
                <a:lnTo>
                  <a:pt x="1729136" y="120659"/>
                </a:lnTo>
                <a:lnTo>
                  <a:pt x="1729666" y="120724"/>
                </a:lnTo>
                <a:lnTo>
                  <a:pt x="1730203" y="120782"/>
                </a:lnTo>
                <a:lnTo>
                  <a:pt x="1730748" y="120834"/>
                </a:lnTo>
                <a:lnTo>
                  <a:pt x="1731299" y="120881"/>
                </a:lnTo>
                <a:lnTo>
                  <a:pt x="1731857" y="120920"/>
                </a:lnTo>
                <a:lnTo>
                  <a:pt x="1732422" y="120954"/>
                </a:lnTo>
                <a:lnTo>
                  <a:pt x="1732994" y="120982"/>
                </a:lnTo>
                <a:lnTo>
                  <a:pt x="1733573" y="121003"/>
                </a:lnTo>
                <a:lnTo>
                  <a:pt x="1734159" y="121019"/>
                </a:lnTo>
                <a:lnTo>
                  <a:pt x="1734752" y="121028"/>
                </a:lnTo>
                <a:lnTo>
                  <a:pt x="1735352" y="121031"/>
                </a:lnTo>
                <a:lnTo>
                  <a:pt x="1735820" y="121029"/>
                </a:lnTo>
                <a:lnTo>
                  <a:pt x="1736282" y="121023"/>
                </a:lnTo>
                <a:lnTo>
                  <a:pt x="1736739" y="121013"/>
                </a:lnTo>
                <a:lnTo>
                  <a:pt x="1737192" y="120999"/>
                </a:lnTo>
                <a:lnTo>
                  <a:pt x="1737640" y="120980"/>
                </a:lnTo>
                <a:lnTo>
                  <a:pt x="1738084" y="120958"/>
                </a:lnTo>
                <a:lnTo>
                  <a:pt x="1738522" y="120931"/>
                </a:lnTo>
                <a:lnTo>
                  <a:pt x="1738956" y="120901"/>
                </a:lnTo>
                <a:lnTo>
                  <a:pt x="1739385" y="120866"/>
                </a:lnTo>
                <a:lnTo>
                  <a:pt x="1739809" y="120827"/>
                </a:lnTo>
                <a:lnTo>
                  <a:pt x="1740229" y="120784"/>
                </a:lnTo>
                <a:lnTo>
                  <a:pt x="1740644" y="120738"/>
                </a:lnTo>
                <a:lnTo>
                  <a:pt x="1741054" y="120687"/>
                </a:lnTo>
                <a:lnTo>
                  <a:pt x="1741459" y="120632"/>
                </a:lnTo>
                <a:lnTo>
                  <a:pt x="1741859" y="120572"/>
                </a:lnTo>
                <a:lnTo>
                  <a:pt x="1742255" y="120509"/>
                </a:lnTo>
                <a:lnTo>
                  <a:pt x="1742646" y="120442"/>
                </a:lnTo>
                <a:lnTo>
                  <a:pt x="1743033" y="120371"/>
                </a:lnTo>
                <a:lnTo>
                  <a:pt x="1743414" y="120295"/>
                </a:lnTo>
                <a:lnTo>
                  <a:pt x="1743791" y="120216"/>
                </a:lnTo>
                <a:lnTo>
                  <a:pt x="1744163" y="120132"/>
                </a:lnTo>
                <a:lnTo>
                  <a:pt x="1744530" y="120044"/>
                </a:lnTo>
                <a:lnTo>
                  <a:pt x="1744893" y="119953"/>
                </a:lnTo>
                <a:lnTo>
                  <a:pt x="1745251" y="119857"/>
                </a:lnTo>
                <a:lnTo>
                  <a:pt x="1745604" y="119757"/>
                </a:lnTo>
                <a:lnTo>
                  <a:pt x="1745955" y="119655"/>
                </a:lnTo>
                <a:lnTo>
                  <a:pt x="1746302" y="119549"/>
                </a:lnTo>
                <a:lnTo>
                  <a:pt x="1746645" y="119439"/>
                </a:lnTo>
                <a:lnTo>
                  <a:pt x="1746986" y="119326"/>
                </a:lnTo>
                <a:lnTo>
                  <a:pt x="1747323" y="119210"/>
                </a:lnTo>
                <a:lnTo>
                  <a:pt x="1747656" y="119091"/>
                </a:lnTo>
                <a:lnTo>
                  <a:pt x="1747987" y="118968"/>
                </a:lnTo>
                <a:lnTo>
                  <a:pt x="1748314" y="118841"/>
                </a:lnTo>
                <a:lnTo>
                  <a:pt x="1748637" y="118712"/>
                </a:lnTo>
                <a:lnTo>
                  <a:pt x="1748957" y="118579"/>
                </a:lnTo>
                <a:lnTo>
                  <a:pt x="1749274" y="118442"/>
                </a:lnTo>
                <a:lnTo>
                  <a:pt x="1749588" y="118302"/>
                </a:lnTo>
                <a:lnTo>
                  <a:pt x="1749898" y="118159"/>
                </a:lnTo>
                <a:lnTo>
                  <a:pt x="1750205" y="118013"/>
                </a:lnTo>
                <a:lnTo>
                  <a:pt x="1750508" y="117863"/>
                </a:lnTo>
                <a:lnTo>
                  <a:pt x="1750808" y="117710"/>
                </a:lnTo>
                <a:lnTo>
                  <a:pt x="1751105" y="117553"/>
                </a:lnTo>
                <a:lnTo>
                  <a:pt x="1751398" y="117393"/>
                </a:lnTo>
                <a:lnTo>
                  <a:pt x="1751688" y="117229"/>
                </a:lnTo>
                <a:lnTo>
                  <a:pt x="1751975" y="117063"/>
                </a:lnTo>
                <a:lnTo>
                  <a:pt x="1752258" y="116893"/>
                </a:lnTo>
                <a:lnTo>
                  <a:pt x="1752538" y="116719"/>
                </a:lnTo>
                <a:lnTo>
                  <a:pt x="1752815" y="116542"/>
                </a:lnTo>
                <a:lnTo>
                  <a:pt x="1753089" y="116362"/>
                </a:lnTo>
                <a:lnTo>
                  <a:pt x="1753359" y="116179"/>
                </a:lnTo>
                <a:lnTo>
                  <a:pt x="1753627" y="115992"/>
                </a:lnTo>
                <a:lnTo>
                  <a:pt x="1753893" y="115802"/>
                </a:lnTo>
                <a:lnTo>
                  <a:pt x="1754155" y="115609"/>
                </a:lnTo>
                <a:lnTo>
                  <a:pt x="1754414" y="115413"/>
                </a:lnTo>
                <a:lnTo>
                  <a:pt x="1754671" y="115213"/>
                </a:lnTo>
                <a:lnTo>
                  <a:pt x="1754925" y="115010"/>
                </a:lnTo>
                <a:lnTo>
                  <a:pt x="1755176" y="114804"/>
                </a:lnTo>
                <a:lnTo>
                  <a:pt x="1755425" y="114595"/>
                </a:lnTo>
                <a:lnTo>
                  <a:pt x="1755670" y="114383"/>
                </a:lnTo>
                <a:lnTo>
                  <a:pt x="1755913" y="114167"/>
                </a:lnTo>
                <a:lnTo>
                  <a:pt x="1756153" y="113948"/>
                </a:lnTo>
                <a:lnTo>
                  <a:pt x="1756391" y="113726"/>
                </a:lnTo>
                <a:lnTo>
                  <a:pt x="1756625" y="113501"/>
                </a:lnTo>
                <a:lnTo>
                  <a:pt x="1756857" y="113272"/>
                </a:lnTo>
                <a:lnTo>
                  <a:pt x="1757085" y="113040"/>
                </a:lnTo>
                <a:lnTo>
                  <a:pt x="1757311" y="112805"/>
                </a:lnTo>
                <a:lnTo>
                  <a:pt x="1757535" y="112567"/>
                </a:lnTo>
                <a:lnTo>
                  <a:pt x="1757755" y="112325"/>
                </a:lnTo>
                <a:lnTo>
                  <a:pt x="1757973" y="112080"/>
                </a:lnTo>
                <a:lnTo>
                  <a:pt x="1758188" y="111832"/>
                </a:lnTo>
                <a:lnTo>
                  <a:pt x="1758400" y="111581"/>
                </a:lnTo>
                <a:lnTo>
                  <a:pt x="1758609" y="111327"/>
                </a:lnTo>
                <a:lnTo>
                  <a:pt x="1758816" y="111069"/>
                </a:lnTo>
                <a:lnTo>
                  <a:pt x="1759022" y="110809"/>
                </a:lnTo>
                <a:lnTo>
                  <a:pt x="1759226" y="110547"/>
                </a:lnTo>
                <a:lnTo>
                  <a:pt x="1759429" y="110282"/>
                </a:lnTo>
                <a:lnTo>
                  <a:pt x="1759631" y="110015"/>
                </a:lnTo>
                <a:lnTo>
                  <a:pt x="1759831" y="109745"/>
                </a:lnTo>
                <a:lnTo>
                  <a:pt x="1760030" y="109472"/>
                </a:lnTo>
                <a:lnTo>
                  <a:pt x="1760228" y="109197"/>
                </a:lnTo>
                <a:lnTo>
                  <a:pt x="1760424" y="108920"/>
                </a:lnTo>
                <a:lnTo>
                  <a:pt x="1760618" y="108640"/>
                </a:lnTo>
                <a:lnTo>
                  <a:pt x="1760811" y="108357"/>
                </a:lnTo>
                <a:lnTo>
                  <a:pt x="1761003" y="108072"/>
                </a:lnTo>
                <a:lnTo>
                  <a:pt x="1761194" y="107784"/>
                </a:lnTo>
                <a:lnTo>
                  <a:pt x="1761383" y="107494"/>
                </a:lnTo>
                <a:lnTo>
                  <a:pt x="1761570" y="107201"/>
                </a:lnTo>
                <a:lnTo>
                  <a:pt x="1761756" y="106906"/>
                </a:lnTo>
                <a:lnTo>
                  <a:pt x="1761941" y="106608"/>
                </a:lnTo>
                <a:lnTo>
                  <a:pt x="1762125" y="106308"/>
                </a:lnTo>
                <a:lnTo>
                  <a:pt x="1762307" y="106005"/>
                </a:lnTo>
                <a:lnTo>
                  <a:pt x="1762487" y="105700"/>
                </a:lnTo>
                <a:lnTo>
                  <a:pt x="1762667" y="105392"/>
                </a:lnTo>
                <a:lnTo>
                  <a:pt x="1762845" y="105082"/>
                </a:lnTo>
                <a:lnTo>
                  <a:pt x="1763021" y="104769"/>
                </a:lnTo>
                <a:lnTo>
                  <a:pt x="1763196" y="104454"/>
                </a:lnTo>
                <a:lnTo>
                  <a:pt x="1763437" y="104454"/>
                </a:lnTo>
                <a:lnTo>
                  <a:pt x="1763438" y="104590"/>
                </a:lnTo>
                <a:lnTo>
                  <a:pt x="1763438" y="104729"/>
                </a:lnTo>
                <a:lnTo>
                  <a:pt x="1763439" y="104870"/>
                </a:lnTo>
                <a:lnTo>
                  <a:pt x="1763440" y="105014"/>
                </a:lnTo>
                <a:lnTo>
                  <a:pt x="1763441" y="105161"/>
                </a:lnTo>
                <a:lnTo>
                  <a:pt x="1763443" y="105310"/>
                </a:lnTo>
                <a:lnTo>
                  <a:pt x="1763444" y="105463"/>
                </a:lnTo>
                <a:lnTo>
                  <a:pt x="1763446" y="105618"/>
                </a:lnTo>
                <a:lnTo>
                  <a:pt x="1763449" y="105775"/>
                </a:lnTo>
                <a:lnTo>
                  <a:pt x="1763451" y="105935"/>
                </a:lnTo>
                <a:lnTo>
                  <a:pt x="1763454" y="106098"/>
                </a:lnTo>
                <a:lnTo>
                  <a:pt x="1763458" y="106264"/>
                </a:lnTo>
                <a:lnTo>
                  <a:pt x="1763461" y="106432"/>
                </a:lnTo>
                <a:lnTo>
                  <a:pt x="1763465" y="106603"/>
                </a:lnTo>
                <a:lnTo>
                  <a:pt x="1763469" y="106777"/>
                </a:lnTo>
                <a:lnTo>
                  <a:pt x="1763473" y="106953"/>
                </a:lnTo>
                <a:lnTo>
                  <a:pt x="1763478" y="107132"/>
                </a:lnTo>
                <a:lnTo>
                  <a:pt x="1763483" y="107314"/>
                </a:lnTo>
                <a:lnTo>
                  <a:pt x="1763488" y="107498"/>
                </a:lnTo>
                <a:lnTo>
                  <a:pt x="1763493" y="107685"/>
                </a:lnTo>
                <a:lnTo>
                  <a:pt x="1763499" y="107875"/>
                </a:lnTo>
                <a:lnTo>
                  <a:pt x="1763505" y="108067"/>
                </a:lnTo>
                <a:lnTo>
                  <a:pt x="1763511" y="108262"/>
                </a:lnTo>
                <a:lnTo>
                  <a:pt x="1763518" y="108460"/>
                </a:lnTo>
                <a:lnTo>
                  <a:pt x="1763525" y="108659"/>
                </a:lnTo>
                <a:lnTo>
                  <a:pt x="1763532" y="108857"/>
                </a:lnTo>
                <a:lnTo>
                  <a:pt x="1763539" y="109055"/>
                </a:lnTo>
                <a:lnTo>
                  <a:pt x="1763546" y="109253"/>
                </a:lnTo>
                <a:lnTo>
                  <a:pt x="1763553" y="109451"/>
                </a:lnTo>
                <a:lnTo>
                  <a:pt x="1763561" y="109648"/>
                </a:lnTo>
                <a:lnTo>
                  <a:pt x="1763568" y="109845"/>
                </a:lnTo>
                <a:lnTo>
                  <a:pt x="1763576" y="110042"/>
                </a:lnTo>
                <a:lnTo>
                  <a:pt x="1763584" y="110238"/>
                </a:lnTo>
                <a:lnTo>
                  <a:pt x="1763592" y="110435"/>
                </a:lnTo>
                <a:lnTo>
                  <a:pt x="1763600" y="110631"/>
                </a:lnTo>
                <a:lnTo>
                  <a:pt x="1763608" y="110826"/>
                </a:lnTo>
                <a:lnTo>
                  <a:pt x="1763617" y="111022"/>
                </a:lnTo>
                <a:lnTo>
                  <a:pt x="1763626" y="111217"/>
                </a:lnTo>
                <a:lnTo>
                  <a:pt x="1763634" y="111411"/>
                </a:lnTo>
                <a:lnTo>
                  <a:pt x="1763643" y="111606"/>
                </a:lnTo>
                <a:lnTo>
                  <a:pt x="1763652" y="111800"/>
                </a:lnTo>
                <a:lnTo>
                  <a:pt x="1763661" y="111994"/>
                </a:lnTo>
                <a:lnTo>
                  <a:pt x="1763671" y="112188"/>
                </a:lnTo>
                <a:lnTo>
                  <a:pt x="1763680" y="112381"/>
                </a:lnTo>
                <a:lnTo>
                  <a:pt x="1763690" y="112575"/>
                </a:lnTo>
                <a:lnTo>
                  <a:pt x="1763699" y="112767"/>
                </a:lnTo>
                <a:lnTo>
                  <a:pt x="1763709" y="112960"/>
                </a:lnTo>
                <a:lnTo>
                  <a:pt x="1763719" y="113152"/>
                </a:lnTo>
                <a:lnTo>
                  <a:pt x="1763729" y="113344"/>
                </a:lnTo>
                <a:lnTo>
                  <a:pt x="1763739" y="113533"/>
                </a:lnTo>
                <a:lnTo>
                  <a:pt x="1763749" y="113721"/>
                </a:lnTo>
                <a:lnTo>
                  <a:pt x="1763758" y="113906"/>
                </a:lnTo>
                <a:lnTo>
                  <a:pt x="1763768" y="114090"/>
                </a:lnTo>
                <a:lnTo>
                  <a:pt x="1763777" y="114273"/>
                </a:lnTo>
                <a:lnTo>
                  <a:pt x="1763786" y="114453"/>
                </a:lnTo>
                <a:lnTo>
                  <a:pt x="1763795" y="114631"/>
                </a:lnTo>
                <a:lnTo>
                  <a:pt x="1763804" y="114808"/>
                </a:lnTo>
                <a:lnTo>
                  <a:pt x="1763813" y="114983"/>
                </a:lnTo>
                <a:lnTo>
                  <a:pt x="1763821" y="115156"/>
                </a:lnTo>
                <a:lnTo>
                  <a:pt x="1763830" y="115327"/>
                </a:lnTo>
                <a:lnTo>
                  <a:pt x="1763838" y="115496"/>
                </a:lnTo>
                <a:lnTo>
                  <a:pt x="1763846" y="115664"/>
                </a:lnTo>
                <a:lnTo>
                  <a:pt x="1763854" y="115830"/>
                </a:lnTo>
                <a:lnTo>
                  <a:pt x="1763862" y="115993"/>
                </a:lnTo>
                <a:lnTo>
                  <a:pt x="1763870" y="116156"/>
                </a:lnTo>
                <a:lnTo>
                  <a:pt x="1763878" y="116316"/>
                </a:lnTo>
                <a:lnTo>
                  <a:pt x="1763885" y="116474"/>
                </a:lnTo>
                <a:lnTo>
                  <a:pt x="1763892" y="116631"/>
                </a:lnTo>
                <a:lnTo>
                  <a:pt x="1763900" y="116786"/>
                </a:lnTo>
                <a:lnTo>
                  <a:pt x="1763907" y="116938"/>
                </a:lnTo>
                <a:lnTo>
                  <a:pt x="1763914" y="117090"/>
                </a:lnTo>
                <a:lnTo>
                  <a:pt x="1763920" y="117239"/>
                </a:lnTo>
                <a:lnTo>
                  <a:pt x="1763927" y="117385"/>
                </a:lnTo>
                <a:lnTo>
                  <a:pt x="1763934" y="117526"/>
                </a:lnTo>
                <a:lnTo>
                  <a:pt x="1763940" y="117662"/>
                </a:lnTo>
                <a:lnTo>
                  <a:pt x="1763947" y="117793"/>
                </a:lnTo>
                <a:lnTo>
                  <a:pt x="1763954" y="117920"/>
                </a:lnTo>
                <a:lnTo>
                  <a:pt x="1763961" y="118042"/>
                </a:lnTo>
                <a:lnTo>
                  <a:pt x="1763967" y="118159"/>
                </a:lnTo>
                <a:lnTo>
                  <a:pt x="1763974" y="118272"/>
                </a:lnTo>
                <a:lnTo>
                  <a:pt x="1763981" y="118379"/>
                </a:lnTo>
                <a:lnTo>
                  <a:pt x="1763987" y="118482"/>
                </a:lnTo>
                <a:lnTo>
                  <a:pt x="1763994" y="118580"/>
                </a:lnTo>
                <a:lnTo>
                  <a:pt x="1764001" y="118674"/>
                </a:lnTo>
                <a:lnTo>
                  <a:pt x="1764007" y="118762"/>
                </a:lnTo>
                <a:lnTo>
                  <a:pt x="1764014" y="118846"/>
                </a:lnTo>
                <a:lnTo>
                  <a:pt x="1764021" y="118925"/>
                </a:lnTo>
                <a:lnTo>
                  <a:pt x="1764028" y="118999"/>
                </a:lnTo>
                <a:lnTo>
                  <a:pt x="1764034" y="119069"/>
                </a:lnTo>
                <a:lnTo>
                  <a:pt x="1764041" y="119133"/>
                </a:lnTo>
                <a:lnTo>
                  <a:pt x="1764048" y="119193"/>
                </a:lnTo>
                <a:lnTo>
                  <a:pt x="1764054" y="119249"/>
                </a:lnTo>
                <a:lnTo>
                  <a:pt x="1764061" y="119299"/>
                </a:lnTo>
                <a:lnTo>
                  <a:pt x="1764068" y="119345"/>
                </a:lnTo>
                <a:lnTo>
                  <a:pt x="1764075" y="119386"/>
                </a:lnTo>
                <a:lnTo>
                  <a:pt x="1764081" y="119422"/>
                </a:lnTo>
                <a:lnTo>
                  <a:pt x="1777762" y="119422"/>
                </a:lnTo>
                <a:lnTo>
                  <a:pt x="1777755" y="119372"/>
                </a:lnTo>
                <a:lnTo>
                  <a:pt x="1777748" y="119318"/>
                </a:lnTo>
                <a:lnTo>
                  <a:pt x="1777742" y="119259"/>
                </a:lnTo>
                <a:lnTo>
                  <a:pt x="1777735" y="119196"/>
                </a:lnTo>
                <a:lnTo>
                  <a:pt x="1777728" y="119128"/>
                </a:lnTo>
                <a:lnTo>
                  <a:pt x="1777721" y="119055"/>
                </a:lnTo>
                <a:lnTo>
                  <a:pt x="1777715" y="118977"/>
                </a:lnTo>
                <a:lnTo>
                  <a:pt x="1777708" y="118894"/>
                </a:lnTo>
                <a:lnTo>
                  <a:pt x="1777701" y="118807"/>
                </a:lnTo>
                <a:lnTo>
                  <a:pt x="1777695" y="118715"/>
                </a:lnTo>
                <a:lnTo>
                  <a:pt x="1777688" y="118618"/>
                </a:lnTo>
                <a:lnTo>
                  <a:pt x="1777681" y="118516"/>
                </a:lnTo>
                <a:lnTo>
                  <a:pt x="1777674" y="118410"/>
                </a:lnTo>
                <a:lnTo>
                  <a:pt x="1777668" y="118299"/>
                </a:lnTo>
                <a:lnTo>
                  <a:pt x="1777661" y="118183"/>
                </a:lnTo>
                <a:lnTo>
                  <a:pt x="1777654" y="118063"/>
                </a:lnTo>
                <a:lnTo>
                  <a:pt x="1777648" y="117937"/>
                </a:lnTo>
                <a:lnTo>
                  <a:pt x="1777641" y="117807"/>
                </a:lnTo>
                <a:lnTo>
                  <a:pt x="1777634" y="117672"/>
                </a:lnTo>
                <a:lnTo>
                  <a:pt x="1777628" y="117533"/>
                </a:lnTo>
                <a:lnTo>
                  <a:pt x="1777621" y="117388"/>
                </a:lnTo>
                <a:lnTo>
                  <a:pt x="1777614" y="117239"/>
                </a:lnTo>
                <a:lnTo>
                  <a:pt x="1777607" y="117086"/>
                </a:lnTo>
                <a:lnTo>
                  <a:pt x="1777601" y="116927"/>
                </a:lnTo>
                <a:lnTo>
                  <a:pt x="1777594" y="116765"/>
                </a:lnTo>
                <a:lnTo>
                  <a:pt x="1777587" y="116600"/>
                </a:lnTo>
                <a:lnTo>
                  <a:pt x="1777581" y="116432"/>
                </a:lnTo>
                <a:lnTo>
                  <a:pt x="1777574" y="116262"/>
                </a:lnTo>
                <a:lnTo>
                  <a:pt x="1777567" y="116089"/>
                </a:lnTo>
                <a:lnTo>
                  <a:pt x="1777560" y="115914"/>
                </a:lnTo>
                <a:lnTo>
                  <a:pt x="1777554" y="115735"/>
                </a:lnTo>
                <a:lnTo>
                  <a:pt x="1777547" y="115555"/>
                </a:lnTo>
                <a:lnTo>
                  <a:pt x="1777540" y="115371"/>
                </a:lnTo>
                <a:lnTo>
                  <a:pt x="1777534" y="115185"/>
                </a:lnTo>
                <a:lnTo>
                  <a:pt x="1777527" y="114996"/>
                </a:lnTo>
                <a:lnTo>
                  <a:pt x="1777520" y="114805"/>
                </a:lnTo>
                <a:lnTo>
                  <a:pt x="1777514" y="114610"/>
                </a:lnTo>
                <a:lnTo>
                  <a:pt x="1777507" y="114414"/>
                </a:lnTo>
                <a:lnTo>
                  <a:pt x="1777500" y="114214"/>
                </a:lnTo>
                <a:lnTo>
                  <a:pt x="1777493" y="114012"/>
                </a:lnTo>
                <a:lnTo>
                  <a:pt x="1777487" y="113807"/>
                </a:lnTo>
                <a:lnTo>
                  <a:pt x="1777480" y="113600"/>
                </a:lnTo>
                <a:lnTo>
                  <a:pt x="1777473" y="113390"/>
                </a:lnTo>
                <a:lnTo>
                  <a:pt x="1777467" y="113177"/>
                </a:lnTo>
                <a:lnTo>
                  <a:pt x="1777460" y="112962"/>
                </a:lnTo>
                <a:lnTo>
                  <a:pt x="1777453" y="112744"/>
                </a:lnTo>
                <a:lnTo>
                  <a:pt x="1777446" y="112523"/>
                </a:lnTo>
                <a:lnTo>
                  <a:pt x="1777440" y="112300"/>
                </a:lnTo>
                <a:lnTo>
                  <a:pt x="1777433" y="112075"/>
                </a:lnTo>
                <a:lnTo>
                  <a:pt x="1777427" y="111848"/>
                </a:lnTo>
                <a:lnTo>
                  <a:pt x="1777420" y="111621"/>
                </a:lnTo>
                <a:lnTo>
                  <a:pt x="1777414" y="111392"/>
                </a:lnTo>
                <a:lnTo>
                  <a:pt x="1777408" y="111163"/>
                </a:lnTo>
                <a:lnTo>
                  <a:pt x="1777402" y="110932"/>
                </a:lnTo>
                <a:lnTo>
                  <a:pt x="1777396" y="110700"/>
                </a:lnTo>
                <a:lnTo>
                  <a:pt x="1777391" y="110467"/>
                </a:lnTo>
                <a:lnTo>
                  <a:pt x="1777385" y="110233"/>
                </a:lnTo>
                <a:lnTo>
                  <a:pt x="1777380" y="109997"/>
                </a:lnTo>
                <a:lnTo>
                  <a:pt x="1777374" y="109761"/>
                </a:lnTo>
                <a:lnTo>
                  <a:pt x="1777369" y="109524"/>
                </a:lnTo>
                <a:lnTo>
                  <a:pt x="1777364" y="109285"/>
                </a:lnTo>
                <a:lnTo>
                  <a:pt x="1777360" y="109045"/>
                </a:lnTo>
                <a:lnTo>
                  <a:pt x="1777355" y="108804"/>
                </a:lnTo>
                <a:lnTo>
                  <a:pt x="1777350" y="108562"/>
                </a:lnTo>
                <a:lnTo>
                  <a:pt x="1777346" y="108319"/>
                </a:lnTo>
                <a:lnTo>
                  <a:pt x="1777342" y="108075"/>
                </a:lnTo>
                <a:lnTo>
                  <a:pt x="1777338" y="107830"/>
                </a:lnTo>
                <a:lnTo>
                  <a:pt x="1777334" y="107583"/>
                </a:lnTo>
                <a:lnTo>
                  <a:pt x="1777330" y="107336"/>
                </a:lnTo>
                <a:lnTo>
                  <a:pt x="1777326" y="107087"/>
                </a:lnTo>
                <a:lnTo>
                  <a:pt x="1777322" y="106837"/>
                </a:lnTo>
                <a:lnTo>
                  <a:pt x="1777319" y="106586"/>
                </a:lnTo>
                <a:lnTo>
                  <a:pt x="1777316" y="106335"/>
                </a:lnTo>
                <a:lnTo>
                  <a:pt x="1777313" y="106085"/>
                </a:lnTo>
                <a:lnTo>
                  <a:pt x="1777310" y="105836"/>
                </a:lnTo>
                <a:lnTo>
                  <a:pt x="1777307" y="105588"/>
                </a:lnTo>
                <a:lnTo>
                  <a:pt x="1777304" y="105341"/>
                </a:lnTo>
                <a:lnTo>
                  <a:pt x="1777301" y="105095"/>
                </a:lnTo>
                <a:lnTo>
                  <a:pt x="1777299" y="104850"/>
                </a:lnTo>
                <a:lnTo>
                  <a:pt x="1777297" y="104606"/>
                </a:lnTo>
                <a:lnTo>
                  <a:pt x="1777295" y="104363"/>
                </a:lnTo>
                <a:lnTo>
                  <a:pt x="1777292" y="104120"/>
                </a:lnTo>
                <a:lnTo>
                  <a:pt x="1777291" y="103879"/>
                </a:lnTo>
                <a:lnTo>
                  <a:pt x="1777289" y="103639"/>
                </a:lnTo>
                <a:lnTo>
                  <a:pt x="1777287" y="103400"/>
                </a:lnTo>
                <a:lnTo>
                  <a:pt x="1777286" y="103161"/>
                </a:lnTo>
                <a:lnTo>
                  <a:pt x="1777284" y="102924"/>
                </a:lnTo>
                <a:lnTo>
                  <a:pt x="1777283" y="102688"/>
                </a:lnTo>
                <a:lnTo>
                  <a:pt x="1777282" y="102452"/>
                </a:lnTo>
                <a:lnTo>
                  <a:pt x="1777281" y="102218"/>
                </a:lnTo>
                <a:lnTo>
                  <a:pt x="1777281" y="101985"/>
                </a:lnTo>
                <a:lnTo>
                  <a:pt x="1777280" y="101752"/>
                </a:lnTo>
                <a:lnTo>
                  <a:pt x="1777279" y="101521"/>
                </a:lnTo>
                <a:lnTo>
                  <a:pt x="1777279" y="101290"/>
                </a:lnTo>
                <a:lnTo>
                  <a:pt x="1777279" y="101061"/>
                </a:lnTo>
                <a:lnTo>
                  <a:pt x="1777279" y="100832"/>
                </a:lnTo>
                <a:lnTo>
                  <a:pt x="1777279" y="32350"/>
                </a:lnTo>
                <a:lnTo>
                  <a:pt x="1762794" y="32350"/>
                </a:lnTo>
                <a:lnTo>
                  <a:pt x="1762794" y="82754"/>
                </a:lnTo>
                <a:lnTo>
                  <a:pt x="1762791" y="83294"/>
                </a:lnTo>
                <a:lnTo>
                  <a:pt x="1762783" y="83829"/>
                </a:lnTo>
                <a:lnTo>
                  <a:pt x="1762769" y="84358"/>
                </a:lnTo>
                <a:lnTo>
                  <a:pt x="1762749" y="84883"/>
                </a:lnTo>
                <a:lnTo>
                  <a:pt x="1762724" y="85402"/>
                </a:lnTo>
                <a:lnTo>
                  <a:pt x="1762693" y="85916"/>
                </a:lnTo>
                <a:lnTo>
                  <a:pt x="1762657" y="86425"/>
                </a:lnTo>
                <a:lnTo>
                  <a:pt x="1762615" y="86929"/>
                </a:lnTo>
                <a:lnTo>
                  <a:pt x="1762567" y="87428"/>
                </a:lnTo>
                <a:lnTo>
                  <a:pt x="1762514" y="87921"/>
                </a:lnTo>
                <a:lnTo>
                  <a:pt x="1762456" y="88410"/>
                </a:lnTo>
                <a:lnTo>
                  <a:pt x="1762391" y="88893"/>
                </a:lnTo>
                <a:lnTo>
                  <a:pt x="1762321" y="89371"/>
                </a:lnTo>
                <a:lnTo>
                  <a:pt x="1762246" y="89844"/>
                </a:lnTo>
                <a:lnTo>
                  <a:pt x="1762165" y="90312"/>
                </a:lnTo>
                <a:lnTo>
                  <a:pt x="1762078" y="90774"/>
                </a:lnTo>
                <a:lnTo>
                  <a:pt x="1761986" y="91232"/>
                </a:lnTo>
                <a:lnTo>
                  <a:pt x="1761888" y="91684"/>
                </a:lnTo>
                <a:lnTo>
                  <a:pt x="1761785" y="92131"/>
                </a:lnTo>
                <a:lnTo>
                  <a:pt x="1761676" y="92573"/>
                </a:lnTo>
                <a:lnTo>
                  <a:pt x="1761561" y="93010"/>
                </a:lnTo>
                <a:lnTo>
                  <a:pt x="1761441" y="93441"/>
                </a:lnTo>
                <a:lnTo>
                  <a:pt x="1761316" y="93868"/>
                </a:lnTo>
                <a:lnTo>
                  <a:pt x="1761184" y="94289"/>
                </a:lnTo>
                <a:lnTo>
                  <a:pt x="1761048" y="94705"/>
                </a:lnTo>
                <a:lnTo>
                  <a:pt x="1760907" y="95115"/>
                </a:lnTo>
                <a:lnTo>
                  <a:pt x="1760761" y="95520"/>
                </a:lnTo>
                <a:lnTo>
                  <a:pt x="1760611" y="95919"/>
                </a:lnTo>
                <a:lnTo>
                  <a:pt x="1760456" y="96313"/>
                </a:lnTo>
                <a:lnTo>
                  <a:pt x="1760297" y="96701"/>
                </a:lnTo>
                <a:lnTo>
                  <a:pt x="1760132" y="97083"/>
                </a:lnTo>
                <a:lnTo>
                  <a:pt x="1759964" y="97460"/>
                </a:lnTo>
                <a:lnTo>
                  <a:pt x="1759790" y="97831"/>
                </a:lnTo>
                <a:lnTo>
                  <a:pt x="1759613" y="98197"/>
                </a:lnTo>
                <a:lnTo>
                  <a:pt x="1759430" y="98557"/>
                </a:lnTo>
                <a:lnTo>
                  <a:pt x="1759243" y="98912"/>
                </a:lnTo>
                <a:lnTo>
                  <a:pt x="1759051" y="99261"/>
                </a:lnTo>
                <a:lnTo>
                  <a:pt x="1758855" y="99604"/>
                </a:lnTo>
                <a:lnTo>
                  <a:pt x="1758654" y="99942"/>
                </a:lnTo>
                <a:lnTo>
                  <a:pt x="1758448" y="100274"/>
                </a:lnTo>
                <a:lnTo>
                  <a:pt x="1758238" y="100601"/>
                </a:lnTo>
                <a:lnTo>
                  <a:pt x="1758023" y="100922"/>
                </a:lnTo>
                <a:lnTo>
                  <a:pt x="1757804" y="101237"/>
                </a:lnTo>
                <a:lnTo>
                  <a:pt x="1757580" y="101547"/>
                </a:lnTo>
                <a:lnTo>
                  <a:pt x="1757351" y="101852"/>
                </a:lnTo>
                <a:lnTo>
                  <a:pt x="1757118" y="102150"/>
                </a:lnTo>
                <a:lnTo>
                  <a:pt x="1756880" y="102444"/>
                </a:lnTo>
                <a:lnTo>
                  <a:pt x="1756638" y="102731"/>
                </a:lnTo>
                <a:lnTo>
                  <a:pt x="1756391" y="103013"/>
                </a:lnTo>
                <a:lnTo>
                  <a:pt x="1756140" y="103289"/>
                </a:lnTo>
                <a:lnTo>
                  <a:pt x="1755884" y="103560"/>
                </a:lnTo>
                <a:lnTo>
                  <a:pt x="1755625" y="103825"/>
                </a:lnTo>
                <a:lnTo>
                  <a:pt x="1755361" y="104084"/>
                </a:lnTo>
                <a:lnTo>
                  <a:pt x="1755093" y="104338"/>
                </a:lnTo>
                <a:lnTo>
                  <a:pt x="1754821" y="104587"/>
                </a:lnTo>
                <a:lnTo>
                  <a:pt x="1754545" y="104830"/>
                </a:lnTo>
                <a:lnTo>
                  <a:pt x="1754265" y="105067"/>
                </a:lnTo>
                <a:lnTo>
                  <a:pt x="1753980" y="105298"/>
                </a:lnTo>
                <a:lnTo>
                  <a:pt x="1753691" y="105525"/>
                </a:lnTo>
                <a:lnTo>
                  <a:pt x="1753398" y="105745"/>
                </a:lnTo>
                <a:lnTo>
                  <a:pt x="1753101" y="105960"/>
                </a:lnTo>
                <a:lnTo>
                  <a:pt x="1752800" y="106169"/>
                </a:lnTo>
                <a:lnTo>
                  <a:pt x="1752494" y="106373"/>
                </a:lnTo>
                <a:lnTo>
                  <a:pt x="1752185" y="106571"/>
                </a:lnTo>
                <a:lnTo>
                  <a:pt x="1751871" y="106764"/>
                </a:lnTo>
                <a:lnTo>
                  <a:pt x="1751553" y="106951"/>
                </a:lnTo>
                <a:lnTo>
                  <a:pt x="1751230" y="107133"/>
                </a:lnTo>
                <a:lnTo>
                  <a:pt x="1750904" y="107309"/>
                </a:lnTo>
                <a:lnTo>
                  <a:pt x="1750573" y="107479"/>
                </a:lnTo>
                <a:lnTo>
                  <a:pt x="1750238" y="107644"/>
                </a:lnTo>
                <a:lnTo>
                  <a:pt x="1749899" y="107803"/>
                </a:lnTo>
                <a:lnTo>
                  <a:pt x="1749556" y="107957"/>
                </a:lnTo>
                <a:lnTo>
                  <a:pt x="1749209" y="108104"/>
                </a:lnTo>
                <a:lnTo>
                  <a:pt x="1748858" y="108246"/>
                </a:lnTo>
                <a:lnTo>
                  <a:pt x="1748504" y="108381"/>
                </a:lnTo>
                <a:lnTo>
                  <a:pt x="1748147" y="108509"/>
                </a:lnTo>
                <a:lnTo>
                  <a:pt x="1747785" y="108632"/>
                </a:lnTo>
                <a:lnTo>
                  <a:pt x="1747421" y="108748"/>
                </a:lnTo>
                <a:lnTo>
                  <a:pt x="1747053" y="108858"/>
                </a:lnTo>
                <a:lnTo>
                  <a:pt x="1746681" y="108961"/>
                </a:lnTo>
                <a:lnTo>
                  <a:pt x="1746306" y="109059"/>
                </a:lnTo>
                <a:lnTo>
                  <a:pt x="1745928" y="109150"/>
                </a:lnTo>
                <a:lnTo>
                  <a:pt x="1745546" y="109234"/>
                </a:lnTo>
                <a:lnTo>
                  <a:pt x="1745160" y="109313"/>
                </a:lnTo>
                <a:lnTo>
                  <a:pt x="1744771" y="109385"/>
                </a:lnTo>
                <a:lnTo>
                  <a:pt x="1744379" y="109451"/>
                </a:lnTo>
                <a:lnTo>
                  <a:pt x="1743983" y="109511"/>
                </a:lnTo>
                <a:lnTo>
                  <a:pt x="1743583" y="109564"/>
                </a:lnTo>
                <a:lnTo>
                  <a:pt x="1743180" y="109611"/>
                </a:lnTo>
                <a:lnTo>
                  <a:pt x="1742774" y="109652"/>
                </a:lnTo>
                <a:lnTo>
                  <a:pt x="1742364" y="109686"/>
                </a:lnTo>
                <a:lnTo>
                  <a:pt x="1741950" y="109715"/>
                </a:lnTo>
                <a:lnTo>
                  <a:pt x="1741533" y="109737"/>
                </a:lnTo>
                <a:lnTo>
                  <a:pt x="1741113" y="109752"/>
                </a:lnTo>
                <a:lnTo>
                  <a:pt x="1740689" y="109762"/>
                </a:lnTo>
                <a:lnTo>
                  <a:pt x="1740261" y="109765"/>
                </a:lnTo>
                <a:lnTo>
                  <a:pt x="1739842" y="109763"/>
                </a:lnTo>
                <a:lnTo>
                  <a:pt x="1739428" y="109757"/>
                </a:lnTo>
                <a:lnTo>
                  <a:pt x="1739020" y="109748"/>
                </a:lnTo>
                <a:lnTo>
                  <a:pt x="1738617" y="109735"/>
                </a:lnTo>
                <a:lnTo>
                  <a:pt x="1738220" y="109718"/>
                </a:lnTo>
                <a:lnTo>
                  <a:pt x="1737830" y="109697"/>
                </a:lnTo>
                <a:lnTo>
                  <a:pt x="1737444" y="109673"/>
                </a:lnTo>
                <a:lnTo>
                  <a:pt x="1737065" y="109645"/>
                </a:lnTo>
                <a:lnTo>
                  <a:pt x="1736691" y="109613"/>
                </a:lnTo>
                <a:lnTo>
                  <a:pt x="1736323" y="109577"/>
                </a:lnTo>
                <a:lnTo>
                  <a:pt x="1735961" y="109537"/>
                </a:lnTo>
                <a:lnTo>
                  <a:pt x="1735604" y="109494"/>
                </a:lnTo>
                <a:lnTo>
                  <a:pt x="1735253" y="109447"/>
                </a:lnTo>
                <a:lnTo>
                  <a:pt x="1734908" y="109396"/>
                </a:lnTo>
                <a:lnTo>
                  <a:pt x="1734568" y="109342"/>
                </a:lnTo>
                <a:lnTo>
                  <a:pt x="1734235" y="109283"/>
                </a:lnTo>
                <a:lnTo>
                  <a:pt x="1733907" y="109221"/>
                </a:lnTo>
                <a:lnTo>
                  <a:pt x="1733585" y="109155"/>
                </a:lnTo>
                <a:lnTo>
                  <a:pt x="1733268" y="109086"/>
                </a:lnTo>
                <a:lnTo>
                  <a:pt x="1732957" y="109012"/>
                </a:lnTo>
                <a:lnTo>
                  <a:pt x="1732652" y="108935"/>
                </a:lnTo>
                <a:lnTo>
                  <a:pt x="1732353" y="108854"/>
                </a:lnTo>
                <a:lnTo>
                  <a:pt x="1732059" y="108770"/>
                </a:lnTo>
                <a:lnTo>
                  <a:pt x="1731771" y="108681"/>
                </a:lnTo>
                <a:lnTo>
                  <a:pt x="1731489" y="108588"/>
                </a:lnTo>
                <a:lnTo>
                  <a:pt x="1731211" y="108489"/>
                </a:lnTo>
                <a:lnTo>
                  <a:pt x="1730937" y="108386"/>
                </a:lnTo>
                <a:lnTo>
                  <a:pt x="1730668" y="108277"/>
                </a:lnTo>
                <a:lnTo>
                  <a:pt x="1730404" y="108162"/>
                </a:lnTo>
                <a:lnTo>
                  <a:pt x="1730144" y="108042"/>
                </a:lnTo>
                <a:lnTo>
                  <a:pt x="1729889" y="107917"/>
                </a:lnTo>
                <a:lnTo>
                  <a:pt x="1729639" y="107787"/>
                </a:lnTo>
                <a:lnTo>
                  <a:pt x="1729393" y="107652"/>
                </a:lnTo>
                <a:lnTo>
                  <a:pt x="1729152" y="107511"/>
                </a:lnTo>
                <a:lnTo>
                  <a:pt x="1728915" y="107365"/>
                </a:lnTo>
                <a:lnTo>
                  <a:pt x="1728683" y="107213"/>
                </a:lnTo>
                <a:lnTo>
                  <a:pt x="1728456" y="107056"/>
                </a:lnTo>
                <a:lnTo>
                  <a:pt x="1728233" y="106894"/>
                </a:lnTo>
                <a:lnTo>
                  <a:pt x="1728015" y="106727"/>
                </a:lnTo>
                <a:lnTo>
                  <a:pt x="1727801" y="106554"/>
                </a:lnTo>
                <a:lnTo>
                  <a:pt x="1727592" y="106376"/>
                </a:lnTo>
                <a:lnTo>
                  <a:pt x="1727388" y="106193"/>
                </a:lnTo>
                <a:lnTo>
                  <a:pt x="1727188" y="106004"/>
                </a:lnTo>
                <a:lnTo>
                  <a:pt x="1726993" y="105810"/>
                </a:lnTo>
                <a:lnTo>
                  <a:pt x="1726803" y="105611"/>
                </a:lnTo>
                <a:lnTo>
                  <a:pt x="1726617" y="105407"/>
                </a:lnTo>
                <a:lnTo>
                  <a:pt x="1726436" y="105197"/>
                </a:lnTo>
                <a:lnTo>
                  <a:pt x="1726259" y="104982"/>
                </a:lnTo>
                <a:lnTo>
                  <a:pt x="1726087" y="104761"/>
                </a:lnTo>
                <a:lnTo>
                  <a:pt x="1725918" y="104535"/>
                </a:lnTo>
                <a:lnTo>
                  <a:pt x="1725754" y="104303"/>
                </a:lnTo>
                <a:lnTo>
                  <a:pt x="1725594" y="104065"/>
                </a:lnTo>
                <a:lnTo>
                  <a:pt x="1725438" y="103822"/>
                </a:lnTo>
                <a:lnTo>
                  <a:pt x="1725286" y="103572"/>
                </a:lnTo>
                <a:lnTo>
                  <a:pt x="1725138" y="103318"/>
                </a:lnTo>
                <a:lnTo>
                  <a:pt x="1724994" y="103057"/>
                </a:lnTo>
                <a:lnTo>
                  <a:pt x="1724854" y="102791"/>
                </a:lnTo>
                <a:lnTo>
                  <a:pt x="1724718" y="102518"/>
                </a:lnTo>
                <a:lnTo>
                  <a:pt x="1724586" y="102241"/>
                </a:lnTo>
                <a:lnTo>
                  <a:pt x="1724458" y="101957"/>
                </a:lnTo>
                <a:lnTo>
                  <a:pt x="1724335" y="101668"/>
                </a:lnTo>
                <a:lnTo>
                  <a:pt x="1724215" y="101373"/>
                </a:lnTo>
                <a:lnTo>
                  <a:pt x="1724099" y="101072"/>
                </a:lnTo>
                <a:lnTo>
                  <a:pt x="1723988" y="100766"/>
                </a:lnTo>
                <a:lnTo>
                  <a:pt x="1723880" y="100454"/>
                </a:lnTo>
                <a:lnTo>
                  <a:pt x="1723777" y="100136"/>
                </a:lnTo>
                <a:lnTo>
                  <a:pt x="1723678" y="99812"/>
                </a:lnTo>
                <a:lnTo>
                  <a:pt x="1723582" y="99483"/>
                </a:lnTo>
                <a:lnTo>
                  <a:pt x="1723491" y="99148"/>
                </a:lnTo>
                <a:lnTo>
                  <a:pt x="1723404" y="98808"/>
                </a:lnTo>
                <a:lnTo>
                  <a:pt x="1723320" y="98461"/>
                </a:lnTo>
                <a:lnTo>
                  <a:pt x="1723241" y="98109"/>
                </a:lnTo>
                <a:lnTo>
                  <a:pt x="1723166" y="97750"/>
                </a:lnTo>
                <a:lnTo>
                  <a:pt x="1723093" y="97384"/>
                </a:lnTo>
                <a:lnTo>
                  <a:pt x="1723024" y="97011"/>
                </a:lnTo>
                <a:lnTo>
                  <a:pt x="1722959" y="96631"/>
                </a:lnTo>
                <a:lnTo>
                  <a:pt x="1722896" y="96243"/>
                </a:lnTo>
                <a:lnTo>
                  <a:pt x="1722836" y="95848"/>
                </a:lnTo>
                <a:lnTo>
                  <a:pt x="1722780" y="95446"/>
                </a:lnTo>
                <a:lnTo>
                  <a:pt x="1722727" y="95036"/>
                </a:lnTo>
                <a:lnTo>
                  <a:pt x="1722677" y="94620"/>
                </a:lnTo>
                <a:lnTo>
                  <a:pt x="1722631" y="94196"/>
                </a:lnTo>
                <a:lnTo>
                  <a:pt x="1722587" y="93764"/>
                </a:lnTo>
                <a:lnTo>
                  <a:pt x="1722547" y="93326"/>
                </a:lnTo>
                <a:lnTo>
                  <a:pt x="1722510" y="92880"/>
                </a:lnTo>
                <a:lnTo>
                  <a:pt x="1722477" y="92427"/>
                </a:lnTo>
                <a:lnTo>
                  <a:pt x="1722446" y="91967"/>
                </a:lnTo>
                <a:lnTo>
                  <a:pt x="1722419" y="91499"/>
                </a:lnTo>
                <a:lnTo>
                  <a:pt x="1722395" y="91024"/>
                </a:lnTo>
                <a:lnTo>
                  <a:pt x="1722374" y="90542"/>
                </a:lnTo>
                <a:lnTo>
                  <a:pt x="1722356" y="90053"/>
                </a:lnTo>
                <a:lnTo>
                  <a:pt x="1722342" y="89556"/>
                </a:lnTo>
                <a:lnTo>
                  <a:pt x="1722330" y="89052"/>
                </a:lnTo>
                <a:lnTo>
                  <a:pt x="1722322" y="88541"/>
                </a:lnTo>
                <a:lnTo>
                  <a:pt x="1722317" y="88022"/>
                </a:lnTo>
                <a:lnTo>
                  <a:pt x="1722316" y="87497"/>
                </a:lnTo>
                <a:lnTo>
                  <a:pt x="1722316" y="32350"/>
                </a:lnTo>
                <a:lnTo>
                  <a:pt x="1707750" y="32350"/>
                </a:lnTo>
                <a:lnTo>
                  <a:pt x="1707750" y="90371"/>
                </a:lnTo>
                <a:lnTo>
                  <a:pt x="1707753" y="91044"/>
                </a:lnTo>
                <a:lnTo>
                  <a:pt x="1707761" y="91709"/>
                </a:lnTo>
                <a:lnTo>
                  <a:pt x="1707775" y="92366"/>
                </a:lnTo>
                <a:lnTo>
                  <a:pt x="1707794" y="930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thorughemailandphonestoletthemknow">
            <a:extLst xmlns:a="http://schemas.openxmlformats.org/drawingml/2006/main">
              <a:ext uri="{FF2B5EF4-FFF2-40B4-BE49-F238E27FC236}">
                <a16:creationId xmlns:a16="http://schemas.microsoft.com/office/drawing/2014/main" id="{54BD8F9E-D49F-4D93-BCCA-D4859148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762" y="2218920"/>
            <a:ext cx="3149235" cy="153703"/>
          </a:xfrm>
          <a:custGeom xmlns:a="http://schemas.openxmlformats.org/drawingml/2006/main">
            <a:pathLst>
              <a:path w="3149235" h="153703">
                <a:moveTo>
                  <a:pt x="42087" y="118765"/>
                </a:moveTo>
                <a:cubicBezTo>
                  <a:pt x="39888" y="119359"/>
                  <a:pt x="37648" y="119831"/>
                  <a:pt x="35368" y="120181"/>
                </a:cubicBezTo>
                <a:cubicBezTo>
                  <a:pt x="33088" y="120533"/>
                  <a:pt x="30446" y="120709"/>
                  <a:pt x="27441" y="120709"/>
                </a:cubicBezTo>
                <a:cubicBezTo>
                  <a:pt x="15853" y="120709"/>
                  <a:pt x="10059" y="114144"/>
                  <a:pt x="10059" y="101014"/>
                </a:cubicBezTo>
                <a:lnTo>
                  <a:pt x="10059" y="42972"/>
                </a:lnTo>
                <a:lnTo>
                  <a:pt x="0" y="42972"/>
                </a:lnTo>
                <a:lnTo>
                  <a:pt x="0" y="32350"/>
                </a:lnTo>
                <a:lnTo>
                  <a:pt x="10622" y="32350"/>
                </a:lnTo>
                <a:lnTo>
                  <a:pt x="14887" y="12876"/>
                </a:lnTo>
                <a:lnTo>
                  <a:pt x="24544" y="12876"/>
                </a:lnTo>
                <a:lnTo>
                  <a:pt x="24544" y="32350"/>
                </a:lnTo>
                <a:lnTo>
                  <a:pt x="40639" y="32350"/>
                </a:lnTo>
                <a:lnTo>
                  <a:pt x="40639" y="42972"/>
                </a:lnTo>
                <a:lnTo>
                  <a:pt x="24544" y="42972"/>
                </a:lnTo>
                <a:lnTo>
                  <a:pt x="24544" y="97802"/>
                </a:lnTo>
                <a:cubicBezTo>
                  <a:pt x="24544" y="101977"/>
                  <a:pt x="25228" y="104907"/>
                  <a:pt x="26596" y="106594"/>
                </a:cubicBezTo>
                <a:cubicBezTo>
                  <a:pt x="27964" y="108279"/>
                  <a:pt x="30338" y="109121"/>
                  <a:pt x="33718" y="109121"/>
                </a:cubicBezTo>
                <a:cubicBezTo>
                  <a:pt x="35113" y="109121"/>
                  <a:pt x="36468" y="109014"/>
                  <a:pt x="37782" y="108799"/>
                </a:cubicBezTo>
                <a:cubicBezTo>
                  <a:pt x="39096" y="108585"/>
                  <a:pt x="40531" y="108316"/>
                  <a:pt x="42087" y="107995"/>
                </a:cubicBezTo>
                <a:lnTo>
                  <a:pt x="42087" y="118765"/>
                </a:lnTo>
                <a:close/>
                <a:moveTo>
                  <a:pt x="68832" y="47318"/>
                </a:moveTo>
                <a:cubicBezTo>
                  <a:pt x="70442" y="44352"/>
                  <a:pt x="72185" y="41832"/>
                  <a:pt x="74063" y="39756"/>
                </a:cubicBezTo>
                <a:cubicBezTo>
                  <a:pt x="75941" y="37681"/>
                  <a:pt x="78006" y="35970"/>
                  <a:pt x="80259" y="34623"/>
                </a:cubicBezTo>
                <a:cubicBezTo>
                  <a:pt x="82512" y="33276"/>
                  <a:pt x="84980" y="32291"/>
                  <a:pt x="87663" y="31671"/>
                </a:cubicBezTo>
                <a:cubicBezTo>
                  <a:pt x="90345" y="31051"/>
                  <a:pt x="93349" y="30741"/>
                  <a:pt x="96676" y="30741"/>
                </a:cubicBezTo>
                <a:cubicBezTo>
                  <a:pt x="102255" y="30741"/>
                  <a:pt x="106829" y="31492"/>
                  <a:pt x="110396" y="32994"/>
                </a:cubicBezTo>
                <a:cubicBezTo>
                  <a:pt x="113964" y="34496"/>
                  <a:pt x="116780" y="36602"/>
                  <a:pt x="118846" y="39311"/>
                </a:cubicBezTo>
                <a:cubicBezTo>
                  <a:pt x="120911" y="42020"/>
                  <a:pt x="122333" y="45253"/>
                  <a:pt x="123111" y="49008"/>
                </a:cubicBezTo>
                <a:cubicBezTo>
                  <a:pt x="123889" y="52763"/>
                  <a:pt x="124278" y="56894"/>
                  <a:pt x="124278" y="61401"/>
                </a:cubicBezTo>
                <a:lnTo>
                  <a:pt x="124278" y="119422"/>
                </a:lnTo>
                <a:lnTo>
                  <a:pt x="109712" y="119422"/>
                </a:lnTo>
                <a:lnTo>
                  <a:pt x="109712" y="64275"/>
                </a:lnTo>
                <a:cubicBezTo>
                  <a:pt x="109712" y="60577"/>
                  <a:pt x="109484" y="57334"/>
                  <a:pt x="109028" y="54548"/>
                </a:cubicBezTo>
                <a:cubicBezTo>
                  <a:pt x="108572" y="51762"/>
                  <a:pt x="107700" y="49444"/>
                  <a:pt x="106413" y="47595"/>
                </a:cubicBezTo>
                <a:cubicBezTo>
                  <a:pt x="105125" y="45745"/>
                  <a:pt x="103301" y="44352"/>
                  <a:pt x="100941" y="43415"/>
                </a:cubicBezTo>
                <a:cubicBezTo>
                  <a:pt x="98580" y="42476"/>
                  <a:pt x="95522" y="42007"/>
                  <a:pt x="91767" y="42007"/>
                </a:cubicBezTo>
                <a:cubicBezTo>
                  <a:pt x="88333" y="42007"/>
                  <a:pt x="85235" y="42623"/>
                  <a:pt x="82472" y="43855"/>
                </a:cubicBezTo>
                <a:cubicBezTo>
                  <a:pt x="79709" y="45087"/>
                  <a:pt x="77349" y="46829"/>
                  <a:pt x="75391" y="49081"/>
                </a:cubicBezTo>
                <a:cubicBezTo>
                  <a:pt x="73432" y="51332"/>
                  <a:pt x="71917" y="54066"/>
                  <a:pt x="70844" y="57282"/>
                </a:cubicBezTo>
                <a:cubicBezTo>
                  <a:pt x="69771" y="60497"/>
                  <a:pt x="69234" y="64114"/>
                  <a:pt x="69234" y="68133"/>
                </a:cubicBezTo>
                <a:lnTo>
                  <a:pt x="69234" y="119422"/>
                </a:lnTo>
                <a:lnTo>
                  <a:pt x="54749" y="119422"/>
                </a:lnTo>
                <a:lnTo>
                  <a:pt x="54749" y="0"/>
                </a:lnTo>
                <a:lnTo>
                  <a:pt x="69234" y="0"/>
                </a:lnTo>
                <a:lnTo>
                  <a:pt x="69234" y="31115"/>
                </a:lnTo>
                <a:cubicBezTo>
                  <a:pt x="69234" y="32889"/>
                  <a:pt x="69208" y="34663"/>
                  <a:pt x="69154" y="36437"/>
                </a:cubicBezTo>
                <a:cubicBezTo>
                  <a:pt x="69100" y="38209"/>
                  <a:pt x="69033" y="39847"/>
                  <a:pt x="68953" y="41353"/>
                </a:cubicBezTo>
                <a:cubicBezTo>
                  <a:pt x="68872" y="42857"/>
                  <a:pt x="68805" y="44133"/>
                  <a:pt x="68752" y="45183"/>
                </a:cubicBezTo>
                <a:cubicBezTo>
                  <a:pt x="68698" y="46231"/>
                  <a:pt x="68644" y="46942"/>
                  <a:pt x="68591" y="47318"/>
                </a:cubicBezTo>
                <a:lnTo>
                  <a:pt x="68832" y="47318"/>
                </a:lnTo>
                <a:close/>
                <a:moveTo>
                  <a:pt x="219693" y="75805"/>
                </a:moveTo>
                <a:cubicBezTo>
                  <a:pt x="219693" y="91042"/>
                  <a:pt x="216340" y="102388"/>
                  <a:pt x="209634" y="109845"/>
                </a:cubicBezTo>
                <a:cubicBezTo>
                  <a:pt x="202928" y="117303"/>
                  <a:pt x="193191" y="121031"/>
                  <a:pt x="180423" y="121031"/>
                </a:cubicBezTo>
                <a:cubicBezTo>
                  <a:pt x="174360" y="121031"/>
                  <a:pt x="168942" y="120119"/>
                  <a:pt x="164167" y="118295"/>
                </a:cubicBezTo>
                <a:cubicBezTo>
                  <a:pt x="159392" y="116471"/>
                  <a:pt x="155355" y="113681"/>
                  <a:pt x="152056" y="109926"/>
                </a:cubicBezTo>
                <a:cubicBezTo>
                  <a:pt x="148756" y="106170"/>
                  <a:pt x="146235" y="101463"/>
                  <a:pt x="144491" y="95803"/>
                </a:cubicBezTo>
                <a:cubicBezTo>
                  <a:pt x="142748" y="90143"/>
                  <a:pt x="141876" y="83477"/>
                  <a:pt x="141876" y="75805"/>
                </a:cubicBezTo>
                <a:cubicBezTo>
                  <a:pt x="141876" y="45762"/>
                  <a:pt x="154886" y="30741"/>
                  <a:pt x="180905" y="30741"/>
                </a:cubicBezTo>
                <a:cubicBezTo>
                  <a:pt x="187665" y="30741"/>
                  <a:pt x="193499" y="31679"/>
                  <a:pt x="198408" y="33557"/>
                </a:cubicBezTo>
                <a:cubicBezTo>
                  <a:pt x="203317" y="35435"/>
                  <a:pt x="207341" y="38251"/>
                  <a:pt x="210479" y="42007"/>
                </a:cubicBezTo>
                <a:cubicBezTo>
                  <a:pt x="213618" y="45762"/>
                  <a:pt x="215938" y="50456"/>
                  <a:pt x="217440" y="56090"/>
                </a:cubicBezTo>
                <a:cubicBezTo>
                  <a:pt x="218942" y="61723"/>
                  <a:pt x="219693" y="68295"/>
                  <a:pt x="219693" y="75805"/>
                </a:cubicBezTo>
                <a:moveTo>
                  <a:pt x="204484" y="75805"/>
                </a:moveTo>
                <a:cubicBezTo>
                  <a:pt x="204484" y="69061"/>
                  <a:pt x="203961" y="63495"/>
                  <a:pt x="202915" y="59107"/>
                </a:cubicBezTo>
                <a:cubicBezTo>
                  <a:pt x="201869" y="54718"/>
                  <a:pt x="200340" y="51213"/>
                  <a:pt x="198328" y="48591"/>
                </a:cubicBezTo>
                <a:cubicBezTo>
                  <a:pt x="196316" y="45967"/>
                  <a:pt x="193861" y="44133"/>
                  <a:pt x="190964" y="43091"/>
                </a:cubicBezTo>
                <a:cubicBezTo>
                  <a:pt x="188067" y="42046"/>
                  <a:pt x="184795" y="41524"/>
                  <a:pt x="181147" y="41524"/>
                </a:cubicBezTo>
                <a:cubicBezTo>
                  <a:pt x="177445" y="41524"/>
                  <a:pt x="174105" y="42073"/>
                  <a:pt x="171128" y="43171"/>
                </a:cubicBezTo>
                <a:cubicBezTo>
                  <a:pt x="168150" y="44268"/>
                  <a:pt x="165616" y="46141"/>
                  <a:pt x="163523" y="48792"/>
                </a:cubicBezTo>
                <a:cubicBezTo>
                  <a:pt x="161431" y="51441"/>
                  <a:pt x="159835" y="54960"/>
                  <a:pt x="158735" y="59349"/>
                </a:cubicBezTo>
                <a:cubicBezTo>
                  <a:pt x="157635" y="63736"/>
                  <a:pt x="157085" y="69222"/>
                  <a:pt x="157085" y="75805"/>
                </a:cubicBezTo>
                <a:cubicBezTo>
                  <a:pt x="157085" y="82550"/>
                  <a:pt x="157676" y="88130"/>
                  <a:pt x="158856" y="92546"/>
                </a:cubicBezTo>
                <a:cubicBezTo>
                  <a:pt x="160036" y="96961"/>
                  <a:pt x="161659" y="100480"/>
                  <a:pt x="163724" y="103103"/>
                </a:cubicBezTo>
                <a:cubicBezTo>
                  <a:pt x="165790" y="105725"/>
                  <a:pt x="168231" y="107572"/>
                  <a:pt x="171047" y="108643"/>
                </a:cubicBezTo>
                <a:cubicBezTo>
                  <a:pt x="173864" y="109713"/>
                  <a:pt x="176935" y="110248"/>
                  <a:pt x="180262" y="110248"/>
                </a:cubicBezTo>
                <a:cubicBezTo>
                  <a:pt x="183963" y="110248"/>
                  <a:pt x="187316" y="109726"/>
                  <a:pt x="190321" y="108684"/>
                </a:cubicBezTo>
                <a:cubicBezTo>
                  <a:pt x="193325" y="107639"/>
                  <a:pt x="195873" y="105806"/>
                  <a:pt x="197966" y="103184"/>
                </a:cubicBezTo>
                <a:cubicBezTo>
                  <a:pt x="200058" y="100560"/>
                  <a:pt x="201667" y="97028"/>
                  <a:pt x="202794" y="92587"/>
                </a:cubicBezTo>
                <a:cubicBezTo>
                  <a:pt x="203921" y="88144"/>
                  <a:pt x="204484" y="82550"/>
                  <a:pt x="204484" y="75805"/>
                </a:cubicBezTo>
                <a:close/>
                <a:moveTo>
                  <a:pt x="238016" y="119422"/>
                </a:moveTo>
                <a:lnTo>
                  <a:pt x="238016" y="52629"/>
                </a:lnTo>
                <a:cubicBezTo>
                  <a:pt x="238016" y="50805"/>
                  <a:pt x="238003" y="48941"/>
                  <a:pt x="237976" y="47036"/>
                </a:cubicBezTo>
                <a:cubicBezTo>
                  <a:pt x="237949" y="45132"/>
                  <a:pt x="237909" y="43294"/>
                  <a:pt x="237855" y="41524"/>
                </a:cubicBezTo>
                <a:cubicBezTo>
                  <a:pt x="237802" y="39754"/>
                  <a:pt x="237748" y="38090"/>
                  <a:pt x="237694" y="36535"/>
                </a:cubicBezTo>
                <a:cubicBezTo>
                  <a:pt x="237641" y="34979"/>
                  <a:pt x="237587" y="33584"/>
                  <a:pt x="237533" y="32350"/>
                </a:cubicBezTo>
                <a:lnTo>
                  <a:pt x="251214" y="32350"/>
                </a:lnTo>
                <a:cubicBezTo>
                  <a:pt x="251267" y="33584"/>
                  <a:pt x="251335" y="34992"/>
                  <a:pt x="251415" y="36575"/>
                </a:cubicBezTo>
                <a:cubicBezTo>
                  <a:pt x="251495" y="38158"/>
                  <a:pt x="251576" y="39780"/>
                  <a:pt x="251656" y="41444"/>
                </a:cubicBezTo>
                <a:cubicBezTo>
                  <a:pt x="251737" y="43107"/>
                  <a:pt x="251791" y="44703"/>
                  <a:pt x="251817" y="46232"/>
                </a:cubicBezTo>
                <a:cubicBezTo>
                  <a:pt x="251844" y="47761"/>
                  <a:pt x="251858" y="49062"/>
                  <a:pt x="251858" y="50135"/>
                </a:cubicBezTo>
                <a:lnTo>
                  <a:pt x="252179" y="50135"/>
                </a:lnTo>
                <a:cubicBezTo>
                  <a:pt x="253199" y="46808"/>
                  <a:pt x="254285" y="43925"/>
                  <a:pt x="255439" y="41484"/>
                </a:cubicBezTo>
                <a:cubicBezTo>
                  <a:pt x="256592" y="39043"/>
                  <a:pt x="257947" y="37031"/>
                  <a:pt x="259503" y="35448"/>
                </a:cubicBezTo>
                <a:cubicBezTo>
                  <a:pt x="261058" y="33866"/>
                  <a:pt x="262909" y="32685"/>
                  <a:pt x="265055" y="31907"/>
                </a:cubicBezTo>
                <a:cubicBezTo>
                  <a:pt x="267201" y="31130"/>
                  <a:pt x="269803" y="30741"/>
                  <a:pt x="272861" y="30741"/>
                </a:cubicBezTo>
                <a:cubicBezTo>
                  <a:pt x="274041" y="30741"/>
                  <a:pt x="275168" y="30835"/>
                  <a:pt x="276241" y="31025"/>
                </a:cubicBezTo>
                <a:cubicBezTo>
                  <a:pt x="277314" y="31213"/>
                  <a:pt x="278145" y="31388"/>
                  <a:pt x="278736" y="31550"/>
                </a:cubicBezTo>
                <a:lnTo>
                  <a:pt x="278736" y="44904"/>
                </a:lnTo>
                <a:cubicBezTo>
                  <a:pt x="277770" y="44636"/>
                  <a:pt x="276643" y="44434"/>
                  <a:pt x="275356" y="44300"/>
                </a:cubicBezTo>
                <a:cubicBezTo>
                  <a:pt x="274068" y="44166"/>
                  <a:pt x="272620" y="44099"/>
                  <a:pt x="271010" y="44099"/>
                </a:cubicBezTo>
                <a:cubicBezTo>
                  <a:pt x="267684" y="44099"/>
                  <a:pt x="264854" y="44849"/>
                  <a:pt x="262520" y="46350"/>
                </a:cubicBezTo>
                <a:cubicBezTo>
                  <a:pt x="260187" y="47850"/>
                  <a:pt x="258282" y="49928"/>
                  <a:pt x="256807" y="52581"/>
                </a:cubicBezTo>
                <a:cubicBezTo>
                  <a:pt x="255331" y="55234"/>
                  <a:pt x="254245" y="58396"/>
                  <a:pt x="253548" y="62067"/>
                </a:cubicBezTo>
                <a:cubicBezTo>
                  <a:pt x="252850" y="65737"/>
                  <a:pt x="252501" y="69742"/>
                  <a:pt x="252501" y="74083"/>
                </a:cubicBezTo>
                <a:lnTo>
                  <a:pt x="252501" y="119422"/>
                </a:lnTo>
                <a:lnTo>
                  <a:pt x="238016" y="119422"/>
                </a:lnTo>
                <a:close/>
                <a:moveTo>
                  <a:pt x="306739" y="32350"/>
                </a:moveTo>
                <a:lnTo>
                  <a:pt x="306739" y="87497"/>
                </a:lnTo>
                <a:cubicBezTo>
                  <a:pt x="306739" y="91731"/>
                  <a:pt x="307047" y="95269"/>
                  <a:pt x="307664" y="98109"/>
                </a:cubicBezTo>
                <a:cubicBezTo>
                  <a:pt x="308281" y="100949"/>
                  <a:pt x="309287" y="103240"/>
                  <a:pt x="310682" y="104982"/>
                </a:cubicBezTo>
                <a:cubicBezTo>
                  <a:pt x="312077" y="106724"/>
                  <a:pt x="313914" y="107957"/>
                  <a:pt x="316194" y="108681"/>
                </a:cubicBezTo>
                <a:cubicBezTo>
                  <a:pt x="318474" y="109404"/>
                  <a:pt x="321304" y="109765"/>
                  <a:pt x="324684" y="109765"/>
                </a:cubicBezTo>
                <a:cubicBezTo>
                  <a:pt x="328118" y="109765"/>
                  <a:pt x="331216" y="109162"/>
                  <a:pt x="333979" y="107957"/>
                </a:cubicBezTo>
                <a:cubicBezTo>
                  <a:pt x="336742" y="106750"/>
                  <a:pt x="339102" y="105008"/>
                  <a:pt x="341060" y="102731"/>
                </a:cubicBezTo>
                <a:cubicBezTo>
                  <a:pt x="343019" y="100453"/>
                  <a:pt x="344534" y="97639"/>
                  <a:pt x="345607" y="94289"/>
                </a:cubicBezTo>
                <a:cubicBezTo>
                  <a:pt x="346680" y="90939"/>
                  <a:pt x="347217" y="87094"/>
                  <a:pt x="347217" y="82754"/>
                </a:cubicBezTo>
                <a:lnTo>
                  <a:pt x="347217" y="32350"/>
                </a:lnTo>
                <a:lnTo>
                  <a:pt x="361702" y="32350"/>
                </a:lnTo>
                <a:lnTo>
                  <a:pt x="361702" y="100832"/>
                </a:lnTo>
                <a:cubicBezTo>
                  <a:pt x="361702" y="102657"/>
                  <a:pt x="361715" y="104574"/>
                  <a:pt x="361742" y="106586"/>
                </a:cubicBezTo>
                <a:cubicBezTo>
                  <a:pt x="361769" y="108598"/>
                  <a:pt x="361809" y="110503"/>
                  <a:pt x="361863" y="112300"/>
                </a:cubicBezTo>
                <a:cubicBezTo>
                  <a:pt x="361916" y="114097"/>
                  <a:pt x="361970" y="115639"/>
                  <a:pt x="362024" y="116927"/>
                </a:cubicBezTo>
                <a:cubicBezTo>
                  <a:pt x="362077" y="118215"/>
                  <a:pt x="362131" y="119046"/>
                  <a:pt x="362185" y="119422"/>
                </a:cubicBezTo>
                <a:lnTo>
                  <a:pt x="348504" y="119422"/>
                </a:lnTo>
                <a:cubicBezTo>
                  <a:pt x="348450" y="119152"/>
                  <a:pt x="348397" y="118424"/>
                  <a:pt x="348343" y="117239"/>
                </a:cubicBezTo>
                <a:cubicBezTo>
                  <a:pt x="348290" y="116052"/>
                  <a:pt x="348222" y="114690"/>
                  <a:pt x="348142" y="113152"/>
                </a:cubicBezTo>
                <a:cubicBezTo>
                  <a:pt x="348062" y="111615"/>
                  <a:pt x="347994" y="110051"/>
                  <a:pt x="347941" y="108460"/>
                </a:cubicBezTo>
                <a:cubicBezTo>
                  <a:pt x="347887" y="106867"/>
                  <a:pt x="347860" y="105532"/>
                  <a:pt x="347860" y="104454"/>
                </a:cubicBezTo>
                <a:lnTo>
                  <a:pt x="347619" y="104454"/>
                </a:lnTo>
                <a:cubicBezTo>
                  <a:pt x="346224" y="106987"/>
                  <a:pt x="344695" y="109278"/>
                  <a:pt x="343032" y="111327"/>
                </a:cubicBezTo>
                <a:cubicBezTo>
                  <a:pt x="341369" y="113375"/>
                  <a:pt x="339438" y="115114"/>
                  <a:pt x="337238" y="116542"/>
                </a:cubicBezTo>
                <a:cubicBezTo>
                  <a:pt x="335038" y="117971"/>
                  <a:pt x="332517" y="119075"/>
                  <a:pt x="329673" y="119857"/>
                </a:cubicBezTo>
                <a:cubicBezTo>
                  <a:pt x="326830" y="120640"/>
                  <a:pt x="323531" y="121031"/>
                  <a:pt x="319775" y="121031"/>
                </a:cubicBezTo>
                <a:cubicBezTo>
                  <a:pt x="314947" y="121031"/>
                  <a:pt x="310789" y="120441"/>
                  <a:pt x="307302" y="119261"/>
                </a:cubicBezTo>
                <a:cubicBezTo>
                  <a:pt x="303815" y="118080"/>
                  <a:pt x="300945" y="116256"/>
                  <a:pt x="298691" y="113789"/>
                </a:cubicBezTo>
                <a:cubicBezTo>
                  <a:pt x="296438" y="111321"/>
                  <a:pt x="294789" y="108155"/>
                  <a:pt x="293742" y="104293"/>
                </a:cubicBezTo>
                <a:cubicBezTo>
                  <a:pt x="292696" y="100430"/>
                  <a:pt x="292173" y="95789"/>
                  <a:pt x="292173" y="90371"/>
                </a:cubicBezTo>
                <a:lnTo>
                  <a:pt x="292173" y="32350"/>
                </a:lnTo>
                <a:lnTo>
                  <a:pt x="306739" y="32350"/>
                </a:lnTo>
                <a:close/>
                <a:moveTo>
                  <a:pt x="417202" y="153703"/>
                </a:moveTo>
                <a:cubicBezTo>
                  <a:pt x="412213" y="153703"/>
                  <a:pt x="407787" y="153193"/>
                  <a:pt x="403924" y="152174"/>
                </a:cubicBezTo>
                <a:cubicBezTo>
                  <a:pt x="400062" y="151155"/>
                  <a:pt x="396762" y="149693"/>
                  <a:pt x="394026" y="147788"/>
                </a:cubicBezTo>
                <a:cubicBezTo>
                  <a:pt x="391290" y="145884"/>
                  <a:pt x="389064" y="143617"/>
                  <a:pt x="387347" y="140988"/>
                </a:cubicBezTo>
                <a:cubicBezTo>
                  <a:pt x="385630" y="138360"/>
                  <a:pt x="384396" y="135436"/>
                  <a:pt x="383645" y="132217"/>
                </a:cubicBezTo>
                <a:lnTo>
                  <a:pt x="398211" y="130125"/>
                </a:lnTo>
                <a:cubicBezTo>
                  <a:pt x="399176" y="134123"/>
                  <a:pt x="401309" y="137201"/>
                  <a:pt x="404608" y="139359"/>
                </a:cubicBezTo>
                <a:cubicBezTo>
                  <a:pt x="407908" y="141518"/>
                  <a:pt x="412240" y="142598"/>
                  <a:pt x="417605" y="142598"/>
                </a:cubicBezTo>
                <a:cubicBezTo>
                  <a:pt x="420877" y="142598"/>
                  <a:pt x="423855" y="142141"/>
                  <a:pt x="426537" y="141227"/>
                </a:cubicBezTo>
                <a:cubicBezTo>
                  <a:pt x="429220" y="140314"/>
                  <a:pt x="431500" y="138848"/>
                  <a:pt x="433377" y="136831"/>
                </a:cubicBezTo>
                <a:cubicBezTo>
                  <a:pt x="435255" y="134816"/>
                  <a:pt x="436704" y="132196"/>
                  <a:pt x="437723" y="128970"/>
                </a:cubicBezTo>
                <a:cubicBezTo>
                  <a:pt x="438742" y="125745"/>
                  <a:pt x="439252" y="121820"/>
                  <a:pt x="439252" y="117196"/>
                </a:cubicBezTo>
                <a:lnTo>
                  <a:pt x="439252" y="103166"/>
                </a:lnTo>
                <a:lnTo>
                  <a:pt x="439091" y="103166"/>
                </a:lnTo>
                <a:cubicBezTo>
                  <a:pt x="438018" y="105376"/>
                  <a:pt x="436690" y="107492"/>
                  <a:pt x="435107" y="109513"/>
                </a:cubicBezTo>
                <a:cubicBezTo>
                  <a:pt x="433525" y="111535"/>
                  <a:pt x="431593" y="113328"/>
                  <a:pt x="429313" y="114893"/>
                </a:cubicBezTo>
                <a:cubicBezTo>
                  <a:pt x="427033" y="116455"/>
                  <a:pt x="424391" y="117708"/>
                  <a:pt x="421387" y="118652"/>
                </a:cubicBezTo>
                <a:cubicBezTo>
                  <a:pt x="418383" y="119594"/>
                  <a:pt x="414949" y="120065"/>
                  <a:pt x="411086" y="120065"/>
                </a:cubicBezTo>
                <a:cubicBezTo>
                  <a:pt x="405561" y="120065"/>
                  <a:pt x="400826" y="119139"/>
                  <a:pt x="396883" y="117287"/>
                </a:cubicBezTo>
                <a:cubicBezTo>
                  <a:pt x="392940" y="115434"/>
                  <a:pt x="389721" y="112655"/>
                  <a:pt x="387226" y="108950"/>
                </a:cubicBezTo>
                <a:cubicBezTo>
                  <a:pt x="384731" y="105245"/>
                  <a:pt x="382907" y="100640"/>
                  <a:pt x="381754" y="95136"/>
                </a:cubicBezTo>
                <a:cubicBezTo>
                  <a:pt x="380601" y="89632"/>
                  <a:pt x="380024" y="83256"/>
                  <a:pt x="380024" y="76007"/>
                </a:cubicBezTo>
                <a:cubicBezTo>
                  <a:pt x="380024" y="69026"/>
                  <a:pt x="380601" y="62743"/>
                  <a:pt x="381754" y="57158"/>
                </a:cubicBezTo>
                <a:cubicBezTo>
                  <a:pt x="382907" y="51574"/>
                  <a:pt x="384785" y="46835"/>
                  <a:pt x="387387" y="42942"/>
                </a:cubicBezTo>
                <a:cubicBezTo>
                  <a:pt x="389989" y="39049"/>
                  <a:pt x="393369" y="36069"/>
                  <a:pt x="397527" y="34002"/>
                </a:cubicBezTo>
                <a:cubicBezTo>
                  <a:pt x="401684" y="31935"/>
                  <a:pt x="406741" y="30902"/>
                  <a:pt x="412696" y="30902"/>
                </a:cubicBezTo>
                <a:cubicBezTo>
                  <a:pt x="418865" y="30902"/>
                  <a:pt x="424217" y="32310"/>
                  <a:pt x="428750" y="35126"/>
                </a:cubicBezTo>
                <a:cubicBezTo>
                  <a:pt x="433283" y="37943"/>
                  <a:pt x="436784" y="41953"/>
                  <a:pt x="439252" y="47157"/>
                </a:cubicBezTo>
                <a:lnTo>
                  <a:pt x="439413" y="47157"/>
                </a:lnTo>
                <a:cubicBezTo>
                  <a:pt x="439413" y="45823"/>
                  <a:pt x="439453" y="44329"/>
                  <a:pt x="439533" y="42676"/>
                </a:cubicBezTo>
                <a:cubicBezTo>
                  <a:pt x="439614" y="41021"/>
                  <a:pt x="439694" y="39460"/>
                  <a:pt x="439775" y="37993"/>
                </a:cubicBezTo>
                <a:cubicBezTo>
                  <a:pt x="439855" y="36526"/>
                  <a:pt x="439949" y="35259"/>
                  <a:pt x="440057" y="34191"/>
                </a:cubicBezTo>
                <a:cubicBezTo>
                  <a:pt x="440164" y="33123"/>
                  <a:pt x="440271" y="32509"/>
                  <a:pt x="440378" y="32350"/>
                </a:cubicBezTo>
                <a:lnTo>
                  <a:pt x="454139" y="32350"/>
                </a:lnTo>
                <a:cubicBezTo>
                  <a:pt x="454086" y="32833"/>
                  <a:pt x="454032" y="33652"/>
                  <a:pt x="453978" y="34807"/>
                </a:cubicBezTo>
                <a:cubicBezTo>
                  <a:pt x="453925" y="35960"/>
                  <a:pt x="453871" y="37343"/>
                  <a:pt x="453817" y="38954"/>
                </a:cubicBezTo>
                <a:cubicBezTo>
                  <a:pt x="453764" y="40563"/>
                  <a:pt x="453724" y="42348"/>
                  <a:pt x="453697" y="44308"/>
                </a:cubicBezTo>
                <a:cubicBezTo>
                  <a:pt x="453670" y="46268"/>
                  <a:pt x="453656" y="48295"/>
                  <a:pt x="453656" y="50389"/>
                </a:cubicBezTo>
                <a:lnTo>
                  <a:pt x="453656" y="116982"/>
                </a:lnTo>
                <a:cubicBezTo>
                  <a:pt x="453656" y="129169"/>
                  <a:pt x="450666" y="138335"/>
                  <a:pt x="444684" y="144481"/>
                </a:cubicBezTo>
                <a:cubicBezTo>
                  <a:pt x="438702" y="150629"/>
                  <a:pt x="429541" y="153703"/>
                  <a:pt x="417202" y="153703"/>
                </a:cubicBezTo>
                <a:moveTo>
                  <a:pt x="439252" y="75805"/>
                </a:moveTo>
                <a:cubicBezTo>
                  <a:pt x="439252" y="69743"/>
                  <a:pt x="438595" y="64553"/>
                  <a:pt x="437280" y="60234"/>
                </a:cubicBezTo>
                <a:cubicBezTo>
                  <a:pt x="435966" y="55915"/>
                  <a:pt x="434236" y="52388"/>
                  <a:pt x="432090" y="49652"/>
                </a:cubicBezTo>
                <a:cubicBezTo>
                  <a:pt x="429944" y="46916"/>
                  <a:pt x="427489" y="44904"/>
                  <a:pt x="424726" y="43616"/>
                </a:cubicBezTo>
                <a:cubicBezTo>
                  <a:pt x="421964" y="42329"/>
                  <a:pt x="419134" y="41685"/>
                  <a:pt x="416237" y="41685"/>
                </a:cubicBezTo>
                <a:cubicBezTo>
                  <a:pt x="412535" y="41685"/>
                  <a:pt x="409356" y="42329"/>
                  <a:pt x="406701" y="43616"/>
                </a:cubicBezTo>
                <a:cubicBezTo>
                  <a:pt x="404045" y="44904"/>
                  <a:pt x="401845" y="46929"/>
                  <a:pt x="400102" y="49692"/>
                </a:cubicBezTo>
                <a:cubicBezTo>
                  <a:pt x="398358" y="52455"/>
                  <a:pt x="397071" y="55996"/>
                  <a:pt x="396239" y="60314"/>
                </a:cubicBezTo>
                <a:cubicBezTo>
                  <a:pt x="395408" y="64633"/>
                  <a:pt x="394992" y="69797"/>
                  <a:pt x="394992" y="75805"/>
                </a:cubicBezTo>
                <a:cubicBezTo>
                  <a:pt x="394992" y="82082"/>
                  <a:pt x="395408" y="87353"/>
                  <a:pt x="396239" y="91618"/>
                </a:cubicBezTo>
                <a:cubicBezTo>
                  <a:pt x="397071" y="95883"/>
                  <a:pt x="398345" y="99330"/>
                  <a:pt x="400062" y="101959"/>
                </a:cubicBezTo>
                <a:cubicBezTo>
                  <a:pt x="401778" y="104588"/>
                  <a:pt x="403951" y="106466"/>
                  <a:pt x="406580" y="107592"/>
                </a:cubicBezTo>
                <a:cubicBezTo>
                  <a:pt x="409209" y="108719"/>
                  <a:pt x="412347" y="109282"/>
                  <a:pt x="415995" y="109282"/>
                </a:cubicBezTo>
                <a:cubicBezTo>
                  <a:pt x="418892" y="109282"/>
                  <a:pt x="421722" y="108665"/>
                  <a:pt x="424485" y="107431"/>
                </a:cubicBezTo>
                <a:cubicBezTo>
                  <a:pt x="427248" y="106197"/>
                  <a:pt x="429729" y="104239"/>
                  <a:pt x="431929" y="101557"/>
                </a:cubicBezTo>
                <a:cubicBezTo>
                  <a:pt x="434128" y="98874"/>
                  <a:pt x="435899" y="95414"/>
                  <a:pt x="437240" y="91176"/>
                </a:cubicBezTo>
                <a:cubicBezTo>
                  <a:pt x="438581" y="86937"/>
                  <a:pt x="439252" y="81814"/>
                  <a:pt x="439252" y="75805"/>
                </a:cubicBezTo>
                <a:close/>
                <a:moveTo>
                  <a:pt x="490246" y="47318"/>
                </a:moveTo>
                <a:cubicBezTo>
                  <a:pt x="491856" y="44352"/>
                  <a:pt x="493599" y="41832"/>
                  <a:pt x="495477" y="39756"/>
                </a:cubicBezTo>
                <a:cubicBezTo>
                  <a:pt x="497355" y="37681"/>
                  <a:pt x="499420" y="35970"/>
                  <a:pt x="501673" y="34623"/>
                </a:cubicBezTo>
                <a:cubicBezTo>
                  <a:pt x="503927" y="33276"/>
                  <a:pt x="506394" y="32291"/>
                  <a:pt x="509077" y="31671"/>
                </a:cubicBezTo>
                <a:cubicBezTo>
                  <a:pt x="511759" y="31051"/>
                  <a:pt x="514764" y="30741"/>
                  <a:pt x="518090" y="30741"/>
                </a:cubicBezTo>
                <a:cubicBezTo>
                  <a:pt x="523669" y="30741"/>
                  <a:pt x="528243" y="31492"/>
                  <a:pt x="531810" y="32994"/>
                </a:cubicBezTo>
                <a:cubicBezTo>
                  <a:pt x="535378" y="34496"/>
                  <a:pt x="538195" y="36602"/>
                  <a:pt x="540260" y="39311"/>
                </a:cubicBezTo>
                <a:cubicBezTo>
                  <a:pt x="542326" y="42020"/>
                  <a:pt x="543747" y="45253"/>
                  <a:pt x="544525" y="49008"/>
                </a:cubicBezTo>
                <a:cubicBezTo>
                  <a:pt x="545303" y="52763"/>
                  <a:pt x="545692" y="56894"/>
                  <a:pt x="545692" y="61401"/>
                </a:cubicBezTo>
                <a:lnTo>
                  <a:pt x="545692" y="119422"/>
                </a:lnTo>
                <a:lnTo>
                  <a:pt x="531126" y="119422"/>
                </a:lnTo>
                <a:lnTo>
                  <a:pt x="531126" y="64275"/>
                </a:lnTo>
                <a:cubicBezTo>
                  <a:pt x="531126" y="60577"/>
                  <a:pt x="530898" y="57334"/>
                  <a:pt x="530442" y="54548"/>
                </a:cubicBezTo>
                <a:cubicBezTo>
                  <a:pt x="529986" y="51762"/>
                  <a:pt x="529115" y="49444"/>
                  <a:pt x="527827" y="47595"/>
                </a:cubicBezTo>
                <a:cubicBezTo>
                  <a:pt x="526539" y="45745"/>
                  <a:pt x="524715" y="44352"/>
                  <a:pt x="522355" y="43415"/>
                </a:cubicBezTo>
                <a:cubicBezTo>
                  <a:pt x="519994" y="42476"/>
                  <a:pt x="516936" y="42007"/>
                  <a:pt x="513181" y="42007"/>
                </a:cubicBezTo>
                <a:cubicBezTo>
                  <a:pt x="509747" y="42007"/>
                  <a:pt x="506649" y="42623"/>
                  <a:pt x="503886" y="43855"/>
                </a:cubicBezTo>
                <a:cubicBezTo>
                  <a:pt x="501123" y="45087"/>
                  <a:pt x="498763" y="46829"/>
                  <a:pt x="496805" y="49081"/>
                </a:cubicBezTo>
                <a:cubicBezTo>
                  <a:pt x="494847" y="51332"/>
                  <a:pt x="493331" y="54066"/>
                  <a:pt x="492258" y="57282"/>
                </a:cubicBezTo>
                <a:cubicBezTo>
                  <a:pt x="491185" y="60497"/>
                  <a:pt x="490649" y="64114"/>
                  <a:pt x="490649" y="68133"/>
                </a:cubicBezTo>
                <a:lnTo>
                  <a:pt x="490649" y="119422"/>
                </a:lnTo>
                <a:lnTo>
                  <a:pt x="476163" y="119422"/>
                </a:lnTo>
                <a:lnTo>
                  <a:pt x="476163" y="0"/>
                </a:lnTo>
                <a:lnTo>
                  <a:pt x="490649" y="0"/>
                </a:lnTo>
                <a:lnTo>
                  <a:pt x="490649" y="31115"/>
                </a:lnTo>
                <a:cubicBezTo>
                  <a:pt x="490649" y="32889"/>
                  <a:pt x="490622" y="34663"/>
                  <a:pt x="490568" y="36437"/>
                </a:cubicBezTo>
                <a:cubicBezTo>
                  <a:pt x="490514" y="38209"/>
                  <a:pt x="490447" y="39847"/>
                  <a:pt x="490367" y="41353"/>
                </a:cubicBezTo>
                <a:cubicBezTo>
                  <a:pt x="490286" y="42857"/>
                  <a:pt x="490219" y="44133"/>
                  <a:pt x="490166" y="45183"/>
                </a:cubicBezTo>
                <a:cubicBezTo>
                  <a:pt x="490112" y="46231"/>
                  <a:pt x="490058" y="46942"/>
                  <a:pt x="490005" y="47318"/>
                </a:cubicBezTo>
                <a:lnTo>
                  <a:pt x="490246" y="47318"/>
                </a:lnTo>
                <a:close/>
                <a:moveTo>
                  <a:pt x="624397" y="78863"/>
                </a:moveTo>
                <a:cubicBezTo>
                  <a:pt x="624397" y="83424"/>
                  <a:pt x="624866" y="87622"/>
                  <a:pt x="625805" y="91457"/>
                </a:cubicBezTo>
                <a:cubicBezTo>
                  <a:pt x="626744" y="95293"/>
                  <a:pt x="628192" y="98593"/>
                  <a:pt x="630151" y="101356"/>
                </a:cubicBezTo>
                <a:cubicBezTo>
                  <a:pt x="632109" y="104118"/>
                  <a:pt x="634617" y="106264"/>
                  <a:pt x="637675" y="107793"/>
                </a:cubicBezTo>
                <a:cubicBezTo>
                  <a:pt x="640733" y="109322"/>
                  <a:pt x="644408" y="110087"/>
                  <a:pt x="648700" y="110087"/>
                </a:cubicBezTo>
                <a:cubicBezTo>
                  <a:pt x="654977" y="110087"/>
                  <a:pt x="660006" y="108826"/>
                  <a:pt x="663788" y="106305"/>
                </a:cubicBezTo>
                <a:cubicBezTo>
                  <a:pt x="667571" y="103783"/>
                  <a:pt x="670132" y="100591"/>
                  <a:pt x="671473" y="96728"/>
                </a:cubicBezTo>
                <a:lnTo>
                  <a:pt x="684188" y="100362"/>
                </a:lnTo>
                <a:cubicBezTo>
                  <a:pt x="683276" y="102785"/>
                  <a:pt x="682002" y="105221"/>
                  <a:pt x="680366" y="107670"/>
                </a:cubicBezTo>
                <a:cubicBezTo>
                  <a:pt x="678729" y="110118"/>
                  <a:pt x="676543" y="112324"/>
                  <a:pt x="673807" y="114289"/>
                </a:cubicBezTo>
                <a:cubicBezTo>
                  <a:pt x="671071" y="116254"/>
                  <a:pt x="667651" y="117869"/>
                  <a:pt x="663547" y="119135"/>
                </a:cubicBezTo>
                <a:cubicBezTo>
                  <a:pt x="659443" y="120399"/>
                  <a:pt x="654494" y="121031"/>
                  <a:pt x="648700" y="121031"/>
                </a:cubicBezTo>
                <a:cubicBezTo>
                  <a:pt x="635824" y="121031"/>
                  <a:pt x="626020" y="117195"/>
                  <a:pt x="619287" y="109524"/>
                </a:cubicBezTo>
                <a:cubicBezTo>
                  <a:pt x="612554" y="101852"/>
                  <a:pt x="609187" y="90451"/>
                  <a:pt x="609187" y="75323"/>
                </a:cubicBezTo>
                <a:cubicBezTo>
                  <a:pt x="609187" y="67168"/>
                  <a:pt x="610207" y="60261"/>
                  <a:pt x="612245" y="54601"/>
                </a:cubicBezTo>
                <a:cubicBezTo>
                  <a:pt x="614284" y="48941"/>
                  <a:pt x="617074" y="44341"/>
                  <a:pt x="620615" y="40800"/>
                </a:cubicBezTo>
                <a:cubicBezTo>
                  <a:pt x="624155" y="37259"/>
                  <a:pt x="628286" y="34697"/>
                  <a:pt x="633007" y="33115"/>
                </a:cubicBezTo>
                <a:cubicBezTo>
                  <a:pt x="637729" y="31532"/>
                  <a:pt x="642771" y="30741"/>
                  <a:pt x="648136" y="30741"/>
                </a:cubicBezTo>
                <a:cubicBezTo>
                  <a:pt x="655433" y="30741"/>
                  <a:pt x="661535" y="31919"/>
                  <a:pt x="666444" y="34276"/>
                </a:cubicBezTo>
                <a:cubicBezTo>
                  <a:pt x="671353" y="36632"/>
                  <a:pt x="675296" y="39885"/>
                  <a:pt x="678273" y="44036"/>
                </a:cubicBezTo>
                <a:cubicBezTo>
                  <a:pt x="681251" y="48187"/>
                  <a:pt x="683370" y="53075"/>
                  <a:pt x="684631" y="58700"/>
                </a:cubicBezTo>
                <a:cubicBezTo>
                  <a:pt x="685892" y="64323"/>
                  <a:pt x="686522" y="70401"/>
                  <a:pt x="686522" y="76935"/>
                </a:cubicBezTo>
                <a:lnTo>
                  <a:pt x="686522" y="78863"/>
                </a:lnTo>
                <a:lnTo>
                  <a:pt x="624397" y="78863"/>
                </a:lnTo>
                <a:moveTo>
                  <a:pt x="671554" y="67758"/>
                </a:moveTo>
                <a:cubicBezTo>
                  <a:pt x="670749" y="58640"/>
                  <a:pt x="668415" y="51988"/>
                  <a:pt x="664553" y="47803"/>
                </a:cubicBezTo>
                <a:cubicBezTo>
                  <a:pt x="660690" y="43617"/>
                  <a:pt x="655137" y="41524"/>
                  <a:pt x="647895" y="41524"/>
                </a:cubicBezTo>
                <a:cubicBezTo>
                  <a:pt x="645481" y="41524"/>
                  <a:pt x="642946" y="41910"/>
                  <a:pt x="640290" y="42683"/>
                </a:cubicBezTo>
                <a:cubicBezTo>
                  <a:pt x="637635" y="43456"/>
                  <a:pt x="635180" y="44829"/>
                  <a:pt x="632927" y="46802"/>
                </a:cubicBezTo>
                <a:cubicBezTo>
                  <a:pt x="630674" y="48776"/>
                  <a:pt x="628769" y="51456"/>
                  <a:pt x="627213" y="54842"/>
                </a:cubicBezTo>
                <a:cubicBezTo>
                  <a:pt x="625658" y="58227"/>
                  <a:pt x="624772" y="62532"/>
                  <a:pt x="624558" y="67758"/>
                </a:cubicBezTo>
                <a:lnTo>
                  <a:pt x="671554" y="67758"/>
                </a:lnTo>
                <a:close/>
                <a:moveTo>
                  <a:pt x="755624" y="119422"/>
                </a:moveTo>
                <a:lnTo>
                  <a:pt x="755624" y="64275"/>
                </a:lnTo>
                <a:cubicBezTo>
                  <a:pt x="755624" y="60040"/>
                  <a:pt x="755355" y="56503"/>
                  <a:pt x="754819" y="53663"/>
                </a:cubicBezTo>
                <a:cubicBezTo>
                  <a:pt x="754282" y="50823"/>
                  <a:pt x="753384" y="48532"/>
                  <a:pt x="752123" y="46790"/>
                </a:cubicBezTo>
                <a:cubicBezTo>
                  <a:pt x="750862" y="45048"/>
                  <a:pt x="749213" y="43816"/>
                  <a:pt x="747174" y="43093"/>
                </a:cubicBezTo>
                <a:cubicBezTo>
                  <a:pt x="745135" y="42369"/>
                  <a:pt x="742641" y="42007"/>
                  <a:pt x="739690" y="42007"/>
                </a:cubicBezTo>
                <a:cubicBezTo>
                  <a:pt x="736632" y="42007"/>
                  <a:pt x="733869" y="42610"/>
                  <a:pt x="731401" y="43817"/>
                </a:cubicBezTo>
                <a:cubicBezTo>
                  <a:pt x="728933" y="45023"/>
                  <a:pt x="726828" y="46765"/>
                  <a:pt x="725084" y="49043"/>
                </a:cubicBezTo>
                <a:cubicBezTo>
                  <a:pt x="723340" y="51320"/>
                  <a:pt x="721999" y="54133"/>
                  <a:pt x="721060" y="57483"/>
                </a:cubicBezTo>
                <a:cubicBezTo>
                  <a:pt x="720122" y="60832"/>
                  <a:pt x="719652" y="64678"/>
                  <a:pt x="719652" y="69018"/>
                </a:cubicBezTo>
                <a:lnTo>
                  <a:pt x="719652" y="119422"/>
                </a:lnTo>
                <a:lnTo>
                  <a:pt x="705248" y="119422"/>
                </a:lnTo>
                <a:lnTo>
                  <a:pt x="705248" y="50939"/>
                </a:lnTo>
                <a:cubicBezTo>
                  <a:pt x="705248" y="49115"/>
                  <a:pt x="705234" y="47197"/>
                  <a:pt x="705207" y="45185"/>
                </a:cubicBezTo>
                <a:cubicBezTo>
                  <a:pt x="705180" y="43174"/>
                  <a:pt x="705140" y="41269"/>
                  <a:pt x="705087" y="39472"/>
                </a:cubicBezTo>
                <a:cubicBezTo>
                  <a:pt x="705033" y="37675"/>
                  <a:pt x="704979" y="36132"/>
                  <a:pt x="704926" y="34845"/>
                </a:cubicBezTo>
                <a:cubicBezTo>
                  <a:pt x="704872" y="33557"/>
                  <a:pt x="704818" y="32726"/>
                  <a:pt x="704765" y="32350"/>
                </a:cubicBezTo>
                <a:lnTo>
                  <a:pt x="718445" y="32350"/>
                </a:lnTo>
                <a:cubicBezTo>
                  <a:pt x="718499" y="32620"/>
                  <a:pt x="718552" y="33348"/>
                  <a:pt x="718606" y="34535"/>
                </a:cubicBezTo>
                <a:cubicBezTo>
                  <a:pt x="718660" y="35721"/>
                  <a:pt x="718727" y="37082"/>
                  <a:pt x="718807" y="38619"/>
                </a:cubicBezTo>
                <a:cubicBezTo>
                  <a:pt x="718888" y="40157"/>
                  <a:pt x="718955" y="41722"/>
                  <a:pt x="719008" y="43315"/>
                </a:cubicBezTo>
                <a:cubicBezTo>
                  <a:pt x="719062" y="44906"/>
                  <a:pt x="719089" y="46240"/>
                  <a:pt x="719089" y="47318"/>
                </a:cubicBezTo>
                <a:lnTo>
                  <a:pt x="719330" y="47318"/>
                </a:lnTo>
                <a:cubicBezTo>
                  <a:pt x="720618" y="44785"/>
                  <a:pt x="722013" y="42494"/>
                  <a:pt x="723515" y="40445"/>
                </a:cubicBezTo>
                <a:cubicBezTo>
                  <a:pt x="725017" y="38396"/>
                  <a:pt x="726774" y="36658"/>
                  <a:pt x="728786" y="35230"/>
                </a:cubicBezTo>
                <a:cubicBezTo>
                  <a:pt x="730798" y="33801"/>
                  <a:pt x="733105" y="32696"/>
                  <a:pt x="735706" y="31915"/>
                </a:cubicBezTo>
                <a:cubicBezTo>
                  <a:pt x="738308" y="31132"/>
                  <a:pt x="741326" y="30741"/>
                  <a:pt x="744760" y="30741"/>
                </a:cubicBezTo>
                <a:cubicBezTo>
                  <a:pt x="751358" y="30741"/>
                  <a:pt x="756576" y="32062"/>
                  <a:pt x="760412" y="34704"/>
                </a:cubicBezTo>
                <a:cubicBezTo>
                  <a:pt x="764248" y="37344"/>
                  <a:pt x="766917" y="41549"/>
                  <a:pt x="768419" y="47318"/>
                </a:cubicBezTo>
                <a:lnTo>
                  <a:pt x="768660" y="47318"/>
                </a:lnTo>
                <a:cubicBezTo>
                  <a:pt x="769948" y="44785"/>
                  <a:pt x="771396" y="42494"/>
                  <a:pt x="773006" y="40445"/>
                </a:cubicBezTo>
                <a:cubicBezTo>
                  <a:pt x="774615" y="38396"/>
                  <a:pt x="776493" y="36658"/>
                  <a:pt x="778639" y="35230"/>
                </a:cubicBezTo>
                <a:cubicBezTo>
                  <a:pt x="780785" y="33801"/>
                  <a:pt x="783199" y="32696"/>
                  <a:pt x="785881" y="31915"/>
                </a:cubicBezTo>
                <a:cubicBezTo>
                  <a:pt x="788564" y="31132"/>
                  <a:pt x="791622" y="30741"/>
                  <a:pt x="795055" y="30741"/>
                </a:cubicBezTo>
                <a:cubicBezTo>
                  <a:pt x="799454" y="30741"/>
                  <a:pt x="803250" y="31331"/>
                  <a:pt x="806442" y="32511"/>
                </a:cubicBezTo>
                <a:cubicBezTo>
                  <a:pt x="809634" y="33691"/>
                  <a:pt x="812250" y="35515"/>
                  <a:pt x="814288" y="37983"/>
                </a:cubicBezTo>
                <a:cubicBezTo>
                  <a:pt x="816327" y="40451"/>
                  <a:pt x="817829" y="43630"/>
                  <a:pt x="818795" y="47519"/>
                </a:cubicBezTo>
                <a:cubicBezTo>
                  <a:pt x="819760" y="51409"/>
                  <a:pt x="820243" y="56036"/>
                  <a:pt x="820243" y="61401"/>
                </a:cubicBezTo>
                <a:lnTo>
                  <a:pt x="820243" y="119422"/>
                </a:lnTo>
                <a:lnTo>
                  <a:pt x="805919" y="119422"/>
                </a:lnTo>
                <a:lnTo>
                  <a:pt x="805919" y="64275"/>
                </a:lnTo>
                <a:cubicBezTo>
                  <a:pt x="805919" y="60040"/>
                  <a:pt x="805651" y="56503"/>
                  <a:pt x="805114" y="53663"/>
                </a:cubicBezTo>
                <a:cubicBezTo>
                  <a:pt x="804578" y="50823"/>
                  <a:pt x="803679" y="48532"/>
                  <a:pt x="802418" y="46790"/>
                </a:cubicBezTo>
                <a:cubicBezTo>
                  <a:pt x="801158" y="45048"/>
                  <a:pt x="799508" y="43816"/>
                  <a:pt x="797469" y="43093"/>
                </a:cubicBezTo>
                <a:cubicBezTo>
                  <a:pt x="795431" y="42369"/>
                  <a:pt x="792936" y="42007"/>
                  <a:pt x="789985" y="42007"/>
                </a:cubicBezTo>
                <a:cubicBezTo>
                  <a:pt x="786927" y="42007"/>
                  <a:pt x="784165" y="42584"/>
                  <a:pt x="781697" y="43737"/>
                </a:cubicBezTo>
                <a:cubicBezTo>
                  <a:pt x="779229" y="44889"/>
                  <a:pt x="777123" y="46590"/>
                  <a:pt x="775380" y="48842"/>
                </a:cubicBezTo>
                <a:cubicBezTo>
                  <a:pt x="773636" y="51092"/>
                  <a:pt x="772295" y="53905"/>
                  <a:pt x="771356" y="57282"/>
                </a:cubicBezTo>
                <a:cubicBezTo>
                  <a:pt x="770417" y="60658"/>
                  <a:pt x="769948" y="64570"/>
                  <a:pt x="769948" y="69018"/>
                </a:cubicBezTo>
                <a:lnTo>
                  <a:pt x="769948" y="119422"/>
                </a:lnTo>
                <a:lnTo>
                  <a:pt x="755624" y="119422"/>
                </a:lnTo>
                <a:close/>
                <a:moveTo>
                  <a:pt x="864420" y="121031"/>
                </a:moveTo>
                <a:cubicBezTo>
                  <a:pt x="855676" y="121031"/>
                  <a:pt x="849104" y="118724"/>
                  <a:pt x="844705" y="114110"/>
                </a:cubicBezTo>
                <a:cubicBezTo>
                  <a:pt x="840305" y="109497"/>
                  <a:pt x="838106" y="103166"/>
                  <a:pt x="838106" y="95119"/>
                </a:cubicBezTo>
                <a:cubicBezTo>
                  <a:pt x="838106" y="89378"/>
                  <a:pt x="839192" y="84671"/>
                  <a:pt x="841365" y="80996"/>
                </a:cubicBezTo>
                <a:cubicBezTo>
                  <a:pt x="843538" y="77321"/>
                  <a:pt x="846381" y="74437"/>
                  <a:pt x="849895" y="72345"/>
                </a:cubicBezTo>
                <a:cubicBezTo>
                  <a:pt x="853409" y="70253"/>
                  <a:pt x="857419" y="68804"/>
                  <a:pt x="861926" y="68000"/>
                </a:cubicBezTo>
                <a:cubicBezTo>
                  <a:pt x="866432" y="67195"/>
                  <a:pt x="871019" y="66739"/>
                  <a:pt x="875687" y="66632"/>
                </a:cubicBezTo>
                <a:lnTo>
                  <a:pt x="895242" y="66310"/>
                </a:lnTo>
                <a:lnTo>
                  <a:pt x="895242" y="61577"/>
                </a:lnTo>
                <a:cubicBezTo>
                  <a:pt x="895242" y="57994"/>
                  <a:pt x="894866" y="54946"/>
                  <a:pt x="894115" y="52433"/>
                </a:cubicBezTo>
                <a:cubicBezTo>
                  <a:pt x="893364" y="49920"/>
                  <a:pt x="892210" y="47888"/>
                  <a:pt x="890655" y="46337"/>
                </a:cubicBezTo>
                <a:cubicBezTo>
                  <a:pt x="889099" y="44786"/>
                  <a:pt x="887154" y="43651"/>
                  <a:pt x="884820" y="42930"/>
                </a:cubicBezTo>
                <a:cubicBezTo>
                  <a:pt x="882487" y="42207"/>
                  <a:pt x="879737" y="41846"/>
                  <a:pt x="876572" y="41846"/>
                </a:cubicBezTo>
                <a:cubicBezTo>
                  <a:pt x="873782" y="41846"/>
                  <a:pt x="871261" y="42045"/>
                  <a:pt x="869007" y="42442"/>
                </a:cubicBezTo>
                <a:cubicBezTo>
                  <a:pt x="866754" y="42839"/>
                  <a:pt x="864796" y="43555"/>
                  <a:pt x="863133" y="44589"/>
                </a:cubicBezTo>
                <a:cubicBezTo>
                  <a:pt x="861470" y="45624"/>
                  <a:pt x="860129" y="47030"/>
                  <a:pt x="859109" y="48807"/>
                </a:cubicBezTo>
                <a:cubicBezTo>
                  <a:pt x="858090" y="50582"/>
                  <a:pt x="857419" y="52822"/>
                  <a:pt x="857097" y="55526"/>
                </a:cubicBezTo>
                <a:lnTo>
                  <a:pt x="841969" y="54163"/>
                </a:lnTo>
                <a:cubicBezTo>
                  <a:pt x="842505" y="50740"/>
                  <a:pt x="843524" y="47598"/>
                  <a:pt x="845026" y="44738"/>
                </a:cubicBezTo>
                <a:cubicBezTo>
                  <a:pt x="846529" y="41876"/>
                  <a:pt x="848661" y="39403"/>
                  <a:pt x="851424" y="37319"/>
                </a:cubicBezTo>
                <a:cubicBezTo>
                  <a:pt x="854187" y="35234"/>
                  <a:pt x="857647" y="33616"/>
                  <a:pt x="861805" y="32466"/>
                </a:cubicBezTo>
                <a:cubicBezTo>
                  <a:pt x="865963" y="31316"/>
                  <a:pt x="870992" y="30741"/>
                  <a:pt x="876894" y="30741"/>
                </a:cubicBezTo>
                <a:cubicBezTo>
                  <a:pt x="887838" y="30741"/>
                  <a:pt x="896073" y="33246"/>
                  <a:pt x="901599" y="38257"/>
                </a:cubicBezTo>
                <a:cubicBezTo>
                  <a:pt x="907125" y="43268"/>
                  <a:pt x="909888" y="50517"/>
                  <a:pt x="909888" y="60003"/>
                </a:cubicBezTo>
                <a:lnTo>
                  <a:pt x="909888" y="97465"/>
                </a:lnTo>
                <a:cubicBezTo>
                  <a:pt x="909888" y="101754"/>
                  <a:pt x="910451" y="104984"/>
                  <a:pt x="911578" y="107155"/>
                </a:cubicBezTo>
                <a:cubicBezTo>
                  <a:pt x="912704" y="109324"/>
                  <a:pt x="914850" y="110409"/>
                  <a:pt x="918015" y="110409"/>
                </a:cubicBezTo>
                <a:cubicBezTo>
                  <a:pt x="918820" y="110409"/>
                  <a:pt x="919625" y="110355"/>
                  <a:pt x="920430" y="110248"/>
                </a:cubicBezTo>
                <a:cubicBezTo>
                  <a:pt x="921234" y="110140"/>
                  <a:pt x="922012" y="110006"/>
                  <a:pt x="922763" y="109845"/>
                </a:cubicBezTo>
                <a:lnTo>
                  <a:pt x="922763" y="118929"/>
                </a:lnTo>
                <a:cubicBezTo>
                  <a:pt x="920939" y="119361"/>
                  <a:pt x="919129" y="119686"/>
                  <a:pt x="917331" y="119902"/>
                </a:cubicBezTo>
                <a:cubicBezTo>
                  <a:pt x="915534" y="120118"/>
                  <a:pt x="913616" y="120226"/>
                  <a:pt x="911578" y="120226"/>
                </a:cubicBezTo>
                <a:cubicBezTo>
                  <a:pt x="908841" y="120226"/>
                  <a:pt x="906494" y="119863"/>
                  <a:pt x="904536" y="119135"/>
                </a:cubicBezTo>
                <a:cubicBezTo>
                  <a:pt x="902578" y="118407"/>
                  <a:pt x="900982" y="117303"/>
                  <a:pt x="899748" y="115821"/>
                </a:cubicBezTo>
                <a:cubicBezTo>
                  <a:pt x="898514" y="114338"/>
                  <a:pt x="897575" y="112506"/>
                  <a:pt x="896931" y="110323"/>
                </a:cubicBezTo>
                <a:cubicBezTo>
                  <a:pt x="896288" y="108140"/>
                  <a:pt x="895885" y="105594"/>
                  <a:pt x="895724" y="102683"/>
                </a:cubicBezTo>
                <a:lnTo>
                  <a:pt x="895242" y="102683"/>
                </a:lnTo>
                <a:cubicBezTo>
                  <a:pt x="893686" y="105485"/>
                  <a:pt x="891982" y="108017"/>
                  <a:pt x="890131" y="110280"/>
                </a:cubicBezTo>
                <a:cubicBezTo>
                  <a:pt x="888281" y="112544"/>
                  <a:pt x="886121" y="114470"/>
                  <a:pt x="883653" y="116059"/>
                </a:cubicBezTo>
                <a:cubicBezTo>
                  <a:pt x="881186" y="117649"/>
                  <a:pt x="878382" y="118874"/>
                  <a:pt x="875244" y="119736"/>
                </a:cubicBezTo>
                <a:cubicBezTo>
                  <a:pt x="872106" y="120599"/>
                  <a:pt x="868498" y="121031"/>
                  <a:pt x="864420" y="121031"/>
                </a:cubicBezTo>
                <a:moveTo>
                  <a:pt x="867720" y="110087"/>
                </a:moveTo>
                <a:cubicBezTo>
                  <a:pt x="872334" y="110087"/>
                  <a:pt x="876371" y="109244"/>
                  <a:pt x="879831" y="107559"/>
                </a:cubicBezTo>
                <a:cubicBezTo>
                  <a:pt x="883291" y="105873"/>
                  <a:pt x="886162" y="103719"/>
                  <a:pt x="888442" y="101097"/>
                </a:cubicBezTo>
                <a:cubicBezTo>
                  <a:pt x="890722" y="98473"/>
                  <a:pt x="892425" y="95609"/>
                  <a:pt x="893552" y="92506"/>
                </a:cubicBezTo>
                <a:cubicBezTo>
                  <a:pt x="894678" y="89401"/>
                  <a:pt x="895242" y="86430"/>
                  <a:pt x="895242" y="83594"/>
                </a:cubicBezTo>
                <a:lnTo>
                  <a:pt x="895242" y="76449"/>
                </a:lnTo>
                <a:lnTo>
                  <a:pt x="879388" y="76771"/>
                </a:lnTo>
                <a:cubicBezTo>
                  <a:pt x="875848" y="76825"/>
                  <a:pt x="872481" y="77079"/>
                  <a:pt x="869289" y="77533"/>
                </a:cubicBezTo>
                <a:cubicBezTo>
                  <a:pt x="866097" y="77987"/>
                  <a:pt x="863294" y="78884"/>
                  <a:pt x="860880" y="80224"/>
                </a:cubicBezTo>
                <a:cubicBezTo>
                  <a:pt x="858465" y="81562"/>
                  <a:pt x="856547" y="83435"/>
                  <a:pt x="855126" y="85844"/>
                </a:cubicBezTo>
                <a:cubicBezTo>
                  <a:pt x="853704" y="88252"/>
                  <a:pt x="852993" y="91409"/>
                  <a:pt x="852993" y="95315"/>
                </a:cubicBezTo>
                <a:cubicBezTo>
                  <a:pt x="852993" y="100024"/>
                  <a:pt x="854267" y="103664"/>
                  <a:pt x="856816" y="106234"/>
                </a:cubicBezTo>
                <a:cubicBezTo>
                  <a:pt x="859364" y="108803"/>
                  <a:pt x="862999" y="110087"/>
                  <a:pt x="867720" y="110087"/>
                </a:cubicBezTo>
                <a:close/>
                <a:moveTo>
                  <a:pt x="933763" y="13841"/>
                </a:moveTo>
                <a:lnTo>
                  <a:pt x="933763" y="0"/>
                </a:lnTo>
                <a:lnTo>
                  <a:pt x="948248" y="0"/>
                </a:lnTo>
                <a:lnTo>
                  <a:pt x="948248" y="13841"/>
                </a:lnTo>
                <a:lnTo>
                  <a:pt x="933763" y="13841"/>
                </a:lnTo>
                <a:moveTo>
                  <a:pt x="933763" y="119422"/>
                </a:moveTo>
                <a:lnTo>
                  <a:pt x="933763" y="32350"/>
                </a:lnTo>
                <a:lnTo>
                  <a:pt x="948248" y="32350"/>
                </a:lnTo>
                <a:lnTo>
                  <a:pt x="948248" y="119422"/>
                </a:lnTo>
                <a:lnTo>
                  <a:pt x="933763" y="119422"/>
                </a:lnTo>
                <a:close/>
                <a:moveTo>
                  <a:pt x="970431" y="119422"/>
                </a:moveTo>
                <a:lnTo>
                  <a:pt x="970431" y="0"/>
                </a:lnTo>
                <a:lnTo>
                  <a:pt x="984916" y="0"/>
                </a:lnTo>
                <a:lnTo>
                  <a:pt x="984916" y="119422"/>
                </a:lnTo>
                <a:lnTo>
                  <a:pt x="970431" y="119422"/>
                </a:lnTo>
                <a:close/>
                <a:moveTo>
                  <a:pt x="1075046" y="121031"/>
                </a:moveTo>
                <a:cubicBezTo>
                  <a:pt x="1066301" y="121031"/>
                  <a:pt x="1059729" y="118724"/>
                  <a:pt x="1055330" y="114110"/>
                </a:cubicBezTo>
                <a:cubicBezTo>
                  <a:pt x="1050931" y="109497"/>
                  <a:pt x="1048731" y="103166"/>
                  <a:pt x="1048731" y="95119"/>
                </a:cubicBezTo>
                <a:cubicBezTo>
                  <a:pt x="1048731" y="89378"/>
                  <a:pt x="1049818" y="84671"/>
                  <a:pt x="1051990" y="80996"/>
                </a:cubicBezTo>
                <a:cubicBezTo>
                  <a:pt x="1054163" y="77321"/>
                  <a:pt x="1057007" y="74437"/>
                  <a:pt x="1060521" y="72345"/>
                </a:cubicBezTo>
                <a:cubicBezTo>
                  <a:pt x="1064035" y="70253"/>
                  <a:pt x="1068045" y="68804"/>
                  <a:pt x="1072551" y="68000"/>
                </a:cubicBezTo>
                <a:cubicBezTo>
                  <a:pt x="1077058" y="67195"/>
                  <a:pt x="1081645" y="66739"/>
                  <a:pt x="1086312" y="66632"/>
                </a:cubicBezTo>
                <a:lnTo>
                  <a:pt x="1105867" y="66310"/>
                </a:lnTo>
                <a:lnTo>
                  <a:pt x="1105867" y="61577"/>
                </a:lnTo>
                <a:cubicBezTo>
                  <a:pt x="1105867" y="57994"/>
                  <a:pt x="1105491" y="54946"/>
                  <a:pt x="1104740" y="52433"/>
                </a:cubicBezTo>
                <a:cubicBezTo>
                  <a:pt x="1103989" y="49920"/>
                  <a:pt x="1102836" y="47888"/>
                  <a:pt x="1101280" y="46337"/>
                </a:cubicBezTo>
                <a:cubicBezTo>
                  <a:pt x="1099724" y="44786"/>
                  <a:pt x="1097779" y="43651"/>
                  <a:pt x="1095446" y="42930"/>
                </a:cubicBezTo>
                <a:cubicBezTo>
                  <a:pt x="1093112" y="42207"/>
                  <a:pt x="1090363" y="41846"/>
                  <a:pt x="1087197" y="41846"/>
                </a:cubicBezTo>
                <a:cubicBezTo>
                  <a:pt x="1084408" y="41846"/>
                  <a:pt x="1081886" y="42045"/>
                  <a:pt x="1079633" y="42442"/>
                </a:cubicBezTo>
                <a:cubicBezTo>
                  <a:pt x="1077380" y="42839"/>
                  <a:pt x="1075421" y="43555"/>
                  <a:pt x="1073758" y="44589"/>
                </a:cubicBezTo>
                <a:cubicBezTo>
                  <a:pt x="1072095" y="45624"/>
                  <a:pt x="1070754" y="47030"/>
                  <a:pt x="1069735" y="48807"/>
                </a:cubicBezTo>
                <a:cubicBezTo>
                  <a:pt x="1068715" y="50582"/>
                  <a:pt x="1068045" y="52822"/>
                  <a:pt x="1067723" y="55526"/>
                </a:cubicBezTo>
                <a:lnTo>
                  <a:pt x="1052594" y="54163"/>
                </a:lnTo>
                <a:cubicBezTo>
                  <a:pt x="1053130" y="50740"/>
                  <a:pt x="1054150" y="47598"/>
                  <a:pt x="1055652" y="44738"/>
                </a:cubicBezTo>
                <a:cubicBezTo>
                  <a:pt x="1057154" y="41876"/>
                  <a:pt x="1059287" y="39403"/>
                  <a:pt x="1062050" y="37319"/>
                </a:cubicBezTo>
                <a:cubicBezTo>
                  <a:pt x="1064812" y="35234"/>
                  <a:pt x="1068273" y="33616"/>
                  <a:pt x="1072431" y="32466"/>
                </a:cubicBezTo>
                <a:cubicBezTo>
                  <a:pt x="1076588" y="31316"/>
                  <a:pt x="1081618" y="30741"/>
                  <a:pt x="1087519" y="30741"/>
                </a:cubicBezTo>
                <a:cubicBezTo>
                  <a:pt x="1098463" y="30741"/>
                  <a:pt x="1106699" y="33246"/>
                  <a:pt x="1112224" y="38257"/>
                </a:cubicBezTo>
                <a:cubicBezTo>
                  <a:pt x="1117750" y="43268"/>
                  <a:pt x="1120513" y="50517"/>
                  <a:pt x="1120513" y="60003"/>
                </a:cubicBezTo>
                <a:lnTo>
                  <a:pt x="1120513" y="97465"/>
                </a:lnTo>
                <a:cubicBezTo>
                  <a:pt x="1120513" y="101754"/>
                  <a:pt x="1121076" y="104984"/>
                  <a:pt x="1122203" y="107155"/>
                </a:cubicBezTo>
                <a:cubicBezTo>
                  <a:pt x="1123330" y="109324"/>
                  <a:pt x="1125476" y="110409"/>
                  <a:pt x="1128641" y="110409"/>
                </a:cubicBezTo>
                <a:cubicBezTo>
                  <a:pt x="1129446" y="110409"/>
                  <a:pt x="1130250" y="110355"/>
                  <a:pt x="1131055" y="110248"/>
                </a:cubicBezTo>
                <a:cubicBezTo>
                  <a:pt x="1131860" y="110140"/>
                  <a:pt x="1132638" y="110006"/>
                  <a:pt x="1133389" y="109845"/>
                </a:cubicBezTo>
                <a:lnTo>
                  <a:pt x="1133389" y="118929"/>
                </a:lnTo>
                <a:cubicBezTo>
                  <a:pt x="1131565" y="119361"/>
                  <a:pt x="1129754" y="119686"/>
                  <a:pt x="1127957" y="119902"/>
                </a:cubicBezTo>
                <a:cubicBezTo>
                  <a:pt x="1126160" y="120118"/>
                  <a:pt x="1124242" y="120226"/>
                  <a:pt x="1122203" y="120226"/>
                </a:cubicBezTo>
                <a:cubicBezTo>
                  <a:pt x="1119467" y="120226"/>
                  <a:pt x="1117120" y="119863"/>
                  <a:pt x="1115162" y="119135"/>
                </a:cubicBezTo>
                <a:cubicBezTo>
                  <a:pt x="1113203" y="118407"/>
                  <a:pt x="1111607" y="117303"/>
                  <a:pt x="1110373" y="115821"/>
                </a:cubicBezTo>
                <a:cubicBezTo>
                  <a:pt x="1109140" y="114338"/>
                  <a:pt x="1108201" y="112506"/>
                  <a:pt x="1107557" y="110323"/>
                </a:cubicBezTo>
                <a:cubicBezTo>
                  <a:pt x="1106913" y="108140"/>
                  <a:pt x="1106511" y="105594"/>
                  <a:pt x="1106350" y="102683"/>
                </a:cubicBezTo>
                <a:lnTo>
                  <a:pt x="1105867" y="102683"/>
                </a:lnTo>
                <a:cubicBezTo>
                  <a:pt x="1104311" y="105485"/>
                  <a:pt x="1102608" y="108017"/>
                  <a:pt x="1100757" y="110280"/>
                </a:cubicBezTo>
                <a:cubicBezTo>
                  <a:pt x="1098906" y="112544"/>
                  <a:pt x="1096747" y="114470"/>
                  <a:pt x="1094279" y="116059"/>
                </a:cubicBezTo>
                <a:cubicBezTo>
                  <a:pt x="1091811" y="117649"/>
                  <a:pt x="1089008" y="118874"/>
                  <a:pt x="1085869" y="119736"/>
                </a:cubicBezTo>
                <a:cubicBezTo>
                  <a:pt x="1082731" y="120599"/>
                  <a:pt x="1079123" y="121031"/>
                  <a:pt x="1075046" y="121031"/>
                </a:cubicBezTo>
                <a:moveTo>
                  <a:pt x="1078345" y="110087"/>
                </a:moveTo>
                <a:cubicBezTo>
                  <a:pt x="1082959" y="110087"/>
                  <a:pt x="1086996" y="109244"/>
                  <a:pt x="1090456" y="107559"/>
                </a:cubicBezTo>
                <a:cubicBezTo>
                  <a:pt x="1093917" y="105873"/>
                  <a:pt x="1096787" y="103719"/>
                  <a:pt x="1099067" y="101097"/>
                </a:cubicBezTo>
                <a:cubicBezTo>
                  <a:pt x="1101347" y="98473"/>
                  <a:pt x="1103050" y="95609"/>
                  <a:pt x="1104177" y="92506"/>
                </a:cubicBezTo>
                <a:cubicBezTo>
                  <a:pt x="1105304" y="89401"/>
                  <a:pt x="1105867" y="86430"/>
                  <a:pt x="1105867" y="83594"/>
                </a:cubicBezTo>
                <a:lnTo>
                  <a:pt x="1105867" y="76449"/>
                </a:lnTo>
                <a:lnTo>
                  <a:pt x="1090014" y="76771"/>
                </a:lnTo>
                <a:cubicBezTo>
                  <a:pt x="1086473" y="76825"/>
                  <a:pt x="1083107" y="77079"/>
                  <a:pt x="1079914" y="77533"/>
                </a:cubicBezTo>
                <a:cubicBezTo>
                  <a:pt x="1076722" y="77987"/>
                  <a:pt x="1073919" y="78884"/>
                  <a:pt x="1071505" y="80224"/>
                </a:cubicBezTo>
                <a:cubicBezTo>
                  <a:pt x="1069091" y="81562"/>
                  <a:pt x="1067173" y="83435"/>
                  <a:pt x="1065751" y="85844"/>
                </a:cubicBezTo>
                <a:cubicBezTo>
                  <a:pt x="1064330" y="88252"/>
                  <a:pt x="1063619" y="91409"/>
                  <a:pt x="1063619" y="95315"/>
                </a:cubicBezTo>
                <a:cubicBezTo>
                  <a:pt x="1063619" y="100024"/>
                  <a:pt x="1064893" y="103664"/>
                  <a:pt x="1067441" y="106234"/>
                </a:cubicBezTo>
                <a:cubicBezTo>
                  <a:pt x="1069990" y="108803"/>
                  <a:pt x="1073624" y="110087"/>
                  <a:pt x="1078345" y="110087"/>
                </a:cubicBezTo>
                <a:close/>
                <a:moveTo>
                  <a:pt x="1199753" y="119422"/>
                </a:moveTo>
                <a:lnTo>
                  <a:pt x="1199753" y="64275"/>
                </a:lnTo>
                <a:cubicBezTo>
                  <a:pt x="1199753" y="60040"/>
                  <a:pt x="1199445" y="56503"/>
                  <a:pt x="1198828" y="53663"/>
                </a:cubicBezTo>
                <a:cubicBezTo>
                  <a:pt x="1198211" y="50823"/>
                  <a:pt x="1197205" y="48532"/>
                  <a:pt x="1195810" y="46790"/>
                </a:cubicBezTo>
                <a:cubicBezTo>
                  <a:pt x="1194415" y="45048"/>
                  <a:pt x="1192578" y="43816"/>
                  <a:pt x="1190298" y="43093"/>
                </a:cubicBezTo>
                <a:cubicBezTo>
                  <a:pt x="1188018" y="42369"/>
                  <a:pt x="1185188" y="42007"/>
                  <a:pt x="1181808" y="42007"/>
                </a:cubicBezTo>
                <a:cubicBezTo>
                  <a:pt x="1178374" y="42007"/>
                  <a:pt x="1175276" y="42610"/>
                  <a:pt x="1172513" y="43817"/>
                </a:cubicBezTo>
                <a:cubicBezTo>
                  <a:pt x="1169750" y="45023"/>
                  <a:pt x="1167390" y="46765"/>
                  <a:pt x="1165432" y="49043"/>
                </a:cubicBezTo>
                <a:cubicBezTo>
                  <a:pt x="1163474" y="51320"/>
                  <a:pt x="1161958" y="54133"/>
                  <a:pt x="1160885" y="57483"/>
                </a:cubicBezTo>
                <a:cubicBezTo>
                  <a:pt x="1159812" y="60832"/>
                  <a:pt x="1159276" y="64678"/>
                  <a:pt x="1159276" y="69018"/>
                </a:cubicBezTo>
                <a:lnTo>
                  <a:pt x="1159276" y="119422"/>
                </a:lnTo>
                <a:lnTo>
                  <a:pt x="1144790" y="119422"/>
                </a:lnTo>
                <a:lnTo>
                  <a:pt x="1144790" y="50939"/>
                </a:lnTo>
                <a:cubicBezTo>
                  <a:pt x="1144790" y="49115"/>
                  <a:pt x="1144777" y="47197"/>
                  <a:pt x="1144750" y="45185"/>
                </a:cubicBezTo>
                <a:cubicBezTo>
                  <a:pt x="1144723" y="43174"/>
                  <a:pt x="1144683" y="41269"/>
                  <a:pt x="1144630" y="39472"/>
                </a:cubicBezTo>
                <a:cubicBezTo>
                  <a:pt x="1144576" y="37675"/>
                  <a:pt x="1144522" y="36132"/>
                  <a:pt x="1144469" y="34845"/>
                </a:cubicBezTo>
                <a:cubicBezTo>
                  <a:pt x="1144415" y="33557"/>
                  <a:pt x="1144361" y="32726"/>
                  <a:pt x="1144308" y="32350"/>
                </a:cubicBezTo>
                <a:lnTo>
                  <a:pt x="1157988" y="32350"/>
                </a:lnTo>
                <a:cubicBezTo>
                  <a:pt x="1158042" y="32620"/>
                  <a:pt x="1158095" y="33348"/>
                  <a:pt x="1158149" y="34535"/>
                </a:cubicBezTo>
                <a:cubicBezTo>
                  <a:pt x="1158203" y="35721"/>
                  <a:pt x="1158270" y="37082"/>
                  <a:pt x="1158350" y="38619"/>
                </a:cubicBezTo>
                <a:cubicBezTo>
                  <a:pt x="1158431" y="40157"/>
                  <a:pt x="1158498" y="41722"/>
                  <a:pt x="1158551" y="43315"/>
                </a:cubicBezTo>
                <a:cubicBezTo>
                  <a:pt x="1158605" y="44906"/>
                  <a:pt x="1158632" y="46240"/>
                  <a:pt x="1158632" y="47318"/>
                </a:cubicBezTo>
                <a:lnTo>
                  <a:pt x="1158873" y="47318"/>
                </a:lnTo>
                <a:cubicBezTo>
                  <a:pt x="1160268" y="44785"/>
                  <a:pt x="1161797" y="42494"/>
                  <a:pt x="1163460" y="40445"/>
                </a:cubicBezTo>
                <a:cubicBezTo>
                  <a:pt x="1165123" y="38396"/>
                  <a:pt x="1167055" y="36658"/>
                  <a:pt x="1169254" y="35230"/>
                </a:cubicBezTo>
                <a:cubicBezTo>
                  <a:pt x="1171454" y="33801"/>
                  <a:pt x="1173975" y="32696"/>
                  <a:pt x="1176819" y="31915"/>
                </a:cubicBezTo>
                <a:cubicBezTo>
                  <a:pt x="1179662" y="31132"/>
                  <a:pt x="1182961" y="30741"/>
                  <a:pt x="1186717" y="30741"/>
                </a:cubicBezTo>
                <a:cubicBezTo>
                  <a:pt x="1191545" y="30741"/>
                  <a:pt x="1195703" y="31331"/>
                  <a:pt x="1199190" y="32511"/>
                </a:cubicBezTo>
                <a:cubicBezTo>
                  <a:pt x="1202677" y="33691"/>
                  <a:pt x="1205547" y="35515"/>
                  <a:pt x="1207801" y="37983"/>
                </a:cubicBezTo>
                <a:cubicBezTo>
                  <a:pt x="1210054" y="40451"/>
                  <a:pt x="1211704" y="43630"/>
                  <a:pt x="1212750" y="47519"/>
                </a:cubicBezTo>
                <a:cubicBezTo>
                  <a:pt x="1213796" y="51409"/>
                  <a:pt x="1214319" y="56036"/>
                  <a:pt x="1214319" y="61401"/>
                </a:cubicBezTo>
                <a:lnTo>
                  <a:pt x="1214319" y="119422"/>
                </a:lnTo>
                <a:lnTo>
                  <a:pt x="1199753" y="119422"/>
                </a:lnTo>
                <a:close/>
                <a:moveTo>
                  <a:pt x="1291065" y="105339"/>
                </a:moveTo>
                <a:cubicBezTo>
                  <a:pt x="1288383" y="110947"/>
                  <a:pt x="1284829" y="114965"/>
                  <a:pt x="1280403" y="117392"/>
                </a:cubicBezTo>
                <a:cubicBezTo>
                  <a:pt x="1275977" y="119818"/>
                  <a:pt x="1270491" y="121031"/>
                  <a:pt x="1263946" y="121031"/>
                </a:cubicBezTo>
                <a:cubicBezTo>
                  <a:pt x="1252948" y="121031"/>
                  <a:pt x="1244860" y="117329"/>
                  <a:pt x="1239683" y="109926"/>
                </a:cubicBezTo>
                <a:cubicBezTo>
                  <a:pt x="1234506" y="102522"/>
                  <a:pt x="1231918" y="91310"/>
                  <a:pt x="1231918" y="76288"/>
                </a:cubicBezTo>
                <a:cubicBezTo>
                  <a:pt x="1231918" y="45923"/>
                  <a:pt x="1242594" y="30741"/>
                  <a:pt x="1263946" y="30741"/>
                </a:cubicBezTo>
                <a:cubicBezTo>
                  <a:pt x="1270545" y="30741"/>
                  <a:pt x="1276044" y="31954"/>
                  <a:pt x="1280443" y="34382"/>
                </a:cubicBezTo>
                <a:cubicBezTo>
                  <a:pt x="1284842" y="36808"/>
                  <a:pt x="1288383" y="40664"/>
                  <a:pt x="1291065" y="45950"/>
                </a:cubicBezTo>
                <a:lnTo>
                  <a:pt x="1291226" y="45950"/>
                </a:lnTo>
                <a:cubicBezTo>
                  <a:pt x="1291226" y="45412"/>
                  <a:pt x="1291213" y="44565"/>
                  <a:pt x="1291186" y="43410"/>
                </a:cubicBezTo>
                <a:cubicBezTo>
                  <a:pt x="1291159" y="42255"/>
                  <a:pt x="1291132" y="41046"/>
                  <a:pt x="1291105" y="39784"/>
                </a:cubicBezTo>
                <a:cubicBezTo>
                  <a:pt x="1291079" y="38520"/>
                  <a:pt x="1291065" y="37323"/>
                  <a:pt x="1291065" y="36195"/>
                </a:cubicBezTo>
                <a:cubicBezTo>
                  <a:pt x="1291065" y="35067"/>
                  <a:pt x="1291065" y="34261"/>
                  <a:pt x="1291065" y="33778"/>
                </a:cubicBezTo>
                <a:lnTo>
                  <a:pt x="1291065" y="0"/>
                </a:lnTo>
                <a:lnTo>
                  <a:pt x="1305550" y="0"/>
                </a:lnTo>
                <a:lnTo>
                  <a:pt x="1305550" y="101476"/>
                </a:lnTo>
                <a:cubicBezTo>
                  <a:pt x="1305550" y="103569"/>
                  <a:pt x="1305564" y="105580"/>
                  <a:pt x="1305591" y="107512"/>
                </a:cubicBezTo>
                <a:cubicBezTo>
                  <a:pt x="1305617" y="109443"/>
                  <a:pt x="1305658" y="111213"/>
                  <a:pt x="1305711" y="112823"/>
                </a:cubicBezTo>
                <a:cubicBezTo>
                  <a:pt x="1305765" y="114432"/>
                  <a:pt x="1305819" y="115814"/>
                  <a:pt x="1305872" y="116967"/>
                </a:cubicBezTo>
                <a:cubicBezTo>
                  <a:pt x="1305926" y="118121"/>
                  <a:pt x="1305980" y="118939"/>
                  <a:pt x="1306033" y="119422"/>
                </a:cubicBezTo>
                <a:lnTo>
                  <a:pt x="1292192" y="119422"/>
                </a:lnTo>
                <a:cubicBezTo>
                  <a:pt x="1292085" y="118882"/>
                  <a:pt x="1291991" y="118113"/>
                  <a:pt x="1291910" y="117116"/>
                </a:cubicBezTo>
                <a:cubicBezTo>
                  <a:pt x="1291830" y="116116"/>
                  <a:pt x="1291749" y="114970"/>
                  <a:pt x="1291669" y="113675"/>
                </a:cubicBezTo>
                <a:cubicBezTo>
                  <a:pt x="1291588" y="112381"/>
                  <a:pt x="1291521" y="111019"/>
                  <a:pt x="1291468" y="109589"/>
                </a:cubicBezTo>
                <a:cubicBezTo>
                  <a:pt x="1291414" y="108159"/>
                  <a:pt x="1291387" y="106742"/>
                  <a:pt x="1291387" y="105339"/>
                </a:cubicBezTo>
                <a:lnTo>
                  <a:pt x="1291065" y="105339"/>
                </a:lnTo>
                <a:moveTo>
                  <a:pt x="1247127" y="75805"/>
                </a:moveTo>
                <a:cubicBezTo>
                  <a:pt x="1247127" y="81799"/>
                  <a:pt x="1247503" y="86937"/>
                  <a:pt x="1248254" y="91218"/>
                </a:cubicBezTo>
                <a:cubicBezTo>
                  <a:pt x="1249005" y="95500"/>
                  <a:pt x="1250212" y="99020"/>
                  <a:pt x="1251875" y="101778"/>
                </a:cubicBezTo>
                <a:cubicBezTo>
                  <a:pt x="1253538" y="104534"/>
                  <a:pt x="1255657" y="106554"/>
                  <a:pt x="1258232" y="107839"/>
                </a:cubicBezTo>
                <a:cubicBezTo>
                  <a:pt x="1260807" y="109123"/>
                  <a:pt x="1263946" y="109765"/>
                  <a:pt x="1267648" y="109765"/>
                </a:cubicBezTo>
                <a:cubicBezTo>
                  <a:pt x="1271457" y="109765"/>
                  <a:pt x="1274823" y="109150"/>
                  <a:pt x="1277747" y="107919"/>
                </a:cubicBezTo>
                <a:cubicBezTo>
                  <a:pt x="1280671" y="106687"/>
                  <a:pt x="1283112" y="104693"/>
                  <a:pt x="1285070" y="101936"/>
                </a:cubicBezTo>
                <a:cubicBezTo>
                  <a:pt x="1287028" y="99180"/>
                  <a:pt x="1288517" y="95582"/>
                  <a:pt x="1289536" y="91141"/>
                </a:cubicBezTo>
                <a:cubicBezTo>
                  <a:pt x="1290556" y="86698"/>
                  <a:pt x="1291065" y="81265"/>
                  <a:pt x="1291065" y="74842"/>
                </a:cubicBezTo>
                <a:cubicBezTo>
                  <a:pt x="1291065" y="68686"/>
                  <a:pt x="1290556" y="63480"/>
                  <a:pt x="1289536" y="59225"/>
                </a:cubicBezTo>
                <a:cubicBezTo>
                  <a:pt x="1288517" y="54970"/>
                  <a:pt x="1287015" y="51532"/>
                  <a:pt x="1285030" y="48910"/>
                </a:cubicBezTo>
                <a:cubicBezTo>
                  <a:pt x="1283045" y="46288"/>
                  <a:pt x="1280617" y="44402"/>
                  <a:pt x="1277747" y="43252"/>
                </a:cubicBezTo>
                <a:cubicBezTo>
                  <a:pt x="1274877" y="42100"/>
                  <a:pt x="1271564" y="41524"/>
                  <a:pt x="1267809" y="41524"/>
                </a:cubicBezTo>
                <a:cubicBezTo>
                  <a:pt x="1264268" y="41524"/>
                  <a:pt x="1261210" y="42140"/>
                  <a:pt x="1258635" y="43372"/>
                </a:cubicBezTo>
                <a:cubicBezTo>
                  <a:pt x="1256060" y="44603"/>
                  <a:pt x="1253914" y="46583"/>
                  <a:pt x="1252197" y="49312"/>
                </a:cubicBezTo>
                <a:cubicBezTo>
                  <a:pt x="1250480" y="52042"/>
                  <a:pt x="1249206" y="55587"/>
                  <a:pt x="1248374" y="59950"/>
                </a:cubicBezTo>
                <a:cubicBezTo>
                  <a:pt x="1247543" y="64312"/>
                  <a:pt x="1247127" y="69597"/>
                  <a:pt x="1247127" y="75805"/>
                </a:cubicBezTo>
                <a:close/>
                <a:moveTo>
                  <a:pt x="1447185" y="75443"/>
                </a:moveTo>
                <a:cubicBezTo>
                  <a:pt x="1447185" y="82047"/>
                  <a:pt x="1446648" y="88141"/>
                  <a:pt x="1445576" y="93726"/>
                </a:cubicBezTo>
                <a:cubicBezTo>
                  <a:pt x="1444503" y="99310"/>
                  <a:pt x="1442719" y="104117"/>
                  <a:pt x="1440224" y="108145"/>
                </a:cubicBezTo>
                <a:cubicBezTo>
                  <a:pt x="1437729" y="112172"/>
                  <a:pt x="1434430" y="115327"/>
                  <a:pt x="1430326" y="117609"/>
                </a:cubicBezTo>
                <a:cubicBezTo>
                  <a:pt x="1426222" y="119890"/>
                  <a:pt x="1421165" y="121031"/>
                  <a:pt x="1415157" y="121031"/>
                </a:cubicBezTo>
                <a:cubicBezTo>
                  <a:pt x="1408934" y="121031"/>
                  <a:pt x="1403488" y="119845"/>
                  <a:pt x="1398821" y="117473"/>
                </a:cubicBezTo>
                <a:cubicBezTo>
                  <a:pt x="1394153" y="115099"/>
                  <a:pt x="1390586" y="111215"/>
                  <a:pt x="1388118" y="105822"/>
                </a:cubicBezTo>
                <a:lnTo>
                  <a:pt x="1387716" y="105822"/>
                </a:lnTo>
                <a:cubicBezTo>
                  <a:pt x="1387769" y="105929"/>
                  <a:pt x="1387809" y="106414"/>
                  <a:pt x="1387836" y="107275"/>
                </a:cubicBezTo>
                <a:cubicBezTo>
                  <a:pt x="1387863" y="108137"/>
                  <a:pt x="1387890" y="109214"/>
                  <a:pt x="1387917" y="110507"/>
                </a:cubicBezTo>
                <a:cubicBezTo>
                  <a:pt x="1387944" y="111798"/>
                  <a:pt x="1387970" y="113237"/>
                  <a:pt x="1387997" y="114825"/>
                </a:cubicBezTo>
                <a:cubicBezTo>
                  <a:pt x="1388024" y="116412"/>
                  <a:pt x="1388037" y="117987"/>
                  <a:pt x="1388037" y="119547"/>
                </a:cubicBezTo>
                <a:lnTo>
                  <a:pt x="1388037" y="153703"/>
                </a:lnTo>
                <a:lnTo>
                  <a:pt x="1373552" y="153703"/>
                </a:lnTo>
                <a:lnTo>
                  <a:pt x="1373552" y="50147"/>
                </a:lnTo>
                <a:cubicBezTo>
                  <a:pt x="1373552" y="48053"/>
                  <a:pt x="1373539" y="46040"/>
                  <a:pt x="1373512" y="44107"/>
                </a:cubicBezTo>
                <a:cubicBezTo>
                  <a:pt x="1373485" y="42174"/>
                  <a:pt x="1373445" y="40416"/>
                  <a:pt x="1373391" y="38833"/>
                </a:cubicBezTo>
                <a:cubicBezTo>
                  <a:pt x="1373338" y="37249"/>
                  <a:pt x="1373284" y="35893"/>
                  <a:pt x="1373230" y="34767"/>
                </a:cubicBezTo>
                <a:cubicBezTo>
                  <a:pt x="1373177" y="33638"/>
                  <a:pt x="1373123" y="32833"/>
                  <a:pt x="1373069" y="32350"/>
                </a:cubicBezTo>
                <a:lnTo>
                  <a:pt x="1387072" y="32350"/>
                </a:lnTo>
                <a:cubicBezTo>
                  <a:pt x="1387125" y="32511"/>
                  <a:pt x="1387192" y="33074"/>
                  <a:pt x="1387273" y="34040"/>
                </a:cubicBezTo>
                <a:cubicBezTo>
                  <a:pt x="1387353" y="35006"/>
                  <a:pt x="1387434" y="36173"/>
                  <a:pt x="1387514" y="37541"/>
                </a:cubicBezTo>
                <a:cubicBezTo>
                  <a:pt x="1387595" y="38909"/>
                  <a:pt x="1387675" y="40371"/>
                  <a:pt x="1387756" y="41926"/>
                </a:cubicBezTo>
                <a:cubicBezTo>
                  <a:pt x="1387836" y="43482"/>
                  <a:pt x="1387876" y="44957"/>
                  <a:pt x="1387876" y="46352"/>
                </a:cubicBezTo>
                <a:lnTo>
                  <a:pt x="1388198" y="46352"/>
                </a:lnTo>
                <a:cubicBezTo>
                  <a:pt x="1389540" y="43548"/>
                  <a:pt x="1391069" y="41161"/>
                  <a:pt x="1392785" y="39193"/>
                </a:cubicBezTo>
                <a:cubicBezTo>
                  <a:pt x="1394502" y="37225"/>
                  <a:pt x="1396460" y="35607"/>
                  <a:pt x="1398660" y="34339"/>
                </a:cubicBezTo>
                <a:cubicBezTo>
                  <a:pt x="1400859" y="33072"/>
                  <a:pt x="1403314" y="32156"/>
                  <a:pt x="1406023" y="31591"/>
                </a:cubicBezTo>
                <a:cubicBezTo>
                  <a:pt x="1408732" y="31024"/>
                  <a:pt x="1411777" y="30741"/>
                  <a:pt x="1415157" y="30741"/>
                </a:cubicBezTo>
                <a:cubicBezTo>
                  <a:pt x="1421165" y="30741"/>
                  <a:pt x="1426222" y="31814"/>
                  <a:pt x="1430326" y="33962"/>
                </a:cubicBezTo>
                <a:cubicBezTo>
                  <a:pt x="1434430" y="36110"/>
                  <a:pt x="1437729" y="39130"/>
                  <a:pt x="1440224" y="43023"/>
                </a:cubicBezTo>
                <a:cubicBezTo>
                  <a:pt x="1442719" y="46916"/>
                  <a:pt x="1444503" y="51614"/>
                  <a:pt x="1445576" y="57118"/>
                </a:cubicBezTo>
                <a:cubicBezTo>
                  <a:pt x="1446648" y="62622"/>
                  <a:pt x="1447185" y="68731"/>
                  <a:pt x="1447185" y="75443"/>
                </a:cubicBezTo>
                <a:moveTo>
                  <a:pt x="1431976" y="75765"/>
                </a:moveTo>
                <a:cubicBezTo>
                  <a:pt x="1431976" y="70407"/>
                  <a:pt x="1431654" y="65638"/>
                  <a:pt x="1431010" y="61459"/>
                </a:cubicBezTo>
                <a:cubicBezTo>
                  <a:pt x="1430366" y="57279"/>
                  <a:pt x="1429253" y="53742"/>
                  <a:pt x="1427670" y="50849"/>
                </a:cubicBezTo>
                <a:cubicBezTo>
                  <a:pt x="1426088" y="47955"/>
                  <a:pt x="1423982" y="45758"/>
                  <a:pt x="1421353" y="44258"/>
                </a:cubicBezTo>
                <a:cubicBezTo>
                  <a:pt x="1418724" y="42757"/>
                  <a:pt x="1415425" y="42007"/>
                  <a:pt x="1411455" y="42007"/>
                </a:cubicBezTo>
                <a:cubicBezTo>
                  <a:pt x="1408236" y="42007"/>
                  <a:pt x="1405205" y="42463"/>
                  <a:pt x="1402362" y="43375"/>
                </a:cubicBezTo>
                <a:cubicBezTo>
                  <a:pt x="1399518" y="44285"/>
                  <a:pt x="1397037" y="46026"/>
                  <a:pt x="1394918" y="48598"/>
                </a:cubicBezTo>
                <a:cubicBezTo>
                  <a:pt x="1392799" y="51170"/>
                  <a:pt x="1391122" y="54720"/>
                  <a:pt x="1389888" y="59248"/>
                </a:cubicBezTo>
                <a:cubicBezTo>
                  <a:pt x="1388654" y="63776"/>
                  <a:pt x="1388037" y="69658"/>
                  <a:pt x="1388037" y="76892"/>
                </a:cubicBezTo>
                <a:cubicBezTo>
                  <a:pt x="1388037" y="83053"/>
                  <a:pt x="1388547" y="88264"/>
                  <a:pt x="1389566" y="92524"/>
                </a:cubicBezTo>
                <a:cubicBezTo>
                  <a:pt x="1390586" y="96784"/>
                  <a:pt x="1392074" y="100227"/>
                  <a:pt x="1394033" y="102854"/>
                </a:cubicBezTo>
                <a:cubicBezTo>
                  <a:pt x="1395991" y="105480"/>
                  <a:pt x="1398418" y="107368"/>
                  <a:pt x="1401315" y="108520"/>
                </a:cubicBezTo>
                <a:cubicBezTo>
                  <a:pt x="1404212" y="109672"/>
                  <a:pt x="1407539" y="110248"/>
                  <a:pt x="1411294" y="110248"/>
                </a:cubicBezTo>
                <a:cubicBezTo>
                  <a:pt x="1415318" y="110248"/>
                  <a:pt x="1418657" y="109471"/>
                  <a:pt x="1421313" y="107917"/>
                </a:cubicBezTo>
                <a:cubicBezTo>
                  <a:pt x="1423969" y="106362"/>
                  <a:pt x="1426088" y="104112"/>
                  <a:pt x="1427670" y="101164"/>
                </a:cubicBezTo>
                <a:cubicBezTo>
                  <a:pt x="1429253" y="98217"/>
                  <a:pt x="1430366" y="94613"/>
                  <a:pt x="1431010" y="90353"/>
                </a:cubicBezTo>
                <a:cubicBezTo>
                  <a:pt x="1431654" y="86093"/>
                  <a:pt x="1431976" y="81231"/>
                  <a:pt x="1431976" y="75765"/>
                </a:cubicBezTo>
                <a:close/>
                <a:moveTo>
                  <a:pt x="1479590" y="47318"/>
                </a:moveTo>
                <a:cubicBezTo>
                  <a:pt x="1481200" y="44352"/>
                  <a:pt x="1482943" y="41832"/>
                  <a:pt x="1484821" y="39756"/>
                </a:cubicBezTo>
                <a:cubicBezTo>
                  <a:pt x="1486699" y="37681"/>
                  <a:pt x="1488764" y="35970"/>
                  <a:pt x="1491018" y="34623"/>
                </a:cubicBezTo>
                <a:cubicBezTo>
                  <a:pt x="1493271" y="33276"/>
                  <a:pt x="1495739" y="32291"/>
                  <a:pt x="1498421" y="31671"/>
                </a:cubicBezTo>
                <a:cubicBezTo>
                  <a:pt x="1501103" y="31051"/>
                  <a:pt x="1504108" y="30741"/>
                  <a:pt x="1507434" y="30741"/>
                </a:cubicBezTo>
                <a:cubicBezTo>
                  <a:pt x="1513013" y="30741"/>
                  <a:pt x="1517587" y="31492"/>
                  <a:pt x="1521155" y="32994"/>
                </a:cubicBezTo>
                <a:cubicBezTo>
                  <a:pt x="1524722" y="34496"/>
                  <a:pt x="1527539" y="36602"/>
                  <a:pt x="1529604" y="39311"/>
                </a:cubicBezTo>
                <a:cubicBezTo>
                  <a:pt x="1531670" y="42020"/>
                  <a:pt x="1533091" y="45253"/>
                  <a:pt x="1533869" y="49008"/>
                </a:cubicBezTo>
                <a:cubicBezTo>
                  <a:pt x="1534647" y="52763"/>
                  <a:pt x="1535036" y="56894"/>
                  <a:pt x="1535036" y="61401"/>
                </a:cubicBezTo>
                <a:lnTo>
                  <a:pt x="1535036" y="119422"/>
                </a:lnTo>
                <a:lnTo>
                  <a:pt x="1520471" y="119422"/>
                </a:lnTo>
                <a:lnTo>
                  <a:pt x="1520471" y="64275"/>
                </a:lnTo>
                <a:cubicBezTo>
                  <a:pt x="1520471" y="60577"/>
                  <a:pt x="1520243" y="57334"/>
                  <a:pt x="1519787" y="54548"/>
                </a:cubicBezTo>
                <a:cubicBezTo>
                  <a:pt x="1519331" y="51762"/>
                  <a:pt x="1518459" y="49444"/>
                  <a:pt x="1517171" y="47595"/>
                </a:cubicBezTo>
                <a:cubicBezTo>
                  <a:pt x="1515884" y="45745"/>
                  <a:pt x="1514060" y="44352"/>
                  <a:pt x="1511699" y="43415"/>
                </a:cubicBezTo>
                <a:cubicBezTo>
                  <a:pt x="1509339" y="42476"/>
                  <a:pt x="1506281" y="42007"/>
                  <a:pt x="1502525" y="42007"/>
                </a:cubicBezTo>
                <a:cubicBezTo>
                  <a:pt x="1499092" y="42007"/>
                  <a:pt x="1495993" y="42623"/>
                  <a:pt x="1493231" y="43855"/>
                </a:cubicBezTo>
                <a:cubicBezTo>
                  <a:pt x="1490468" y="45087"/>
                  <a:pt x="1488107" y="46829"/>
                  <a:pt x="1486149" y="49081"/>
                </a:cubicBezTo>
                <a:cubicBezTo>
                  <a:pt x="1484191" y="51332"/>
                  <a:pt x="1482675" y="54066"/>
                  <a:pt x="1481602" y="57282"/>
                </a:cubicBezTo>
                <a:cubicBezTo>
                  <a:pt x="1480529" y="60497"/>
                  <a:pt x="1479993" y="64114"/>
                  <a:pt x="1479993" y="68133"/>
                </a:cubicBezTo>
                <a:lnTo>
                  <a:pt x="1479993" y="119422"/>
                </a:lnTo>
                <a:lnTo>
                  <a:pt x="1465508" y="119422"/>
                </a:lnTo>
                <a:lnTo>
                  <a:pt x="1465508" y="0"/>
                </a:lnTo>
                <a:lnTo>
                  <a:pt x="1479993" y="0"/>
                </a:lnTo>
                <a:lnTo>
                  <a:pt x="1479993" y="31115"/>
                </a:lnTo>
                <a:cubicBezTo>
                  <a:pt x="1479993" y="32889"/>
                  <a:pt x="1479966" y="34663"/>
                  <a:pt x="1479912" y="36437"/>
                </a:cubicBezTo>
                <a:cubicBezTo>
                  <a:pt x="1479859" y="38209"/>
                  <a:pt x="1479792" y="39847"/>
                  <a:pt x="1479711" y="41353"/>
                </a:cubicBezTo>
                <a:cubicBezTo>
                  <a:pt x="1479631" y="42857"/>
                  <a:pt x="1479564" y="44133"/>
                  <a:pt x="1479510" y="45183"/>
                </a:cubicBezTo>
                <a:cubicBezTo>
                  <a:pt x="1479456" y="46231"/>
                  <a:pt x="1479403" y="46942"/>
                  <a:pt x="1479349" y="47318"/>
                </a:cubicBezTo>
                <a:lnTo>
                  <a:pt x="1479590" y="47318"/>
                </a:lnTo>
                <a:close/>
                <a:moveTo>
                  <a:pt x="1630452" y="75805"/>
                </a:moveTo>
                <a:cubicBezTo>
                  <a:pt x="1630452" y="91042"/>
                  <a:pt x="1627099" y="102388"/>
                  <a:pt x="1620393" y="109845"/>
                </a:cubicBezTo>
                <a:cubicBezTo>
                  <a:pt x="1613687" y="117303"/>
                  <a:pt x="1603950" y="121031"/>
                  <a:pt x="1591181" y="121031"/>
                </a:cubicBezTo>
                <a:cubicBezTo>
                  <a:pt x="1585119" y="121031"/>
                  <a:pt x="1579701" y="120119"/>
                  <a:pt x="1574926" y="118295"/>
                </a:cubicBezTo>
                <a:cubicBezTo>
                  <a:pt x="1570151" y="116471"/>
                  <a:pt x="1566114" y="113681"/>
                  <a:pt x="1562815" y="109926"/>
                </a:cubicBezTo>
                <a:cubicBezTo>
                  <a:pt x="1559515" y="106170"/>
                  <a:pt x="1556994" y="101463"/>
                  <a:pt x="1555250" y="95803"/>
                </a:cubicBezTo>
                <a:cubicBezTo>
                  <a:pt x="1553507" y="90143"/>
                  <a:pt x="1552635" y="83477"/>
                  <a:pt x="1552635" y="75805"/>
                </a:cubicBezTo>
                <a:cubicBezTo>
                  <a:pt x="1552635" y="45762"/>
                  <a:pt x="1565645" y="30741"/>
                  <a:pt x="1591664" y="30741"/>
                </a:cubicBezTo>
                <a:cubicBezTo>
                  <a:pt x="1598424" y="30741"/>
                  <a:pt x="1604258" y="31679"/>
                  <a:pt x="1609167" y="33557"/>
                </a:cubicBezTo>
                <a:cubicBezTo>
                  <a:pt x="1614076" y="35435"/>
                  <a:pt x="1618100" y="38251"/>
                  <a:pt x="1621238" y="42007"/>
                </a:cubicBezTo>
                <a:cubicBezTo>
                  <a:pt x="1624376" y="45762"/>
                  <a:pt x="1626697" y="50456"/>
                  <a:pt x="1628199" y="56090"/>
                </a:cubicBezTo>
                <a:cubicBezTo>
                  <a:pt x="1629701" y="61723"/>
                  <a:pt x="1630452" y="68295"/>
                  <a:pt x="1630452" y="75805"/>
                </a:cubicBezTo>
                <a:moveTo>
                  <a:pt x="1615243" y="75805"/>
                </a:moveTo>
                <a:cubicBezTo>
                  <a:pt x="1615243" y="69061"/>
                  <a:pt x="1614720" y="63495"/>
                  <a:pt x="1613674" y="59107"/>
                </a:cubicBezTo>
                <a:cubicBezTo>
                  <a:pt x="1612627" y="54718"/>
                  <a:pt x="1611098" y="51213"/>
                  <a:pt x="1609087" y="48591"/>
                </a:cubicBezTo>
                <a:cubicBezTo>
                  <a:pt x="1607075" y="45967"/>
                  <a:pt x="1604620" y="44133"/>
                  <a:pt x="1601723" y="43091"/>
                </a:cubicBezTo>
                <a:cubicBezTo>
                  <a:pt x="1598826" y="42046"/>
                  <a:pt x="1595554" y="41524"/>
                  <a:pt x="1591906" y="41524"/>
                </a:cubicBezTo>
                <a:cubicBezTo>
                  <a:pt x="1588204" y="41524"/>
                  <a:pt x="1584864" y="42073"/>
                  <a:pt x="1581887" y="43171"/>
                </a:cubicBezTo>
                <a:cubicBezTo>
                  <a:pt x="1578909" y="44268"/>
                  <a:pt x="1576374" y="46141"/>
                  <a:pt x="1574282" y="48792"/>
                </a:cubicBezTo>
                <a:cubicBezTo>
                  <a:pt x="1572190" y="51441"/>
                  <a:pt x="1570594" y="54960"/>
                  <a:pt x="1569494" y="59349"/>
                </a:cubicBezTo>
                <a:cubicBezTo>
                  <a:pt x="1568394" y="63736"/>
                  <a:pt x="1567844" y="69222"/>
                  <a:pt x="1567844" y="75805"/>
                </a:cubicBezTo>
                <a:cubicBezTo>
                  <a:pt x="1567844" y="82550"/>
                  <a:pt x="1568434" y="88130"/>
                  <a:pt x="1569615" y="92546"/>
                </a:cubicBezTo>
                <a:cubicBezTo>
                  <a:pt x="1570795" y="96961"/>
                  <a:pt x="1572418" y="100480"/>
                  <a:pt x="1574483" y="103103"/>
                </a:cubicBezTo>
                <a:cubicBezTo>
                  <a:pt x="1576549" y="105725"/>
                  <a:pt x="1578990" y="107572"/>
                  <a:pt x="1581806" y="108643"/>
                </a:cubicBezTo>
                <a:cubicBezTo>
                  <a:pt x="1584623" y="109713"/>
                  <a:pt x="1587694" y="110248"/>
                  <a:pt x="1591020" y="110248"/>
                </a:cubicBezTo>
                <a:cubicBezTo>
                  <a:pt x="1594722" y="110248"/>
                  <a:pt x="1598075" y="109726"/>
                  <a:pt x="1601080" y="108684"/>
                </a:cubicBezTo>
                <a:cubicBezTo>
                  <a:pt x="1604084" y="107639"/>
                  <a:pt x="1606632" y="105806"/>
                  <a:pt x="1608725" y="103184"/>
                </a:cubicBezTo>
                <a:cubicBezTo>
                  <a:pt x="1610817" y="100560"/>
                  <a:pt x="1612426" y="97028"/>
                  <a:pt x="1613553" y="92587"/>
                </a:cubicBezTo>
                <a:cubicBezTo>
                  <a:pt x="1614679" y="88144"/>
                  <a:pt x="1615243" y="82550"/>
                  <a:pt x="1615243" y="75805"/>
                </a:cubicBezTo>
                <a:close/>
                <a:moveTo>
                  <a:pt x="1703738" y="119422"/>
                </a:moveTo>
                <a:lnTo>
                  <a:pt x="1703738" y="64275"/>
                </a:lnTo>
                <a:cubicBezTo>
                  <a:pt x="1703738" y="60040"/>
                  <a:pt x="1703429" y="56503"/>
                  <a:pt x="1702812" y="53663"/>
                </a:cubicBezTo>
                <a:cubicBezTo>
                  <a:pt x="1702195" y="50823"/>
                  <a:pt x="1701189" y="48532"/>
                  <a:pt x="1699794" y="46790"/>
                </a:cubicBezTo>
                <a:cubicBezTo>
                  <a:pt x="1698399" y="45048"/>
                  <a:pt x="1696562" y="43816"/>
                  <a:pt x="1694282" y="43093"/>
                </a:cubicBezTo>
                <a:cubicBezTo>
                  <a:pt x="1692002" y="42369"/>
                  <a:pt x="1689172" y="42007"/>
                  <a:pt x="1685792" y="42007"/>
                </a:cubicBezTo>
                <a:cubicBezTo>
                  <a:pt x="1682359" y="42007"/>
                  <a:pt x="1679260" y="42610"/>
                  <a:pt x="1676497" y="43817"/>
                </a:cubicBezTo>
                <a:cubicBezTo>
                  <a:pt x="1673735" y="45023"/>
                  <a:pt x="1671374" y="46765"/>
                  <a:pt x="1669416" y="49043"/>
                </a:cubicBezTo>
                <a:cubicBezTo>
                  <a:pt x="1667458" y="51320"/>
                  <a:pt x="1665942" y="54133"/>
                  <a:pt x="1664869" y="57483"/>
                </a:cubicBezTo>
                <a:cubicBezTo>
                  <a:pt x="1663796" y="60832"/>
                  <a:pt x="1663260" y="64678"/>
                  <a:pt x="1663260" y="69018"/>
                </a:cubicBezTo>
                <a:lnTo>
                  <a:pt x="1663260" y="119422"/>
                </a:lnTo>
                <a:lnTo>
                  <a:pt x="1648775" y="119422"/>
                </a:lnTo>
                <a:lnTo>
                  <a:pt x="1648775" y="50939"/>
                </a:lnTo>
                <a:cubicBezTo>
                  <a:pt x="1648775" y="49115"/>
                  <a:pt x="1648761" y="47197"/>
                  <a:pt x="1648734" y="45185"/>
                </a:cubicBezTo>
                <a:cubicBezTo>
                  <a:pt x="1648708" y="43174"/>
                  <a:pt x="1648667" y="41269"/>
                  <a:pt x="1648614" y="39472"/>
                </a:cubicBezTo>
                <a:cubicBezTo>
                  <a:pt x="1648560" y="37675"/>
                  <a:pt x="1648506" y="36132"/>
                  <a:pt x="1648453" y="34845"/>
                </a:cubicBezTo>
                <a:cubicBezTo>
                  <a:pt x="1648399" y="33557"/>
                  <a:pt x="1648345" y="32726"/>
                  <a:pt x="1648292" y="32350"/>
                </a:cubicBezTo>
                <a:lnTo>
                  <a:pt x="1661972" y="32350"/>
                </a:lnTo>
                <a:cubicBezTo>
                  <a:pt x="1662026" y="32620"/>
                  <a:pt x="1662079" y="33348"/>
                  <a:pt x="1662133" y="34535"/>
                </a:cubicBezTo>
                <a:cubicBezTo>
                  <a:pt x="1662187" y="35721"/>
                  <a:pt x="1662254" y="37082"/>
                  <a:pt x="1662334" y="38619"/>
                </a:cubicBezTo>
                <a:cubicBezTo>
                  <a:pt x="1662415" y="40157"/>
                  <a:pt x="1662482" y="41722"/>
                  <a:pt x="1662535" y="43315"/>
                </a:cubicBezTo>
                <a:cubicBezTo>
                  <a:pt x="1662589" y="44906"/>
                  <a:pt x="1662616" y="46240"/>
                  <a:pt x="1662616" y="47318"/>
                </a:cubicBezTo>
                <a:lnTo>
                  <a:pt x="1662857" y="47318"/>
                </a:lnTo>
                <a:cubicBezTo>
                  <a:pt x="1664252" y="44785"/>
                  <a:pt x="1665781" y="42494"/>
                  <a:pt x="1667444" y="40445"/>
                </a:cubicBezTo>
                <a:cubicBezTo>
                  <a:pt x="1669107" y="38396"/>
                  <a:pt x="1671039" y="36658"/>
                  <a:pt x="1673238" y="35230"/>
                </a:cubicBezTo>
                <a:cubicBezTo>
                  <a:pt x="1675438" y="33801"/>
                  <a:pt x="1677959" y="32696"/>
                  <a:pt x="1680803" y="31915"/>
                </a:cubicBezTo>
                <a:cubicBezTo>
                  <a:pt x="1683646" y="31132"/>
                  <a:pt x="1686946" y="30741"/>
                  <a:pt x="1690701" y="30741"/>
                </a:cubicBezTo>
                <a:cubicBezTo>
                  <a:pt x="1695529" y="30741"/>
                  <a:pt x="1699687" y="31331"/>
                  <a:pt x="1703174" y="32511"/>
                </a:cubicBezTo>
                <a:cubicBezTo>
                  <a:pt x="1706661" y="33691"/>
                  <a:pt x="1709532" y="35515"/>
                  <a:pt x="1711785" y="37983"/>
                </a:cubicBezTo>
                <a:cubicBezTo>
                  <a:pt x="1714038" y="40451"/>
                  <a:pt x="1715688" y="43630"/>
                  <a:pt x="1716734" y="47519"/>
                </a:cubicBezTo>
                <a:cubicBezTo>
                  <a:pt x="1717780" y="51409"/>
                  <a:pt x="1718303" y="56036"/>
                  <a:pt x="1718303" y="61401"/>
                </a:cubicBezTo>
                <a:lnTo>
                  <a:pt x="1718303" y="119422"/>
                </a:lnTo>
                <a:lnTo>
                  <a:pt x="1703738" y="119422"/>
                </a:lnTo>
                <a:close/>
                <a:moveTo>
                  <a:pt x="1751191" y="78863"/>
                </a:moveTo>
                <a:cubicBezTo>
                  <a:pt x="1751191" y="83424"/>
                  <a:pt x="1751661" y="87622"/>
                  <a:pt x="1752599" y="91457"/>
                </a:cubicBezTo>
                <a:cubicBezTo>
                  <a:pt x="1753538" y="95293"/>
                  <a:pt x="1754987" y="98593"/>
                  <a:pt x="1756945" y="101356"/>
                </a:cubicBezTo>
                <a:cubicBezTo>
                  <a:pt x="1758903" y="104118"/>
                  <a:pt x="1761411" y="106264"/>
                  <a:pt x="1764469" y="107793"/>
                </a:cubicBezTo>
                <a:cubicBezTo>
                  <a:pt x="1767527" y="109322"/>
                  <a:pt x="1771202" y="110087"/>
                  <a:pt x="1775494" y="110087"/>
                </a:cubicBezTo>
                <a:cubicBezTo>
                  <a:pt x="1781771" y="110087"/>
                  <a:pt x="1786800" y="108826"/>
                  <a:pt x="1790583" y="106305"/>
                </a:cubicBezTo>
                <a:cubicBezTo>
                  <a:pt x="1794365" y="103783"/>
                  <a:pt x="1796927" y="100591"/>
                  <a:pt x="1798268" y="96728"/>
                </a:cubicBezTo>
                <a:lnTo>
                  <a:pt x="1810982" y="100362"/>
                </a:lnTo>
                <a:cubicBezTo>
                  <a:pt x="1810070" y="102785"/>
                  <a:pt x="1808796" y="105221"/>
                  <a:pt x="1807160" y="107670"/>
                </a:cubicBezTo>
                <a:cubicBezTo>
                  <a:pt x="1805524" y="110118"/>
                  <a:pt x="1803338" y="112324"/>
                  <a:pt x="1800601" y="114289"/>
                </a:cubicBezTo>
                <a:cubicBezTo>
                  <a:pt x="1797865" y="116254"/>
                  <a:pt x="1794445" y="117869"/>
                  <a:pt x="1790341" y="119135"/>
                </a:cubicBezTo>
                <a:cubicBezTo>
                  <a:pt x="1786237" y="120399"/>
                  <a:pt x="1781288" y="121031"/>
                  <a:pt x="1775494" y="121031"/>
                </a:cubicBezTo>
                <a:cubicBezTo>
                  <a:pt x="1762618" y="121031"/>
                  <a:pt x="1752814" y="117195"/>
                  <a:pt x="1746081" y="109524"/>
                </a:cubicBezTo>
                <a:cubicBezTo>
                  <a:pt x="1739348" y="101852"/>
                  <a:pt x="1735982" y="90451"/>
                  <a:pt x="1735982" y="75323"/>
                </a:cubicBezTo>
                <a:cubicBezTo>
                  <a:pt x="1735982" y="67168"/>
                  <a:pt x="1737001" y="60261"/>
                  <a:pt x="1739040" y="54601"/>
                </a:cubicBezTo>
                <a:cubicBezTo>
                  <a:pt x="1741078" y="48941"/>
                  <a:pt x="1743868" y="44341"/>
                  <a:pt x="1747409" y="40800"/>
                </a:cubicBezTo>
                <a:cubicBezTo>
                  <a:pt x="1750950" y="37259"/>
                  <a:pt x="1755081" y="34697"/>
                  <a:pt x="1759802" y="33115"/>
                </a:cubicBezTo>
                <a:cubicBezTo>
                  <a:pt x="1764523" y="31532"/>
                  <a:pt x="1769566" y="30741"/>
                  <a:pt x="1774931" y="30741"/>
                </a:cubicBezTo>
                <a:cubicBezTo>
                  <a:pt x="1782227" y="30741"/>
                  <a:pt x="1788329" y="31919"/>
                  <a:pt x="1793238" y="34276"/>
                </a:cubicBezTo>
                <a:cubicBezTo>
                  <a:pt x="1798147" y="36632"/>
                  <a:pt x="1802090" y="39885"/>
                  <a:pt x="1805068" y="44036"/>
                </a:cubicBezTo>
                <a:cubicBezTo>
                  <a:pt x="1808045" y="48187"/>
                  <a:pt x="1810164" y="53075"/>
                  <a:pt x="1811425" y="58700"/>
                </a:cubicBezTo>
                <a:cubicBezTo>
                  <a:pt x="1812686" y="64323"/>
                  <a:pt x="1813316" y="70401"/>
                  <a:pt x="1813316" y="76935"/>
                </a:cubicBezTo>
                <a:lnTo>
                  <a:pt x="1813316" y="78863"/>
                </a:lnTo>
                <a:lnTo>
                  <a:pt x="1751191" y="78863"/>
                </a:lnTo>
                <a:moveTo>
                  <a:pt x="1798348" y="67758"/>
                </a:moveTo>
                <a:cubicBezTo>
                  <a:pt x="1797543" y="58640"/>
                  <a:pt x="1795210" y="51988"/>
                  <a:pt x="1791347" y="47803"/>
                </a:cubicBezTo>
                <a:cubicBezTo>
                  <a:pt x="1787484" y="43617"/>
                  <a:pt x="1781932" y="41524"/>
                  <a:pt x="1774689" y="41524"/>
                </a:cubicBezTo>
                <a:cubicBezTo>
                  <a:pt x="1772275" y="41524"/>
                  <a:pt x="1769740" y="41910"/>
                  <a:pt x="1767084" y="42683"/>
                </a:cubicBezTo>
                <a:cubicBezTo>
                  <a:pt x="1764429" y="43456"/>
                  <a:pt x="1761974" y="44829"/>
                  <a:pt x="1759721" y="46802"/>
                </a:cubicBezTo>
                <a:cubicBezTo>
                  <a:pt x="1757468" y="48776"/>
                  <a:pt x="1755563" y="51456"/>
                  <a:pt x="1754008" y="54842"/>
                </a:cubicBezTo>
                <a:cubicBezTo>
                  <a:pt x="1752452" y="58227"/>
                  <a:pt x="1751567" y="62532"/>
                  <a:pt x="1751352" y="67758"/>
                </a:cubicBezTo>
                <a:lnTo>
                  <a:pt x="1798348" y="67758"/>
                </a:lnTo>
                <a:close/>
                <a:moveTo>
                  <a:pt x="1897064" y="95338"/>
                </a:moveTo>
                <a:cubicBezTo>
                  <a:pt x="1897064" y="99418"/>
                  <a:pt x="1896272" y="103056"/>
                  <a:pt x="1894690" y="106252"/>
                </a:cubicBezTo>
                <a:cubicBezTo>
                  <a:pt x="1893107" y="109446"/>
                  <a:pt x="1890813" y="112131"/>
                  <a:pt x="1887809" y="114307"/>
                </a:cubicBezTo>
                <a:cubicBezTo>
                  <a:pt x="1884805" y="116481"/>
                  <a:pt x="1881116" y="118146"/>
                  <a:pt x="1876744" y="119301"/>
                </a:cubicBezTo>
                <a:cubicBezTo>
                  <a:pt x="1872372" y="120454"/>
                  <a:pt x="1867369" y="121031"/>
                  <a:pt x="1861736" y="121031"/>
                </a:cubicBezTo>
                <a:cubicBezTo>
                  <a:pt x="1856693" y="121031"/>
                  <a:pt x="1852146" y="120641"/>
                  <a:pt x="1848096" y="119859"/>
                </a:cubicBezTo>
                <a:cubicBezTo>
                  <a:pt x="1844045" y="119080"/>
                  <a:pt x="1840491" y="117829"/>
                  <a:pt x="1837433" y="116107"/>
                </a:cubicBezTo>
                <a:cubicBezTo>
                  <a:pt x="1834375" y="114384"/>
                  <a:pt x="1831813" y="112110"/>
                  <a:pt x="1829748" y="109285"/>
                </a:cubicBezTo>
                <a:cubicBezTo>
                  <a:pt x="1827683" y="106458"/>
                  <a:pt x="1826167" y="102999"/>
                  <a:pt x="1825201" y="98909"/>
                </a:cubicBezTo>
                <a:lnTo>
                  <a:pt x="1837996" y="96406"/>
                </a:lnTo>
                <a:cubicBezTo>
                  <a:pt x="1839230" y="101074"/>
                  <a:pt x="1841779" y="104494"/>
                  <a:pt x="1845641" y="106667"/>
                </a:cubicBezTo>
                <a:cubicBezTo>
                  <a:pt x="1849504" y="108840"/>
                  <a:pt x="1854869" y="109926"/>
                  <a:pt x="1861736" y="109926"/>
                </a:cubicBezTo>
                <a:cubicBezTo>
                  <a:pt x="1864848" y="109926"/>
                  <a:pt x="1867704" y="109712"/>
                  <a:pt x="1870306" y="109285"/>
                </a:cubicBezTo>
                <a:cubicBezTo>
                  <a:pt x="1872908" y="108857"/>
                  <a:pt x="1875148" y="108123"/>
                  <a:pt x="1877026" y="107082"/>
                </a:cubicBezTo>
                <a:cubicBezTo>
                  <a:pt x="1878904" y="106041"/>
                  <a:pt x="1880365" y="104652"/>
                  <a:pt x="1881412" y="102915"/>
                </a:cubicBezTo>
                <a:cubicBezTo>
                  <a:pt x="1882458" y="101178"/>
                  <a:pt x="1882981" y="99028"/>
                  <a:pt x="1882981" y="96464"/>
                </a:cubicBezTo>
                <a:cubicBezTo>
                  <a:pt x="1882981" y="93834"/>
                  <a:pt x="1882364" y="91673"/>
                  <a:pt x="1881130" y="89981"/>
                </a:cubicBezTo>
                <a:cubicBezTo>
                  <a:pt x="1879896" y="88290"/>
                  <a:pt x="1878179" y="86880"/>
                  <a:pt x="1875980" y="85754"/>
                </a:cubicBezTo>
                <a:cubicBezTo>
                  <a:pt x="1873780" y="84626"/>
                  <a:pt x="1871111" y="83646"/>
                  <a:pt x="1867973" y="82814"/>
                </a:cubicBezTo>
                <a:cubicBezTo>
                  <a:pt x="1864834" y="81981"/>
                  <a:pt x="1861387" y="81054"/>
                  <a:pt x="1857632" y="80033"/>
                </a:cubicBezTo>
                <a:cubicBezTo>
                  <a:pt x="1854145" y="79121"/>
                  <a:pt x="1850684" y="78101"/>
                  <a:pt x="1847251" y="76975"/>
                </a:cubicBezTo>
                <a:cubicBezTo>
                  <a:pt x="1843817" y="75846"/>
                  <a:pt x="1840719" y="74356"/>
                  <a:pt x="1837956" y="72504"/>
                </a:cubicBezTo>
                <a:cubicBezTo>
                  <a:pt x="1835193" y="70651"/>
                  <a:pt x="1832954" y="68356"/>
                  <a:pt x="1831237" y="65618"/>
                </a:cubicBezTo>
                <a:cubicBezTo>
                  <a:pt x="1829520" y="62879"/>
                  <a:pt x="1828662" y="59442"/>
                  <a:pt x="1828662" y="55307"/>
                </a:cubicBezTo>
                <a:cubicBezTo>
                  <a:pt x="1828662" y="47359"/>
                  <a:pt x="1831492" y="41304"/>
                  <a:pt x="1837152" y="37143"/>
                </a:cubicBezTo>
                <a:cubicBezTo>
                  <a:pt x="1842811" y="32982"/>
                  <a:pt x="1851060" y="30902"/>
                  <a:pt x="1861897" y="30902"/>
                </a:cubicBezTo>
                <a:cubicBezTo>
                  <a:pt x="1871500" y="30902"/>
                  <a:pt x="1879132" y="32586"/>
                  <a:pt x="1884791" y="35954"/>
                </a:cubicBezTo>
                <a:cubicBezTo>
                  <a:pt x="1890451" y="39322"/>
                  <a:pt x="1894032" y="44721"/>
                  <a:pt x="1895535" y="52151"/>
                </a:cubicBezTo>
                <a:lnTo>
                  <a:pt x="1882498" y="53756"/>
                </a:lnTo>
                <a:cubicBezTo>
                  <a:pt x="1882015" y="51518"/>
                  <a:pt x="1881130" y="49639"/>
                  <a:pt x="1879842" y="48120"/>
                </a:cubicBezTo>
                <a:cubicBezTo>
                  <a:pt x="1878555" y="46601"/>
                  <a:pt x="1876999" y="45376"/>
                  <a:pt x="1875175" y="44444"/>
                </a:cubicBezTo>
                <a:cubicBezTo>
                  <a:pt x="1873351" y="43511"/>
                  <a:pt x="1871299" y="42846"/>
                  <a:pt x="1869019" y="42447"/>
                </a:cubicBezTo>
                <a:cubicBezTo>
                  <a:pt x="1866739" y="42046"/>
                  <a:pt x="1864365" y="41846"/>
                  <a:pt x="1861897" y="41846"/>
                </a:cubicBezTo>
                <a:cubicBezTo>
                  <a:pt x="1855352" y="41846"/>
                  <a:pt x="1850523" y="42840"/>
                  <a:pt x="1847412" y="44828"/>
                </a:cubicBezTo>
                <a:cubicBezTo>
                  <a:pt x="1844300" y="46817"/>
                  <a:pt x="1842744" y="49826"/>
                  <a:pt x="1842744" y="53856"/>
                </a:cubicBezTo>
                <a:cubicBezTo>
                  <a:pt x="1842744" y="56219"/>
                  <a:pt x="1843321" y="58165"/>
                  <a:pt x="1844475" y="59696"/>
                </a:cubicBezTo>
                <a:cubicBezTo>
                  <a:pt x="1845628" y="61226"/>
                  <a:pt x="1847237" y="62516"/>
                  <a:pt x="1849303" y="63563"/>
                </a:cubicBezTo>
                <a:cubicBezTo>
                  <a:pt x="1851368" y="64610"/>
                  <a:pt x="1853850" y="65522"/>
                  <a:pt x="1856747" y="66302"/>
                </a:cubicBezTo>
                <a:cubicBezTo>
                  <a:pt x="1859644" y="67080"/>
                  <a:pt x="1862836" y="67898"/>
                  <a:pt x="1866323" y="68756"/>
                </a:cubicBezTo>
                <a:cubicBezTo>
                  <a:pt x="1868630" y="69348"/>
                  <a:pt x="1870990" y="69980"/>
                  <a:pt x="1873405" y="70650"/>
                </a:cubicBezTo>
                <a:cubicBezTo>
                  <a:pt x="1875819" y="71321"/>
                  <a:pt x="1878166" y="72126"/>
                  <a:pt x="1880446" y="73067"/>
                </a:cubicBezTo>
                <a:cubicBezTo>
                  <a:pt x="1882726" y="74006"/>
                  <a:pt x="1884872" y="75106"/>
                  <a:pt x="1886884" y="76369"/>
                </a:cubicBezTo>
                <a:cubicBezTo>
                  <a:pt x="1888896" y="77631"/>
                  <a:pt x="1890653" y="79148"/>
                  <a:pt x="1892155" y="80920"/>
                </a:cubicBezTo>
                <a:cubicBezTo>
                  <a:pt x="1893657" y="82693"/>
                  <a:pt x="1894851" y="84760"/>
                  <a:pt x="1895736" y="87122"/>
                </a:cubicBezTo>
                <a:cubicBezTo>
                  <a:pt x="1896621" y="89484"/>
                  <a:pt x="1897064" y="92223"/>
                  <a:pt x="1897064" y="95338"/>
                </a:cubicBezTo>
                <a:close/>
                <a:moveTo>
                  <a:pt x="1993417" y="118765"/>
                </a:moveTo>
                <a:cubicBezTo>
                  <a:pt x="1991217" y="119359"/>
                  <a:pt x="1988977" y="119831"/>
                  <a:pt x="1986697" y="120181"/>
                </a:cubicBezTo>
                <a:cubicBezTo>
                  <a:pt x="1984417" y="120533"/>
                  <a:pt x="1981775" y="120709"/>
                  <a:pt x="1978771" y="120709"/>
                </a:cubicBezTo>
                <a:cubicBezTo>
                  <a:pt x="1967183" y="120709"/>
                  <a:pt x="1961389" y="114144"/>
                  <a:pt x="1961389" y="101014"/>
                </a:cubicBezTo>
                <a:lnTo>
                  <a:pt x="1961389" y="42972"/>
                </a:lnTo>
                <a:lnTo>
                  <a:pt x="1951330" y="42972"/>
                </a:lnTo>
                <a:lnTo>
                  <a:pt x="1951330" y="32350"/>
                </a:lnTo>
                <a:lnTo>
                  <a:pt x="1961952" y="32350"/>
                </a:lnTo>
                <a:lnTo>
                  <a:pt x="1966217" y="12876"/>
                </a:lnTo>
                <a:lnTo>
                  <a:pt x="1975874" y="12876"/>
                </a:lnTo>
                <a:lnTo>
                  <a:pt x="1975874" y="32350"/>
                </a:lnTo>
                <a:lnTo>
                  <a:pt x="1991968" y="32350"/>
                </a:lnTo>
                <a:lnTo>
                  <a:pt x="1991968" y="42972"/>
                </a:lnTo>
                <a:lnTo>
                  <a:pt x="1975874" y="42972"/>
                </a:lnTo>
                <a:lnTo>
                  <a:pt x="1975874" y="97802"/>
                </a:lnTo>
                <a:cubicBezTo>
                  <a:pt x="1975874" y="101977"/>
                  <a:pt x="1976558" y="104907"/>
                  <a:pt x="1977926" y="106594"/>
                </a:cubicBezTo>
                <a:cubicBezTo>
                  <a:pt x="1979294" y="108279"/>
                  <a:pt x="1981668" y="109121"/>
                  <a:pt x="1985048" y="109121"/>
                </a:cubicBezTo>
                <a:cubicBezTo>
                  <a:pt x="1986443" y="109121"/>
                  <a:pt x="1987797" y="109014"/>
                  <a:pt x="1989112" y="108799"/>
                </a:cubicBezTo>
                <a:cubicBezTo>
                  <a:pt x="1990426" y="108585"/>
                  <a:pt x="1991861" y="108316"/>
                  <a:pt x="1993417" y="107995"/>
                </a:cubicBezTo>
                <a:lnTo>
                  <a:pt x="1993417" y="118765"/>
                </a:lnTo>
                <a:close/>
                <a:moveTo>
                  <a:pt x="2079390" y="75805"/>
                </a:moveTo>
                <a:cubicBezTo>
                  <a:pt x="2079390" y="91042"/>
                  <a:pt x="2076037" y="102388"/>
                  <a:pt x="2069331" y="109845"/>
                </a:cubicBezTo>
                <a:cubicBezTo>
                  <a:pt x="2062625" y="117303"/>
                  <a:pt x="2052887" y="121031"/>
                  <a:pt x="2040119" y="121031"/>
                </a:cubicBezTo>
                <a:cubicBezTo>
                  <a:pt x="2034057" y="121031"/>
                  <a:pt x="2028638" y="120119"/>
                  <a:pt x="2023863" y="118295"/>
                </a:cubicBezTo>
                <a:cubicBezTo>
                  <a:pt x="2019089" y="116471"/>
                  <a:pt x="2015052" y="113681"/>
                  <a:pt x="2011752" y="109926"/>
                </a:cubicBezTo>
                <a:cubicBezTo>
                  <a:pt x="2008453" y="106170"/>
                  <a:pt x="2005931" y="101463"/>
                  <a:pt x="2004188" y="95803"/>
                </a:cubicBezTo>
                <a:cubicBezTo>
                  <a:pt x="2002444" y="90143"/>
                  <a:pt x="2001572" y="83477"/>
                  <a:pt x="2001572" y="75805"/>
                </a:cubicBezTo>
                <a:cubicBezTo>
                  <a:pt x="2001572" y="45762"/>
                  <a:pt x="2014582" y="30741"/>
                  <a:pt x="2040602" y="30741"/>
                </a:cubicBezTo>
                <a:cubicBezTo>
                  <a:pt x="2047362" y="30741"/>
                  <a:pt x="2053196" y="31679"/>
                  <a:pt x="2058105" y="33557"/>
                </a:cubicBezTo>
                <a:cubicBezTo>
                  <a:pt x="2063013" y="35435"/>
                  <a:pt x="2067037" y="38251"/>
                  <a:pt x="2070176" y="42007"/>
                </a:cubicBezTo>
                <a:cubicBezTo>
                  <a:pt x="2073314" y="45762"/>
                  <a:pt x="2075634" y="50456"/>
                  <a:pt x="2077136" y="56090"/>
                </a:cubicBezTo>
                <a:cubicBezTo>
                  <a:pt x="2078639" y="61723"/>
                  <a:pt x="2079390" y="68295"/>
                  <a:pt x="2079390" y="75805"/>
                </a:cubicBezTo>
                <a:moveTo>
                  <a:pt x="2064180" y="75805"/>
                </a:moveTo>
                <a:cubicBezTo>
                  <a:pt x="2064180" y="69061"/>
                  <a:pt x="2063657" y="63495"/>
                  <a:pt x="2062611" y="59107"/>
                </a:cubicBezTo>
                <a:cubicBezTo>
                  <a:pt x="2061565" y="54718"/>
                  <a:pt x="2060036" y="51213"/>
                  <a:pt x="2058024" y="48591"/>
                </a:cubicBezTo>
                <a:cubicBezTo>
                  <a:pt x="2056012" y="45967"/>
                  <a:pt x="2053558" y="44133"/>
                  <a:pt x="2050661" y="43091"/>
                </a:cubicBezTo>
                <a:cubicBezTo>
                  <a:pt x="2047764" y="42046"/>
                  <a:pt x="2044491" y="41524"/>
                  <a:pt x="2040843" y="41524"/>
                </a:cubicBezTo>
                <a:cubicBezTo>
                  <a:pt x="2037141" y="41524"/>
                  <a:pt x="2033802" y="42073"/>
                  <a:pt x="2030824" y="43171"/>
                </a:cubicBezTo>
                <a:cubicBezTo>
                  <a:pt x="2027847" y="44268"/>
                  <a:pt x="2025312" y="46141"/>
                  <a:pt x="2023220" y="48792"/>
                </a:cubicBezTo>
                <a:cubicBezTo>
                  <a:pt x="2021127" y="51441"/>
                  <a:pt x="2019531" y="54960"/>
                  <a:pt x="2018432" y="59349"/>
                </a:cubicBezTo>
                <a:cubicBezTo>
                  <a:pt x="2017332" y="63736"/>
                  <a:pt x="2016782" y="69222"/>
                  <a:pt x="2016782" y="75805"/>
                </a:cubicBezTo>
                <a:cubicBezTo>
                  <a:pt x="2016782" y="82550"/>
                  <a:pt x="2017372" y="88130"/>
                  <a:pt x="2018552" y="92546"/>
                </a:cubicBezTo>
                <a:cubicBezTo>
                  <a:pt x="2019733" y="96961"/>
                  <a:pt x="2021355" y="100480"/>
                  <a:pt x="2023421" y="103103"/>
                </a:cubicBezTo>
                <a:cubicBezTo>
                  <a:pt x="2025486" y="105725"/>
                  <a:pt x="2027927" y="107572"/>
                  <a:pt x="2030744" y="108643"/>
                </a:cubicBezTo>
                <a:cubicBezTo>
                  <a:pt x="2033560" y="109713"/>
                  <a:pt x="2036632" y="110248"/>
                  <a:pt x="2039958" y="110248"/>
                </a:cubicBezTo>
                <a:cubicBezTo>
                  <a:pt x="2043660" y="110248"/>
                  <a:pt x="2047013" y="109726"/>
                  <a:pt x="2050017" y="108684"/>
                </a:cubicBezTo>
                <a:cubicBezTo>
                  <a:pt x="2053021" y="107639"/>
                  <a:pt x="2055570" y="105806"/>
                  <a:pt x="2057662" y="103184"/>
                </a:cubicBezTo>
                <a:cubicBezTo>
                  <a:pt x="2059754" y="100560"/>
                  <a:pt x="2061364" y="97028"/>
                  <a:pt x="2062490" y="92587"/>
                </a:cubicBezTo>
                <a:cubicBezTo>
                  <a:pt x="2063617" y="88144"/>
                  <a:pt x="2064180" y="82550"/>
                  <a:pt x="2064180" y="75805"/>
                </a:cubicBezTo>
                <a:close/>
                <a:moveTo>
                  <a:pt x="2143207" y="119422"/>
                </a:moveTo>
                <a:lnTo>
                  <a:pt x="2143207" y="0"/>
                </a:lnTo>
                <a:lnTo>
                  <a:pt x="2157692" y="0"/>
                </a:lnTo>
                <a:lnTo>
                  <a:pt x="2157692" y="119422"/>
                </a:lnTo>
                <a:lnTo>
                  <a:pt x="2143207" y="119422"/>
                </a:lnTo>
                <a:close/>
                <a:moveTo>
                  <a:pt x="2190900" y="78863"/>
                </a:moveTo>
                <a:cubicBezTo>
                  <a:pt x="2190900" y="83424"/>
                  <a:pt x="2191369" y="87622"/>
                  <a:pt x="2192308" y="91457"/>
                </a:cubicBezTo>
                <a:cubicBezTo>
                  <a:pt x="2193247" y="95293"/>
                  <a:pt x="2194695" y="98593"/>
                  <a:pt x="2196654" y="101356"/>
                </a:cubicBezTo>
                <a:cubicBezTo>
                  <a:pt x="2198612" y="104118"/>
                  <a:pt x="2201120" y="106264"/>
                  <a:pt x="2204178" y="107793"/>
                </a:cubicBezTo>
                <a:cubicBezTo>
                  <a:pt x="2207236" y="109322"/>
                  <a:pt x="2210911" y="110087"/>
                  <a:pt x="2215203" y="110087"/>
                </a:cubicBezTo>
                <a:cubicBezTo>
                  <a:pt x="2221479" y="110087"/>
                  <a:pt x="2226509" y="108826"/>
                  <a:pt x="2230291" y="106305"/>
                </a:cubicBezTo>
                <a:cubicBezTo>
                  <a:pt x="2234073" y="103783"/>
                  <a:pt x="2236635" y="100591"/>
                  <a:pt x="2237976" y="96728"/>
                </a:cubicBezTo>
                <a:lnTo>
                  <a:pt x="2250691" y="100362"/>
                </a:lnTo>
                <a:cubicBezTo>
                  <a:pt x="2249779" y="102785"/>
                  <a:pt x="2248505" y="105221"/>
                  <a:pt x="2246869" y="107670"/>
                </a:cubicBezTo>
                <a:cubicBezTo>
                  <a:pt x="2245232" y="110118"/>
                  <a:pt x="2243046" y="112324"/>
                  <a:pt x="2240310" y="114289"/>
                </a:cubicBezTo>
                <a:cubicBezTo>
                  <a:pt x="2237574" y="116254"/>
                  <a:pt x="2234154" y="117869"/>
                  <a:pt x="2230050" y="119135"/>
                </a:cubicBezTo>
                <a:cubicBezTo>
                  <a:pt x="2225946" y="120399"/>
                  <a:pt x="2220997" y="121031"/>
                  <a:pt x="2215203" y="121031"/>
                </a:cubicBezTo>
                <a:cubicBezTo>
                  <a:pt x="2202327" y="121031"/>
                  <a:pt x="2192523" y="117195"/>
                  <a:pt x="2185790" y="109524"/>
                </a:cubicBezTo>
                <a:cubicBezTo>
                  <a:pt x="2179057" y="101852"/>
                  <a:pt x="2175690" y="90451"/>
                  <a:pt x="2175690" y="75323"/>
                </a:cubicBezTo>
                <a:cubicBezTo>
                  <a:pt x="2175690" y="67168"/>
                  <a:pt x="2176710" y="60261"/>
                  <a:pt x="2178748" y="54601"/>
                </a:cubicBezTo>
                <a:cubicBezTo>
                  <a:pt x="2180787" y="48941"/>
                  <a:pt x="2183577" y="44341"/>
                  <a:pt x="2187118" y="40800"/>
                </a:cubicBezTo>
                <a:cubicBezTo>
                  <a:pt x="2190658" y="37259"/>
                  <a:pt x="2194789" y="34697"/>
                  <a:pt x="2199510" y="33115"/>
                </a:cubicBezTo>
                <a:cubicBezTo>
                  <a:pt x="2204231" y="31532"/>
                  <a:pt x="2209274" y="30741"/>
                  <a:pt x="2214639" y="30741"/>
                </a:cubicBezTo>
                <a:cubicBezTo>
                  <a:pt x="2221935" y="30741"/>
                  <a:pt x="2228038" y="31919"/>
                  <a:pt x="2232947" y="34276"/>
                </a:cubicBezTo>
                <a:cubicBezTo>
                  <a:pt x="2237856" y="36632"/>
                  <a:pt x="2241799" y="39885"/>
                  <a:pt x="2244776" y="44036"/>
                </a:cubicBezTo>
                <a:cubicBezTo>
                  <a:pt x="2247754" y="48187"/>
                  <a:pt x="2249873" y="53075"/>
                  <a:pt x="2251134" y="58700"/>
                </a:cubicBezTo>
                <a:cubicBezTo>
                  <a:pt x="2252394" y="64323"/>
                  <a:pt x="2253025" y="70401"/>
                  <a:pt x="2253025" y="76935"/>
                </a:cubicBezTo>
                <a:lnTo>
                  <a:pt x="2253025" y="78863"/>
                </a:lnTo>
                <a:lnTo>
                  <a:pt x="2190900" y="78863"/>
                </a:lnTo>
                <a:moveTo>
                  <a:pt x="2238057" y="67758"/>
                </a:moveTo>
                <a:cubicBezTo>
                  <a:pt x="2237252" y="58640"/>
                  <a:pt x="2234918" y="51988"/>
                  <a:pt x="2231056" y="47803"/>
                </a:cubicBezTo>
                <a:cubicBezTo>
                  <a:pt x="2227193" y="43617"/>
                  <a:pt x="2221640" y="41524"/>
                  <a:pt x="2214398" y="41524"/>
                </a:cubicBezTo>
                <a:cubicBezTo>
                  <a:pt x="2211984" y="41524"/>
                  <a:pt x="2209449" y="41910"/>
                  <a:pt x="2206793" y="42683"/>
                </a:cubicBezTo>
                <a:cubicBezTo>
                  <a:pt x="2204138" y="43456"/>
                  <a:pt x="2201683" y="44829"/>
                  <a:pt x="2199430" y="46802"/>
                </a:cubicBezTo>
                <a:cubicBezTo>
                  <a:pt x="2197177" y="48776"/>
                  <a:pt x="2195272" y="51456"/>
                  <a:pt x="2193716" y="54842"/>
                </a:cubicBezTo>
                <a:cubicBezTo>
                  <a:pt x="2192161" y="58227"/>
                  <a:pt x="2191275" y="62532"/>
                  <a:pt x="2191061" y="67758"/>
                </a:cubicBezTo>
                <a:lnTo>
                  <a:pt x="2238057" y="67758"/>
                </a:lnTo>
                <a:close/>
                <a:moveTo>
                  <a:pt x="2304904" y="118765"/>
                </a:moveTo>
                <a:cubicBezTo>
                  <a:pt x="2302705" y="119359"/>
                  <a:pt x="2300465" y="119831"/>
                  <a:pt x="2298185" y="120181"/>
                </a:cubicBezTo>
                <a:cubicBezTo>
                  <a:pt x="2295905" y="120533"/>
                  <a:pt x="2293263" y="120709"/>
                  <a:pt x="2290258" y="120709"/>
                </a:cubicBezTo>
                <a:cubicBezTo>
                  <a:pt x="2278670" y="120709"/>
                  <a:pt x="2272876" y="114144"/>
                  <a:pt x="2272876" y="101014"/>
                </a:cubicBezTo>
                <a:lnTo>
                  <a:pt x="2272876" y="42972"/>
                </a:lnTo>
                <a:lnTo>
                  <a:pt x="2262817" y="42972"/>
                </a:lnTo>
                <a:lnTo>
                  <a:pt x="2262817" y="32350"/>
                </a:lnTo>
                <a:lnTo>
                  <a:pt x="2273440" y="32350"/>
                </a:lnTo>
                <a:lnTo>
                  <a:pt x="2277705" y="12876"/>
                </a:lnTo>
                <a:lnTo>
                  <a:pt x="2287361" y="12876"/>
                </a:lnTo>
                <a:lnTo>
                  <a:pt x="2287361" y="32350"/>
                </a:lnTo>
                <a:lnTo>
                  <a:pt x="2303456" y="32350"/>
                </a:lnTo>
                <a:lnTo>
                  <a:pt x="2303456" y="42972"/>
                </a:lnTo>
                <a:lnTo>
                  <a:pt x="2287361" y="42972"/>
                </a:lnTo>
                <a:lnTo>
                  <a:pt x="2287361" y="97802"/>
                </a:lnTo>
                <a:cubicBezTo>
                  <a:pt x="2287361" y="101977"/>
                  <a:pt x="2288045" y="104907"/>
                  <a:pt x="2289413" y="106594"/>
                </a:cubicBezTo>
                <a:cubicBezTo>
                  <a:pt x="2290781" y="108279"/>
                  <a:pt x="2293155" y="109121"/>
                  <a:pt x="2296535" y="109121"/>
                </a:cubicBezTo>
                <a:cubicBezTo>
                  <a:pt x="2297930" y="109121"/>
                  <a:pt x="2299285" y="109014"/>
                  <a:pt x="2300599" y="108799"/>
                </a:cubicBezTo>
                <a:cubicBezTo>
                  <a:pt x="2301913" y="108585"/>
                  <a:pt x="2303349" y="108316"/>
                  <a:pt x="2304904" y="107995"/>
                </a:cubicBezTo>
                <a:lnTo>
                  <a:pt x="2304904" y="118765"/>
                </a:lnTo>
                <a:close/>
                <a:moveTo>
                  <a:pt x="2396538" y="118765"/>
                </a:moveTo>
                <a:cubicBezTo>
                  <a:pt x="2394339" y="119359"/>
                  <a:pt x="2392099" y="119831"/>
                  <a:pt x="2389819" y="120181"/>
                </a:cubicBezTo>
                <a:cubicBezTo>
                  <a:pt x="2387539" y="120533"/>
                  <a:pt x="2384896" y="120709"/>
                  <a:pt x="2381892" y="120709"/>
                </a:cubicBezTo>
                <a:cubicBezTo>
                  <a:pt x="2370304" y="120709"/>
                  <a:pt x="2364510" y="114144"/>
                  <a:pt x="2364510" y="101014"/>
                </a:cubicBezTo>
                <a:lnTo>
                  <a:pt x="2364510" y="42972"/>
                </a:lnTo>
                <a:lnTo>
                  <a:pt x="2354451" y="42972"/>
                </a:lnTo>
                <a:lnTo>
                  <a:pt x="2354451" y="32350"/>
                </a:lnTo>
                <a:lnTo>
                  <a:pt x="2365073" y="32350"/>
                </a:lnTo>
                <a:lnTo>
                  <a:pt x="2369338" y="12876"/>
                </a:lnTo>
                <a:lnTo>
                  <a:pt x="2378995" y="12876"/>
                </a:lnTo>
                <a:lnTo>
                  <a:pt x="2378995" y="32350"/>
                </a:lnTo>
                <a:lnTo>
                  <a:pt x="2395090" y="32350"/>
                </a:lnTo>
                <a:lnTo>
                  <a:pt x="2395090" y="42972"/>
                </a:lnTo>
                <a:lnTo>
                  <a:pt x="2378995" y="42972"/>
                </a:lnTo>
                <a:lnTo>
                  <a:pt x="2378995" y="97802"/>
                </a:lnTo>
                <a:cubicBezTo>
                  <a:pt x="2378995" y="101977"/>
                  <a:pt x="2379679" y="104907"/>
                  <a:pt x="2381047" y="106594"/>
                </a:cubicBezTo>
                <a:cubicBezTo>
                  <a:pt x="2382415" y="108279"/>
                  <a:pt x="2384789" y="109121"/>
                  <a:pt x="2388169" y="109121"/>
                </a:cubicBezTo>
                <a:cubicBezTo>
                  <a:pt x="2389564" y="109121"/>
                  <a:pt x="2390918" y="109014"/>
                  <a:pt x="2392233" y="108799"/>
                </a:cubicBezTo>
                <a:cubicBezTo>
                  <a:pt x="2393547" y="108585"/>
                  <a:pt x="2394982" y="108316"/>
                  <a:pt x="2396538" y="107995"/>
                </a:cubicBezTo>
                <a:lnTo>
                  <a:pt x="2396538" y="118765"/>
                </a:lnTo>
                <a:close/>
                <a:moveTo>
                  <a:pt x="2423283" y="47318"/>
                </a:moveTo>
                <a:cubicBezTo>
                  <a:pt x="2424892" y="44352"/>
                  <a:pt x="2426636" y="41832"/>
                  <a:pt x="2428514" y="39756"/>
                </a:cubicBezTo>
                <a:cubicBezTo>
                  <a:pt x="2430391" y="37681"/>
                  <a:pt x="2432457" y="35970"/>
                  <a:pt x="2434710" y="34623"/>
                </a:cubicBezTo>
                <a:cubicBezTo>
                  <a:pt x="2436963" y="33276"/>
                  <a:pt x="2439431" y="32291"/>
                  <a:pt x="2442114" y="31671"/>
                </a:cubicBezTo>
                <a:cubicBezTo>
                  <a:pt x="2444796" y="31051"/>
                  <a:pt x="2447800" y="30741"/>
                  <a:pt x="2451127" y="30741"/>
                </a:cubicBezTo>
                <a:cubicBezTo>
                  <a:pt x="2456706" y="30741"/>
                  <a:pt x="2461280" y="31492"/>
                  <a:pt x="2464847" y="32994"/>
                </a:cubicBezTo>
                <a:cubicBezTo>
                  <a:pt x="2468415" y="34496"/>
                  <a:pt x="2471231" y="36602"/>
                  <a:pt x="2473297" y="39311"/>
                </a:cubicBezTo>
                <a:cubicBezTo>
                  <a:pt x="2475362" y="42020"/>
                  <a:pt x="2476784" y="45253"/>
                  <a:pt x="2477562" y="49008"/>
                </a:cubicBezTo>
                <a:cubicBezTo>
                  <a:pt x="2478340" y="52763"/>
                  <a:pt x="2478729" y="56894"/>
                  <a:pt x="2478729" y="61401"/>
                </a:cubicBezTo>
                <a:lnTo>
                  <a:pt x="2478729" y="119422"/>
                </a:lnTo>
                <a:lnTo>
                  <a:pt x="2464163" y="119422"/>
                </a:lnTo>
                <a:lnTo>
                  <a:pt x="2464163" y="64275"/>
                </a:lnTo>
                <a:cubicBezTo>
                  <a:pt x="2464163" y="60577"/>
                  <a:pt x="2463935" y="57334"/>
                  <a:pt x="2463479" y="54548"/>
                </a:cubicBezTo>
                <a:cubicBezTo>
                  <a:pt x="2463023" y="51762"/>
                  <a:pt x="2462151" y="49444"/>
                  <a:pt x="2460864" y="47595"/>
                </a:cubicBezTo>
                <a:cubicBezTo>
                  <a:pt x="2459576" y="45745"/>
                  <a:pt x="2457752" y="44352"/>
                  <a:pt x="2455392" y="43415"/>
                </a:cubicBezTo>
                <a:cubicBezTo>
                  <a:pt x="2453031" y="42476"/>
                  <a:pt x="2449973" y="42007"/>
                  <a:pt x="2446218" y="42007"/>
                </a:cubicBezTo>
                <a:cubicBezTo>
                  <a:pt x="2442784" y="42007"/>
                  <a:pt x="2439686" y="42623"/>
                  <a:pt x="2436923" y="43855"/>
                </a:cubicBezTo>
                <a:cubicBezTo>
                  <a:pt x="2434160" y="45087"/>
                  <a:pt x="2431800" y="46829"/>
                  <a:pt x="2429841" y="49081"/>
                </a:cubicBezTo>
                <a:cubicBezTo>
                  <a:pt x="2427883" y="51332"/>
                  <a:pt x="2426368" y="54066"/>
                  <a:pt x="2425295" y="57282"/>
                </a:cubicBezTo>
                <a:cubicBezTo>
                  <a:pt x="2424222" y="60497"/>
                  <a:pt x="2423685" y="64114"/>
                  <a:pt x="2423685" y="68133"/>
                </a:cubicBezTo>
                <a:lnTo>
                  <a:pt x="2423685" y="119422"/>
                </a:lnTo>
                <a:lnTo>
                  <a:pt x="2409200" y="119422"/>
                </a:lnTo>
                <a:lnTo>
                  <a:pt x="2409200" y="0"/>
                </a:lnTo>
                <a:lnTo>
                  <a:pt x="2423685" y="0"/>
                </a:lnTo>
                <a:lnTo>
                  <a:pt x="2423685" y="31115"/>
                </a:lnTo>
                <a:cubicBezTo>
                  <a:pt x="2423685" y="32889"/>
                  <a:pt x="2423658" y="34663"/>
                  <a:pt x="2423605" y="36437"/>
                </a:cubicBezTo>
                <a:cubicBezTo>
                  <a:pt x="2423551" y="38209"/>
                  <a:pt x="2423484" y="39847"/>
                  <a:pt x="2423404" y="41353"/>
                </a:cubicBezTo>
                <a:cubicBezTo>
                  <a:pt x="2423323" y="42857"/>
                  <a:pt x="2423256" y="44133"/>
                  <a:pt x="2423202" y="45183"/>
                </a:cubicBezTo>
                <a:cubicBezTo>
                  <a:pt x="2423149" y="46231"/>
                  <a:pt x="2423095" y="46942"/>
                  <a:pt x="2423042" y="47318"/>
                </a:cubicBezTo>
                <a:lnTo>
                  <a:pt x="2423283" y="47318"/>
                </a:lnTo>
                <a:close/>
                <a:moveTo>
                  <a:pt x="2511617" y="78863"/>
                </a:moveTo>
                <a:cubicBezTo>
                  <a:pt x="2511617" y="83424"/>
                  <a:pt x="2512086" y="87622"/>
                  <a:pt x="2513025" y="91457"/>
                </a:cubicBezTo>
                <a:cubicBezTo>
                  <a:pt x="2513964" y="95293"/>
                  <a:pt x="2515412" y="98593"/>
                  <a:pt x="2517371" y="101356"/>
                </a:cubicBezTo>
                <a:cubicBezTo>
                  <a:pt x="2519329" y="104118"/>
                  <a:pt x="2521837" y="106264"/>
                  <a:pt x="2524895" y="107793"/>
                </a:cubicBezTo>
                <a:cubicBezTo>
                  <a:pt x="2527953" y="109322"/>
                  <a:pt x="2531628" y="110087"/>
                  <a:pt x="2535920" y="110087"/>
                </a:cubicBezTo>
                <a:cubicBezTo>
                  <a:pt x="2542196" y="110087"/>
                  <a:pt x="2547226" y="108826"/>
                  <a:pt x="2551008" y="106305"/>
                </a:cubicBezTo>
                <a:cubicBezTo>
                  <a:pt x="2554790" y="103783"/>
                  <a:pt x="2557352" y="100591"/>
                  <a:pt x="2558693" y="96728"/>
                </a:cubicBezTo>
                <a:lnTo>
                  <a:pt x="2571408" y="100362"/>
                </a:lnTo>
                <a:cubicBezTo>
                  <a:pt x="2570496" y="102785"/>
                  <a:pt x="2569222" y="105221"/>
                  <a:pt x="2567586" y="107670"/>
                </a:cubicBezTo>
                <a:cubicBezTo>
                  <a:pt x="2565949" y="110118"/>
                  <a:pt x="2563763" y="112324"/>
                  <a:pt x="2561027" y="114289"/>
                </a:cubicBezTo>
                <a:cubicBezTo>
                  <a:pt x="2558291" y="116254"/>
                  <a:pt x="2554871" y="117869"/>
                  <a:pt x="2550767" y="119135"/>
                </a:cubicBezTo>
                <a:cubicBezTo>
                  <a:pt x="2546663" y="120399"/>
                  <a:pt x="2541714" y="121031"/>
                  <a:pt x="2535920" y="121031"/>
                </a:cubicBezTo>
                <a:cubicBezTo>
                  <a:pt x="2523044" y="121031"/>
                  <a:pt x="2513240" y="117195"/>
                  <a:pt x="2506507" y="109524"/>
                </a:cubicBezTo>
                <a:cubicBezTo>
                  <a:pt x="2499774" y="101852"/>
                  <a:pt x="2496407" y="90451"/>
                  <a:pt x="2496407" y="75323"/>
                </a:cubicBezTo>
                <a:cubicBezTo>
                  <a:pt x="2496407" y="67168"/>
                  <a:pt x="2497427" y="60261"/>
                  <a:pt x="2499465" y="54601"/>
                </a:cubicBezTo>
                <a:cubicBezTo>
                  <a:pt x="2501504" y="48941"/>
                  <a:pt x="2504294" y="44341"/>
                  <a:pt x="2507834" y="40800"/>
                </a:cubicBezTo>
                <a:cubicBezTo>
                  <a:pt x="2511375" y="37259"/>
                  <a:pt x="2515506" y="34697"/>
                  <a:pt x="2520227" y="33115"/>
                </a:cubicBezTo>
                <a:cubicBezTo>
                  <a:pt x="2524948" y="31532"/>
                  <a:pt x="2529991" y="30741"/>
                  <a:pt x="2535356" y="30741"/>
                </a:cubicBezTo>
                <a:cubicBezTo>
                  <a:pt x="2542652" y="30741"/>
                  <a:pt x="2548755" y="31919"/>
                  <a:pt x="2553664" y="34276"/>
                </a:cubicBezTo>
                <a:cubicBezTo>
                  <a:pt x="2558573" y="36632"/>
                  <a:pt x="2562516" y="39885"/>
                  <a:pt x="2565493" y="44036"/>
                </a:cubicBezTo>
                <a:cubicBezTo>
                  <a:pt x="2568471" y="48187"/>
                  <a:pt x="2570590" y="53075"/>
                  <a:pt x="2571851" y="58700"/>
                </a:cubicBezTo>
                <a:cubicBezTo>
                  <a:pt x="2573111" y="64323"/>
                  <a:pt x="2573742" y="70401"/>
                  <a:pt x="2573742" y="76935"/>
                </a:cubicBezTo>
                <a:lnTo>
                  <a:pt x="2573742" y="78863"/>
                </a:lnTo>
                <a:lnTo>
                  <a:pt x="2511617" y="78863"/>
                </a:lnTo>
                <a:moveTo>
                  <a:pt x="2558774" y="67758"/>
                </a:moveTo>
                <a:cubicBezTo>
                  <a:pt x="2557969" y="58640"/>
                  <a:pt x="2555635" y="51988"/>
                  <a:pt x="2551773" y="47803"/>
                </a:cubicBezTo>
                <a:cubicBezTo>
                  <a:pt x="2547910" y="43617"/>
                  <a:pt x="2542357" y="41524"/>
                  <a:pt x="2535115" y="41524"/>
                </a:cubicBezTo>
                <a:cubicBezTo>
                  <a:pt x="2532701" y="41524"/>
                  <a:pt x="2530166" y="41910"/>
                  <a:pt x="2527510" y="42683"/>
                </a:cubicBezTo>
                <a:cubicBezTo>
                  <a:pt x="2524855" y="43456"/>
                  <a:pt x="2522400" y="44829"/>
                  <a:pt x="2520147" y="46802"/>
                </a:cubicBezTo>
                <a:cubicBezTo>
                  <a:pt x="2517894" y="48776"/>
                  <a:pt x="2515989" y="51456"/>
                  <a:pt x="2514433" y="54842"/>
                </a:cubicBezTo>
                <a:cubicBezTo>
                  <a:pt x="2512877" y="58227"/>
                  <a:pt x="2511992" y="62532"/>
                  <a:pt x="2511778" y="67758"/>
                </a:cubicBezTo>
                <a:lnTo>
                  <a:pt x="2558774" y="67758"/>
                </a:lnTo>
                <a:close/>
                <a:moveTo>
                  <a:pt x="2642843" y="119422"/>
                </a:moveTo>
                <a:lnTo>
                  <a:pt x="2642843" y="64275"/>
                </a:lnTo>
                <a:cubicBezTo>
                  <a:pt x="2642843" y="60040"/>
                  <a:pt x="2642575" y="56503"/>
                  <a:pt x="2642038" y="53663"/>
                </a:cubicBezTo>
                <a:cubicBezTo>
                  <a:pt x="2641502" y="50823"/>
                  <a:pt x="2640603" y="48532"/>
                  <a:pt x="2639342" y="46790"/>
                </a:cubicBezTo>
                <a:cubicBezTo>
                  <a:pt x="2638081" y="45048"/>
                  <a:pt x="2636432" y="43816"/>
                  <a:pt x="2634393" y="43093"/>
                </a:cubicBezTo>
                <a:cubicBezTo>
                  <a:pt x="2632355" y="42369"/>
                  <a:pt x="2629860" y="42007"/>
                  <a:pt x="2626909" y="42007"/>
                </a:cubicBezTo>
                <a:cubicBezTo>
                  <a:pt x="2623851" y="42007"/>
                  <a:pt x="2621088" y="42610"/>
                  <a:pt x="2618620" y="43817"/>
                </a:cubicBezTo>
                <a:cubicBezTo>
                  <a:pt x="2616153" y="45023"/>
                  <a:pt x="2614047" y="46765"/>
                  <a:pt x="2612303" y="49043"/>
                </a:cubicBezTo>
                <a:cubicBezTo>
                  <a:pt x="2610560" y="51320"/>
                  <a:pt x="2609219" y="54133"/>
                  <a:pt x="2608280" y="57483"/>
                </a:cubicBezTo>
                <a:cubicBezTo>
                  <a:pt x="2607341" y="60832"/>
                  <a:pt x="2606871" y="64678"/>
                  <a:pt x="2606871" y="69018"/>
                </a:cubicBezTo>
                <a:lnTo>
                  <a:pt x="2606871" y="119422"/>
                </a:lnTo>
                <a:lnTo>
                  <a:pt x="2592467" y="119422"/>
                </a:lnTo>
                <a:lnTo>
                  <a:pt x="2592467" y="50939"/>
                </a:lnTo>
                <a:cubicBezTo>
                  <a:pt x="2592467" y="49115"/>
                  <a:pt x="2592453" y="47197"/>
                  <a:pt x="2592427" y="45185"/>
                </a:cubicBezTo>
                <a:cubicBezTo>
                  <a:pt x="2592400" y="43174"/>
                  <a:pt x="2592360" y="41269"/>
                  <a:pt x="2592306" y="39472"/>
                </a:cubicBezTo>
                <a:cubicBezTo>
                  <a:pt x="2592252" y="37675"/>
                  <a:pt x="2592199" y="36132"/>
                  <a:pt x="2592145" y="34845"/>
                </a:cubicBezTo>
                <a:cubicBezTo>
                  <a:pt x="2592091" y="33557"/>
                  <a:pt x="2592038" y="32726"/>
                  <a:pt x="2591984" y="32350"/>
                </a:cubicBezTo>
                <a:lnTo>
                  <a:pt x="2605664" y="32350"/>
                </a:lnTo>
                <a:cubicBezTo>
                  <a:pt x="2605718" y="32620"/>
                  <a:pt x="2605772" y="33348"/>
                  <a:pt x="2605825" y="34535"/>
                </a:cubicBezTo>
                <a:cubicBezTo>
                  <a:pt x="2605879" y="35721"/>
                  <a:pt x="2605946" y="37082"/>
                  <a:pt x="2606026" y="38619"/>
                </a:cubicBezTo>
                <a:cubicBezTo>
                  <a:pt x="2606107" y="40157"/>
                  <a:pt x="2606174" y="41722"/>
                  <a:pt x="2606228" y="43315"/>
                </a:cubicBezTo>
                <a:cubicBezTo>
                  <a:pt x="2606281" y="44906"/>
                  <a:pt x="2606308" y="46240"/>
                  <a:pt x="2606308" y="47318"/>
                </a:cubicBezTo>
                <a:lnTo>
                  <a:pt x="2606550" y="47318"/>
                </a:lnTo>
                <a:cubicBezTo>
                  <a:pt x="2607837" y="44785"/>
                  <a:pt x="2609232" y="42494"/>
                  <a:pt x="2610734" y="40445"/>
                </a:cubicBezTo>
                <a:cubicBezTo>
                  <a:pt x="2612236" y="38396"/>
                  <a:pt x="2613993" y="36658"/>
                  <a:pt x="2616005" y="35230"/>
                </a:cubicBezTo>
                <a:cubicBezTo>
                  <a:pt x="2618017" y="33801"/>
                  <a:pt x="2620324" y="32696"/>
                  <a:pt x="2622926" y="31915"/>
                </a:cubicBezTo>
                <a:cubicBezTo>
                  <a:pt x="2625528" y="31132"/>
                  <a:pt x="2628545" y="30741"/>
                  <a:pt x="2631979" y="30741"/>
                </a:cubicBezTo>
                <a:cubicBezTo>
                  <a:pt x="2638578" y="30741"/>
                  <a:pt x="2643795" y="32062"/>
                  <a:pt x="2647631" y="34704"/>
                </a:cubicBezTo>
                <a:cubicBezTo>
                  <a:pt x="2651467" y="37344"/>
                  <a:pt x="2654136" y="41549"/>
                  <a:pt x="2655638" y="47318"/>
                </a:cubicBezTo>
                <a:lnTo>
                  <a:pt x="2655879" y="47318"/>
                </a:lnTo>
                <a:cubicBezTo>
                  <a:pt x="2657167" y="44785"/>
                  <a:pt x="2658615" y="42494"/>
                  <a:pt x="2660225" y="40445"/>
                </a:cubicBezTo>
                <a:cubicBezTo>
                  <a:pt x="2661834" y="38396"/>
                  <a:pt x="2663712" y="36658"/>
                  <a:pt x="2665858" y="35230"/>
                </a:cubicBezTo>
                <a:cubicBezTo>
                  <a:pt x="2668004" y="33801"/>
                  <a:pt x="2670418" y="32696"/>
                  <a:pt x="2673101" y="31915"/>
                </a:cubicBezTo>
                <a:cubicBezTo>
                  <a:pt x="2675783" y="31132"/>
                  <a:pt x="2678841" y="30741"/>
                  <a:pt x="2682274" y="30741"/>
                </a:cubicBezTo>
                <a:cubicBezTo>
                  <a:pt x="2686674" y="30741"/>
                  <a:pt x="2690469" y="31331"/>
                  <a:pt x="2693661" y="32511"/>
                </a:cubicBezTo>
                <a:cubicBezTo>
                  <a:pt x="2696853" y="33691"/>
                  <a:pt x="2699469" y="35515"/>
                  <a:pt x="2701508" y="37983"/>
                </a:cubicBezTo>
                <a:cubicBezTo>
                  <a:pt x="2703546" y="40451"/>
                  <a:pt x="2705048" y="43630"/>
                  <a:pt x="2706014" y="47519"/>
                </a:cubicBezTo>
                <a:cubicBezTo>
                  <a:pt x="2706980" y="51409"/>
                  <a:pt x="2707462" y="56036"/>
                  <a:pt x="2707462" y="61401"/>
                </a:cubicBezTo>
                <a:lnTo>
                  <a:pt x="2707462" y="119422"/>
                </a:lnTo>
                <a:lnTo>
                  <a:pt x="2693138" y="119422"/>
                </a:lnTo>
                <a:lnTo>
                  <a:pt x="2693138" y="64275"/>
                </a:lnTo>
                <a:cubicBezTo>
                  <a:pt x="2693138" y="60040"/>
                  <a:pt x="2692870" y="56503"/>
                  <a:pt x="2692334" y="53663"/>
                </a:cubicBezTo>
                <a:cubicBezTo>
                  <a:pt x="2691797" y="50823"/>
                  <a:pt x="2690898" y="48532"/>
                  <a:pt x="2689638" y="46790"/>
                </a:cubicBezTo>
                <a:cubicBezTo>
                  <a:pt x="2688377" y="45048"/>
                  <a:pt x="2686727" y="43816"/>
                  <a:pt x="2684689" y="43093"/>
                </a:cubicBezTo>
                <a:cubicBezTo>
                  <a:pt x="2682650" y="42369"/>
                  <a:pt x="2680155" y="42007"/>
                  <a:pt x="2677205" y="42007"/>
                </a:cubicBezTo>
                <a:cubicBezTo>
                  <a:pt x="2674147" y="42007"/>
                  <a:pt x="2671384" y="42584"/>
                  <a:pt x="2668916" y="43737"/>
                </a:cubicBezTo>
                <a:cubicBezTo>
                  <a:pt x="2666448" y="44889"/>
                  <a:pt x="2664342" y="46590"/>
                  <a:pt x="2662599" y="48842"/>
                </a:cubicBezTo>
                <a:cubicBezTo>
                  <a:pt x="2660855" y="51092"/>
                  <a:pt x="2659514" y="53905"/>
                  <a:pt x="2658575" y="57282"/>
                </a:cubicBezTo>
                <a:cubicBezTo>
                  <a:pt x="2657636" y="60658"/>
                  <a:pt x="2657167" y="64570"/>
                  <a:pt x="2657167" y="69018"/>
                </a:cubicBezTo>
                <a:lnTo>
                  <a:pt x="2657167" y="119422"/>
                </a:lnTo>
                <a:lnTo>
                  <a:pt x="2642843" y="119422"/>
                </a:lnTo>
                <a:close/>
                <a:moveTo>
                  <a:pt x="2829807" y="119422"/>
                </a:moveTo>
                <a:lnTo>
                  <a:pt x="2800354" y="79668"/>
                </a:lnTo>
                <a:lnTo>
                  <a:pt x="2789732" y="88440"/>
                </a:lnTo>
                <a:lnTo>
                  <a:pt x="2789732" y="119422"/>
                </a:lnTo>
                <a:lnTo>
                  <a:pt x="2775247" y="119422"/>
                </a:lnTo>
                <a:lnTo>
                  <a:pt x="2775247" y="0"/>
                </a:lnTo>
                <a:lnTo>
                  <a:pt x="2789732" y="0"/>
                </a:lnTo>
                <a:lnTo>
                  <a:pt x="2789732" y="74598"/>
                </a:lnTo>
                <a:lnTo>
                  <a:pt x="2827956" y="32350"/>
                </a:lnTo>
                <a:lnTo>
                  <a:pt x="2844936" y="32350"/>
                </a:lnTo>
                <a:lnTo>
                  <a:pt x="2809609" y="69770"/>
                </a:lnTo>
                <a:lnTo>
                  <a:pt x="2846787" y="119422"/>
                </a:lnTo>
                <a:lnTo>
                  <a:pt x="2829807" y="119422"/>
                </a:lnTo>
                <a:close/>
                <a:moveTo>
                  <a:pt x="2912936" y="119422"/>
                </a:moveTo>
                <a:lnTo>
                  <a:pt x="2912936" y="64275"/>
                </a:lnTo>
                <a:cubicBezTo>
                  <a:pt x="2912936" y="60040"/>
                  <a:pt x="2912627" y="56503"/>
                  <a:pt x="2912010" y="53663"/>
                </a:cubicBezTo>
                <a:cubicBezTo>
                  <a:pt x="2911393" y="50823"/>
                  <a:pt x="2910387" y="48532"/>
                  <a:pt x="2908993" y="46790"/>
                </a:cubicBezTo>
                <a:cubicBezTo>
                  <a:pt x="2907598" y="45048"/>
                  <a:pt x="2905760" y="43816"/>
                  <a:pt x="2903480" y="43093"/>
                </a:cubicBezTo>
                <a:cubicBezTo>
                  <a:pt x="2901200" y="42369"/>
                  <a:pt x="2898370" y="42007"/>
                  <a:pt x="2894990" y="42007"/>
                </a:cubicBezTo>
                <a:cubicBezTo>
                  <a:pt x="2891557" y="42007"/>
                  <a:pt x="2888459" y="42610"/>
                  <a:pt x="2885696" y="43817"/>
                </a:cubicBezTo>
                <a:cubicBezTo>
                  <a:pt x="2882933" y="45023"/>
                  <a:pt x="2880572" y="46765"/>
                  <a:pt x="2878614" y="49043"/>
                </a:cubicBezTo>
                <a:cubicBezTo>
                  <a:pt x="2876656" y="51320"/>
                  <a:pt x="2875140" y="54133"/>
                  <a:pt x="2874067" y="57483"/>
                </a:cubicBezTo>
                <a:cubicBezTo>
                  <a:pt x="2872994" y="60832"/>
                  <a:pt x="2872458" y="64678"/>
                  <a:pt x="2872458" y="69018"/>
                </a:cubicBezTo>
                <a:lnTo>
                  <a:pt x="2872458" y="119422"/>
                </a:lnTo>
                <a:lnTo>
                  <a:pt x="2857973" y="119422"/>
                </a:lnTo>
                <a:lnTo>
                  <a:pt x="2857973" y="50939"/>
                </a:lnTo>
                <a:cubicBezTo>
                  <a:pt x="2857973" y="49115"/>
                  <a:pt x="2857959" y="47197"/>
                  <a:pt x="2857933" y="45185"/>
                </a:cubicBezTo>
                <a:cubicBezTo>
                  <a:pt x="2857906" y="43174"/>
                  <a:pt x="2857866" y="41269"/>
                  <a:pt x="2857812" y="39472"/>
                </a:cubicBezTo>
                <a:cubicBezTo>
                  <a:pt x="2857758" y="37675"/>
                  <a:pt x="2857705" y="36132"/>
                  <a:pt x="2857651" y="34845"/>
                </a:cubicBezTo>
                <a:cubicBezTo>
                  <a:pt x="2857597" y="33557"/>
                  <a:pt x="2857544" y="32726"/>
                  <a:pt x="2857490" y="32350"/>
                </a:cubicBezTo>
                <a:lnTo>
                  <a:pt x="2871170" y="32350"/>
                </a:lnTo>
                <a:cubicBezTo>
                  <a:pt x="2871224" y="32620"/>
                  <a:pt x="2871278" y="33348"/>
                  <a:pt x="2871331" y="34535"/>
                </a:cubicBezTo>
                <a:cubicBezTo>
                  <a:pt x="2871385" y="35721"/>
                  <a:pt x="2871452" y="37082"/>
                  <a:pt x="2871533" y="38619"/>
                </a:cubicBezTo>
                <a:cubicBezTo>
                  <a:pt x="2871613" y="40157"/>
                  <a:pt x="2871680" y="41722"/>
                  <a:pt x="2871734" y="43315"/>
                </a:cubicBezTo>
                <a:cubicBezTo>
                  <a:pt x="2871787" y="44906"/>
                  <a:pt x="2871814" y="46240"/>
                  <a:pt x="2871814" y="47318"/>
                </a:cubicBezTo>
                <a:lnTo>
                  <a:pt x="2872056" y="47318"/>
                </a:lnTo>
                <a:cubicBezTo>
                  <a:pt x="2873450" y="44785"/>
                  <a:pt x="2874979" y="42494"/>
                  <a:pt x="2876643" y="40445"/>
                </a:cubicBezTo>
                <a:cubicBezTo>
                  <a:pt x="2878306" y="38396"/>
                  <a:pt x="2880237" y="36658"/>
                  <a:pt x="2882437" y="35230"/>
                </a:cubicBezTo>
                <a:cubicBezTo>
                  <a:pt x="2884636" y="33801"/>
                  <a:pt x="2887158" y="32696"/>
                  <a:pt x="2890001" y="31915"/>
                </a:cubicBezTo>
                <a:cubicBezTo>
                  <a:pt x="2892844" y="31132"/>
                  <a:pt x="2896144" y="30741"/>
                  <a:pt x="2899899" y="30741"/>
                </a:cubicBezTo>
                <a:cubicBezTo>
                  <a:pt x="2904728" y="30741"/>
                  <a:pt x="2908885" y="31331"/>
                  <a:pt x="2912372" y="32511"/>
                </a:cubicBezTo>
                <a:cubicBezTo>
                  <a:pt x="2915860" y="33691"/>
                  <a:pt x="2918730" y="35515"/>
                  <a:pt x="2920983" y="37983"/>
                </a:cubicBezTo>
                <a:cubicBezTo>
                  <a:pt x="2923236" y="40451"/>
                  <a:pt x="2924886" y="43630"/>
                  <a:pt x="2925932" y="47519"/>
                </a:cubicBezTo>
                <a:cubicBezTo>
                  <a:pt x="2926978" y="51409"/>
                  <a:pt x="2927501" y="56036"/>
                  <a:pt x="2927501" y="61401"/>
                </a:cubicBezTo>
                <a:lnTo>
                  <a:pt x="2927501" y="119422"/>
                </a:lnTo>
                <a:lnTo>
                  <a:pt x="2912936" y="119422"/>
                </a:lnTo>
                <a:close/>
                <a:moveTo>
                  <a:pt x="3022916" y="75805"/>
                </a:moveTo>
                <a:cubicBezTo>
                  <a:pt x="3022916" y="91042"/>
                  <a:pt x="3019563" y="102388"/>
                  <a:pt x="3012857" y="109845"/>
                </a:cubicBezTo>
                <a:cubicBezTo>
                  <a:pt x="3006151" y="117303"/>
                  <a:pt x="2996414" y="121031"/>
                  <a:pt x="2983646" y="121031"/>
                </a:cubicBezTo>
                <a:cubicBezTo>
                  <a:pt x="2977583" y="121031"/>
                  <a:pt x="2972165" y="120119"/>
                  <a:pt x="2967390" y="118295"/>
                </a:cubicBezTo>
                <a:cubicBezTo>
                  <a:pt x="2962616" y="116471"/>
                  <a:pt x="2958578" y="113681"/>
                  <a:pt x="2955279" y="109926"/>
                </a:cubicBezTo>
                <a:cubicBezTo>
                  <a:pt x="2951980" y="106170"/>
                  <a:pt x="2949458" y="101463"/>
                  <a:pt x="2947715" y="95803"/>
                </a:cubicBezTo>
                <a:cubicBezTo>
                  <a:pt x="2945971" y="90143"/>
                  <a:pt x="2945099" y="83477"/>
                  <a:pt x="2945099" y="75805"/>
                </a:cubicBezTo>
                <a:cubicBezTo>
                  <a:pt x="2945099" y="45762"/>
                  <a:pt x="2958109" y="30741"/>
                  <a:pt x="2984129" y="30741"/>
                </a:cubicBezTo>
                <a:cubicBezTo>
                  <a:pt x="2990888" y="30741"/>
                  <a:pt x="2996723" y="31679"/>
                  <a:pt x="3001631" y="33557"/>
                </a:cubicBezTo>
                <a:cubicBezTo>
                  <a:pt x="3006540" y="35435"/>
                  <a:pt x="3010564" y="38251"/>
                  <a:pt x="3013702" y="42007"/>
                </a:cubicBezTo>
                <a:cubicBezTo>
                  <a:pt x="3016841" y="45762"/>
                  <a:pt x="3019161" y="50456"/>
                  <a:pt x="3020663" y="56090"/>
                </a:cubicBezTo>
                <a:cubicBezTo>
                  <a:pt x="3022165" y="61723"/>
                  <a:pt x="3022916" y="68295"/>
                  <a:pt x="3022916" y="75805"/>
                </a:cubicBezTo>
                <a:moveTo>
                  <a:pt x="3007707" y="75805"/>
                </a:moveTo>
                <a:cubicBezTo>
                  <a:pt x="3007707" y="69061"/>
                  <a:pt x="3007184" y="63495"/>
                  <a:pt x="3006138" y="59107"/>
                </a:cubicBezTo>
                <a:cubicBezTo>
                  <a:pt x="3005092" y="54718"/>
                  <a:pt x="3003563" y="51213"/>
                  <a:pt x="3001551" y="48591"/>
                </a:cubicBezTo>
                <a:cubicBezTo>
                  <a:pt x="2999539" y="45967"/>
                  <a:pt x="2997085" y="44133"/>
                  <a:pt x="2994188" y="43091"/>
                </a:cubicBezTo>
                <a:cubicBezTo>
                  <a:pt x="2991291" y="42046"/>
                  <a:pt x="2988018" y="41524"/>
                  <a:pt x="2984370" y="41524"/>
                </a:cubicBezTo>
                <a:cubicBezTo>
                  <a:pt x="2980668" y="41524"/>
                  <a:pt x="2977329" y="42073"/>
                  <a:pt x="2974351" y="43171"/>
                </a:cubicBezTo>
                <a:cubicBezTo>
                  <a:pt x="2971374" y="44268"/>
                  <a:pt x="2968839" y="46141"/>
                  <a:pt x="2966746" y="48792"/>
                </a:cubicBezTo>
                <a:cubicBezTo>
                  <a:pt x="2964654" y="51441"/>
                  <a:pt x="2963058" y="54960"/>
                  <a:pt x="2961958" y="59349"/>
                </a:cubicBezTo>
                <a:cubicBezTo>
                  <a:pt x="2960859" y="63736"/>
                  <a:pt x="2960309" y="69222"/>
                  <a:pt x="2960309" y="75805"/>
                </a:cubicBezTo>
                <a:cubicBezTo>
                  <a:pt x="2960309" y="82550"/>
                  <a:pt x="2960899" y="88130"/>
                  <a:pt x="2962079" y="92546"/>
                </a:cubicBezTo>
                <a:cubicBezTo>
                  <a:pt x="2963259" y="96961"/>
                  <a:pt x="2964882" y="100480"/>
                  <a:pt x="2966948" y="103103"/>
                </a:cubicBezTo>
                <a:cubicBezTo>
                  <a:pt x="2969013" y="105725"/>
                  <a:pt x="2971454" y="107572"/>
                  <a:pt x="2974271" y="108643"/>
                </a:cubicBezTo>
                <a:cubicBezTo>
                  <a:pt x="2977087" y="109713"/>
                  <a:pt x="2980159" y="110248"/>
                  <a:pt x="2983485" y="110248"/>
                </a:cubicBezTo>
                <a:cubicBezTo>
                  <a:pt x="2987187" y="110248"/>
                  <a:pt x="2990540" y="109726"/>
                  <a:pt x="2993544" y="108684"/>
                </a:cubicBezTo>
                <a:cubicBezTo>
                  <a:pt x="2996548" y="107639"/>
                  <a:pt x="2999097" y="105806"/>
                  <a:pt x="3001189" y="103184"/>
                </a:cubicBezTo>
                <a:cubicBezTo>
                  <a:pt x="3003281" y="100560"/>
                  <a:pt x="3004891" y="97028"/>
                  <a:pt x="3006017" y="92587"/>
                </a:cubicBezTo>
                <a:cubicBezTo>
                  <a:pt x="3007144" y="88144"/>
                  <a:pt x="3007707" y="82550"/>
                  <a:pt x="3007707" y="75805"/>
                </a:cubicBezTo>
                <a:close/>
                <a:moveTo>
                  <a:pt x="3124288" y="119422"/>
                </a:moveTo>
                <a:lnTo>
                  <a:pt x="3107469" y="119422"/>
                </a:lnTo>
                <a:lnTo>
                  <a:pt x="3093547" y="63252"/>
                </a:lnTo>
                <a:cubicBezTo>
                  <a:pt x="3093118" y="61803"/>
                  <a:pt x="3092676" y="60006"/>
                  <a:pt x="3092220" y="57860"/>
                </a:cubicBezTo>
                <a:cubicBezTo>
                  <a:pt x="3091764" y="55714"/>
                  <a:pt x="3091321" y="53622"/>
                  <a:pt x="3090892" y="51583"/>
                </a:cubicBezTo>
                <a:cubicBezTo>
                  <a:pt x="3090355" y="49223"/>
                  <a:pt x="3089846" y="46782"/>
                  <a:pt x="3089363" y="44260"/>
                </a:cubicBezTo>
                <a:cubicBezTo>
                  <a:pt x="3088880" y="46674"/>
                  <a:pt x="3088370" y="49062"/>
                  <a:pt x="3087834" y="51422"/>
                </a:cubicBezTo>
                <a:cubicBezTo>
                  <a:pt x="3087405" y="53461"/>
                  <a:pt x="3086935" y="55580"/>
                  <a:pt x="3086426" y="57779"/>
                </a:cubicBezTo>
                <a:cubicBezTo>
                  <a:pt x="3085916" y="59979"/>
                  <a:pt x="3085446" y="61910"/>
                  <a:pt x="3085017" y="63574"/>
                </a:cubicBezTo>
                <a:lnTo>
                  <a:pt x="3070693" y="119422"/>
                </a:lnTo>
                <a:lnTo>
                  <a:pt x="3053955" y="119422"/>
                </a:lnTo>
                <a:lnTo>
                  <a:pt x="3029571" y="32350"/>
                </a:lnTo>
                <a:lnTo>
                  <a:pt x="3043896" y="32350"/>
                </a:lnTo>
                <a:lnTo>
                  <a:pt x="3058622" y="91498"/>
                </a:lnTo>
                <a:cubicBezTo>
                  <a:pt x="3058998" y="92732"/>
                  <a:pt x="3059373" y="94247"/>
                  <a:pt x="3059749" y="96044"/>
                </a:cubicBezTo>
                <a:cubicBezTo>
                  <a:pt x="3060124" y="97842"/>
                  <a:pt x="3060500" y="99599"/>
                  <a:pt x="3060875" y="101315"/>
                </a:cubicBezTo>
                <a:cubicBezTo>
                  <a:pt x="3061251" y="103300"/>
                  <a:pt x="3061653" y="105339"/>
                  <a:pt x="3062083" y="107431"/>
                </a:cubicBezTo>
                <a:cubicBezTo>
                  <a:pt x="3062512" y="105393"/>
                  <a:pt x="3062968" y="103408"/>
                  <a:pt x="3063451" y="101476"/>
                </a:cubicBezTo>
                <a:cubicBezTo>
                  <a:pt x="3063880" y="99813"/>
                  <a:pt x="3064309" y="98123"/>
                  <a:pt x="3064738" y="96406"/>
                </a:cubicBezTo>
                <a:cubicBezTo>
                  <a:pt x="3065167" y="94690"/>
                  <a:pt x="3065543" y="93268"/>
                  <a:pt x="3065865" y="92141"/>
                </a:cubicBezTo>
                <a:lnTo>
                  <a:pt x="3081637" y="32350"/>
                </a:lnTo>
                <a:lnTo>
                  <a:pt x="3097169" y="32350"/>
                </a:lnTo>
                <a:lnTo>
                  <a:pt x="3112378" y="92141"/>
                </a:lnTo>
                <a:cubicBezTo>
                  <a:pt x="3112754" y="93536"/>
                  <a:pt x="3113156" y="95119"/>
                  <a:pt x="3113585" y="96889"/>
                </a:cubicBezTo>
                <a:cubicBezTo>
                  <a:pt x="3114014" y="98660"/>
                  <a:pt x="3114417" y="100323"/>
                  <a:pt x="3114792" y="101879"/>
                </a:cubicBezTo>
                <a:cubicBezTo>
                  <a:pt x="3115221" y="103703"/>
                  <a:pt x="3115651" y="105554"/>
                  <a:pt x="3116080" y="107431"/>
                </a:cubicBezTo>
                <a:cubicBezTo>
                  <a:pt x="3116509" y="105393"/>
                  <a:pt x="3116938" y="103408"/>
                  <a:pt x="3117367" y="101476"/>
                </a:cubicBezTo>
                <a:cubicBezTo>
                  <a:pt x="3117743" y="99813"/>
                  <a:pt x="3118132" y="98083"/>
                  <a:pt x="3118534" y="96286"/>
                </a:cubicBezTo>
                <a:cubicBezTo>
                  <a:pt x="3118937" y="94489"/>
                  <a:pt x="3119326" y="92892"/>
                  <a:pt x="3119701" y="91498"/>
                </a:cubicBezTo>
                <a:lnTo>
                  <a:pt x="3135071" y="32350"/>
                </a:lnTo>
                <a:lnTo>
                  <a:pt x="3149235" y="32350"/>
                </a:lnTo>
                <a:lnTo>
                  <a:pt x="3124288" y="119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aboutworkthatwillhappenattheirhouse.">
            <a:extLst xmlns:a="http://schemas.openxmlformats.org/drawingml/2006/main">
              <a:ext uri="{FF2B5EF4-FFF2-40B4-BE49-F238E27FC236}">
                <a16:creationId xmlns:a16="http://schemas.microsoft.com/office/drawing/2014/main" id="{B7084AAA-77BB-485A-94B1-10195717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458" y="2424930"/>
            <a:ext cx="3065111" cy="153703"/>
          </a:xfrm>
          <a:custGeom xmlns:a="http://schemas.openxmlformats.org/drawingml/2006/main">
            <a:pathLst>
              <a:path w="3065111" h="153703">
                <a:moveTo>
                  <a:pt x="26315" y="121031"/>
                </a:moveTo>
                <a:cubicBezTo>
                  <a:pt x="17570" y="121031"/>
                  <a:pt x="10998" y="118724"/>
                  <a:pt x="6599" y="114110"/>
                </a:cubicBezTo>
                <a:cubicBezTo>
                  <a:pt x="2200" y="109497"/>
                  <a:pt x="0" y="103166"/>
                  <a:pt x="0" y="95119"/>
                </a:cubicBezTo>
                <a:cubicBezTo>
                  <a:pt x="0" y="89378"/>
                  <a:pt x="1086" y="84671"/>
                  <a:pt x="3259" y="80996"/>
                </a:cubicBezTo>
                <a:cubicBezTo>
                  <a:pt x="5432" y="77321"/>
                  <a:pt x="8275" y="74437"/>
                  <a:pt x="11789" y="72345"/>
                </a:cubicBezTo>
                <a:cubicBezTo>
                  <a:pt x="15303" y="70253"/>
                  <a:pt x="19313" y="68804"/>
                  <a:pt x="23820" y="68000"/>
                </a:cubicBezTo>
                <a:cubicBezTo>
                  <a:pt x="28326" y="67195"/>
                  <a:pt x="32913" y="66739"/>
                  <a:pt x="37581" y="66632"/>
                </a:cubicBezTo>
                <a:lnTo>
                  <a:pt x="57136" y="66310"/>
                </a:lnTo>
                <a:lnTo>
                  <a:pt x="57136" y="61577"/>
                </a:lnTo>
                <a:cubicBezTo>
                  <a:pt x="57136" y="57994"/>
                  <a:pt x="56760" y="54946"/>
                  <a:pt x="56009" y="52433"/>
                </a:cubicBezTo>
                <a:cubicBezTo>
                  <a:pt x="55258" y="49920"/>
                  <a:pt x="54105" y="47888"/>
                  <a:pt x="52549" y="46337"/>
                </a:cubicBezTo>
                <a:cubicBezTo>
                  <a:pt x="50993" y="44786"/>
                  <a:pt x="49048" y="43651"/>
                  <a:pt x="46714" y="42930"/>
                </a:cubicBezTo>
                <a:cubicBezTo>
                  <a:pt x="44381" y="42207"/>
                  <a:pt x="41631" y="41846"/>
                  <a:pt x="38466" y="41846"/>
                </a:cubicBezTo>
                <a:cubicBezTo>
                  <a:pt x="35676" y="41846"/>
                  <a:pt x="33155" y="42045"/>
                  <a:pt x="30902" y="42442"/>
                </a:cubicBezTo>
                <a:cubicBezTo>
                  <a:pt x="28648" y="42839"/>
                  <a:pt x="26690" y="43555"/>
                  <a:pt x="25027" y="44589"/>
                </a:cubicBezTo>
                <a:cubicBezTo>
                  <a:pt x="23364" y="45624"/>
                  <a:pt x="22023" y="47030"/>
                  <a:pt x="21003" y="48807"/>
                </a:cubicBezTo>
                <a:cubicBezTo>
                  <a:pt x="19984" y="50582"/>
                  <a:pt x="19313" y="52822"/>
                  <a:pt x="18992" y="55526"/>
                </a:cubicBezTo>
                <a:lnTo>
                  <a:pt x="3863" y="54163"/>
                </a:lnTo>
                <a:cubicBezTo>
                  <a:pt x="4399" y="50740"/>
                  <a:pt x="5419" y="47598"/>
                  <a:pt x="6921" y="44738"/>
                </a:cubicBezTo>
                <a:cubicBezTo>
                  <a:pt x="8423" y="41876"/>
                  <a:pt x="10555" y="39403"/>
                  <a:pt x="13318" y="37319"/>
                </a:cubicBezTo>
                <a:cubicBezTo>
                  <a:pt x="16081" y="35234"/>
                  <a:pt x="19541" y="33616"/>
                  <a:pt x="23699" y="32466"/>
                </a:cubicBezTo>
                <a:cubicBezTo>
                  <a:pt x="27857" y="31316"/>
                  <a:pt x="32887" y="30741"/>
                  <a:pt x="38788" y="30741"/>
                </a:cubicBezTo>
                <a:cubicBezTo>
                  <a:pt x="49732" y="30741"/>
                  <a:pt x="57967" y="33246"/>
                  <a:pt x="63493" y="38257"/>
                </a:cubicBezTo>
                <a:cubicBezTo>
                  <a:pt x="69019" y="43268"/>
                  <a:pt x="71782" y="50517"/>
                  <a:pt x="71782" y="60003"/>
                </a:cubicBezTo>
                <a:lnTo>
                  <a:pt x="71782" y="97465"/>
                </a:lnTo>
                <a:cubicBezTo>
                  <a:pt x="71782" y="101754"/>
                  <a:pt x="72345" y="104984"/>
                  <a:pt x="73472" y="107155"/>
                </a:cubicBezTo>
                <a:cubicBezTo>
                  <a:pt x="74598" y="109324"/>
                  <a:pt x="76744" y="110409"/>
                  <a:pt x="79910" y="110409"/>
                </a:cubicBezTo>
                <a:cubicBezTo>
                  <a:pt x="80714" y="110409"/>
                  <a:pt x="81519" y="110355"/>
                  <a:pt x="82324" y="110248"/>
                </a:cubicBezTo>
                <a:cubicBezTo>
                  <a:pt x="83128" y="110140"/>
                  <a:pt x="83906" y="110006"/>
                  <a:pt x="84657" y="109845"/>
                </a:cubicBezTo>
                <a:lnTo>
                  <a:pt x="84657" y="118929"/>
                </a:lnTo>
                <a:cubicBezTo>
                  <a:pt x="82833" y="119361"/>
                  <a:pt x="81023" y="119686"/>
                  <a:pt x="79226" y="119902"/>
                </a:cubicBezTo>
                <a:cubicBezTo>
                  <a:pt x="77428" y="120118"/>
                  <a:pt x="75510" y="120226"/>
                  <a:pt x="73472" y="120226"/>
                </a:cubicBezTo>
                <a:cubicBezTo>
                  <a:pt x="70736" y="120226"/>
                  <a:pt x="68388" y="119863"/>
                  <a:pt x="66430" y="119135"/>
                </a:cubicBezTo>
                <a:cubicBezTo>
                  <a:pt x="64472" y="118407"/>
                  <a:pt x="62876" y="117303"/>
                  <a:pt x="61642" y="115821"/>
                </a:cubicBezTo>
                <a:cubicBezTo>
                  <a:pt x="60408" y="114338"/>
                  <a:pt x="59469" y="112506"/>
                  <a:pt x="58826" y="110323"/>
                </a:cubicBezTo>
                <a:cubicBezTo>
                  <a:pt x="58182" y="108140"/>
                  <a:pt x="57779" y="105594"/>
                  <a:pt x="57619" y="102683"/>
                </a:cubicBezTo>
                <a:lnTo>
                  <a:pt x="57136" y="102683"/>
                </a:lnTo>
                <a:cubicBezTo>
                  <a:pt x="55580" y="105485"/>
                  <a:pt x="53877" y="108017"/>
                  <a:pt x="52026" y="110280"/>
                </a:cubicBezTo>
                <a:cubicBezTo>
                  <a:pt x="50175" y="112544"/>
                  <a:pt x="48015" y="114470"/>
                  <a:pt x="45548" y="116059"/>
                </a:cubicBezTo>
                <a:cubicBezTo>
                  <a:pt x="43080" y="117649"/>
                  <a:pt x="40277" y="118874"/>
                  <a:pt x="37138" y="119736"/>
                </a:cubicBezTo>
                <a:cubicBezTo>
                  <a:pt x="34000" y="120599"/>
                  <a:pt x="30392" y="121031"/>
                  <a:pt x="26315" y="121031"/>
                </a:cubicBezTo>
                <a:moveTo>
                  <a:pt x="29614" y="110087"/>
                </a:moveTo>
                <a:cubicBezTo>
                  <a:pt x="34228" y="110087"/>
                  <a:pt x="38265" y="109244"/>
                  <a:pt x="41725" y="107559"/>
                </a:cubicBezTo>
                <a:cubicBezTo>
                  <a:pt x="45185" y="105873"/>
                  <a:pt x="48056" y="103719"/>
                  <a:pt x="50336" y="101097"/>
                </a:cubicBezTo>
                <a:cubicBezTo>
                  <a:pt x="52616" y="98473"/>
                  <a:pt x="54319" y="95609"/>
                  <a:pt x="55446" y="92506"/>
                </a:cubicBezTo>
                <a:cubicBezTo>
                  <a:pt x="56572" y="89401"/>
                  <a:pt x="57136" y="86430"/>
                  <a:pt x="57136" y="83594"/>
                </a:cubicBezTo>
                <a:lnTo>
                  <a:pt x="57136" y="76449"/>
                </a:lnTo>
                <a:lnTo>
                  <a:pt x="41283" y="76771"/>
                </a:lnTo>
                <a:cubicBezTo>
                  <a:pt x="37742" y="76825"/>
                  <a:pt x="34375" y="77079"/>
                  <a:pt x="31183" y="77533"/>
                </a:cubicBezTo>
                <a:cubicBezTo>
                  <a:pt x="27991" y="77987"/>
                  <a:pt x="25188" y="78884"/>
                  <a:pt x="22774" y="80224"/>
                </a:cubicBezTo>
                <a:cubicBezTo>
                  <a:pt x="20360" y="81562"/>
                  <a:pt x="18442" y="83435"/>
                  <a:pt x="17020" y="85844"/>
                </a:cubicBezTo>
                <a:cubicBezTo>
                  <a:pt x="15598" y="88252"/>
                  <a:pt x="14887" y="91409"/>
                  <a:pt x="14887" y="95315"/>
                </a:cubicBezTo>
                <a:cubicBezTo>
                  <a:pt x="14887" y="100024"/>
                  <a:pt x="16162" y="103664"/>
                  <a:pt x="18710" y="106234"/>
                </a:cubicBezTo>
                <a:cubicBezTo>
                  <a:pt x="21258" y="108803"/>
                  <a:pt x="24893" y="110087"/>
                  <a:pt x="29614" y="110087"/>
                </a:cubicBezTo>
                <a:close/>
                <a:moveTo>
                  <a:pt x="169370" y="75484"/>
                </a:moveTo>
                <a:cubicBezTo>
                  <a:pt x="169370" y="105849"/>
                  <a:pt x="158694" y="121031"/>
                  <a:pt x="137342" y="121031"/>
                </a:cubicBezTo>
                <a:cubicBezTo>
                  <a:pt x="130743" y="121031"/>
                  <a:pt x="125257" y="119832"/>
                  <a:pt x="120885" y="117432"/>
                </a:cubicBezTo>
                <a:cubicBezTo>
                  <a:pt x="116513" y="115032"/>
                  <a:pt x="112958" y="111161"/>
                  <a:pt x="110222" y="105822"/>
                </a:cubicBezTo>
                <a:lnTo>
                  <a:pt x="110061" y="105822"/>
                </a:lnTo>
                <a:cubicBezTo>
                  <a:pt x="110061" y="107225"/>
                  <a:pt x="110021" y="108683"/>
                  <a:pt x="109941" y="110195"/>
                </a:cubicBezTo>
                <a:cubicBezTo>
                  <a:pt x="109860" y="111706"/>
                  <a:pt x="109780" y="113109"/>
                  <a:pt x="109699" y="114405"/>
                </a:cubicBezTo>
                <a:cubicBezTo>
                  <a:pt x="109619" y="115699"/>
                  <a:pt x="109538" y="116805"/>
                  <a:pt x="109458" y="117722"/>
                </a:cubicBezTo>
                <a:cubicBezTo>
                  <a:pt x="109377" y="118639"/>
                  <a:pt x="109310" y="119205"/>
                  <a:pt x="109257" y="119422"/>
                </a:cubicBezTo>
                <a:lnTo>
                  <a:pt x="95254" y="119422"/>
                </a:lnTo>
                <a:cubicBezTo>
                  <a:pt x="95308" y="118939"/>
                  <a:pt x="95362" y="118121"/>
                  <a:pt x="95415" y="116967"/>
                </a:cubicBezTo>
                <a:cubicBezTo>
                  <a:pt x="95469" y="115814"/>
                  <a:pt x="95523" y="114432"/>
                  <a:pt x="95576" y="112823"/>
                </a:cubicBezTo>
                <a:cubicBezTo>
                  <a:pt x="95630" y="111213"/>
                  <a:pt x="95670" y="109443"/>
                  <a:pt x="95697" y="107512"/>
                </a:cubicBezTo>
                <a:cubicBezTo>
                  <a:pt x="95724" y="105580"/>
                  <a:pt x="95737" y="103569"/>
                  <a:pt x="95737" y="101476"/>
                </a:cubicBezTo>
                <a:lnTo>
                  <a:pt x="95737" y="0"/>
                </a:lnTo>
                <a:lnTo>
                  <a:pt x="110222" y="0"/>
                </a:lnTo>
                <a:lnTo>
                  <a:pt x="110222" y="34098"/>
                </a:lnTo>
                <a:cubicBezTo>
                  <a:pt x="110222" y="35711"/>
                  <a:pt x="110209" y="37256"/>
                  <a:pt x="110182" y="38735"/>
                </a:cubicBezTo>
                <a:cubicBezTo>
                  <a:pt x="110155" y="40212"/>
                  <a:pt x="110115" y="41515"/>
                  <a:pt x="110061" y="42643"/>
                </a:cubicBezTo>
                <a:cubicBezTo>
                  <a:pt x="110008" y="43988"/>
                  <a:pt x="109954" y="45251"/>
                  <a:pt x="109900" y="46433"/>
                </a:cubicBezTo>
                <a:lnTo>
                  <a:pt x="110222" y="46433"/>
                </a:lnTo>
                <a:cubicBezTo>
                  <a:pt x="112905" y="40825"/>
                  <a:pt x="116459" y="36808"/>
                  <a:pt x="120885" y="34382"/>
                </a:cubicBezTo>
                <a:cubicBezTo>
                  <a:pt x="125311" y="31954"/>
                  <a:pt x="130797" y="30741"/>
                  <a:pt x="137342" y="30741"/>
                </a:cubicBezTo>
                <a:cubicBezTo>
                  <a:pt x="148340" y="30741"/>
                  <a:pt x="156427" y="34442"/>
                  <a:pt x="161604" y="41846"/>
                </a:cubicBezTo>
                <a:cubicBezTo>
                  <a:pt x="166781" y="49249"/>
                  <a:pt x="169370" y="60462"/>
                  <a:pt x="169370" y="75484"/>
                </a:cubicBezTo>
                <a:moveTo>
                  <a:pt x="154161" y="75966"/>
                </a:moveTo>
                <a:cubicBezTo>
                  <a:pt x="154161" y="69973"/>
                  <a:pt x="153785" y="64835"/>
                  <a:pt x="153034" y="60553"/>
                </a:cubicBezTo>
                <a:cubicBezTo>
                  <a:pt x="152283" y="56271"/>
                  <a:pt x="151076" y="52752"/>
                  <a:pt x="149413" y="49996"/>
                </a:cubicBezTo>
                <a:cubicBezTo>
                  <a:pt x="147750" y="47238"/>
                  <a:pt x="145630" y="45217"/>
                  <a:pt x="143055" y="43933"/>
                </a:cubicBezTo>
                <a:cubicBezTo>
                  <a:pt x="140480" y="42649"/>
                  <a:pt x="137342" y="42007"/>
                  <a:pt x="133640" y="42007"/>
                </a:cubicBezTo>
                <a:cubicBezTo>
                  <a:pt x="129831" y="42007"/>
                  <a:pt x="126464" y="42623"/>
                  <a:pt x="123541" y="43855"/>
                </a:cubicBezTo>
                <a:cubicBezTo>
                  <a:pt x="120617" y="45086"/>
                  <a:pt x="118176" y="47066"/>
                  <a:pt x="116218" y="49795"/>
                </a:cubicBezTo>
                <a:cubicBezTo>
                  <a:pt x="114259" y="52524"/>
                  <a:pt x="112771" y="56111"/>
                  <a:pt x="111751" y="60553"/>
                </a:cubicBezTo>
                <a:cubicBezTo>
                  <a:pt x="110732" y="64994"/>
                  <a:pt x="110222" y="70426"/>
                  <a:pt x="110222" y="76849"/>
                </a:cubicBezTo>
                <a:cubicBezTo>
                  <a:pt x="110222" y="83059"/>
                  <a:pt x="110732" y="88278"/>
                  <a:pt x="111751" y="92506"/>
                </a:cubicBezTo>
                <a:cubicBezTo>
                  <a:pt x="112771" y="96734"/>
                  <a:pt x="114259" y="100173"/>
                  <a:pt x="116218" y="102822"/>
                </a:cubicBezTo>
                <a:cubicBezTo>
                  <a:pt x="118176" y="105471"/>
                  <a:pt x="120603" y="107371"/>
                  <a:pt x="123500" y="108523"/>
                </a:cubicBezTo>
                <a:cubicBezTo>
                  <a:pt x="126397" y="109673"/>
                  <a:pt x="129724" y="110248"/>
                  <a:pt x="133479" y="110248"/>
                </a:cubicBezTo>
                <a:cubicBezTo>
                  <a:pt x="137020" y="110248"/>
                  <a:pt x="140078" y="109633"/>
                  <a:pt x="142653" y="108402"/>
                </a:cubicBezTo>
                <a:cubicBezTo>
                  <a:pt x="145228" y="107170"/>
                  <a:pt x="147374" y="105189"/>
                  <a:pt x="149091" y="102460"/>
                </a:cubicBezTo>
                <a:cubicBezTo>
                  <a:pt x="150808" y="99730"/>
                  <a:pt x="152082" y="96184"/>
                  <a:pt x="152913" y="91822"/>
                </a:cubicBezTo>
                <a:cubicBezTo>
                  <a:pt x="153745" y="87460"/>
                  <a:pt x="154161" y="82175"/>
                  <a:pt x="154161" y="75966"/>
                </a:cubicBezTo>
                <a:close/>
                <a:moveTo>
                  <a:pt x="261003" y="75805"/>
                </a:moveTo>
                <a:cubicBezTo>
                  <a:pt x="261003" y="91042"/>
                  <a:pt x="257650" y="102388"/>
                  <a:pt x="250944" y="109845"/>
                </a:cubicBezTo>
                <a:cubicBezTo>
                  <a:pt x="244238" y="117303"/>
                  <a:pt x="234500" y="121031"/>
                  <a:pt x="221732" y="121031"/>
                </a:cubicBezTo>
                <a:cubicBezTo>
                  <a:pt x="215670" y="121031"/>
                  <a:pt x="210251" y="120119"/>
                  <a:pt x="205477" y="118295"/>
                </a:cubicBezTo>
                <a:cubicBezTo>
                  <a:pt x="200702" y="116471"/>
                  <a:pt x="196665" y="113681"/>
                  <a:pt x="193365" y="109926"/>
                </a:cubicBezTo>
                <a:cubicBezTo>
                  <a:pt x="190066" y="106170"/>
                  <a:pt x="187545" y="101463"/>
                  <a:pt x="185801" y="95803"/>
                </a:cubicBezTo>
                <a:cubicBezTo>
                  <a:pt x="184057" y="90143"/>
                  <a:pt x="183186" y="83477"/>
                  <a:pt x="183186" y="75805"/>
                </a:cubicBezTo>
                <a:cubicBezTo>
                  <a:pt x="183186" y="45762"/>
                  <a:pt x="196195" y="30741"/>
                  <a:pt x="222215" y="30741"/>
                </a:cubicBezTo>
                <a:cubicBezTo>
                  <a:pt x="228975" y="30741"/>
                  <a:pt x="234809" y="31679"/>
                  <a:pt x="239718" y="33557"/>
                </a:cubicBezTo>
                <a:cubicBezTo>
                  <a:pt x="244627" y="35435"/>
                  <a:pt x="248650" y="38251"/>
                  <a:pt x="251789" y="42007"/>
                </a:cubicBezTo>
                <a:cubicBezTo>
                  <a:pt x="254927" y="45762"/>
                  <a:pt x="257247" y="50456"/>
                  <a:pt x="258750" y="56090"/>
                </a:cubicBezTo>
                <a:cubicBezTo>
                  <a:pt x="260252" y="61723"/>
                  <a:pt x="261003" y="68295"/>
                  <a:pt x="261003" y="75805"/>
                </a:cubicBezTo>
                <a:moveTo>
                  <a:pt x="245793" y="75805"/>
                </a:moveTo>
                <a:cubicBezTo>
                  <a:pt x="245793" y="69061"/>
                  <a:pt x="245270" y="63495"/>
                  <a:pt x="244224" y="59107"/>
                </a:cubicBezTo>
                <a:cubicBezTo>
                  <a:pt x="243178" y="54718"/>
                  <a:pt x="241649" y="51213"/>
                  <a:pt x="239637" y="48591"/>
                </a:cubicBezTo>
                <a:cubicBezTo>
                  <a:pt x="237625" y="45967"/>
                  <a:pt x="235171" y="44133"/>
                  <a:pt x="232274" y="43091"/>
                </a:cubicBezTo>
                <a:cubicBezTo>
                  <a:pt x="229377" y="42046"/>
                  <a:pt x="226104" y="41524"/>
                  <a:pt x="222456" y="41524"/>
                </a:cubicBezTo>
                <a:cubicBezTo>
                  <a:pt x="218755" y="41524"/>
                  <a:pt x="215415" y="42073"/>
                  <a:pt x="212437" y="43171"/>
                </a:cubicBezTo>
                <a:cubicBezTo>
                  <a:pt x="209460" y="44268"/>
                  <a:pt x="206925" y="46141"/>
                  <a:pt x="204833" y="48792"/>
                </a:cubicBezTo>
                <a:cubicBezTo>
                  <a:pt x="202740" y="51441"/>
                  <a:pt x="201144" y="54960"/>
                  <a:pt x="200045" y="59349"/>
                </a:cubicBezTo>
                <a:cubicBezTo>
                  <a:pt x="198945" y="63736"/>
                  <a:pt x="198395" y="69222"/>
                  <a:pt x="198395" y="75805"/>
                </a:cubicBezTo>
                <a:cubicBezTo>
                  <a:pt x="198395" y="82550"/>
                  <a:pt x="198985" y="88130"/>
                  <a:pt x="200165" y="92546"/>
                </a:cubicBezTo>
                <a:cubicBezTo>
                  <a:pt x="201346" y="96961"/>
                  <a:pt x="202968" y="100480"/>
                  <a:pt x="205034" y="103103"/>
                </a:cubicBezTo>
                <a:cubicBezTo>
                  <a:pt x="207099" y="105725"/>
                  <a:pt x="209540" y="107572"/>
                  <a:pt x="212357" y="108643"/>
                </a:cubicBezTo>
                <a:cubicBezTo>
                  <a:pt x="215174" y="109713"/>
                  <a:pt x="218245" y="110248"/>
                  <a:pt x="221571" y="110248"/>
                </a:cubicBezTo>
                <a:cubicBezTo>
                  <a:pt x="225273" y="110248"/>
                  <a:pt x="228626" y="109726"/>
                  <a:pt x="231630" y="108684"/>
                </a:cubicBezTo>
                <a:cubicBezTo>
                  <a:pt x="234635" y="107639"/>
                  <a:pt x="237183" y="105806"/>
                  <a:pt x="239275" y="103184"/>
                </a:cubicBezTo>
                <a:cubicBezTo>
                  <a:pt x="241367" y="100560"/>
                  <a:pt x="242977" y="97028"/>
                  <a:pt x="244104" y="92587"/>
                </a:cubicBezTo>
                <a:cubicBezTo>
                  <a:pt x="245230" y="88144"/>
                  <a:pt x="245793" y="82550"/>
                  <a:pt x="245793" y="75805"/>
                </a:cubicBezTo>
                <a:close/>
                <a:moveTo>
                  <a:pt x="293167" y="32350"/>
                </a:moveTo>
                <a:lnTo>
                  <a:pt x="293167" y="87497"/>
                </a:lnTo>
                <a:cubicBezTo>
                  <a:pt x="293167" y="91731"/>
                  <a:pt x="293476" y="95269"/>
                  <a:pt x="294093" y="98109"/>
                </a:cubicBezTo>
                <a:cubicBezTo>
                  <a:pt x="294710" y="100949"/>
                  <a:pt x="295716" y="103240"/>
                  <a:pt x="297111" y="104982"/>
                </a:cubicBezTo>
                <a:cubicBezTo>
                  <a:pt x="298505" y="106724"/>
                  <a:pt x="300343" y="107957"/>
                  <a:pt x="302623" y="108681"/>
                </a:cubicBezTo>
                <a:cubicBezTo>
                  <a:pt x="304903" y="109404"/>
                  <a:pt x="307733" y="109765"/>
                  <a:pt x="311113" y="109765"/>
                </a:cubicBezTo>
                <a:cubicBezTo>
                  <a:pt x="314546" y="109765"/>
                  <a:pt x="317645" y="109162"/>
                  <a:pt x="320407" y="107957"/>
                </a:cubicBezTo>
                <a:cubicBezTo>
                  <a:pt x="323170" y="106750"/>
                  <a:pt x="325531" y="105008"/>
                  <a:pt x="327489" y="102731"/>
                </a:cubicBezTo>
                <a:cubicBezTo>
                  <a:pt x="329447" y="100453"/>
                  <a:pt x="330963" y="97639"/>
                  <a:pt x="332036" y="94289"/>
                </a:cubicBezTo>
                <a:cubicBezTo>
                  <a:pt x="333109" y="90939"/>
                  <a:pt x="333645" y="87094"/>
                  <a:pt x="333645" y="82754"/>
                </a:cubicBezTo>
                <a:lnTo>
                  <a:pt x="333645" y="32350"/>
                </a:lnTo>
                <a:lnTo>
                  <a:pt x="348130" y="32350"/>
                </a:lnTo>
                <a:lnTo>
                  <a:pt x="348130" y="100832"/>
                </a:lnTo>
                <a:cubicBezTo>
                  <a:pt x="348130" y="102657"/>
                  <a:pt x="348144" y="104574"/>
                  <a:pt x="348171" y="106586"/>
                </a:cubicBezTo>
                <a:cubicBezTo>
                  <a:pt x="348197" y="108598"/>
                  <a:pt x="348238" y="110503"/>
                  <a:pt x="348291" y="112300"/>
                </a:cubicBezTo>
                <a:cubicBezTo>
                  <a:pt x="348345" y="114097"/>
                  <a:pt x="348399" y="115639"/>
                  <a:pt x="348452" y="116927"/>
                </a:cubicBezTo>
                <a:cubicBezTo>
                  <a:pt x="348506" y="118215"/>
                  <a:pt x="348560" y="119046"/>
                  <a:pt x="348613" y="119422"/>
                </a:cubicBezTo>
                <a:lnTo>
                  <a:pt x="334933" y="119422"/>
                </a:lnTo>
                <a:cubicBezTo>
                  <a:pt x="334879" y="119152"/>
                  <a:pt x="334826" y="118424"/>
                  <a:pt x="334772" y="117239"/>
                </a:cubicBezTo>
                <a:cubicBezTo>
                  <a:pt x="334718" y="116052"/>
                  <a:pt x="334651" y="114690"/>
                  <a:pt x="334571" y="113152"/>
                </a:cubicBezTo>
                <a:cubicBezTo>
                  <a:pt x="334490" y="111615"/>
                  <a:pt x="334423" y="110051"/>
                  <a:pt x="334369" y="108460"/>
                </a:cubicBezTo>
                <a:cubicBezTo>
                  <a:pt x="334316" y="106867"/>
                  <a:pt x="334289" y="105532"/>
                  <a:pt x="334289" y="104454"/>
                </a:cubicBezTo>
                <a:lnTo>
                  <a:pt x="334048" y="104454"/>
                </a:lnTo>
                <a:cubicBezTo>
                  <a:pt x="332653" y="106987"/>
                  <a:pt x="331124" y="109278"/>
                  <a:pt x="329461" y="111327"/>
                </a:cubicBezTo>
                <a:cubicBezTo>
                  <a:pt x="327798" y="113375"/>
                  <a:pt x="325866" y="115114"/>
                  <a:pt x="323667" y="116542"/>
                </a:cubicBezTo>
                <a:cubicBezTo>
                  <a:pt x="321467" y="117971"/>
                  <a:pt x="318946" y="119075"/>
                  <a:pt x="316102" y="119857"/>
                </a:cubicBezTo>
                <a:cubicBezTo>
                  <a:pt x="313259" y="120640"/>
                  <a:pt x="309959" y="121031"/>
                  <a:pt x="306204" y="121031"/>
                </a:cubicBezTo>
                <a:cubicBezTo>
                  <a:pt x="301376" y="121031"/>
                  <a:pt x="297218" y="120441"/>
                  <a:pt x="293731" y="119261"/>
                </a:cubicBezTo>
                <a:cubicBezTo>
                  <a:pt x="290244" y="118080"/>
                  <a:pt x="287373" y="116256"/>
                  <a:pt x="285120" y="113789"/>
                </a:cubicBezTo>
                <a:cubicBezTo>
                  <a:pt x="282867" y="111321"/>
                  <a:pt x="281217" y="108155"/>
                  <a:pt x="280171" y="104293"/>
                </a:cubicBezTo>
                <a:cubicBezTo>
                  <a:pt x="279125" y="100430"/>
                  <a:pt x="278602" y="95789"/>
                  <a:pt x="278602" y="90371"/>
                </a:cubicBezTo>
                <a:lnTo>
                  <a:pt x="278602" y="32350"/>
                </a:lnTo>
                <a:lnTo>
                  <a:pt x="293167" y="32350"/>
                </a:lnTo>
                <a:close/>
                <a:moveTo>
                  <a:pt x="404114" y="118765"/>
                </a:moveTo>
                <a:cubicBezTo>
                  <a:pt x="401914" y="119359"/>
                  <a:pt x="399675" y="119831"/>
                  <a:pt x="397395" y="120181"/>
                </a:cubicBezTo>
                <a:cubicBezTo>
                  <a:pt x="395115" y="120533"/>
                  <a:pt x="392472" y="120709"/>
                  <a:pt x="389468" y="120709"/>
                </a:cubicBezTo>
                <a:cubicBezTo>
                  <a:pt x="377880" y="120709"/>
                  <a:pt x="372086" y="114144"/>
                  <a:pt x="372086" y="101014"/>
                </a:cubicBezTo>
                <a:lnTo>
                  <a:pt x="372086" y="42972"/>
                </a:lnTo>
                <a:lnTo>
                  <a:pt x="362027" y="42972"/>
                </a:lnTo>
                <a:lnTo>
                  <a:pt x="362027" y="32350"/>
                </a:lnTo>
                <a:lnTo>
                  <a:pt x="372649" y="32350"/>
                </a:lnTo>
                <a:lnTo>
                  <a:pt x="376914" y="12876"/>
                </a:lnTo>
                <a:lnTo>
                  <a:pt x="386571" y="12876"/>
                </a:lnTo>
                <a:lnTo>
                  <a:pt x="386571" y="32350"/>
                </a:lnTo>
                <a:lnTo>
                  <a:pt x="402666" y="32350"/>
                </a:lnTo>
                <a:lnTo>
                  <a:pt x="402666" y="42972"/>
                </a:lnTo>
                <a:lnTo>
                  <a:pt x="386571" y="42972"/>
                </a:lnTo>
                <a:lnTo>
                  <a:pt x="386571" y="97802"/>
                </a:lnTo>
                <a:cubicBezTo>
                  <a:pt x="386571" y="101977"/>
                  <a:pt x="387255" y="104907"/>
                  <a:pt x="388623" y="106594"/>
                </a:cubicBezTo>
                <a:cubicBezTo>
                  <a:pt x="389991" y="108279"/>
                  <a:pt x="392365" y="109121"/>
                  <a:pt x="395745" y="109121"/>
                </a:cubicBezTo>
                <a:cubicBezTo>
                  <a:pt x="397140" y="109121"/>
                  <a:pt x="398494" y="109014"/>
                  <a:pt x="399809" y="108799"/>
                </a:cubicBezTo>
                <a:cubicBezTo>
                  <a:pt x="401123" y="108585"/>
                  <a:pt x="402558" y="108316"/>
                  <a:pt x="404114" y="107995"/>
                </a:cubicBezTo>
                <a:lnTo>
                  <a:pt x="404114" y="118765"/>
                </a:lnTo>
                <a:close/>
                <a:moveTo>
                  <a:pt x="545641" y="119422"/>
                </a:moveTo>
                <a:lnTo>
                  <a:pt x="528822" y="119422"/>
                </a:lnTo>
                <a:lnTo>
                  <a:pt x="514900" y="63252"/>
                </a:lnTo>
                <a:cubicBezTo>
                  <a:pt x="514471" y="61803"/>
                  <a:pt x="514029" y="60006"/>
                  <a:pt x="513573" y="57860"/>
                </a:cubicBezTo>
                <a:cubicBezTo>
                  <a:pt x="513117" y="55714"/>
                  <a:pt x="512674" y="53622"/>
                  <a:pt x="512245" y="51583"/>
                </a:cubicBezTo>
                <a:cubicBezTo>
                  <a:pt x="511708" y="49223"/>
                  <a:pt x="511199" y="46782"/>
                  <a:pt x="510716" y="44260"/>
                </a:cubicBezTo>
                <a:cubicBezTo>
                  <a:pt x="510233" y="46674"/>
                  <a:pt x="509723" y="49062"/>
                  <a:pt x="509187" y="51422"/>
                </a:cubicBezTo>
                <a:cubicBezTo>
                  <a:pt x="508758" y="53461"/>
                  <a:pt x="508288" y="55580"/>
                  <a:pt x="507778" y="57779"/>
                </a:cubicBezTo>
                <a:cubicBezTo>
                  <a:pt x="507269" y="59979"/>
                  <a:pt x="506799" y="61910"/>
                  <a:pt x="506370" y="63574"/>
                </a:cubicBezTo>
                <a:lnTo>
                  <a:pt x="492046" y="119422"/>
                </a:lnTo>
                <a:lnTo>
                  <a:pt x="475308" y="119422"/>
                </a:lnTo>
                <a:lnTo>
                  <a:pt x="450924" y="32350"/>
                </a:lnTo>
                <a:lnTo>
                  <a:pt x="465249" y="32350"/>
                </a:lnTo>
                <a:lnTo>
                  <a:pt x="479975" y="91498"/>
                </a:lnTo>
                <a:cubicBezTo>
                  <a:pt x="480351" y="92732"/>
                  <a:pt x="480726" y="94247"/>
                  <a:pt x="481102" y="96044"/>
                </a:cubicBezTo>
                <a:cubicBezTo>
                  <a:pt x="481477" y="97842"/>
                  <a:pt x="481853" y="99599"/>
                  <a:pt x="482228" y="101315"/>
                </a:cubicBezTo>
                <a:cubicBezTo>
                  <a:pt x="482604" y="103300"/>
                  <a:pt x="483006" y="105339"/>
                  <a:pt x="483435" y="107431"/>
                </a:cubicBezTo>
                <a:cubicBezTo>
                  <a:pt x="483865" y="105393"/>
                  <a:pt x="484321" y="103408"/>
                  <a:pt x="484803" y="101476"/>
                </a:cubicBezTo>
                <a:cubicBezTo>
                  <a:pt x="485233" y="99813"/>
                  <a:pt x="485662" y="98123"/>
                  <a:pt x="486091" y="96406"/>
                </a:cubicBezTo>
                <a:cubicBezTo>
                  <a:pt x="486520" y="94690"/>
                  <a:pt x="486896" y="93268"/>
                  <a:pt x="487218" y="92141"/>
                </a:cubicBezTo>
                <a:lnTo>
                  <a:pt x="502990" y="32350"/>
                </a:lnTo>
                <a:lnTo>
                  <a:pt x="518522" y="32350"/>
                </a:lnTo>
                <a:lnTo>
                  <a:pt x="533731" y="92141"/>
                </a:lnTo>
                <a:cubicBezTo>
                  <a:pt x="534107" y="93536"/>
                  <a:pt x="534509" y="95119"/>
                  <a:pt x="534938" y="96889"/>
                </a:cubicBezTo>
                <a:cubicBezTo>
                  <a:pt x="535367" y="98660"/>
                  <a:pt x="535770" y="100323"/>
                  <a:pt x="536145" y="101879"/>
                </a:cubicBezTo>
                <a:cubicBezTo>
                  <a:pt x="536574" y="103703"/>
                  <a:pt x="537004" y="105554"/>
                  <a:pt x="537433" y="107431"/>
                </a:cubicBezTo>
                <a:cubicBezTo>
                  <a:pt x="537862" y="105393"/>
                  <a:pt x="538291" y="103408"/>
                  <a:pt x="538720" y="101476"/>
                </a:cubicBezTo>
                <a:cubicBezTo>
                  <a:pt x="539096" y="99813"/>
                  <a:pt x="539485" y="98083"/>
                  <a:pt x="539887" y="96286"/>
                </a:cubicBezTo>
                <a:cubicBezTo>
                  <a:pt x="540290" y="94489"/>
                  <a:pt x="540678" y="92892"/>
                  <a:pt x="541054" y="91498"/>
                </a:cubicBezTo>
                <a:lnTo>
                  <a:pt x="556424" y="32350"/>
                </a:lnTo>
                <a:lnTo>
                  <a:pt x="570588" y="32350"/>
                </a:lnTo>
                <a:lnTo>
                  <a:pt x="545641" y="119422"/>
                </a:lnTo>
                <a:close/>
                <a:moveTo>
                  <a:pt x="654895" y="75805"/>
                </a:moveTo>
                <a:cubicBezTo>
                  <a:pt x="654895" y="91042"/>
                  <a:pt x="651542" y="102388"/>
                  <a:pt x="644836" y="109845"/>
                </a:cubicBezTo>
                <a:cubicBezTo>
                  <a:pt x="638130" y="117303"/>
                  <a:pt x="628393" y="121031"/>
                  <a:pt x="615625" y="121031"/>
                </a:cubicBezTo>
                <a:cubicBezTo>
                  <a:pt x="609562" y="121031"/>
                  <a:pt x="604144" y="120119"/>
                  <a:pt x="599369" y="118295"/>
                </a:cubicBezTo>
                <a:cubicBezTo>
                  <a:pt x="594594" y="116471"/>
                  <a:pt x="590557" y="113681"/>
                  <a:pt x="587258" y="109926"/>
                </a:cubicBezTo>
                <a:cubicBezTo>
                  <a:pt x="583959" y="106170"/>
                  <a:pt x="581437" y="101463"/>
                  <a:pt x="579694" y="95803"/>
                </a:cubicBezTo>
                <a:cubicBezTo>
                  <a:pt x="577950" y="90143"/>
                  <a:pt x="577078" y="83477"/>
                  <a:pt x="577078" y="75805"/>
                </a:cubicBezTo>
                <a:cubicBezTo>
                  <a:pt x="577078" y="45762"/>
                  <a:pt x="590088" y="30741"/>
                  <a:pt x="616108" y="30741"/>
                </a:cubicBezTo>
                <a:cubicBezTo>
                  <a:pt x="622867" y="30741"/>
                  <a:pt x="628702" y="31679"/>
                  <a:pt x="633610" y="33557"/>
                </a:cubicBezTo>
                <a:cubicBezTo>
                  <a:pt x="638519" y="35435"/>
                  <a:pt x="642543" y="38251"/>
                  <a:pt x="645681" y="42007"/>
                </a:cubicBezTo>
                <a:cubicBezTo>
                  <a:pt x="648820" y="45762"/>
                  <a:pt x="651140" y="50456"/>
                  <a:pt x="652642" y="56090"/>
                </a:cubicBezTo>
                <a:cubicBezTo>
                  <a:pt x="654144" y="61723"/>
                  <a:pt x="654895" y="68295"/>
                  <a:pt x="654895" y="75805"/>
                </a:cubicBezTo>
                <a:moveTo>
                  <a:pt x="639686" y="75805"/>
                </a:moveTo>
                <a:cubicBezTo>
                  <a:pt x="639686" y="69061"/>
                  <a:pt x="639163" y="63495"/>
                  <a:pt x="638117" y="59107"/>
                </a:cubicBezTo>
                <a:cubicBezTo>
                  <a:pt x="637071" y="54718"/>
                  <a:pt x="635542" y="51213"/>
                  <a:pt x="633530" y="48591"/>
                </a:cubicBezTo>
                <a:cubicBezTo>
                  <a:pt x="631518" y="45967"/>
                  <a:pt x="629064" y="44133"/>
                  <a:pt x="626167" y="43091"/>
                </a:cubicBezTo>
                <a:cubicBezTo>
                  <a:pt x="623270" y="42046"/>
                  <a:pt x="619997" y="41524"/>
                  <a:pt x="616349" y="41524"/>
                </a:cubicBezTo>
                <a:cubicBezTo>
                  <a:pt x="612647" y="41524"/>
                  <a:pt x="609308" y="42073"/>
                  <a:pt x="606330" y="43171"/>
                </a:cubicBezTo>
                <a:cubicBezTo>
                  <a:pt x="603353" y="44268"/>
                  <a:pt x="600818" y="46141"/>
                  <a:pt x="598725" y="48792"/>
                </a:cubicBezTo>
                <a:cubicBezTo>
                  <a:pt x="596633" y="51441"/>
                  <a:pt x="595037" y="54960"/>
                  <a:pt x="593937" y="59349"/>
                </a:cubicBezTo>
                <a:cubicBezTo>
                  <a:pt x="592837" y="63736"/>
                  <a:pt x="592288" y="69222"/>
                  <a:pt x="592288" y="75805"/>
                </a:cubicBezTo>
                <a:cubicBezTo>
                  <a:pt x="592288" y="82550"/>
                  <a:pt x="592878" y="88130"/>
                  <a:pt x="594058" y="92546"/>
                </a:cubicBezTo>
                <a:cubicBezTo>
                  <a:pt x="595238" y="96961"/>
                  <a:pt x="596861" y="100480"/>
                  <a:pt x="598927" y="103103"/>
                </a:cubicBezTo>
                <a:cubicBezTo>
                  <a:pt x="600992" y="105725"/>
                  <a:pt x="603433" y="107572"/>
                  <a:pt x="606250" y="108643"/>
                </a:cubicBezTo>
                <a:cubicBezTo>
                  <a:pt x="609066" y="109713"/>
                  <a:pt x="612138" y="110248"/>
                  <a:pt x="615464" y="110248"/>
                </a:cubicBezTo>
                <a:cubicBezTo>
                  <a:pt x="619166" y="110248"/>
                  <a:pt x="622519" y="109726"/>
                  <a:pt x="625523" y="108684"/>
                </a:cubicBezTo>
                <a:cubicBezTo>
                  <a:pt x="628527" y="107639"/>
                  <a:pt x="631076" y="105806"/>
                  <a:pt x="633168" y="103184"/>
                </a:cubicBezTo>
                <a:cubicBezTo>
                  <a:pt x="635260" y="100560"/>
                  <a:pt x="636870" y="97028"/>
                  <a:pt x="637996" y="92587"/>
                </a:cubicBezTo>
                <a:cubicBezTo>
                  <a:pt x="639123" y="88144"/>
                  <a:pt x="639686" y="82550"/>
                  <a:pt x="639686" y="75805"/>
                </a:cubicBezTo>
                <a:close/>
                <a:moveTo>
                  <a:pt x="673218" y="119422"/>
                </a:moveTo>
                <a:lnTo>
                  <a:pt x="673218" y="52629"/>
                </a:lnTo>
                <a:cubicBezTo>
                  <a:pt x="673218" y="50805"/>
                  <a:pt x="673204" y="48941"/>
                  <a:pt x="673178" y="47036"/>
                </a:cubicBezTo>
                <a:cubicBezTo>
                  <a:pt x="673151" y="45132"/>
                  <a:pt x="673111" y="43294"/>
                  <a:pt x="673057" y="41524"/>
                </a:cubicBezTo>
                <a:cubicBezTo>
                  <a:pt x="673003" y="39754"/>
                  <a:pt x="672950" y="38090"/>
                  <a:pt x="672896" y="36535"/>
                </a:cubicBezTo>
                <a:cubicBezTo>
                  <a:pt x="672842" y="34979"/>
                  <a:pt x="672789" y="33584"/>
                  <a:pt x="672735" y="32350"/>
                </a:cubicBezTo>
                <a:lnTo>
                  <a:pt x="686415" y="32350"/>
                </a:lnTo>
                <a:cubicBezTo>
                  <a:pt x="686469" y="33584"/>
                  <a:pt x="686536" y="34992"/>
                  <a:pt x="686617" y="36575"/>
                </a:cubicBezTo>
                <a:cubicBezTo>
                  <a:pt x="686697" y="38158"/>
                  <a:pt x="686778" y="39780"/>
                  <a:pt x="686858" y="41444"/>
                </a:cubicBezTo>
                <a:cubicBezTo>
                  <a:pt x="686938" y="43107"/>
                  <a:pt x="686992" y="44703"/>
                  <a:pt x="687019" y="46232"/>
                </a:cubicBezTo>
                <a:cubicBezTo>
                  <a:pt x="687046" y="47761"/>
                  <a:pt x="687059" y="49062"/>
                  <a:pt x="687059" y="50135"/>
                </a:cubicBezTo>
                <a:lnTo>
                  <a:pt x="687381" y="50135"/>
                </a:lnTo>
                <a:cubicBezTo>
                  <a:pt x="688400" y="46808"/>
                  <a:pt x="689487" y="43925"/>
                  <a:pt x="690640" y="41484"/>
                </a:cubicBezTo>
                <a:cubicBezTo>
                  <a:pt x="691794" y="39043"/>
                  <a:pt x="693148" y="37031"/>
                  <a:pt x="694704" y="35448"/>
                </a:cubicBezTo>
                <a:cubicBezTo>
                  <a:pt x="696260" y="33866"/>
                  <a:pt x="698111" y="32685"/>
                  <a:pt x="700257" y="31907"/>
                </a:cubicBezTo>
                <a:cubicBezTo>
                  <a:pt x="702403" y="31130"/>
                  <a:pt x="705005" y="30741"/>
                  <a:pt x="708063" y="30741"/>
                </a:cubicBezTo>
                <a:cubicBezTo>
                  <a:pt x="709243" y="30741"/>
                  <a:pt x="710370" y="30835"/>
                  <a:pt x="711442" y="31025"/>
                </a:cubicBezTo>
                <a:cubicBezTo>
                  <a:pt x="712515" y="31213"/>
                  <a:pt x="713347" y="31388"/>
                  <a:pt x="713937" y="31550"/>
                </a:cubicBezTo>
                <a:lnTo>
                  <a:pt x="713937" y="44904"/>
                </a:lnTo>
                <a:cubicBezTo>
                  <a:pt x="712971" y="44636"/>
                  <a:pt x="711845" y="44434"/>
                  <a:pt x="710557" y="44300"/>
                </a:cubicBezTo>
                <a:cubicBezTo>
                  <a:pt x="709270" y="44166"/>
                  <a:pt x="707821" y="44099"/>
                  <a:pt x="706212" y="44099"/>
                </a:cubicBezTo>
                <a:cubicBezTo>
                  <a:pt x="702886" y="44099"/>
                  <a:pt x="700056" y="44849"/>
                  <a:pt x="697722" y="46350"/>
                </a:cubicBezTo>
                <a:cubicBezTo>
                  <a:pt x="695388" y="47850"/>
                  <a:pt x="693484" y="49928"/>
                  <a:pt x="692008" y="52581"/>
                </a:cubicBezTo>
                <a:cubicBezTo>
                  <a:pt x="690533" y="55234"/>
                  <a:pt x="689447" y="58396"/>
                  <a:pt x="688749" y="62067"/>
                </a:cubicBezTo>
                <a:cubicBezTo>
                  <a:pt x="688052" y="65737"/>
                  <a:pt x="687703" y="69742"/>
                  <a:pt x="687703" y="74083"/>
                </a:cubicBezTo>
                <a:lnTo>
                  <a:pt x="687703" y="119422"/>
                </a:lnTo>
                <a:lnTo>
                  <a:pt x="673218" y="119422"/>
                </a:lnTo>
                <a:close/>
                <a:moveTo>
                  <a:pt x="782337" y="119422"/>
                </a:moveTo>
                <a:lnTo>
                  <a:pt x="752884" y="79668"/>
                </a:lnTo>
                <a:lnTo>
                  <a:pt x="742262" y="88440"/>
                </a:lnTo>
                <a:lnTo>
                  <a:pt x="742262" y="119422"/>
                </a:lnTo>
                <a:lnTo>
                  <a:pt x="727777" y="119422"/>
                </a:lnTo>
                <a:lnTo>
                  <a:pt x="727777" y="0"/>
                </a:lnTo>
                <a:lnTo>
                  <a:pt x="742262" y="0"/>
                </a:lnTo>
                <a:lnTo>
                  <a:pt x="742262" y="74598"/>
                </a:lnTo>
                <a:lnTo>
                  <a:pt x="780487" y="32350"/>
                </a:lnTo>
                <a:lnTo>
                  <a:pt x="797466" y="32350"/>
                </a:lnTo>
                <a:lnTo>
                  <a:pt x="762139" y="69770"/>
                </a:lnTo>
                <a:lnTo>
                  <a:pt x="799317" y="119422"/>
                </a:lnTo>
                <a:lnTo>
                  <a:pt x="782337" y="119422"/>
                </a:lnTo>
                <a:close/>
                <a:moveTo>
                  <a:pt x="889475" y="118765"/>
                </a:moveTo>
                <a:cubicBezTo>
                  <a:pt x="887275" y="119359"/>
                  <a:pt x="885035" y="119831"/>
                  <a:pt x="882755" y="120181"/>
                </a:cubicBezTo>
                <a:cubicBezTo>
                  <a:pt x="880475" y="120533"/>
                  <a:pt x="877833" y="120709"/>
                  <a:pt x="874829" y="120709"/>
                </a:cubicBezTo>
                <a:cubicBezTo>
                  <a:pt x="863241" y="120709"/>
                  <a:pt x="857447" y="114144"/>
                  <a:pt x="857447" y="101014"/>
                </a:cubicBezTo>
                <a:lnTo>
                  <a:pt x="857447" y="42972"/>
                </a:lnTo>
                <a:lnTo>
                  <a:pt x="847387" y="42972"/>
                </a:lnTo>
                <a:lnTo>
                  <a:pt x="847387" y="32350"/>
                </a:lnTo>
                <a:lnTo>
                  <a:pt x="858010" y="32350"/>
                </a:lnTo>
                <a:lnTo>
                  <a:pt x="862275" y="12876"/>
                </a:lnTo>
                <a:lnTo>
                  <a:pt x="871932" y="12876"/>
                </a:lnTo>
                <a:lnTo>
                  <a:pt x="871932" y="32350"/>
                </a:lnTo>
                <a:lnTo>
                  <a:pt x="888026" y="32350"/>
                </a:lnTo>
                <a:lnTo>
                  <a:pt x="888026" y="42972"/>
                </a:lnTo>
                <a:lnTo>
                  <a:pt x="871932" y="42972"/>
                </a:lnTo>
                <a:lnTo>
                  <a:pt x="871932" y="97802"/>
                </a:lnTo>
                <a:cubicBezTo>
                  <a:pt x="871932" y="101977"/>
                  <a:pt x="872616" y="104907"/>
                  <a:pt x="873984" y="106594"/>
                </a:cubicBezTo>
                <a:cubicBezTo>
                  <a:pt x="875352" y="108279"/>
                  <a:pt x="877726" y="109121"/>
                  <a:pt x="881106" y="109121"/>
                </a:cubicBezTo>
                <a:cubicBezTo>
                  <a:pt x="882500" y="109121"/>
                  <a:pt x="883855" y="109014"/>
                  <a:pt x="885169" y="108799"/>
                </a:cubicBezTo>
                <a:cubicBezTo>
                  <a:pt x="886484" y="108585"/>
                  <a:pt x="887919" y="108316"/>
                  <a:pt x="889475" y="107995"/>
                </a:cubicBezTo>
                <a:lnTo>
                  <a:pt x="889475" y="118765"/>
                </a:lnTo>
                <a:close/>
                <a:moveTo>
                  <a:pt x="916219" y="47318"/>
                </a:moveTo>
                <a:cubicBezTo>
                  <a:pt x="917828" y="44352"/>
                  <a:pt x="919572" y="41832"/>
                  <a:pt x="921449" y="39756"/>
                </a:cubicBezTo>
                <a:cubicBezTo>
                  <a:pt x="923327" y="37681"/>
                  <a:pt x="925393" y="35970"/>
                  <a:pt x="927646" y="34623"/>
                </a:cubicBezTo>
                <a:cubicBezTo>
                  <a:pt x="929899" y="33276"/>
                  <a:pt x="932367" y="32291"/>
                  <a:pt x="935049" y="31671"/>
                </a:cubicBezTo>
                <a:cubicBezTo>
                  <a:pt x="937732" y="31051"/>
                  <a:pt x="940736" y="30741"/>
                  <a:pt x="944062" y="30741"/>
                </a:cubicBezTo>
                <a:cubicBezTo>
                  <a:pt x="949642" y="30741"/>
                  <a:pt x="954215" y="31492"/>
                  <a:pt x="957783" y="32994"/>
                </a:cubicBezTo>
                <a:cubicBezTo>
                  <a:pt x="961351" y="34496"/>
                  <a:pt x="964167" y="36602"/>
                  <a:pt x="966233" y="39311"/>
                </a:cubicBezTo>
                <a:cubicBezTo>
                  <a:pt x="968298" y="42020"/>
                  <a:pt x="969720" y="45253"/>
                  <a:pt x="970498" y="49008"/>
                </a:cubicBezTo>
                <a:cubicBezTo>
                  <a:pt x="971275" y="52763"/>
                  <a:pt x="971664" y="56894"/>
                  <a:pt x="971664" y="61401"/>
                </a:cubicBezTo>
                <a:lnTo>
                  <a:pt x="971664" y="119422"/>
                </a:lnTo>
                <a:lnTo>
                  <a:pt x="957099" y="119422"/>
                </a:lnTo>
                <a:lnTo>
                  <a:pt x="957099" y="64275"/>
                </a:lnTo>
                <a:cubicBezTo>
                  <a:pt x="957099" y="60577"/>
                  <a:pt x="956871" y="57334"/>
                  <a:pt x="956415" y="54548"/>
                </a:cubicBezTo>
                <a:cubicBezTo>
                  <a:pt x="955959" y="51762"/>
                  <a:pt x="955087" y="49444"/>
                  <a:pt x="953799" y="47595"/>
                </a:cubicBezTo>
                <a:cubicBezTo>
                  <a:pt x="952512" y="45745"/>
                  <a:pt x="950688" y="44352"/>
                  <a:pt x="948327" y="43415"/>
                </a:cubicBezTo>
                <a:cubicBezTo>
                  <a:pt x="945967" y="42476"/>
                  <a:pt x="942909" y="42007"/>
                  <a:pt x="939153" y="42007"/>
                </a:cubicBezTo>
                <a:cubicBezTo>
                  <a:pt x="935720" y="42007"/>
                  <a:pt x="932622" y="42623"/>
                  <a:pt x="929859" y="43855"/>
                </a:cubicBezTo>
                <a:cubicBezTo>
                  <a:pt x="927096" y="45087"/>
                  <a:pt x="924735" y="46829"/>
                  <a:pt x="922777" y="49081"/>
                </a:cubicBezTo>
                <a:cubicBezTo>
                  <a:pt x="920819" y="51332"/>
                  <a:pt x="919303" y="54066"/>
                  <a:pt x="918230" y="57282"/>
                </a:cubicBezTo>
                <a:cubicBezTo>
                  <a:pt x="917158" y="60497"/>
                  <a:pt x="916621" y="64114"/>
                  <a:pt x="916621" y="68133"/>
                </a:cubicBezTo>
                <a:lnTo>
                  <a:pt x="916621" y="119422"/>
                </a:lnTo>
                <a:lnTo>
                  <a:pt x="902136" y="119422"/>
                </a:lnTo>
                <a:lnTo>
                  <a:pt x="902136" y="0"/>
                </a:lnTo>
                <a:lnTo>
                  <a:pt x="916621" y="0"/>
                </a:lnTo>
                <a:lnTo>
                  <a:pt x="916621" y="31115"/>
                </a:lnTo>
                <a:cubicBezTo>
                  <a:pt x="916621" y="32889"/>
                  <a:pt x="916594" y="34663"/>
                  <a:pt x="916541" y="36437"/>
                </a:cubicBezTo>
                <a:cubicBezTo>
                  <a:pt x="916487" y="38209"/>
                  <a:pt x="916420" y="39847"/>
                  <a:pt x="916339" y="41353"/>
                </a:cubicBezTo>
                <a:cubicBezTo>
                  <a:pt x="916259" y="42857"/>
                  <a:pt x="916192" y="44133"/>
                  <a:pt x="916138" y="45183"/>
                </a:cubicBezTo>
                <a:cubicBezTo>
                  <a:pt x="916085" y="46231"/>
                  <a:pt x="916031" y="46942"/>
                  <a:pt x="915977" y="47318"/>
                </a:cubicBezTo>
                <a:lnTo>
                  <a:pt x="916219" y="47318"/>
                </a:lnTo>
                <a:close/>
                <a:moveTo>
                  <a:pt x="1015659" y="121031"/>
                </a:moveTo>
                <a:cubicBezTo>
                  <a:pt x="1006914" y="121031"/>
                  <a:pt x="1000342" y="118724"/>
                  <a:pt x="995943" y="114110"/>
                </a:cubicBezTo>
                <a:cubicBezTo>
                  <a:pt x="991544" y="109497"/>
                  <a:pt x="989344" y="103166"/>
                  <a:pt x="989344" y="95119"/>
                </a:cubicBezTo>
                <a:cubicBezTo>
                  <a:pt x="989344" y="89378"/>
                  <a:pt x="990430" y="84671"/>
                  <a:pt x="992603" y="80996"/>
                </a:cubicBezTo>
                <a:cubicBezTo>
                  <a:pt x="994776" y="77321"/>
                  <a:pt x="997619" y="74437"/>
                  <a:pt x="1001133" y="72345"/>
                </a:cubicBezTo>
                <a:cubicBezTo>
                  <a:pt x="1004647" y="70253"/>
                  <a:pt x="1008657" y="68804"/>
                  <a:pt x="1013164" y="68000"/>
                </a:cubicBezTo>
                <a:cubicBezTo>
                  <a:pt x="1017670" y="67195"/>
                  <a:pt x="1022257" y="66739"/>
                  <a:pt x="1026925" y="66632"/>
                </a:cubicBezTo>
                <a:lnTo>
                  <a:pt x="1046480" y="66310"/>
                </a:lnTo>
                <a:lnTo>
                  <a:pt x="1046480" y="61577"/>
                </a:lnTo>
                <a:cubicBezTo>
                  <a:pt x="1046480" y="57994"/>
                  <a:pt x="1046104" y="54946"/>
                  <a:pt x="1045353" y="52433"/>
                </a:cubicBezTo>
                <a:cubicBezTo>
                  <a:pt x="1044602" y="49920"/>
                  <a:pt x="1043449" y="47888"/>
                  <a:pt x="1041893" y="46337"/>
                </a:cubicBezTo>
                <a:cubicBezTo>
                  <a:pt x="1040337" y="44786"/>
                  <a:pt x="1038392" y="43651"/>
                  <a:pt x="1036058" y="42930"/>
                </a:cubicBezTo>
                <a:cubicBezTo>
                  <a:pt x="1033725" y="42207"/>
                  <a:pt x="1030975" y="41846"/>
                  <a:pt x="1027810" y="41846"/>
                </a:cubicBezTo>
                <a:cubicBezTo>
                  <a:pt x="1025020" y="41846"/>
                  <a:pt x="1022499" y="42045"/>
                  <a:pt x="1020246" y="42442"/>
                </a:cubicBezTo>
                <a:cubicBezTo>
                  <a:pt x="1017992" y="42839"/>
                  <a:pt x="1016034" y="43555"/>
                  <a:pt x="1014371" y="44589"/>
                </a:cubicBezTo>
                <a:cubicBezTo>
                  <a:pt x="1012708" y="45624"/>
                  <a:pt x="1011367" y="47030"/>
                  <a:pt x="1010347" y="48807"/>
                </a:cubicBezTo>
                <a:cubicBezTo>
                  <a:pt x="1009328" y="50582"/>
                  <a:pt x="1008657" y="52822"/>
                  <a:pt x="1008336" y="55526"/>
                </a:cubicBezTo>
                <a:lnTo>
                  <a:pt x="993207" y="54163"/>
                </a:lnTo>
                <a:cubicBezTo>
                  <a:pt x="993743" y="50740"/>
                  <a:pt x="994762" y="47598"/>
                  <a:pt x="996265" y="44738"/>
                </a:cubicBezTo>
                <a:cubicBezTo>
                  <a:pt x="997767" y="41876"/>
                  <a:pt x="999899" y="39403"/>
                  <a:pt x="1002662" y="37319"/>
                </a:cubicBezTo>
                <a:cubicBezTo>
                  <a:pt x="1005425" y="35234"/>
                  <a:pt x="1008885" y="33616"/>
                  <a:pt x="1013043" y="32466"/>
                </a:cubicBezTo>
                <a:cubicBezTo>
                  <a:pt x="1017201" y="31316"/>
                  <a:pt x="1022231" y="30741"/>
                  <a:pt x="1028132" y="30741"/>
                </a:cubicBezTo>
                <a:cubicBezTo>
                  <a:pt x="1039076" y="30741"/>
                  <a:pt x="1047311" y="33246"/>
                  <a:pt x="1052837" y="38257"/>
                </a:cubicBezTo>
                <a:cubicBezTo>
                  <a:pt x="1058363" y="43268"/>
                  <a:pt x="1061126" y="50517"/>
                  <a:pt x="1061126" y="60003"/>
                </a:cubicBezTo>
                <a:lnTo>
                  <a:pt x="1061126" y="97465"/>
                </a:lnTo>
                <a:cubicBezTo>
                  <a:pt x="1061126" y="101754"/>
                  <a:pt x="1061689" y="104984"/>
                  <a:pt x="1062816" y="107155"/>
                </a:cubicBezTo>
                <a:cubicBezTo>
                  <a:pt x="1063942" y="109324"/>
                  <a:pt x="1066088" y="110409"/>
                  <a:pt x="1069253" y="110409"/>
                </a:cubicBezTo>
                <a:cubicBezTo>
                  <a:pt x="1070058" y="110409"/>
                  <a:pt x="1070863" y="110355"/>
                  <a:pt x="1071668" y="110248"/>
                </a:cubicBezTo>
                <a:cubicBezTo>
                  <a:pt x="1072472" y="110140"/>
                  <a:pt x="1073250" y="110006"/>
                  <a:pt x="1074001" y="109845"/>
                </a:cubicBezTo>
                <a:lnTo>
                  <a:pt x="1074001" y="118929"/>
                </a:lnTo>
                <a:cubicBezTo>
                  <a:pt x="1072177" y="119361"/>
                  <a:pt x="1070367" y="119686"/>
                  <a:pt x="1068569" y="119902"/>
                </a:cubicBezTo>
                <a:cubicBezTo>
                  <a:pt x="1066772" y="120118"/>
                  <a:pt x="1064854" y="120226"/>
                  <a:pt x="1062816" y="120226"/>
                </a:cubicBezTo>
                <a:cubicBezTo>
                  <a:pt x="1060080" y="120226"/>
                  <a:pt x="1057732" y="119863"/>
                  <a:pt x="1055774" y="119135"/>
                </a:cubicBezTo>
                <a:cubicBezTo>
                  <a:pt x="1053816" y="118407"/>
                  <a:pt x="1052220" y="117303"/>
                  <a:pt x="1050986" y="115821"/>
                </a:cubicBezTo>
                <a:cubicBezTo>
                  <a:pt x="1049752" y="114338"/>
                  <a:pt x="1048813" y="112506"/>
                  <a:pt x="1048170" y="110323"/>
                </a:cubicBezTo>
                <a:cubicBezTo>
                  <a:pt x="1047526" y="108140"/>
                  <a:pt x="1047123" y="105594"/>
                  <a:pt x="1046962" y="102683"/>
                </a:cubicBezTo>
                <a:lnTo>
                  <a:pt x="1046480" y="102683"/>
                </a:lnTo>
                <a:cubicBezTo>
                  <a:pt x="1044924" y="105485"/>
                  <a:pt x="1043221" y="108017"/>
                  <a:pt x="1041370" y="110280"/>
                </a:cubicBezTo>
                <a:cubicBezTo>
                  <a:pt x="1039519" y="112544"/>
                  <a:pt x="1037359" y="114470"/>
                  <a:pt x="1034892" y="116059"/>
                </a:cubicBezTo>
                <a:cubicBezTo>
                  <a:pt x="1032424" y="117649"/>
                  <a:pt x="1029621" y="118874"/>
                  <a:pt x="1026482" y="119736"/>
                </a:cubicBezTo>
                <a:cubicBezTo>
                  <a:pt x="1023344" y="120599"/>
                  <a:pt x="1019736" y="121031"/>
                  <a:pt x="1015659" y="121031"/>
                </a:cubicBezTo>
                <a:moveTo>
                  <a:pt x="1018958" y="110087"/>
                </a:moveTo>
                <a:cubicBezTo>
                  <a:pt x="1023572" y="110087"/>
                  <a:pt x="1027609" y="109244"/>
                  <a:pt x="1031069" y="107559"/>
                </a:cubicBezTo>
                <a:cubicBezTo>
                  <a:pt x="1034529" y="105873"/>
                  <a:pt x="1037400" y="103719"/>
                  <a:pt x="1039680" y="101097"/>
                </a:cubicBezTo>
                <a:cubicBezTo>
                  <a:pt x="1041960" y="98473"/>
                  <a:pt x="1043663" y="95609"/>
                  <a:pt x="1044790" y="92506"/>
                </a:cubicBezTo>
                <a:cubicBezTo>
                  <a:pt x="1045916" y="89401"/>
                  <a:pt x="1046480" y="86430"/>
                  <a:pt x="1046480" y="83594"/>
                </a:cubicBezTo>
                <a:lnTo>
                  <a:pt x="1046480" y="76449"/>
                </a:lnTo>
                <a:lnTo>
                  <a:pt x="1030627" y="76771"/>
                </a:lnTo>
                <a:cubicBezTo>
                  <a:pt x="1027086" y="76825"/>
                  <a:pt x="1023719" y="77079"/>
                  <a:pt x="1020527" y="77533"/>
                </a:cubicBezTo>
                <a:cubicBezTo>
                  <a:pt x="1017335" y="77987"/>
                  <a:pt x="1014532" y="78884"/>
                  <a:pt x="1012118" y="80224"/>
                </a:cubicBezTo>
                <a:cubicBezTo>
                  <a:pt x="1009704" y="81562"/>
                  <a:pt x="1007786" y="83435"/>
                  <a:pt x="1006364" y="85844"/>
                </a:cubicBezTo>
                <a:cubicBezTo>
                  <a:pt x="1004942" y="88252"/>
                  <a:pt x="1004231" y="91409"/>
                  <a:pt x="1004231" y="95315"/>
                </a:cubicBezTo>
                <a:cubicBezTo>
                  <a:pt x="1004231" y="100024"/>
                  <a:pt x="1005506" y="103664"/>
                  <a:pt x="1008054" y="106234"/>
                </a:cubicBezTo>
                <a:cubicBezTo>
                  <a:pt x="1010602" y="108803"/>
                  <a:pt x="1014237" y="110087"/>
                  <a:pt x="1018958" y="110087"/>
                </a:cubicBezTo>
                <a:close/>
                <a:moveTo>
                  <a:pt x="1118558" y="118765"/>
                </a:moveTo>
                <a:cubicBezTo>
                  <a:pt x="1116358" y="119359"/>
                  <a:pt x="1114119" y="119831"/>
                  <a:pt x="1111838" y="120181"/>
                </a:cubicBezTo>
                <a:cubicBezTo>
                  <a:pt x="1109558" y="120533"/>
                  <a:pt x="1106916" y="120709"/>
                  <a:pt x="1103912" y="120709"/>
                </a:cubicBezTo>
                <a:cubicBezTo>
                  <a:pt x="1092324" y="120709"/>
                  <a:pt x="1086530" y="114144"/>
                  <a:pt x="1086530" y="101014"/>
                </a:cubicBezTo>
                <a:lnTo>
                  <a:pt x="1086530" y="42972"/>
                </a:lnTo>
                <a:lnTo>
                  <a:pt x="1076471" y="42972"/>
                </a:lnTo>
                <a:lnTo>
                  <a:pt x="1076471" y="32350"/>
                </a:lnTo>
                <a:lnTo>
                  <a:pt x="1087093" y="32350"/>
                </a:lnTo>
                <a:lnTo>
                  <a:pt x="1091358" y="12876"/>
                </a:lnTo>
                <a:lnTo>
                  <a:pt x="1101015" y="12876"/>
                </a:lnTo>
                <a:lnTo>
                  <a:pt x="1101015" y="32350"/>
                </a:lnTo>
                <a:lnTo>
                  <a:pt x="1117109" y="32350"/>
                </a:lnTo>
                <a:lnTo>
                  <a:pt x="1117109" y="42972"/>
                </a:lnTo>
                <a:lnTo>
                  <a:pt x="1101015" y="42972"/>
                </a:lnTo>
                <a:lnTo>
                  <a:pt x="1101015" y="97802"/>
                </a:lnTo>
                <a:cubicBezTo>
                  <a:pt x="1101015" y="101977"/>
                  <a:pt x="1101699" y="104907"/>
                  <a:pt x="1103067" y="106594"/>
                </a:cubicBezTo>
                <a:cubicBezTo>
                  <a:pt x="1104435" y="108279"/>
                  <a:pt x="1106809" y="109121"/>
                  <a:pt x="1110189" y="109121"/>
                </a:cubicBezTo>
                <a:cubicBezTo>
                  <a:pt x="1111584" y="109121"/>
                  <a:pt x="1112938" y="109014"/>
                  <a:pt x="1114253" y="108799"/>
                </a:cubicBezTo>
                <a:cubicBezTo>
                  <a:pt x="1115567" y="108585"/>
                  <a:pt x="1117002" y="108316"/>
                  <a:pt x="1118558" y="107995"/>
                </a:cubicBezTo>
                <a:lnTo>
                  <a:pt x="1118558" y="118765"/>
                </a:lnTo>
                <a:close/>
                <a:moveTo>
                  <a:pt x="1260084" y="119422"/>
                </a:moveTo>
                <a:lnTo>
                  <a:pt x="1243265" y="119422"/>
                </a:lnTo>
                <a:lnTo>
                  <a:pt x="1229343" y="63252"/>
                </a:lnTo>
                <a:cubicBezTo>
                  <a:pt x="1228914" y="61803"/>
                  <a:pt x="1228472" y="60006"/>
                  <a:pt x="1228016" y="57860"/>
                </a:cubicBezTo>
                <a:cubicBezTo>
                  <a:pt x="1227560" y="55714"/>
                  <a:pt x="1227117" y="53622"/>
                  <a:pt x="1226688" y="51583"/>
                </a:cubicBezTo>
                <a:cubicBezTo>
                  <a:pt x="1226151" y="49223"/>
                  <a:pt x="1225642" y="46782"/>
                  <a:pt x="1225159" y="44260"/>
                </a:cubicBezTo>
                <a:cubicBezTo>
                  <a:pt x="1224676" y="46674"/>
                  <a:pt x="1224166" y="49062"/>
                  <a:pt x="1223630" y="51422"/>
                </a:cubicBezTo>
                <a:cubicBezTo>
                  <a:pt x="1223201" y="53461"/>
                  <a:pt x="1222731" y="55580"/>
                  <a:pt x="1222221" y="57779"/>
                </a:cubicBezTo>
                <a:cubicBezTo>
                  <a:pt x="1221712" y="59979"/>
                  <a:pt x="1221242" y="61910"/>
                  <a:pt x="1220813" y="63574"/>
                </a:cubicBezTo>
                <a:lnTo>
                  <a:pt x="1206489" y="119422"/>
                </a:lnTo>
                <a:lnTo>
                  <a:pt x="1189751" y="119422"/>
                </a:lnTo>
                <a:lnTo>
                  <a:pt x="1165367" y="32350"/>
                </a:lnTo>
                <a:lnTo>
                  <a:pt x="1179692" y="32350"/>
                </a:lnTo>
                <a:lnTo>
                  <a:pt x="1194418" y="91498"/>
                </a:lnTo>
                <a:cubicBezTo>
                  <a:pt x="1194794" y="92732"/>
                  <a:pt x="1195169" y="94247"/>
                  <a:pt x="1195545" y="96044"/>
                </a:cubicBezTo>
                <a:cubicBezTo>
                  <a:pt x="1195920" y="97842"/>
                  <a:pt x="1196296" y="99599"/>
                  <a:pt x="1196671" y="101315"/>
                </a:cubicBezTo>
                <a:cubicBezTo>
                  <a:pt x="1197047" y="103300"/>
                  <a:pt x="1197449" y="105339"/>
                  <a:pt x="1197878" y="107431"/>
                </a:cubicBezTo>
                <a:cubicBezTo>
                  <a:pt x="1198308" y="105393"/>
                  <a:pt x="1198764" y="103408"/>
                  <a:pt x="1199246" y="101476"/>
                </a:cubicBezTo>
                <a:cubicBezTo>
                  <a:pt x="1199676" y="99813"/>
                  <a:pt x="1200105" y="98123"/>
                  <a:pt x="1200534" y="96406"/>
                </a:cubicBezTo>
                <a:cubicBezTo>
                  <a:pt x="1200963" y="94690"/>
                  <a:pt x="1201339" y="93268"/>
                  <a:pt x="1201661" y="92141"/>
                </a:cubicBezTo>
                <a:lnTo>
                  <a:pt x="1217433" y="32350"/>
                </a:lnTo>
                <a:lnTo>
                  <a:pt x="1232965" y="32350"/>
                </a:lnTo>
                <a:lnTo>
                  <a:pt x="1248174" y="92141"/>
                </a:lnTo>
                <a:cubicBezTo>
                  <a:pt x="1248550" y="93536"/>
                  <a:pt x="1248952" y="95119"/>
                  <a:pt x="1249381" y="96889"/>
                </a:cubicBezTo>
                <a:cubicBezTo>
                  <a:pt x="1249810" y="98660"/>
                  <a:pt x="1250213" y="100323"/>
                  <a:pt x="1250588" y="101879"/>
                </a:cubicBezTo>
                <a:cubicBezTo>
                  <a:pt x="1251017" y="103703"/>
                  <a:pt x="1251447" y="105554"/>
                  <a:pt x="1251876" y="107431"/>
                </a:cubicBezTo>
                <a:cubicBezTo>
                  <a:pt x="1252305" y="105393"/>
                  <a:pt x="1252734" y="103408"/>
                  <a:pt x="1253163" y="101476"/>
                </a:cubicBezTo>
                <a:cubicBezTo>
                  <a:pt x="1253539" y="99813"/>
                  <a:pt x="1253928" y="98083"/>
                  <a:pt x="1254330" y="96286"/>
                </a:cubicBezTo>
                <a:cubicBezTo>
                  <a:pt x="1254733" y="94489"/>
                  <a:pt x="1255121" y="92892"/>
                  <a:pt x="1255497" y="91498"/>
                </a:cubicBezTo>
                <a:lnTo>
                  <a:pt x="1270867" y="32350"/>
                </a:lnTo>
                <a:lnTo>
                  <a:pt x="1285031" y="32350"/>
                </a:lnTo>
                <a:lnTo>
                  <a:pt x="1260084" y="119422"/>
                </a:lnTo>
                <a:close/>
                <a:moveTo>
                  <a:pt x="1295625" y="13841"/>
                </a:moveTo>
                <a:lnTo>
                  <a:pt x="1295625" y="0"/>
                </a:lnTo>
                <a:lnTo>
                  <a:pt x="1310110" y="0"/>
                </a:lnTo>
                <a:lnTo>
                  <a:pt x="1310110" y="13841"/>
                </a:lnTo>
                <a:lnTo>
                  <a:pt x="1295625" y="13841"/>
                </a:lnTo>
                <a:moveTo>
                  <a:pt x="1295625" y="119422"/>
                </a:moveTo>
                <a:lnTo>
                  <a:pt x="1295625" y="32350"/>
                </a:lnTo>
                <a:lnTo>
                  <a:pt x="1310110" y="32350"/>
                </a:lnTo>
                <a:lnTo>
                  <a:pt x="1310110" y="119422"/>
                </a:lnTo>
                <a:lnTo>
                  <a:pt x="1295625" y="119422"/>
                </a:lnTo>
                <a:close/>
                <a:moveTo>
                  <a:pt x="1332294" y="119422"/>
                </a:moveTo>
                <a:lnTo>
                  <a:pt x="1332294" y="0"/>
                </a:lnTo>
                <a:lnTo>
                  <a:pt x="1346779" y="0"/>
                </a:lnTo>
                <a:lnTo>
                  <a:pt x="1346779" y="119422"/>
                </a:lnTo>
                <a:lnTo>
                  <a:pt x="1332294" y="119422"/>
                </a:lnTo>
                <a:close/>
                <a:moveTo>
                  <a:pt x="1368881" y="119422"/>
                </a:moveTo>
                <a:lnTo>
                  <a:pt x="1368881" y="0"/>
                </a:lnTo>
                <a:lnTo>
                  <a:pt x="1383366" y="0"/>
                </a:lnTo>
                <a:lnTo>
                  <a:pt x="1383366" y="119422"/>
                </a:lnTo>
                <a:lnTo>
                  <a:pt x="1368881" y="119422"/>
                </a:lnTo>
                <a:close/>
                <a:moveTo>
                  <a:pt x="1465690" y="47318"/>
                </a:moveTo>
                <a:cubicBezTo>
                  <a:pt x="1467299" y="44352"/>
                  <a:pt x="1469043" y="41832"/>
                  <a:pt x="1470921" y="39756"/>
                </a:cubicBezTo>
                <a:cubicBezTo>
                  <a:pt x="1472798" y="37681"/>
                  <a:pt x="1474864" y="35970"/>
                  <a:pt x="1477117" y="34623"/>
                </a:cubicBezTo>
                <a:cubicBezTo>
                  <a:pt x="1479370" y="33276"/>
                  <a:pt x="1481838" y="32291"/>
                  <a:pt x="1484521" y="31671"/>
                </a:cubicBezTo>
                <a:cubicBezTo>
                  <a:pt x="1487203" y="31051"/>
                  <a:pt x="1490207" y="30741"/>
                  <a:pt x="1493534" y="30741"/>
                </a:cubicBezTo>
                <a:cubicBezTo>
                  <a:pt x="1499113" y="30741"/>
                  <a:pt x="1503687" y="31492"/>
                  <a:pt x="1507254" y="32994"/>
                </a:cubicBezTo>
                <a:cubicBezTo>
                  <a:pt x="1510822" y="34496"/>
                  <a:pt x="1513638" y="36602"/>
                  <a:pt x="1515704" y="39311"/>
                </a:cubicBezTo>
                <a:cubicBezTo>
                  <a:pt x="1517769" y="42020"/>
                  <a:pt x="1519191" y="45253"/>
                  <a:pt x="1519969" y="49008"/>
                </a:cubicBezTo>
                <a:cubicBezTo>
                  <a:pt x="1520747" y="52763"/>
                  <a:pt x="1521136" y="56894"/>
                  <a:pt x="1521136" y="61401"/>
                </a:cubicBezTo>
                <a:lnTo>
                  <a:pt x="1521136" y="119422"/>
                </a:lnTo>
                <a:lnTo>
                  <a:pt x="1506570" y="119422"/>
                </a:lnTo>
                <a:lnTo>
                  <a:pt x="1506570" y="64275"/>
                </a:lnTo>
                <a:cubicBezTo>
                  <a:pt x="1506570" y="60577"/>
                  <a:pt x="1506342" y="57334"/>
                  <a:pt x="1505886" y="54548"/>
                </a:cubicBezTo>
                <a:cubicBezTo>
                  <a:pt x="1505430" y="51762"/>
                  <a:pt x="1504558" y="49444"/>
                  <a:pt x="1503271" y="47595"/>
                </a:cubicBezTo>
                <a:cubicBezTo>
                  <a:pt x="1501983" y="45745"/>
                  <a:pt x="1500159" y="44352"/>
                  <a:pt x="1497799" y="43415"/>
                </a:cubicBezTo>
                <a:cubicBezTo>
                  <a:pt x="1495438" y="42476"/>
                  <a:pt x="1492380" y="42007"/>
                  <a:pt x="1488625" y="42007"/>
                </a:cubicBezTo>
                <a:cubicBezTo>
                  <a:pt x="1485191" y="42007"/>
                  <a:pt x="1482093" y="42623"/>
                  <a:pt x="1479330" y="43855"/>
                </a:cubicBezTo>
                <a:cubicBezTo>
                  <a:pt x="1476567" y="45087"/>
                  <a:pt x="1474207" y="46829"/>
                  <a:pt x="1472248" y="49081"/>
                </a:cubicBezTo>
                <a:cubicBezTo>
                  <a:pt x="1470290" y="51332"/>
                  <a:pt x="1468775" y="54066"/>
                  <a:pt x="1467702" y="57282"/>
                </a:cubicBezTo>
                <a:cubicBezTo>
                  <a:pt x="1466629" y="60497"/>
                  <a:pt x="1466092" y="64114"/>
                  <a:pt x="1466092" y="68133"/>
                </a:cubicBezTo>
                <a:lnTo>
                  <a:pt x="1466092" y="119422"/>
                </a:lnTo>
                <a:lnTo>
                  <a:pt x="1451607" y="119422"/>
                </a:lnTo>
                <a:lnTo>
                  <a:pt x="1451607" y="0"/>
                </a:lnTo>
                <a:lnTo>
                  <a:pt x="1466092" y="0"/>
                </a:lnTo>
                <a:lnTo>
                  <a:pt x="1466092" y="31115"/>
                </a:lnTo>
                <a:cubicBezTo>
                  <a:pt x="1466092" y="32889"/>
                  <a:pt x="1466065" y="34663"/>
                  <a:pt x="1466012" y="36437"/>
                </a:cubicBezTo>
                <a:cubicBezTo>
                  <a:pt x="1465958" y="38209"/>
                  <a:pt x="1465891" y="39847"/>
                  <a:pt x="1465811" y="41353"/>
                </a:cubicBezTo>
                <a:cubicBezTo>
                  <a:pt x="1465730" y="42857"/>
                  <a:pt x="1465663" y="44133"/>
                  <a:pt x="1465609" y="45183"/>
                </a:cubicBezTo>
                <a:cubicBezTo>
                  <a:pt x="1465556" y="46231"/>
                  <a:pt x="1465502" y="46942"/>
                  <a:pt x="1465448" y="47318"/>
                </a:cubicBezTo>
                <a:lnTo>
                  <a:pt x="1465690" y="47318"/>
                </a:lnTo>
                <a:close/>
                <a:moveTo>
                  <a:pt x="1565129" y="121031"/>
                </a:moveTo>
                <a:cubicBezTo>
                  <a:pt x="1556385" y="121031"/>
                  <a:pt x="1549813" y="118724"/>
                  <a:pt x="1545413" y="114110"/>
                </a:cubicBezTo>
                <a:cubicBezTo>
                  <a:pt x="1541014" y="109497"/>
                  <a:pt x="1538815" y="103166"/>
                  <a:pt x="1538815" y="95119"/>
                </a:cubicBezTo>
                <a:cubicBezTo>
                  <a:pt x="1538815" y="89378"/>
                  <a:pt x="1539901" y="84671"/>
                  <a:pt x="1542074" y="80996"/>
                </a:cubicBezTo>
                <a:cubicBezTo>
                  <a:pt x="1544247" y="77321"/>
                  <a:pt x="1547090" y="74437"/>
                  <a:pt x="1550604" y="72345"/>
                </a:cubicBezTo>
                <a:cubicBezTo>
                  <a:pt x="1554118" y="70253"/>
                  <a:pt x="1558128" y="68804"/>
                  <a:pt x="1562635" y="68000"/>
                </a:cubicBezTo>
                <a:cubicBezTo>
                  <a:pt x="1567141" y="67195"/>
                  <a:pt x="1571728" y="66739"/>
                  <a:pt x="1576395" y="66632"/>
                </a:cubicBezTo>
                <a:lnTo>
                  <a:pt x="1595950" y="66310"/>
                </a:lnTo>
                <a:lnTo>
                  <a:pt x="1595950" y="61577"/>
                </a:lnTo>
                <a:cubicBezTo>
                  <a:pt x="1595950" y="57994"/>
                  <a:pt x="1595575" y="54946"/>
                  <a:pt x="1594824" y="52433"/>
                </a:cubicBezTo>
                <a:cubicBezTo>
                  <a:pt x="1594073" y="49920"/>
                  <a:pt x="1592919" y="47888"/>
                  <a:pt x="1591363" y="46337"/>
                </a:cubicBezTo>
                <a:cubicBezTo>
                  <a:pt x="1589808" y="44786"/>
                  <a:pt x="1587863" y="43651"/>
                  <a:pt x="1585529" y="42930"/>
                </a:cubicBezTo>
                <a:cubicBezTo>
                  <a:pt x="1583195" y="42207"/>
                  <a:pt x="1580446" y="41846"/>
                  <a:pt x="1577281" y="41846"/>
                </a:cubicBezTo>
                <a:cubicBezTo>
                  <a:pt x="1574491" y="41846"/>
                  <a:pt x="1571969" y="42045"/>
                  <a:pt x="1569716" y="42442"/>
                </a:cubicBezTo>
                <a:cubicBezTo>
                  <a:pt x="1567463" y="42839"/>
                  <a:pt x="1565505" y="43555"/>
                  <a:pt x="1563842" y="44589"/>
                </a:cubicBezTo>
                <a:cubicBezTo>
                  <a:pt x="1562179" y="45624"/>
                  <a:pt x="1560837" y="47030"/>
                  <a:pt x="1559818" y="48807"/>
                </a:cubicBezTo>
                <a:cubicBezTo>
                  <a:pt x="1558799" y="50582"/>
                  <a:pt x="1558128" y="52822"/>
                  <a:pt x="1557806" y="55526"/>
                </a:cubicBezTo>
                <a:lnTo>
                  <a:pt x="1542677" y="54163"/>
                </a:lnTo>
                <a:cubicBezTo>
                  <a:pt x="1543214" y="50740"/>
                  <a:pt x="1544233" y="47598"/>
                  <a:pt x="1545735" y="44738"/>
                </a:cubicBezTo>
                <a:cubicBezTo>
                  <a:pt x="1547237" y="41876"/>
                  <a:pt x="1549370" y="39403"/>
                  <a:pt x="1552133" y="37319"/>
                </a:cubicBezTo>
                <a:cubicBezTo>
                  <a:pt x="1554896" y="35234"/>
                  <a:pt x="1558356" y="33616"/>
                  <a:pt x="1562514" y="32466"/>
                </a:cubicBezTo>
                <a:cubicBezTo>
                  <a:pt x="1566672" y="31316"/>
                  <a:pt x="1571701" y="30741"/>
                  <a:pt x="1577603" y="30741"/>
                </a:cubicBezTo>
                <a:cubicBezTo>
                  <a:pt x="1588547" y="30741"/>
                  <a:pt x="1596782" y="33246"/>
                  <a:pt x="1602308" y="38257"/>
                </a:cubicBezTo>
                <a:cubicBezTo>
                  <a:pt x="1607833" y="43268"/>
                  <a:pt x="1610596" y="50517"/>
                  <a:pt x="1610596" y="60003"/>
                </a:cubicBezTo>
                <a:lnTo>
                  <a:pt x="1610596" y="97465"/>
                </a:lnTo>
                <a:cubicBezTo>
                  <a:pt x="1610596" y="101754"/>
                  <a:pt x="1611160" y="104984"/>
                  <a:pt x="1612286" y="107155"/>
                </a:cubicBezTo>
                <a:cubicBezTo>
                  <a:pt x="1613413" y="109324"/>
                  <a:pt x="1615559" y="110409"/>
                  <a:pt x="1618724" y="110409"/>
                </a:cubicBezTo>
                <a:cubicBezTo>
                  <a:pt x="1619529" y="110409"/>
                  <a:pt x="1620334" y="110355"/>
                  <a:pt x="1621138" y="110248"/>
                </a:cubicBezTo>
                <a:cubicBezTo>
                  <a:pt x="1621943" y="110140"/>
                  <a:pt x="1622721" y="110006"/>
                  <a:pt x="1623472" y="109845"/>
                </a:cubicBezTo>
                <a:lnTo>
                  <a:pt x="1623472" y="118929"/>
                </a:lnTo>
                <a:cubicBezTo>
                  <a:pt x="1621648" y="119361"/>
                  <a:pt x="1619837" y="119686"/>
                  <a:pt x="1618040" y="119902"/>
                </a:cubicBezTo>
                <a:cubicBezTo>
                  <a:pt x="1616243" y="120118"/>
                  <a:pt x="1614325" y="120226"/>
                  <a:pt x="1612286" y="120226"/>
                </a:cubicBezTo>
                <a:cubicBezTo>
                  <a:pt x="1609550" y="120226"/>
                  <a:pt x="1607203" y="119863"/>
                  <a:pt x="1605245" y="119135"/>
                </a:cubicBezTo>
                <a:cubicBezTo>
                  <a:pt x="1603287" y="118407"/>
                  <a:pt x="1601691" y="117303"/>
                  <a:pt x="1600457" y="115821"/>
                </a:cubicBezTo>
                <a:cubicBezTo>
                  <a:pt x="1599223" y="114338"/>
                  <a:pt x="1598284" y="112506"/>
                  <a:pt x="1597640" y="110323"/>
                </a:cubicBezTo>
                <a:cubicBezTo>
                  <a:pt x="1596996" y="108140"/>
                  <a:pt x="1596594" y="105594"/>
                  <a:pt x="1596433" y="102683"/>
                </a:cubicBezTo>
                <a:lnTo>
                  <a:pt x="1595950" y="102683"/>
                </a:lnTo>
                <a:cubicBezTo>
                  <a:pt x="1594395" y="105485"/>
                  <a:pt x="1592691" y="108017"/>
                  <a:pt x="1590840" y="110280"/>
                </a:cubicBezTo>
                <a:cubicBezTo>
                  <a:pt x="1588989" y="112544"/>
                  <a:pt x="1586830" y="114470"/>
                  <a:pt x="1584362" y="116059"/>
                </a:cubicBezTo>
                <a:cubicBezTo>
                  <a:pt x="1581894" y="117649"/>
                  <a:pt x="1579091" y="118874"/>
                  <a:pt x="1575953" y="119736"/>
                </a:cubicBezTo>
                <a:cubicBezTo>
                  <a:pt x="1572814" y="120599"/>
                  <a:pt x="1569207" y="121031"/>
                  <a:pt x="1565129" y="121031"/>
                </a:cubicBezTo>
                <a:moveTo>
                  <a:pt x="1568429" y="110087"/>
                </a:moveTo>
                <a:cubicBezTo>
                  <a:pt x="1573042" y="110087"/>
                  <a:pt x="1577079" y="109244"/>
                  <a:pt x="1580540" y="107559"/>
                </a:cubicBezTo>
                <a:cubicBezTo>
                  <a:pt x="1584000" y="105873"/>
                  <a:pt x="1586870" y="103719"/>
                  <a:pt x="1589150" y="101097"/>
                </a:cubicBezTo>
                <a:cubicBezTo>
                  <a:pt x="1591430" y="98473"/>
                  <a:pt x="1593134" y="95609"/>
                  <a:pt x="1594260" y="92506"/>
                </a:cubicBezTo>
                <a:cubicBezTo>
                  <a:pt x="1595387" y="89401"/>
                  <a:pt x="1595950" y="86430"/>
                  <a:pt x="1595950" y="83594"/>
                </a:cubicBezTo>
                <a:lnTo>
                  <a:pt x="1595950" y="76449"/>
                </a:lnTo>
                <a:lnTo>
                  <a:pt x="1580097" y="76771"/>
                </a:lnTo>
                <a:cubicBezTo>
                  <a:pt x="1576556" y="76825"/>
                  <a:pt x="1573190" y="77079"/>
                  <a:pt x="1569998" y="77533"/>
                </a:cubicBezTo>
                <a:cubicBezTo>
                  <a:pt x="1566806" y="77987"/>
                  <a:pt x="1564003" y="78884"/>
                  <a:pt x="1561588" y="80224"/>
                </a:cubicBezTo>
                <a:cubicBezTo>
                  <a:pt x="1559174" y="81562"/>
                  <a:pt x="1557256" y="83435"/>
                  <a:pt x="1555835" y="85844"/>
                </a:cubicBezTo>
                <a:cubicBezTo>
                  <a:pt x="1554413" y="88252"/>
                  <a:pt x="1553702" y="91409"/>
                  <a:pt x="1553702" y="95315"/>
                </a:cubicBezTo>
                <a:cubicBezTo>
                  <a:pt x="1553702" y="100024"/>
                  <a:pt x="1554976" y="103664"/>
                  <a:pt x="1557525" y="106234"/>
                </a:cubicBezTo>
                <a:cubicBezTo>
                  <a:pt x="1560073" y="108803"/>
                  <a:pt x="1563708" y="110087"/>
                  <a:pt x="1568429" y="110087"/>
                </a:cubicBezTo>
                <a:close/>
                <a:moveTo>
                  <a:pt x="1708185" y="75443"/>
                </a:moveTo>
                <a:cubicBezTo>
                  <a:pt x="1708185" y="82047"/>
                  <a:pt x="1707649" y="88141"/>
                  <a:pt x="1706576" y="93726"/>
                </a:cubicBezTo>
                <a:cubicBezTo>
                  <a:pt x="1705503" y="99310"/>
                  <a:pt x="1703719" y="104117"/>
                  <a:pt x="1701224" y="108145"/>
                </a:cubicBezTo>
                <a:cubicBezTo>
                  <a:pt x="1698730" y="112172"/>
                  <a:pt x="1695430" y="115327"/>
                  <a:pt x="1691326" y="117609"/>
                </a:cubicBezTo>
                <a:cubicBezTo>
                  <a:pt x="1687222" y="119890"/>
                  <a:pt x="1682166" y="121031"/>
                  <a:pt x="1676157" y="121031"/>
                </a:cubicBezTo>
                <a:cubicBezTo>
                  <a:pt x="1669934" y="121031"/>
                  <a:pt x="1664489" y="119845"/>
                  <a:pt x="1659821" y="117473"/>
                </a:cubicBezTo>
                <a:cubicBezTo>
                  <a:pt x="1655154" y="115099"/>
                  <a:pt x="1651586" y="111215"/>
                  <a:pt x="1649118" y="105822"/>
                </a:cubicBezTo>
                <a:lnTo>
                  <a:pt x="1648716" y="105822"/>
                </a:lnTo>
                <a:cubicBezTo>
                  <a:pt x="1648770" y="105929"/>
                  <a:pt x="1648810" y="106414"/>
                  <a:pt x="1648837" y="107275"/>
                </a:cubicBezTo>
                <a:cubicBezTo>
                  <a:pt x="1648864" y="108137"/>
                  <a:pt x="1648890" y="109214"/>
                  <a:pt x="1648917" y="110507"/>
                </a:cubicBezTo>
                <a:cubicBezTo>
                  <a:pt x="1648944" y="111798"/>
                  <a:pt x="1648971" y="113237"/>
                  <a:pt x="1648998" y="114825"/>
                </a:cubicBezTo>
                <a:cubicBezTo>
                  <a:pt x="1649024" y="116412"/>
                  <a:pt x="1649038" y="117987"/>
                  <a:pt x="1649038" y="119547"/>
                </a:cubicBezTo>
                <a:lnTo>
                  <a:pt x="1649038" y="153703"/>
                </a:lnTo>
                <a:lnTo>
                  <a:pt x="1634553" y="153703"/>
                </a:lnTo>
                <a:lnTo>
                  <a:pt x="1634553" y="50147"/>
                </a:lnTo>
                <a:cubicBezTo>
                  <a:pt x="1634553" y="48053"/>
                  <a:pt x="1634539" y="46040"/>
                  <a:pt x="1634513" y="44107"/>
                </a:cubicBezTo>
                <a:cubicBezTo>
                  <a:pt x="1634486" y="42174"/>
                  <a:pt x="1634445" y="40416"/>
                  <a:pt x="1634392" y="38833"/>
                </a:cubicBezTo>
                <a:cubicBezTo>
                  <a:pt x="1634338" y="37249"/>
                  <a:pt x="1634285" y="35893"/>
                  <a:pt x="1634231" y="34767"/>
                </a:cubicBezTo>
                <a:cubicBezTo>
                  <a:pt x="1634177" y="33638"/>
                  <a:pt x="1634124" y="32833"/>
                  <a:pt x="1634070" y="32350"/>
                </a:cubicBezTo>
                <a:lnTo>
                  <a:pt x="1648072" y="32350"/>
                </a:lnTo>
                <a:cubicBezTo>
                  <a:pt x="1648126" y="32511"/>
                  <a:pt x="1648193" y="33074"/>
                  <a:pt x="1648273" y="34040"/>
                </a:cubicBezTo>
                <a:cubicBezTo>
                  <a:pt x="1648354" y="35006"/>
                  <a:pt x="1648434" y="36173"/>
                  <a:pt x="1648515" y="37541"/>
                </a:cubicBezTo>
                <a:cubicBezTo>
                  <a:pt x="1648595" y="38909"/>
                  <a:pt x="1648676" y="40371"/>
                  <a:pt x="1648756" y="41926"/>
                </a:cubicBezTo>
                <a:cubicBezTo>
                  <a:pt x="1648837" y="43482"/>
                  <a:pt x="1648877" y="44957"/>
                  <a:pt x="1648877" y="46352"/>
                </a:cubicBezTo>
                <a:lnTo>
                  <a:pt x="1649199" y="46352"/>
                </a:lnTo>
                <a:cubicBezTo>
                  <a:pt x="1650540" y="43548"/>
                  <a:pt x="1652069" y="41161"/>
                  <a:pt x="1653786" y="39193"/>
                </a:cubicBezTo>
                <a:cubicBezTo>
                  <a:pt x="1655503" y="37225"/>
                  <a:pt x="1657461" y="35607"/>
                  <a:pt x="1659660" y="34339"/>
                </a:cubicBezTo>
                <a:cubicBezTo>
                  <a:pt x="1661860" y="33072"/>
                  <a:pt x="1664314" y="32156"/>
                  <a:pt x="1667024" y="31591"/>
                </a:cubicBezTo>
                <a:cubicBezTo>
                  <a:pt x="1669733" y="31024"/>
                  <a:pt x="1672777" y="30741"/>
                  <a:pt x="1676157" y="30741"/>
                </a:cubicBezTo>
                <a:cubicBezTo>
                  <a:pt x="1682166" y="30741"/>
                  <a:pt x="1687222" y="31814"/>
                  <a:pt x="1691326" y="33962"/>
                </a:cubicBezTo>
                <a:cubicBezTo>
                  <a:pt x="1695430" y="36110"/>
                  <a:pt x="1698730" y="39130"/>
                  <a:pt x="1701224" y="43023"/>
                </a:cubicBezTo>
                <a:cubicBezTo>
                  <a:pt x="1703719" y="46916"/>
                  <a:pt x="1705503" y="51614"/>
                  <a:pt x="1706576" y="57118"/>
                </a:cubicBezTo>
                <a:cubicBezTo>
                  <a:pt x="1707649" y="62622"/>
                  <a:pt x="1708185" y="68731"/>
                  <a:pt x="1708185" y="75443"/>
                </a:cubicBezTo>
                <a:moveTo>
                  <a:pt x="1692976" y="75765"/>
                </a:moveTo>
                <a:cubicBezTo>
                  <a:pt x="1692976" y="70407"/>
                  <a:pt x="1692654" y="65638"/>
                  <a:pt x="1692010" y="61459"/>
                </a:cubicBezTo>
                <a:cubicBezTo>
                  <a:pt x="1691367" y="57279"/>
                  <a:pt x="1690253" y="53742"/>
                  <a:pt x="1688671" y="50849"/>
                </a:cubicBezTo>
                <a:cubicBezTo>
                  <a:pt x="1687088" y="47955"/>
                  <a:pt x="1684982" y="45758"/>
                  <a:pt x="1682354" y="44258"/>
                </a:cubicBezTo>
                <a:cubicBezTo>
                  <a:pt x="1679725" y="42757"/>
                  <a:pt x="1676425" y="42007"/>
                  <a:pt x="1672455" y="42007"/>
                </a:cubicBezTo>
                <a:cubicBezTo>
                  <a:pt x="1669237" y="42007"/>
                  <a:pt x="1666205" y="42463"/>
                  <a:pt x="1663362" y="43375"/>
                </a:cubicBezTo>
                <a:cubicBezTo>
                  <a:pt x="1660519" y="44285"/>
                  <a:pt x="1658037" y="46026"/>
                  <a:pt x="1655918" y="48598"/>
                </a:cubicBezTo>
                <a:cubicBezTo>
                  <a:pt x="1653799" y="51170"/>
                  <a:pt x="1652123" y="54720"/>
                  <a:pt x="1650889" y="59248"/>
                </a:cubicBezTo>
                <a:cubicBezTo>
                  <a:pt x="1649655" y="63776"/>
                  <a:pt x="1649038" y="69658"/>
                  <a:pt x="1649038" y="76892"/>
                </a:cubicBezTo>
                <a:cubicBezTo>
                  <a:pt x="1649038" y="83053"/>
                  <a:pt x="1649548" y="88264"/>
                  <a:pt x="1650567" y="92524"/>
                </a:cubicBezTo>
                <a:cubicBezTo>
                  <a:pt x="1651586" y="96784"/>
                  <a:pt x="1653075" y="100227"/>
                  <a:pt x="1655033" y="102854"/>
                </a:cubicBezTo>
                <a:cubicBezTo>
                  <a:pt x="1656991" y="105480"/>
                  <a:pt x="1659419" y="107368"/>
                  <a:pt x="1662316" y="108520"/>
                </a:cubicBezTo>
                <a:cubicBezTo>
                  <a:pt x="1665213" y="109672"/>
                  <a:pt x="1668539" y="110248"/>
                  <a:pt x="1672295" y="110248"/>
                </a:cubicBezTo>
                <a:cubicBezTo>
                  <a:pt x="1676318" y="110248"/>
                  <a:pt x="1679658" y="109471"/>
                  <a:pt x="1682313" y="107917"/>
                </a:cubicBezTo>
                <a:cubicBezTo>
                  <a:pt x="1684969" y="106362"/>
                  <a:pt x="1687088" y="104112"/>
                  <a:pt x="1688671" y="101164"/>
                </a:cubicBezTo>
                <a:cubicBezTo>
                  <a:pt x="1690253" y="98217"/>
                  <a:pt x="1691367" y="94613"/>
                  <a:pt x="1692010" y="90353"/>
                </a:cubicBezTo>
                <a:cubicBezTo>
                  <a:pt x="1692654" y="86093"/>
                  <a:pt x="1692976" y="81231"/>
                  <a:pt x="1692976" y="75765"/>
                </a:cubicBezTo>
                <a:close/>
                <a:moveTo>
                  <a:pt x="1799818" y="75443"/>
                </a:moveTo>
                <a:cubicBezTo>
                  <a:pt x="1799818" y="82047"/>
                  <a:pt x="1799282" y="88141"/>
                  <a:pt x="1798209" y="93726"/>
                </a:cubicBezTo>
                <a:cubicBezTo>
                  <a:pt x="1797136" y="99310"/>
                  <a:pt x="1795352" y="104117"/>
                  <a:pt x="1792857" y="108145"/>
                </a:cubicBezTo>
                <a:cubicBezTo>
                  <a:pt x="1790362" y="112172"/>
                  <a:pt x="1787063" y="115327"/>
                  <a:pt x="1782959" y="117609"/>
                </a:cubicBezTo>
                <a:cubicBezTo>
                  <a:pt x="1778855" y="119890"/>
                  <a:pt x="1773798" y="121031"/>
                  <a:pt x="1767790" y="121031"/>
                </a:cubicBezTo>
                <a:cubicBezTo>
                  <a:pt x="1761567" y="121031"/>
                  <a:pt x="1756121" y="119845"/>
                  <a:pt x="1751454" y="117473"/>
                </a:cubicBezTo>
                <a:cubicBezTo>
                  <a:pt x="1746786" y="115099"/>
                  <a:pt x="1743219" y="111215"/>
                  <a:pt x="1740751" y="105822"/>
                </a:cubicBezTo>
                <a:lnTo>
                  <a:pt x="1740349" y="105822"/>
                </a:lnTo>
                <a:cubicBezTo>
                  <a:pt x="1740402" y="105929"/>
                  <a:pt x="1740442" y="106414"/>
                  <a:pt x="1740469" y="107275"/>
                </a:cubicBezTo>
                <a:cubicBezTo>
                  <a:pt x="1740496" y="108137"/>
                  <a:pt x="1740523" y="109214"/>
                  <a:pt x="1740550" y="110507"/>
                </a:cubicBezTo>
                <a:cubicBezTo>
                  <a:pt x="1740577" y="111798"/>
                  <a:pt x="1740603" y="113237"/>
                  <a:pt x="1740630" y="114825"/>
                </a:cubicBezTo>
                <a:cubicBezTo>
                  <a:pt x="1740657" y="116412"/>
                  <a:pt x="1740670" y="117987"/>
                  <a:pt x="1740670" y="119547"/>
                </a:cubicBezTo>
                <a:lnTo>
                  <a:pt x="1740670" y="153703"/>
                </a:lnTo>
                <a:lnTo>
                  <a:pt x="1726185" y="153703"/>
                </a:lnTo>
                <a:lnTo>
                  <a:pt x="1726185" y="50147"/>
                </a:lnTo>
                <a:cubicBezTo>
                  <a:pt x="1726185" y="48053"/>
                  <a:pt x="1726172" y="46040"/>
                  <a:pt x="1726145" y="44107"/>
                </a:cubicBezTo>
                <a:cubicBezTo>
                  <a:pt x="1726118" y="42174"/>
                  <a:pt x="1726078" y="40416"/>
                  <a:pt x="1726024" y="38833"/>
                </a:cubicBezTo>
                <a:cubicBezTo>
                  <a:pt x="1725971" y="37249"/>
                  <a:pt x="1725917" y="35893"/>
                  <a:pt x="1725863" y="34767"/>
                </a:cubicBezTo>
                <a:cubicBezTo>
                  <a:pt x="1725810" y="33638"/>
                  <a:pt x="1725756" y="32833"/>
                  <a:pt x="1725703" y="32350"/>
                </a:cubicBezTo>
                <a:lnTo>
                  <a:pt x="1739705" y="32350"/>
                </a:lnTo>
                <a:cubicBezTo>
                  <a:pt x="1739758" y="32511"/>
                  <a:pt x="1739825" y="33074"/>
                  <a:pt x="1739906" y="34040"/>
                </a:cubicBezTo>
                <a:cubicBezTo>
                  <a:pt x="1739986" y="35006"/>
                  <a:pt x="1740067" y="36173"/>
                  <a:pt x="1740147" y="37541"/>
                </a:cubicBezTo>
                <a:cubicBezTo>
                  <a:pt x="1740228" y="38909"/>
                  <a:pt x="1740308" y="40371"/>
                  <a:pt x="1740389" y="41926"/>
                </a:cubicBezTo>
                <a:cubicBezTo>
                  <a:pt x="1740469" y="43482"/>
                  <a:pt x="1740510" y="44957"/>
                  <a:pt x="1740510" y="46352"/>
                </a:cubicBezTo>
                <a:lnTo>
                  <a:pt x="1740831" y="46352"/>
                </a:lnTo>
                <a:cubicBezTo>
                  <a:pt x="1742173" y="43548"/>
                  <a:pt x="1743702" y="41161"/>
                  <a:pt x="1745418" y="39193"/>
                </a:cubicBezTo>
                <a:cubicBezTo>
                  <a:pt x="1747135" y="37225"/>
                  <a:pt x="1749093" y="35607"/>
                  <a:pt x="1751293" y="34339"/>
                </a:cubicBezTo>
                <a:cubicBezTo>
                  <a:pt x="1753492" y="33072"/>
                  <a:pt x="1755947" y="32156"/>
                  <a:pt x="1758656" y="31591"/>
                </a:cubicBezTo>
                <a:cubicBezTo>
                  <a:pt x="1761365" y="31024"/>
                  <a:pt x="1764410" y="30741"/>
                  <a:pt x="1767790" y="30741"/>
                </a:cubicBezTo>
                <a:cubicBezTo>
                  <a:pt x="1773798" y="30741"/>
                  <a:pt x="1778855" y="31814"/>
                  <a:pt x="1782959" y="33962"/>
                </a:cubicBezTo>
                <a:cubicBezTo>
                  <a:pt x="1787063" y="36110"/>
                  <a:pt x="1790362" y="39130"/>
                  <a:pt x="1792857" y="43023"/>
                </a:cubicBezTo>
                <a:cubicBezTo>
                  <a:pt x="1795352" y="46916"/>
                  <a:pt x="1797136" y="51614"/>
                  <a:pt x="1798209" y="57118"/>
                </a:cubicBezTo>
                <a:cubicBezTo>
                  <a:pt x="1799282" y="62622"/>
                  <a:pt x="1799818" y="68731"/>
                  <a:pt x="1799818" y="75443"/>
                </a:cubicBezTo>
                <a:moveTo>
                  <a:pt x="1784609" y="75765"/>
                </a:moveTo>
                <a:cubicBezTo>
                  <a:pt x="1784609" y="70407"/>
                  <a:pt x="1784287" y="65638"/>
                  <a:pt x="1783643" y="61459"/>
                </a:cubicBezTo>
                <a:cubicBezTo>
                  <a:pt x="1782999" y="57279"/>
                  <a:pt x="1781886" y="53742"/>
                  <a:pt x="1780303" y="50849"/>
                </a:cubicBezTo>
                <a:cubicBezTo>
                  <a:pt x="1778721" y="47955"/>
                  <a:pt x="1776615" y="45758"/>
                  <a:pt x="1773986" y="44258"/>
                </a:cubicBezTo>
                <a:cubicBezTo>
                  <a:pt x="1771357" y="42757"/>
                  <a:pt x="1768058" y="42007"/>
                  <a:pt x="1764088" y="42007"/>
                </a:cubicBezTo>
                <a:cubicBezTo>
                  <a:pt x="1760869" y="42007"/>
                  <a:pt x="1757838" y="42463"/>
                  <a:pt x="1754995" y="43375"/>
                </a:cubicBezTo>
                <a:cubicBezTo>
                  <a:pt x="1752151" y="44285"/>
                  <a:pt x="1749670" y="46026"/>
                  <a:pt x="1747551" y="48598"/>
                </a:cubicBezTo>
                <a:cubicBezTo>
                  <a:pt x="1745432" y="51170"/>
                  <a:pt x="1743755" y="54720"/>
                  <a:pt x="1742521" y="59248"/>
                </a:cubicBezTo>
                <a:cubicBezTo>
                  <a:pt x="1741287" y="63776"/>
                  <a:pt x="1740670" y="69658"/>
                  <a:pt x="1740670" y="76892"/>
                </a:cubicBezTo>
                <a:cubicBezTo>
                  <a:pt x="1740670" y="83053"/>
                  <a:pt x="1741180" y="88264"/>
                  <a:pt x="1742199" y="92524"/>
                </a:cubicBezTo>
                <a:cubicBezTo>
                  <a:pt x="1743219" y="96784"/>
                  <a:pt x="1744708" y="100227"/>
                  <a:pt x="1746666" y="102854"/>
                </a:cubicBezTo>
                <a:cubicBezTo>
                  <a:pt x="1748624" y="105480"/>
                  <a:pt x="1751051" y="107368"/>
                  <a:pt x="1753948" y="108520"/>
                </a:cubicBezTo>
                <a:cubicBezTo>
                  <a:pt x="1756845" y="109672"/>
                  <a:pt x="1760172" y="110248"/>
                  <a:pt x="1763927" y="110248"/>
                </a:cubicBezTo>
                <a:cubicBezTo>
                  <a:pt x="1767951" y="110248"/>
                  <a:pt x="1771290" y="109471"/>
                  <a:pt x="1773946" y="107917"/>
                </a:cubicBezTo>
                <a:cubicBezTo>
                  <a:pt x="1776602" y="106362"/>
                  <a:pt x="1778721" y="104112"/>
                  <a:pt x="1780303" y="101164"/>
                </a:cubicBezTo>
                <a:cubicBezTo>
                  <a:pt x="1781886" y="98217"/>
                  <a:pt x="1782999" y="94613"/>
                  <a:pt x="1783643" y="90353"/>
                </a:cubicBezTo>
                <a:cubicBezTo>
                  <a:pt x="1784287" y="86093"/>
                  <a:pt x="1784609" y="81231"/>
                  <a:pt x="1784609" y="75765"/>
                </a:cubicBezTo>
                <a:close/>
                <a:moveTo>
                  <a:pt x="1828924" y="78863"/>
                </a:moveTo>
                <a:cubicBezTo>
                  <a:pt x="1828924" y="83424"/>
                  <a:pt x="1829393" y="87622"/>
                  <a:pt x="1830332" y="91457"/>
                </a:cubicBezTo>
                <a:cubicBezTo>
                  <a:pt x="1831271" y="95293"/>
                  <a:pt x="1832720" y="98593"/>
                  <a:pt x="1834678" y="101356"/>
                </a:cubicBezTo>
                <a:cubicBezTo>
                  <a:pt x="1836636" y="104118"/>
                  <a:pt x="1839144" y="106264"/>
                  <a:pt x="1842202" y="107793"/>
                </a:cubicBezTo>
                <a:cubicBezTo>
                  <a:pt x="1845260" y="109322"/>
                  <a:pt x="1848935" y="110087"/>
                  <a:pt x="1853227" y="110087"/>
                </a:cubicBezTo>
                <a:cubicBezTo>
                  <a:pt x="1859504" y="110087"/>
                  <a:pt x="1864533" y="108826"/>
                  <a:pt x="1868316" y="106305"/>
                </a:cubicBezTo>
                <a:cubicBezTo>
                  <a:pt x="1872098" y="103783"/>
                  <a:pt x="1874659" y="100591"/>
                  <a:pt x="1876001" y="96728"/>
                </a:cubicBezTo>
                <a:lnTo>
                  <a:pt x="1888715" y="100362"/>
                </a:lnTo>
                <a:cubicBezTo>
                  <a:pt x="1887803" y="102785"/>
                  <a:pt x="1886529" y="105221"/>
                  <a:pt x="1884893" y="107670"/>
                </a:cubicBezTo>
                <a:cubicBezTo>
                  <a:pt x="1883257" y="110118"/>
                  <a:pt x="1881070" y="112324"/>
                  <a:pt x="1878334" y="114289"/>
                </a:cubicBezTo>
                <a:cubicBezTo>
                  <a:pt x="1875598" y="116254"/>
                  <a:pt x="1872178" y="117869"/>
                  <a:pt x="1868074" y="119135"/>
                </a:cubicBezTo>
                <a:cubicBezTo>
                  <a:pt x="1863970" y="120399"/>
                  <a:pt x="1859021" y="121031"/>
                  <a:pt x="1853227" y="121031"/>
                </a:cubicBezTo>
                <a:cubicBezTo>
                  <a:pt x="1840351" y="121031"/>
                  <a:pt x="1830547" y="117195"/>
                  <a:pt x="1823814" y="109524"/>
                </a:cubicBezTo>
                <a:cubicBezTo>
                  <a:pt x="1817081" y="101852"/>
                  <a:pt x="1813715" y="90451"/>
                  <a:pt x="1813715" y="75323"/>
                </a:cubicBezTo>
                <a:cubicBezTo>
                  <a:pt x="1813715" y="67168"/>
                  <a:pt x="1814734" y="60261"/>
                  <a:pt x="1816773" y="54601"/>
                </a:cubicBezTo>
                <a:cubicBezTo>
                  <a:pt x="1818811" y="48941"/>
                  <a:pt x="1821601" y="44341"/>
                  <a:pt x="1825142" y="40800"/>
                </a:cubicBezTo>
                <a:cubicBezTo>
                  <a:pt x="1828683" y="37259"/>
                  <a:pt x="1832814" y="34697"/>
                  <a:pt x="1837535" y="33115"/>
                </a:cubicBezTo>
                <a:cubicBezTo>
                  <a:pt x="1842256" y="31532"/>
                  <a:pt x="1847299" y="30741"/>
                  <a:pt x="1852664" y="30741"/>
                </a:cubicBezTo>
                <a:cubicBezTo>
                  <a:pt x="1859960" y="30741"/>
                  <a:pt x="1866062" y="31919"/>
                  <a:pt x="1870971" y="34276"/>
                </a:cubicBezTo>
                <a:cubicBezTo>
                  <a:pt x="1875880" y="36632"/>
                  <a:pt x="1879823" y="39885"/>
                  <a:pt x="1882801" y="44036"/>
                </a:cubicBezTo>
                <a:cubicBezTo>
                  <a:pt x="1885778" y="48187"/>
                  <a:pt x="1887897" y="53075"/>
                  <a:pt x="1889158" y="58700"/>
                </a:cubicBezTo>
                <a:cubicBezTo>
                  <a:pt x="1890419" y="64323"/>
                  <a:pt x="1891049" y="70401"/>
                  <a:pt x="1891049" y="76935"/>
                </a:cubicBezTo>
                <a:lnTo>
                  <a:pt x="1891049" y="78863"/>
                </a:lnTo>
                <a:lnTo>
                  <a:pt x="1828924" y="78863"/>
                </a:lnTo>
                <a:moveTo>
                  <a:pt x="1876081" y="67758"/>
                </a:moveTo>
                <a:cubicBezTo>
                  <a:pt x="1875276" y="58640"/>
                  <a:pt x="1872943" y="51988"/>
                  <a:pt x="1869080" y="47803"/>
                </a:cubicBezTo>
                <a:cubicBezTo>
                  <a:pt x="1865217" y="43617"/>
                  <a:pt x="1859665" y="41524"/>
                  <a:pt x="1852422" y="41524"/>
                </a:cubicBezTo>
                <a:cubicBezTo>
                  <a:pt x="1850008" y="41524"/>
                  <a:pt x="1847473" y="41910"/>
                  <a:pt x="1844817" y="42683"/>
                </a:cubicBezTo>
                <a:cubicBezTo>
                  <a:pt x="1842162" y="43456"/>
                  <a:pt x="1839707" y="44829"/>
                  <a:pt x="1837454" y="46802"/>
                </a:cubicBezTo>
                <a:cubicBezTo>
                  <a:pt x="1835201" y="48776"/>
                  <a:pt x="1833296" y="51456"/>
                  <a:pt x="1831741" y="54842"/>
                </a:cubicBezTo>
                <a:cubicBezTo>
                  <a:pt x="1830185" y="58227"/>
                  <a:pt x="1829300" y="62532"/>
                  <a:pt x="1829085" y="67758"/>
                </a:cubicBezTo>
                <a:lnTo>
                  <a:pt x="1876081" y="67758"/>
                </a:lnTo>
                <a:close/>
                <a:moveTo>
                  <a:pt x="1964738" y="119422"/>
                </a:moveTo>
                <a:lnTo>
                  <a:pt x="1964738" y="64275"/>
                </a:lnTo>
                <a:cubicBezTo>
                  <a:pt x="1964738" y="60040"/>
                  <a:pt x="1964429" y="56503"/>
                  <a:pt x="1963812" y="53663"/>
                </a:cubicBezTo>
                <a:cubicBezTo>
                  <a:pt x="1963195" y="50823"/>
                  <a:pt x="1962189" y="48532"/>
                  <a:pt x="1960794" y="46790"/>
                </a:cubicBezTo>
                <a:cubicBezTo>
                  <a:pt x="1959400" y="45048"/>
                  <a:pt x="1957562" y="43816"/>
                  <a:pt x="1955282" y="43093"/>
                </a:cubicBezTo>
                <a:cubicBezTo>
                  <a:pt x="1953002" y="42369"/>
                  <a:pt x="1950172" y="42007"/>
                  <a:pt x="1946792" y="42007"/>
                </a:cubicBezTo>
                <a:cubicBezTo>
                  <a:pt x="1943359" y="42007"/>
                  <a:pt x="1940261" y="42610"/>
                  <a:pt x="1937498" y="43817"/>
                </a:cubicBezTo>
                <a:cubicBezTo>
                  <a:pt x="1934735" y="45023"/>
                  <a:pt x="1932374" y="46765"/>
                  <a:pt x="1930416" y="49043"/>
                </a:cubicBezTo>
                <a:cubicBezTo>
                  <a:pt x="1928458" y="51320"/>
                  <a:pt x="1926942" y="54133"/>
                  <a:pt x="1925869" y="57483"/>
                </a:cubicBezTo>
                <a:cubicBezTo>
                  <a:pt x="1924796" y="60832"/>
                  <a:pt x="1924260" y="64678"/>
                  <a:pt x="1924260" y="69018"/>
                </a:cubicBezTo>
                <a:lnTo>
                  <a:pt x="1924260" y="119422"/>
                </a:lnTo>
                <a:lnTo>
                  <a:pt x="1909775" y="119422"/>
                </a:lnTo>
                <a:lnTo>
                  <a:pt x="1909775" y="50939"/>
                </a:lnTo>
                <a:cubicBezTo>
                  <a:pt x="1909775" y="49115"/>
                  <a:pt x="1909761" y="47197"/>
                  <a:pt x="1909734" y="45185"/>
                </a:cubicBezTo>
                <a:cubicBezTo>
                  <a:pt x="1909708" y="43174"/>
                  <a:pt x="1909667" y="41269"/>
                  <a:pt x="1909614" y="39472"/>
                </a:cubicBezTo>
                <a:cubicBezTo>
                  <a:pt x="1909560" y="37675"/>
                  <a:pt x="1909506" y="36132"/>
                  <a:pt x="1909453" y="34845"/>
                </a:cubicBezTo>
                <a:cubicBezTo>
                  <a:pt x="1909399" y="33557"/>
                  <a:pt x="1909346" y="32726"/>
                  <a:pt x="1909292" y="32350"/>
                </a:cubicBezTo>
                <a:lnTo>
                  <a:pt x="1922972" y="32350"/>
                </a:lnTo>
                <a:cubicBezTo>
                  <a:pt x="1923026" y="32620"/>
                  <a:pt x="1923080" y="33348"/>
                  <a:pt x="1923133" y="34535"/>
                </a:cubicBezTo>
                <a:cubicBezTo>
                  <a:pt x="1923187" y="35721"/>
                  <a:pt x="1923254" y="37082"/>
                  <a:pt x="1923334" y="38619"/>
                </a:cubicBezTo>
                <a:cubicBezTo>
                  <a:pt x="1923415" y="40157"/>
                  <a:pt x="1923482" y="41722"/>
                  <a:pt x="1923536" y="43315"/>
                </a:cubicBezTo>
                <a:cubicBezTo>
                  <a:pt x="1923589" y="44906"/>
                  <a:pt x="1923616" y="46240"/>
                  <a:pt x="1923616" y="47318"/>
                </a:cubicBezTo>
                <a:lnTo>
                  <a:pt x="1923857" y="47318"/>
                </a:lnTo>
                <a:cubicBezTo>
                  <a:pt x="1925252" y="44785"/>
                  <a:pt x="1926781" y="42494"/>
                  <a:pt x="1928444" y="40445"/>
                </a:cubicBezTo>
                <a:cubicBezTo>
                  <a:pt x="1930108" y="38396"/>
                  <a:pt x="1932039" y="36658"/>
                  <a:pt x="1934238" y="35230"/>
                </a:cubicBezTo>
                <a:cubicBezTo>
                  <a:pt x="1936438" y="33801"/>
                  <a:pt x="1938960" y="32696"/>
                  <a:pt x="1941803" y="31915"/>
                </a:cubicBezTo>
                <a:cubicBezTo>
                  <a:pt x="1944646" y="31132"/>
                  <a:pt x="1947946" y="30741"/>
                  <a:pt x="1951701" y="30741"/>
                </a:cubicBezTo>
                <a:cubicBezTo>
                  <a:pt x="1956529" y="30741"/>
                  <a:pt x="1960687" y="31331"/>
                  <a:pt x="1964174" y="32511"/>
                </a:cubicBezTo>
                <a:cubicBezTo>
                  <a:pt x="1967662" y="33691"/>
                  <a:pt x="1970532" y="35515"/>
                  <a:pt x="1972785" y="37983"/>
                </a:cubicBezTo>
                <a:cubicBezTo>
                  <a:pt x="1975038" y="40451"/>
                  <a:pt x="1976688" y="43630"/>
                  <a:pt x="1977734" y="47519"/>
                </a:cubicBezTo>
                <a:cubicBezTo>
                  <a:pt x="1978780" y="51409"/>
                  <a:pt x="1979303" y="56036"/>
                  <a:pt x="1979303" y="61401"/>
                </a:cubicBezTo>
                <a:lnTo>
                  <a:pt x="1979303" y="119422"/>
                </a:lnTo>
                <a:lnTo>
                  <a:pt x="1964738" y="119422"/>
                </a:lnTo>
                <a:close/>
                <a:moveTo>
                  <a:pt x="2069113" y="121031"/>
                </a:moveTo>
                <a:cubicBezTo>
                  <a:pt x="2060368" y="121031"/>
                  <a:pt x="2053796" y="118724"/>
                  <a:pt x="2049397" y="114110"/>
                </a:cubicBezTo>
                <a:cubicBezTo>
                  <a:pt x="2044998" y="109497"/>
                  <a:pt x="2042798" y="103166"/>
                  <a:pt x="2042798" y="95119"/>
                </a:cubicBezTo>
                <a:cubicBezTo>
                  <a:pt x="2042798" y="89378"/>
                  <a:pt x="2043885" y="84671"/>
                  <a:pt x="2046058" y="80996"/>
                </a:cubicBezTo>
                <a:cubicBezTo>
                  <a:pt x="2048230" y="77321"/>
                  <a:pt x="2051074" y="74437"/>
                  <a:pt x="2054588" y="72345"/>
                </a:cubicBezTo>
                <a:cubicBezTo>
                  <a:pt x="2058102" y="70253"/>
                  <a:pt x="2062112" y="68804"/>
                  <a:pt x="2066618" y="68000"/>
                </a:cubicBezTo>
                <a:cubicBezTo>
                  <a:pt x="2071125" y="67195"/>
                  <a:pt x="2075712" y="66739"/>
                  <a:pt x="2080379" y="66632"/>
                </a:cubicBezTo>
                <a:lnTo>
                  <a:pt x="2099934" y="66310"/>
                </a:lnTo>
                <a:lnTo>
                  <a:pt x="2099934" y="61577"/>
                </a:lnTo>
                <a:cubicBezTo>
                  <a:pt x="2099934" y="57994"/>
                  <a:pt x="2099559" y="54946"/>
                  <a:pt x="2098808" y="52433"/>
                </a:cubicBezTo>
                <a:cubicBezTo>
                  <a:pt x="2098056" y="49920"/>
                  <a:pt x="2096903" y="47888"/>
                  <a:pt x="2095347" y="46337"/>
                </a:cubicBezTo>
                <a:cubicBezTo>
                  <a:pt x="2093791" y="44786"/>
                  <a:pt x="2091847" y="43651"/>
                  <a:pt x="2089513" y="42930"/>
                </a:cubicBezTo>
                <a:cubicBezTo>
                  <a:pt x="2087179" y="42207"/>
                  <a:pt x="2084430" y="41846"/>
                  <a:pt x="2081264" y="41846"/>
                </a:cubicBezTo>
                <a:cubicBezTo>
                  <a:pt x="2078475" y="41846"/>
                  <a:pt x="2075953" y="42045"/>
                  <a:pt x="2073700" y="42442"/>
                </a:cubicBezTo>
                <a:cubicBezTo>
                  <a:pt x="2071447" y="42839"/>
                  <a:pt x="2069489" y="43555"/>
                  <a:pt x="2067826" y="44589"/>
                </a:cubicBezTo>
                <a:cubicBezTo>
                  <a:pt x="2066162" y="45624"/>
                  <a:pt x="2064821" y="47030"/>
                  <a:pt x="2063802" y="48807"/>
                </a:cubicBezTo>
                <a:cubicBezTo>
                  <a:pt x="2062783" y="50582"/>
                  <a:pt x="2062112" y="52822"/>
                  <a:pt x="2061790" y="55526"/>
                </a:cubicBezTo>
                <a:lnTo>
                  <a:pt x="2046661" y="54163"/>
                </a:lnTo>
                <a:cubicBezTo>
                  <a:pt x="2047198" y="50740"/>
                  <a:pt x="2048217" y="47598"/>
                  <a:pt x="2049719" y="44738"/>
                </a:cubicBezTo>
                <a:cubicBezTo>
                  <a:pt x="2051221" y="41876"/>
                  <a:pt x="2053354" y="39403"/>
                  <a:pt x="2056117" y="37319"/>
                </a:cubicBezTo>
                <a:cubicBezTo>
                  <a:pt x="2058880" y="35234"/>
                  <a:pt x="2062340" y="33616"/>
                  <a:pt x="2066498" y="32466"/>
                </a:cubicBezTo>
                <a:cubicBezTo>
                  <a:pt x="2070655" y="31316"/>
                  <a:pt x="2075685" y="30741"/>
                  <a:pt x="2081586" y="30741"/>
                </a:cubicBezTo>
                <a:cubicBezTo>
                  <a:pt x="2092531" y="30741"/>
                  <a:pt x="2100766" y="33246"/>
                  <a:pt x="2106292" y="38257"/>
                </a:cubicBezTo>
                <a:cubicBezTo>
                  <a:pt x="2111817" y="43268"/>
                  <a:pt x="2114580" y="50517"/>
                  <a:pt x="2114580" y="60003"/>
                </a:cubicBezTo>
                <a:lnTo>
                  <a:pt x="2114580" y="97465"/>
                </a:lnTo>
                <a:cubicBezTo>
                  <a:pt x="2114580" y="101754"/>
                  <a:pt x="2115144" y="104984"/>
                  <a:pt x="2116270" y="107155"/>
                </a:cubicBezTo>
                <a:cubicBezTo>
                  <a:pt x="2117397" y="109324"/>
                  <a:pt x="2119543" y="110409"/>
                  <a:pt x="2122708" y="110409"/>
                </a:cubicBezTo>
                <a:cubicBezTo>
                  <a:pt x="2123513" y="110409"/>
                  <a:pt x="2124317" y="110355"/>
                  <a:pt x="2125122" y="110248"/>
                </a:cubicBezTo>
                <a:cubicBezTo>
                  <a:pt x="2125927" y="110140"/>
                  <a:pt x="2126705" y="110006"/>
                  <a:pt x="2127456" y="109845"/>
                </a:cubicBezTo>
                <a:lnTo>
                  <a:pt x="2127456" y="118929"/>
                </a:lnTo>
                <a:cubicBezTo>
                  <a:pt x="2125632" y="119361"/>
                  <a:pt x="2123821" y="119686"/>
                  <a:pt x="2122024" y="119902"/>
                </a:cubicBezTo>
                <a:cubicBezTo>
                  <a:pt x="2120227" y="120118"/>
                  <a:pt x="2118309" y="120226"/>
                  <a:pt x="2116270" y="120226"/>
                </a:cubicBezTo>
                <a:cubicBezTo>
                  <a:pt x="2113534" y="120226"/>
                  <a:pt x="2111187" y="119863"/>
                  <a:pt x="2109229" y="119135"/>
                </a:cubicBezTo>
                <a:cubicBezTo>
                  <a:pt x="2107271" y="118407"/>
                  <a:pt x="2105675" y="117303"/>
                  <a:pt x="2104441" y="115821"/>
                </a:cubicBezTo>
                <a:cubicBezTo>
                  <a:pt x="2103207" y="114338"/>
                  <a:pt x="2102268" y="112506"/>
                  <a:pt x="2101624" y="110323"/>
                </a:cubicBezTo>
                <a:cubicBezTo>
                  <a:pt x="2100980" y="108140"/>
                  <a:pt x="2100578" y="105594"/>
                  <a:pt x="2100417" y="102683"/>
                </a:cubicBezTo>
                <a:lnTo>
                  <a:pt x="2099934" y="102683"/>
                </a:lnTo>
                <a:cubicBezTo>
                  <a:pt x="2098378" y="105485"/>
                  <a:pt x="2096675" y="108017"/>
                  <a:pt x="2094824" y="110280"/>
                </a:cubicBezTo>
                <a:cubicBezTo>
                  <a:pt x="2092973" y="112544"/>
                  <a:pt x="2090814" y="114470"/>
                  <a:pt x="2088346" y="116059"/>
                </a:cubicBezTo>
                <a:cubicBezTo>
                  <a:pt x="2085878" y="117649"/>
                  <a:pt x="2083075" y="118874"/>
                  <a:pt x="2079937" y="119736"/>
                </a:cubicBezTo>
                <a:cubicBezTo>
                  <a:pt x="2076798" y="120599"/>
                  <a:pt x="2073190" y="121031"/>
                  <a:pt x="2069113" y="121031"/>
                </a:cubicBezTo>
                <a:moveTo>
                  <a:pt x="2072412" y="110087"/>
                </a:moveTo>
                <a:cubicBezTo>
                  <a:pt x="2077026" y="110087"/>
                  <a:pt x="2081063" y="109244"/>
                  <a:pt x="2084524" y="107559"/>
                </a:cubicBezTo>
                <a:cubicBezTo>
                  <a:pt x="2087984" y="105873"/>
                  <a:pt x="2090854" y="103719"/>
                  <a:pt x="2093134" y="101097"/>
                </a:cubicBezTo>
                <a:cubicBezTo>
                  <a:pt x="2095414" y="98473"/>
                  <a:pt x="2097118" y="95609"/>
                  <a:pt x="2098244" y="92506"/>
                </a:cubicBezTo>
                <a:cubicBezTo>
                  <a:pt x="2099371" y="89401"/>
                  <a:pt x="2099934" y="86430"/>
                  <a:pt x="2099934" y="83594"/>
                </a:cubicBezTo>
                <a:lnTo>
                  <a:pt x="2099934" y="76449"/>
                </a:lnTo>
                <a:lnTo>
                  <a:pt x="2084081" y="76771"/>
                </a:lnTo>
                <a:cubicBezTo>
                  <a:pt x="2080540" y="76825"/>
                  <a:pt x="2077174" y="77079"/>
                  <a:pt x="2073982" y="77533"/>
                </a:cubicBezTo>
                <a:cubicBezTo>
                  <a:pt x="2070790" y="77987"/>
                  <a:pt x="2067986" y="78884"/>
                  <a:pt x="2065572" y="80224"/>
                </a:cubicBezTo>
                <a:cubicBezTo>
                  <a:pt x="2063158" y="81562"/>
                  <a:pt x="2061240" y="83435"/>
                  <a:pt x="2059818" y="85844"/>
                </a:cubicBezTo>
                <a:cubicBezTo>
                  <a:pt x="2058397" y="88252"/>
                  <a:pt x="2057686" y="91409"/>
                  <a:pt x="2057686" y="95315"/>
                </a:cubicBezTo>
                <a:cubicBezTo>
                  <a:pt x="2057686" y="100024"/>
                  <a:pt x="2058960" y="103664"/>
                  <a:pt x="2061508" y="106234"/>
                </a:cubicBezTo>
                <a:cubicBezTo>
                  <a:pt x="2064057" y="108803"/>
                  <a:pt x="2067691" y="110087"/>
                  <a:pt x="2072412" y="110087"/>
                </a:cubicBezTo>
                <a:close/>
                <a:moveTo>
                  <a:pt x="2172013" y="118765"/>
                </a:moveTo>
                <a:cubicBezTo>
                  <a:pt x="2169813" y="119359"/>
                  <a:pt x="2167573" y="119831"/>
                  <a:pt x="2165293" y="120181"/>
                </a:cubicBezTo>
                <a:cubicBezTo>
                  <a:pt x="2163013" y="120533"/>
                  <a:pt x="2160371" y="120709"/>
                  <a:pt x="2157367" y="120709"/>
                </a:cubicBezTo>
                <a:cubicBezTo>
                  <a:pt x="2145779" y="120709"/>
                  <a:pt x="2139985" y="114144"/>
                  <a:pt x="2139985" y="101014"/>
                </a:cubicBezTo>
                <a:lnTo>
                  <a:pt x="2139985" y="42972"/>
                </a:lnTo>
                <a:lnTo>
                  <a:pt x="2129925" y="42972"/>
                </a:lnTo>
                <a:lnTo>
                  <a:pt x="2129925" y="32350"/>
                </a:lnTo>
                <a:lnTo>
                  <a:pt x="2140548" y="32350"/>
                </a:lnTo>
                <a:lnTo>
                  <a:pt x="2144813" y="12876"/>
                </a:lnTo>
                <a:lnTo>
                  <a:pt x="2154470" y="12876"/>
                </a:lnTo>
                <a:lnTo>
                  <a:pt x="2154470" y="32350"/>
                </a:lnTo>
                <a:lnTo>
                  <a:pt x="2170564" y="32350"/>
                </a:lnTo>
                <a:lnTo>
                  <a:pt x="2170564" y="42972"/>
                </a:lnTo>
                <a:lnTo>
                  <a:pt x="2154470" y="42972"/>
                </a:lnTo>
                <a:lnTo>
                  <a:pt x="2154470" y="97802"/>
                </a:lnTo>
                <a:cubicBezTo>
                  <a:pt x="2154470" y="101977"/>
                  <a:pt x="2155154" y="104907"/>
                  <a:pt x="2156522" y="106594"/>
                </a:cubicBezTo>
                <a:cubicBezTo>
                  <a:pt x="2157890" y="108279"/>
                  <a:pt x="2160264" y="109121"/>
                  <a:pt x="2163644" y="109121"/>
                </a:cubicBezTo>
                <a:cubicBezTo>
                  <a:pt x="2165038" y="109121"/>
                  <a:pt x="2166393" y="109014"/>
                  <a:pt x="2167707" y="108799"/>
                </a:cubicBezTo>
                <a:cubicBezTo>
                  <a:pt x="2169022" y="108585"/>
                  <a:pt x="2170457" y="108316"/>
                  <a:pt x="2172013" y="107995"/>
                </a:cubicBezTo>
                <a:lnTo>
                  <a:pt x="2172013" y="118765"/>
                </a:lnTo>
                <a:close/>
                <a:moveTo>
                  <a:pt x="2263647" y="118765"/>
                </a:moveTo>
                <a:cubicBezTo>
                  <a:pt x="2261447" y="119359"/>
                  <a:pt x="2259207" y="119831"/>
                  <a:pt x="2256927" y="120181"/>
                </a:cubicBezTo>
                <a:cubicBezTo>
                  <a:pt x="2254647" y="120533"/>
                  <a:pt x="2252005" y="120709"/>
                  <a:pt x="2249001" y="120709"/>
                </a:cubicBezTo>
                <a:cubicBezTo>
                  <a:pt x="2237413" y="120709"/>
                  <a:pt x="2231619" y="114144"/>
                  <a:pt x="2231619" y="101014"/>
                </a:cubicBezTo>
                <a:lnTo>
                  <a:pt x="2231619" y="42972"/>
                </a:lnTo>
                <a:lnTo>
                  <a:pt x="2221559" y="42972"/>
                </a:lnTo>
                <a:lnTo>
                  <a:pt x="2221559" y="32350"/>
                </a:lnTo>
                <a:lnTo>
                  <a:pt x="2232182" y="32350"/>
                </a:lnTo>
                <a:lnTo>
                  <a:pt x="2236447" y="12876"/>
                </a:lnTo>
                <a:lnTo>
                  <a:pt x="2246104" y="12876"/>
                </a:lnTo>
                <a:lnTo>
                  <a:pt x="2246104" y="32350"/>
                </a:lnTo>
                <a:lnTo>
                  <a:pt x="2262198" y="32350"/>
                </a:lnTo>
                <a:lnTo>
                  <a:pt x="2262198" y="42972"/>
                </a:lnTo>
                <a:lnTo>
                  <a:pt x="2246104" y="42972"/>
                </a:lnTo>
                <a:lnTo>
                  <a:pt x="2246104" y="97802"/>
                </a:lnTo>
                <a:cubicBezTo>
                  <a:pt x="2246104" y="101977"/>
                  <a:pt x="2246788" y="104907"/>
                  <a:pt x="2248156" y="106594"/>
                </a:cubicBezTo>
                <a:cubicBezTo>
                  <a:pt x="2249524" y="108279"/>
                  <a:pt x="2251898" y="109121"/>
                  <a:pt x="2255278" y="109121"/>
                </a:cubicBezTo>
                <a:cubicBezTo>
                  <a:pt x="2256672" y="109121"/>
                  <a:pt x="2258027" y="109014"/>
                  <a:pt x="2259341" y="108799"/>
                </a:cubicBezTo>
                <a:cubicBezTo>
                  <a:pt x="2260656" y="108585"/>
                  <a:pt x="2262091" y="108316"/>
                  <a:pt x="2263647" y="107995"/>
                </a:cubicBezTo>
                <a:lnTo>
                  <a:pt x="2263647" y="118765"/>
                </a:lnTo>
                <a:close/>
                <a:moveTo>
                  <a:pt x="2290390" y="47318"/>
                </a:moveTo>
                <a:cubicBezTo>
                  <a:pt x="2292000" y="44352"/>
                  <a:pt x="2293743" y="41832"/>
                  <a:pt x="2295621" y="39756"/>
                </a:cubicBezTo>
                <a:cubicBezTo>
                  <a:pt x="2297499" y="37681"/>
                  <a:pt x="2299564" y="35970"/>
                  <a:pt x="2301817" y="34623"/>
                </a:cubicBezTo>
                <a:cubicBezTo>
                  <a:pt x="2304071" y="33276"/>
                  <a:pt x="2306538" y="32291"/>
                  <a:pt x="2309221" y="31671"/>
                </a:cubicBezTo>
                <a:cubicBezTo>
                  <a:pt x="2311903" y="31051"/>
                  <a:pt x="2314908" y="30741"/>
                  <a:pt x="2318234" y="30741"/>
                </a:cubicBezTo>
                <a:cubicBezTo>
                  <a:pt x="2323813" y="30741"/>
                  <a:pt x="2328387" y="31492"/>
                  <a:pt x="2331954" y="32994"/>
                </a:cubicBezTo>
                <a:cubicBezTo>
                  <a:pt x="2335522" y="34496"/>
                  <a:pt x="2338339" y="36602"/>
                  <a:pt x="2340404" y="39311"/>
                </a:cubicBezTo>
                <a:cubicBezTo>
                  <a:pt x="2342469" y="42020"/>
                  <a:pt x="2343891" y="45253"/>
                  <a:pt x="2344669" y="49008"/>
                </a:cubicBezTo>
                <a:cubicBezTo>
                  <a:pt x="2345447" y="52763"/>
                  <a:pt x="2345836" y="56894"/>
                  <a:pt x="2345836" y="61401"/>
                </a:cubicBezTo>
                <a:lnTo>
                  <a:pt x="2345836" y="119422"/>
                </a:lnTo>
                <a:lnTo>
                  <a:pt x="2331270" y="119422"/>
                </a:lnTo>
                <a:lnTo>
                  <a:pt x="2331270" y="64275"/>
                </a:lnTo>
                <a:cubicBezTo>
                  <a:pt x="2331270" y="60577"/>
                  <a:pt x="2331042" y="57334"/>
                  <a:pt x="2330586" y="54548"/>
                </a:cubicBezTo>
                <a:cubicBezTo>
                  <a:pt x="2330130" y="51762"/>
                  <a:pt x="2329259" y="49444"/>
                  <a:pt x="2327971" y="47595"/>
                </a:cubicBezTo>
                <a:cubicBezTo>
                  <a:pt x="2326683" y="45745"/>
                  <a:pt x="2324859" y="44352"/>
                  <a:pt x="2322499" y="43415"/>
                </a:cubicBezTo>
                <a:cubicBezTo>
                  <a:pt x="2320138" y="42476"/>
                  <a:pt x="2317080" y="42007"/>
                  <a:pt x="2313325" y="42007"/>
                </a:cubicBezTo>
                <a:cubicBezTo>
                  <a:pt x="2309891" y="42007"/>
                  <a:pt x="2306793" y="42623"/>
                  <a:pt x="2304030" y="43855"/>
                </a:cubicBezTo>
                <a:cubicBezTo>
                  <a:pt x="2301267" y="45087"/>
                  <a:pt x="2298907" y="46829"/>
                  <a:pt x="2296949" y="49081"/>
                </a:cubicBezTo>
                <a:cubicBezTo>
                  <a:pt x="2294990" y="51332"/>
                  <a:pt x="2293475" y="54066"/>
                  <a:pt x="2292402" y="57282"/>
                </a:cubicBezTo>
                <a:cubicBezTo>
                  <a:pt x="2291329" y="60497"/>
                  <a:pt x="2290792" y="64114"/>
                  <a:pt x="2290792" y="68133"/>
                </a:cubicBezTo>
                <a:lnTo>
                  <a:pt x="2290792" y="119422"/>
                </a:lnTo>
                <a:lnTo>
                  <a:pt x="2276307" y="119422"/>
                </a:lnTo>
                <a:lnTo>
                  <a:pt x="2276307" y="0"/>
                </a:lnTo>
                <a:lnTo>
                  <a:pt x="2290792" y="0"/>
                </a:lnTo>
                <a:lnTo>
                  <a:pt x="2290792" y="31115"/>
                </a:lnTo>
                <a:cubicBezTo>
                  <a:pt x="2290792" y="32889"/>
                  <a:pt x="2290766" y="34663"/>
                  <a:pt x="2290712" y="36437"/>
                </a:cubicBezTo>
                <a:cubicBezTo>
                  <a:pt x="2290658" y="38209"/>
                  <a:pt x="2290591" y="39847"/>
                  <a:pt x="2290511" y="41353"/>
                </a:cubicBezTo>
                <a:cubicBezTo>
                  <a:pt x="2290430" y="42857"/>
                  <a:pt x="2290363" y="44133"/>
                  <a:pt x="2290310" y="45183"/>
                </a:cubicBezTo>
                <a:cubicBezTo>
                  <a:pt x="2290256" y="46231"/>
                  <a:pt x="2290202" y="46942"/>
                  <a:pt x="2290149" y="47318"/>
                </a:cubicBezTo>
                <a:lnTo>
                  <a:pt x="2290390" y="47318"/>
                </a:lnTo>
                <a:close/>
                <a:moveTo>
                  <a:pt x="2378725" y="78863"/>
                </a:moveTo>
                <a:cubicBezTo>
                  <a:pt x="2378725" y="83424"/>
                  <a:pt x="2379194" y="87622"/>
                  <a:pt x="2380133" y="91457"/>
                </a:cubicBezTo>
                <a:cubicBezTo>
                  <a:pt x="2381072" y="95293"/>
                  <a:pt x="2382521" y="98593"/>
                  <a:pt x="2384479" y="101356"/>
                </a:cubicBezTo>
                <a:cubicBezTo>
                  <a:pt x="2386437" y="104118"/>
                  <a:pt x="2388945" y="106264"/>
                  <a:pt x="2392003" y="107793"/>
                </a:cubicBezTo>
                <a:cubicBezTo>
                  <a:pt x="2395061" y="109322"/>
                  <a:pt x="2398736" y="110087"/>
                  <a:pt x="2403028" y="110087"/>
                </a:cubicBezTo>
                <a:cubicBezTo>
                  <a:pt x="2409305" y="110087"/>
                  <a:pt x="2414334" y="108826"/>
                  <a:pt x="2418117" y="106305"/>
                </a:cubicBezTo>
                <a:cubicBezTo>
                  <a:pt x="2421899" y="103783"/>
                  <a:pt x="2424460" y="100591"/>
                  <a:pt x="2425802" y="96728"/>
                </a:cubicBezTo>
                <a:lnTo>
                  <a:pt x="2438516" y="100362"/>
                </a:lnTo>
                <a:cubicBezTo>
                  <a:pt x="2437604" y="102785"/>
                  <a:pt x="2436330" y="105221"/>
                  <a:pt x="2434694" y="107670"/>
                </a:cubicBezTo>
                <a:cubicBezTo>
                  <a:pt x="2433058" y="110118"/>
                  <a:pt x="2430871" y="112324"/>
                  <a:pt x="2428135" y="114289"/>
                </a:cubicBezTo>
                <a:cubicBezTo>
                  <a:pt x="2425399" y="116254"/>
                  <a:pt x="2421979" y="117869"/>
                  <a:pt x="2417875" y="119135"/>
                </a:cubicBezTo>
                <a:cubicBezTo>
                  <a:pt x="2413771" y="120399"/>
                  <a:pt x="2408822" y="121031"/>
                  <a:pt x="2403028" y="121031"/>
                </a:cubicBezTo>
                <a:cubicBezTo>
                  <a:pt x="2390152" y="121031"/>
                  <a:pt x="2380348" y="117195"/>
                  <a:pt x="2373615" y="109524"/>
                </a:cubicBezTo>
                <a:cubicBezTo>
                  <a:pt x="2366882" y="101852"/>
                  <a:pt x="2363516" y="90451"/>
                  <a:pt x="2363516" y="75323"/>
                </a:cubicBezTo>
                <a:cubicBezTo>
                  <a:pt x="2363516" y="67168"/>
                  <a:pt x="2364535" y="60261"/>
                  <a:pt x="2366574" y="54601"/>
                </a:cubicBezTo>
                <a:cubicBezTo>
                  <a:pt x="2368612" y="48941"/>
                  <a:pt x="2371402" y="44341"/>
                  <a:pt x="2374943" y="40800"/>
                </a:cubicBezTo>
                <a:cubicBezTo>
                  <a:pt x="2378484" y="37259"/>
                  <a:pt x="2382615" y="34697"/>
                  <a:pt x="2387336" y="33115"/>
                </a:cubicBezTo>
                <a:cubicBezTo>
                  <a:pt x="2392057" y="31532"/>
                  <a:pt x="2397100" y="30741"/>
                  <a:pt x="2402465" y="30741"/>
                </a:cubicBezTo>
                <a:cubicBezTo>
                  <a:pt x="2409761" y="30741"/>
                  <a:pt x="2415863" y="31919"/>
                  <a:pt x="2420772" y="34276"/>
                </a:cubicBezTo>
                <a:cubicBezTo>
                  <a:pt x="2425681" y="36632"/>
                  <a:pt x="2429624" y="39885"/>
                  <a:pt x="2432602" y="44036"/>
                </a:cubicBezTo>
                <a:cubicBezTo>
                  <a:pt x="2435579" y="48187"/>
                  <a:pt x="2437698" y="53075"/>
                  <a:pt x="2438959" y="58700"/>
                </a:cubicBezTo>
                <a:cubicBezTo>
                  <a:pt x="2440220" y="64323"/>
                  <a:pt x="2440850" y="70401"/>
                  <a:pt x="2440850" y="76935"/>
                </a:cubicBezTo>
                <a:lnTo>
                  <a:pt x="2440850" y="78863"/>
                </a:lnTo>
                <a:lnTo>
                  <a:pt x="2378725" y="78863"/>
                </a:lnTo>
                <a:moveTo>
                  <a:pt x="2425882" y="67758"/>
                </a:moveTo>
                <a:cubicBezTo>
                  <a:pt x="2425077" y="58640"/>
                  <a:pt x="2422744" y="51988"/>
                  <a:pt x="2418881" y="47803"/>
                </a:cubicBezTo>
                <a:cubicBezTo>
                  <a:pt x="2415018" y="43617"/>
                  <a:pt x="2409466" y="41524"/>
                  <a:pt x="2402223" y="41524"/>
                </a:cubicBezTo>
                <a:cubicBezTo>
                  <a:pt x="2399809" y="41524"/>
                  <a:pt x="2397274" y="41910"/>
                  <a:pt x="2394618" y="42683"/>
                </a:cubicBezTo>
                <a:cubicBezTo>
                  <a:pt x="2391963" y="43456"/>
                  <a:pt x="2389508" y="44829"/>
                  <a:pt x="2387255" y="46802"/>
                </a:cubicBezTo>
                <a:cubicBezTo>
                  <a:pt x="2385002" y="48776"/>
                  <a:pt x="2383097" y="51456"/>
                  <a:pt x="2381542" y="54842"/>
                </a:cubicBezTo>
                <a:cubicBezTo>
                  <a:pt x="2379986" y="58227"/>
                  <a:pt x="2379101" y="62532"/>
                  <a:pt x="2378886" y="67758"/>
                </a:cubicBezTo>
                <a:lnTo>
                  <a:pt x="2425882" y="67758"/>
                </a:lnTo>
                <a:close/>
                <a:moveTo>
                  <a:pt x="2459172" y="13841"/>
                </a:moveTo>
                <a:lnTo>
                  <a:pt x="2459172" y="0"/>
                </a:lnTo>
                <a:lnTo>
                  <a:pt x="2473658" y="0"/>
                </a:lnTo>
                <a:lnTo>
                  <a:pt x="2473658" y="13841"/>
                </a:lnTo>
                <a:lnTo>
                  <a:pt x="2459172" y="13841"/>
                </a:lnTo>
                <a:moveTo>
                  <a:pt x="2459172" y="119422"/>
                </a:moveTo>
                <a:lnTo>
                  <a:pt x="2459172" y="32350"/>
                </a:lnTo>
                <a:lnTo>
                  <a:pt x="2473658" y="32350"/>
                </a:lnTo>
                <a:lnTo>
                  <a:pt x="2473658" y="119422"/>
                </a:lnTo>
                <a:lnTo>
                  <a:pt x="2459172" y="119422"/>
                </a:lnTo>
                <a:close/>
                <a:moveTo>
                  <a:pt x="2496162" y="119422"/>
                </a:moveTo>
                <a:lnTo>
                  <a:pt x="2496162" y="52629"/>
                </a:lnTo>
                <a:cubicBezTo>
                  <a:pt x="2496162" y="50805"/>
                  <a:pt x="2496149" y="48941"/>
                  <a:pt x="2496122" y="47036"/>
                </a:cubicBezTo>
                <a:cubicBezTo>
                  <a:pt x="2496095" y="45132"/>
                  <a:pt x="2496055" y="43294"/>
                  <a:pt x="2496001" y="41524"/>
                </a:cubicBezTo>
                <a:cubicBezTo>
                  <a:pt x="2495948" y="39754"/>
                  <a:pt x="2495894" y="38090"/>
                  <a:pt x="2495840" y="36535"/>
                </a:cubicBezTo>
                <a:cubicBezTo>
                  <a:pt x="2495787" y="34979"/>
                  <a:pt x="2495733" y="33584"/>
                  <a:pt x="2495679" y="32350"/>
                </a:cubicBezTo>
                <a:lnTo>
                  <a:pt x="2509360" y="32350"/>
                </a:lnTo>
                <a:cubicBezTo>
                  <a:pt x="2509413" y="33584"/>
                  <a:pt x="2509481" y="34992"/>
                  <a:pt x="2509561" y="36575"/>
                </a:cubicBezTo>
                <a:cubicBezTo>
                  <a:pt x="2509641" y="38158"/>
                  <a:pt x="2509722" y="39780"/>
                  <a:pt x="2509802" y="41444"/>
                </a:cubicBezTo>
                <a:cubicBezTo>
                  <a:pt x="2509883" y="43107"/>
                  <a:pt x="2509937" y="44703"/>
                  <a:pt x="2509963" y="46232"/>
                </a:cubicBezTo>
                <a:cubicBezTo>
                  <a:pt x="2509990" y="47761"/>
                  <a:pt x="2510004" y="49062"/>
                  <a:pt x="2510004" y="50135"/>
                </a:cubicBezTo>
                <a:lnTo>
                  <a:pt x="2510326" y="50135"/>
                </a:lnTo>
                <a:cubicBezTo>
                  <a:pt x="2511345" y="46808"/>
                  <a:pt x="2512431" y="43925"/>
                  <a:pt x="2513585" y="41484"/>
                </a:cubicBezTo>
                <a:cubicBezTo>
                  <a:pt x="2514738" y="39043"/>
                  <a:pt x="2516093" y="37031"/>
                  <a:pt x="2517649" y="35448"/>
                </a:cubicBezTo>
                <a:cubicBezTo>
                  <a:pt x="2519204" y="33866"/>
                  <a:pt x="2521055" y="32685"/>
                  <a:pt x="2523201" y="31907"/>
                </a:cubicBezTo>
                <a:cubicBezTo>
                  <a:pt x="2525347" y="31130"/>
                  <a:pt x="2527949" y="30741"/>
                  <a:pt x="2531007" y="30741"/>
                </a:cubicBezTo>
                <a:cubicBezTo>
                  <a:pt x="2532187" y="30741"/>
                  <a:pt x="2533314" y="30835"/>
                  <a:pt x="2534387" y="31025"/>
                </a:cubicBezTo>
                <a:cubicBezTo>
                  <a:pt x="2535460" y="31213"/>
                  <a:pt x="2536291" y="31388"/>
                  <a:pt x="2536882" y="31550"/>
                </a:cubicBezTo>
                <a:lnTo>
                  <a:pt x="2536882" y="44904"/>
                </a:lnTo>
                <a:cubicBezTo>
                  <a:pt x="2535916" y="44636"/>
                  <a:pt x="2534789" y="44434"/>
                  <a:pt x="2533502" y="44300"/>
                </a:cubicBezTo>
                <a:cubicBezTo>
                  <a:pt x="2532214" y="44166"/>
                  <a:pt x="2530766" y="44099"/>
                  <a:pt x="2529156" y="44099"/>
                </a:cubicBezTo>
                <a:cubicBezTo>
                  <a:pt x="2525830" y="44099"/>
                  <a:pt x="2523000" y="44849"/>
                  <a:pt x="2520666" y="46350"/>
                </a:cubicBezTo>
                <a:cubicBezTo>
                  <a:pt x="2518333" y="47850"/>
                  <a:pt x="2516428" y="49928"/>
                  <a:pt x="2514953" y="52581"/>
                </a:cubicBezTo>
                <a:cubicBezTo>
                  <a:pt x="2513477" y="55234"/>
                  <a:pt x="2512391" y="58396"/>
                  <a:pt x="2511694" y="62067"/>
                </a:cubicBezTo>
                <a:cubicBezTo>
                  <a:pt x="2510996" y="65737"/>
                  <a:pt x="2510647" y="69742"/>
                  <a:pt x="2510647" y="74083"/>
                </a:cubicBezTo>
                <a:lnTo>
                  <a:pt x="2510647" y="119422"/>
                </a:lnTo>
                <a:lnTo>
                  <a:pt x="2496162" y="119422"/>
                </a:lnTo>
                <a:close/>
                <a:moveTo>
                  <a:pt x="2610943" y="47318"/>
                </a:moveTo>
                <a:cubicBezTo>
                  <a:pt x="2612552" y="44352"/>
                  <a:pt x="2614296" y="41832"/>
                  <a:pt x="2616173" y="39756"/>
                </a:cubicBezTo>
                <a:cubicBezTo>
                  <a:pt x="2618051" y="37681"/>
                  <a:pt x="2620117" y="35970"/>
                  <a:pt x="2622370" y="34623"/>
                </a:cubicBezTo>
                <a:cubicBezTo>
                  <a:pt x="2624623" y="33276"/>
                  <a:pt x="2627091" y="32291"/>
                  <a:pt x="2629773" y="31671"/>
                </a:cubicBezTo>
                <a:cubicBezTo>
                  <a:pt x="2632456" y="31051"/>
                  <a:pt x="2635460" y="30741"/>
                  <a:pt x="2638786" y="30741"/>
                </a:cubicBezTo>
                <a:cubicBezTo>
                  <a:pt x="2644366" y="30741"/>
                  <a:pt x="2648939" y="31492"/>
                  <a:pt x="2652507" y="32994"/>
                </a:cubicBezTo>
                <a:cubicBezTo>
                  <a:pt x="2656075" y="34496"/>
                  <a:pt x="2658891" y="36602"/>
                  <a:pt x="2660957" y="39311"/>
                </a:cubicBezTo>
                <a:cubicBezTo>
                  <a:pt x="2663022" y="42020"/>
                  <a:pt x="2664444" y="45253"/>
                  <a:pt x="2665222" y="49008"/>
                </a:cubicBezTo>
                <a:cubicBezTo>
                  <a:pt x="2666000" y="52763"/>
                  <a:pt x="2666389" y="56894"/>
                  <a:pt x="2666389" y="61401"/>
                </a:cubicBezTo>
                <a:lnTo>
                  <a:pt x="2666389" y="119422"/>
                </a:lnTo>
                <a:lnTo>
                  <a:pt x="2651823" y="119422"/>
                </a:lnTo>
                <a:lnTo>
                  <a:pt x="2651823" y="64275"/>
                </a:lnTo>
                <a:cubicBezTo>
                  <a:pt x="2651823" y="60577"/>
                  <a:pt x="2651595" y="57334"/>
                  <a:pt x="2651139" y="54548"/>
                </a:cubicBezTo>
                <a:cubicBezTo>
                  <a:pt x="2650683" y="51762"/>
                  <a:pt x="2649811" y="49444"/>
                  <a:pt x="2648524" y="47595"/>
                </a:cubicBezTo>
                <a:cubicBezTo>
                  <a:pt x="2647236" y="45745"/>
                  <a:pt x="2645412" y="44352"/>
                  <a:pt x="2643051" y="43415"/>
                </a:cubicBezTo>
                <a:cubicBezTo>
                  <a:pt x="2640691" y="42476"/>
                  <a:pt x="2637633" y="42007"/>
                  <a:pt x="2633878" y="42007"/>
                </a:cubicBezTo>
                <a:cubicBezTo>
                  <a:pt x="2630444" y="42007"/>
                  <a:pt x="2627346" y="42623"/>
                  <a:pt x="2624583" y="43855"/>
                </a:cubicBezTo>
                <a:cubicBezTo>
                  <a:pt x="2621820" y="45087"/>
                  <a:pt x="2619459" y="46829"/>
                  <a:pt x="2617501" y="49081"/>
                </a:cubicBezTo>
                <a:cubicBezTo>
                  <a:pt x="2615543" y="51332"/>
                  <a:pt x="2614028" y="54066"/>
                  <a:pt x="2612955" y="57282"/>
                </a:cubicBezTo>
                <a:cubicBezTo>
                  <a:pt x="2611882" y="60497"/>
                  <a:pt x="2611345" y="64114"/>
                  <a:pt x="2611345" y="68133"/>
                </a:cubicBezTo>
                <a:lnTo>
                  <a:pt x="2611345" y="119422"/>
                </a:lnTo>
                <a:lnTo>
                  <a:pt x="2596860" y="119422"/>
                </a:lnTo>
                <a:lnTo>
                  <a:pt x="2596860" y="0"/>
                </a:lnTo>
                <a:lnTo>
                  <a:pt x="2611345" y="0"/>
                </a:lnTo>
                <a:lnTo>
                  <a:pt x="2611345" y="31115"/>
                </a:lnTo>
                <a:cubicBezTo>
                  <a:pt x="2611345" y="32889"/>
                  <a:pt x="2611318" y="34663"/>
                  <a:pt x="2611265" y="36437"/>
                </a:cubicBezTo>
                <a:cubicBezTo>
                  <a:pt x="2611211" y="38209"/>
                  <a:pt x="2611144" y="39847"/>
                  <a:pt x="2611063" y="41353"/>
                </a:cubicBezTo>
                <a:cubicBezTo>
                  <a:pt x="2610983" y="42857"/>
                  <a:pt x="2610916" y="44133"/>
                  <a:pt x="2610862" y="45183"/>
                </a:cubicBezTo>
                <a:cubicBezTo>
                  <a:pt x="2610809" y="46231"/>
                  <a:pt x="2610755" y="46942"/>
                  <a:pt x="2610701" y="47318"/>
                </a:cubicBezTo>
                <a:lnTo>
                  <a:pt x="2610943" y="47318"/>
                </a:lnTo>
                <a:close/>
                <a:moveTo>
                  <a:pt x="2761804" y="75805"/>
                </a:moveTo>
                <a:cubicBezTo>
                  <a:pt x="2761804" y="91042"/>
                  <a:pt x="2758451" y="102388"/>
                  <a:pt x="2751745" y="109845"/>
                </a:cubicBezTo>
                <a:cubicBezTo>
                  <a:pt x="2745039" y="117303"/>
                  <a:pt x="2735302" y="121031"/>
                  <a:pt x="2722533" y="121031"/>
                </a:cubicBezTo>
                <a:cubicBezTo>
                  <a:pt x="2716471" y="121031"/>
                  <a:pt x="2711052" y="120119"/>
                  <a:pt x="2706278" y="118295"/>
                </a:cubicBezTo>
                <a:cubicBezTo>
                  <a:pt x="2701503" y="116471"/>
                  <a:pt x="2697466" y="113681"/>
                  <a:pt x="2694167" y="109926"/>
                </a:cubicBezTo>
                <a:cubicBezTo>
                  <a:pt x="2690867" y="106170"/>
                  <a:pt x="2688346" y="101463"/>
                  <a:pt x="2686602" y="95803"/>
                </a:cubicBezTo>
                <a:cubicBezTo>
                  <a:pt x="2684858" y="90143"/>
                  <a:pt x="2683987" y="83477"/>
                  <a:pt x="2683987" y="75805"/>
                </a:cubicBezTo>
                <a:cubicBezTo>
                  <a:pt x="2683987" y="45762"/>
                  <a:pt x="2696996" y="30741"/>
                  <a:pt x="2723016" y="30741"/>
                </a:cubicBezTo>
                <a:cubicBezTo>
                  <a:pt x="2729776" y="30741"/>
                  <a:pt x="2735610" y="31679"/>
                  <a:pt x="2740519" y="33557"/>
                </a:cubicBezTo>
                <a:cubicBezTo>
                  <a:pt x="2745428" y="35435"/>
                  <a:pt x="2749451" y="38251"/>
                  <a:pt x="2752590" y="42007"/>
                </a:cubicBezTo>
                <a:cubicBezTo>
                  <a:pt x="2755728" y="45762"/>
                  <a:pt x="2758049" y="50456"/>
                  <a:pt x="2759551" y="56090"/>
                </a:cubicBezTo>
                <a:cubicBezTo>
                  <a:pt x="2761053" y="61723"/>
                  <a:pt x="2761804" y="68295"/>
                  <a:pt x="2761804" y="75805"/>
                </a:cubicBezTo>
                <a:moveTo>
                  <a:pt x="2746595" y="75805"/>
                </a:moveTo>
                <a:cubicBezTo>
                  <a:pt x="2746595" y="69061"/>
                  <a:pt x="2746071" y="63495"/>
                  <a:pt x="2745025" y="59107"/>
                </a:cubicBezTo>
                <a:cubicBezTo>
                  <a:pt x="2743979" y="54718"/>
                  <a:pt x="2742450" y="51213"/>
                  <a:pt x="2740438" y="48591"/>
                </a:cubicBezTo>
                <a:cubicBezTo>
                  <a:pt x="2738427" y="45967"/>
                  <a:pt x="2735972" y="44133"/>
                  <a:pt x="2733075" y="43091"/>
                </a:cubicBezTo>
                <a:cubicBezTo>
                  <a:pt x="2730178" y="42046"/>
                  <a:pt x="2726906" y="41524"/>
                  <a:pt x="2723257" y="41524"/>
                </a:cubicBezTo>
                <a:cubicBezTo>
                  <a:pt x="2719556" y="41524"/>
                  <a:pt x="2716216" y="42073"/>
                  <a:pt x="2713239" y="43171"/>
                </a:cubicBezTo>
                <a:cubicBezTo>
                  <a:pt x="2710261" y="44268"/>
                  <a:pt x="2707726" y="46141"/>
                  <a:pt x="2705634" y="48792"/>
                </a:cubicBezTo>
                <a:cubicBezTo>
                  <a:pt x="2703542" y="51441"/>
                  <a:pt x="2701946" y="54960"/>
                  <a:pt x="2700846" y="59349"/>
                </a:cubicBezTo>
                <a:cubicBezTo>
                  <a:pt x="2699746" y="63736"/>
                  <a:pt x="2699196" y="69222"/>
                  <a:pt x="2699196" y="75805"/>
                </a:cubicBezTo>
                <a:cubicBezTo>
                  <a:pt x="2699196" y="82550"/>
                  <a:pt x="2699786" y="88130"/>
                  <a:pt x="2700966" y="92546"/>
                </a:cubicBezTo>
                <a:cubicBezTo>
                  <a:pt x="2702147" y="96961"/>
                  <a:pt x="2703770" y="100480"/>
                  <a:pt x="2705835" y="103103"/>
                </a:cubicBezTo>
                <a:cubicBezTo>
                  <a:pt x="2707901" y="105725"/>
                  <a:pt x="2710342" y="107572"/>
                  <a:pt x="2713158" y="108643"/>
                </a:cubicBezTo>
                <a:cubicBezTo>
                  <a:pt x="2715975" y="109713"/>
                  <a:pt x="2719046" y="110248"/>
                  <a:pt x="2722372" y="110248"/>
                </a:cubicBezTo>
                <a:cubicBezTo>
                  <a:pt x="2726074" y="110248"/>
                  <a:pt x="2729427" y="109726"/>
                  <a:pt x="2732431" y="108684"/>
                </a:cubicBezTo>
                <a:cubicBezTo>
                  <a:pt x="2735436" y="107639"/>
                  <a:pt x="2737984" y="105806"/>
                  <a:pt x="2740076" y="103184"/>
                </a:cubicBezTo>
                <a:cubicBezTo>
                  <a:pt x="2742169" y="100560"/>
                  <a:pt x="2743778" y="97028"/>
                  <a:pt x="2744905" y="92587"/>
                </a:cubicBezTo>
                <a:cubicBezTo>
                  <a:pt x="2746031" y="88144"/>
                  <a:pt x="2746595" y="82550"/>
                  <a:pt x="2746595" y="75805"/>
                </a:cubicBezTo>
                <a:close/>
                <a:moveTo>
                  <a:pt x="2793969" y="32350"/>
                </a:moveTo>
                <a:lnTo>
                  <a:pt x="2793969" y="87497"/>
                </a:lnTo>
                <a:cubicBezTo>
                  <a:pt x="2793969" y="91731"/>
                  <a:pt x="2794277" y="95269"/>
                  <a:pt x="2794894" y="98109"/>
                </a:cubicBezTo>
                <a:cubicBezTo>
                  <a:pt x="2795511" y="100949"/>
                  <a:pt x="2796517" y="103240"/>
                  <a:pt x="2797912" y="104982"/>
                </a:cubicBezTo>
                <a:cubicBezTo>
                  <a:pt x="2799307" y="106724"/>
                  <a:pt x="2801144" y="107957"/>
                  <a:pt x="2803424" y="108681"/>
                </a:cubicBezTo>
                <a:cubicBezTo>
                  <a:pt x="2805704" y="109404"/>
                  <a:pt x="2808534" y="109765"/>
                  <a:pt x="2811914" y="109765"/>
                </a:cubicBezTo>
                <a:cubicBezTo>
                  <a:pt x="2815347" y="109765"/>
                  <a:pt x="2818446" y="109162"/>
                  <a:pt x="2821209" y="107957"/>
                </a:cubicBezTo>
                <a:cubicBezTo>
                  <a:pt x="2823971" y="106750"/>
                  <a:pt x="2826332" y="105008"/>
                  <a:pt x="2828290" y="102731"/>
                </a:cubicBezTo>
                <a:cubicBezTo>
                  <a:pt x="2830248" y="100453"/>
                  <a:pt x="2831764" y="97639"/>
                  <a:pt x="2832837" y="94289"/>
                </a:cubicBezTo>
                <a:cubicBezTo>
                  <a:pt x="2833910" y="90939"/>
                  <a:pt x="2834446" y="87094"/>
                  <a:pt x="2834446" y="82754"/>
                </a:cubicBezTo>
                <a:lnTo>
                  <a:pt x="2834446" y="32350"/>
                </a:lnTo>
                <a:lnTo>
                  <a:pt x="2848931" y="32350"/>
                </a:lnTo>
                <a:lnTo>
                  <a:pt x="2848931" y="100832"/>
                </a:lnTo>
                <a:cubicBezTo>
                  <a:pt x="2848931" y="102657"/>
                  <a:pt x="2848945" y="104574"/>
                  <a:pt x="2848972" y="106586"/>
                </a:cubicBezTo>
                <a:cubicBezTo>
                  <a:pt x="2848999" y="108598"/>
                  <a:pt x="2849039" y="110503"/>
                  <a:pt x="2849092" y="112300"/>
                </a:cubicBezTo>
                <a:cubicBezTo>
                  <a:pt x="2849146" y="114097"/>
                  <a:pt x="2849200" y="115639"/>
                  <a:pt x="2849253" y="116927"/>
                </a:cubicBezTo>
                <a:cubicBezTo>
                  <a:pt x="2849307" y="118215"/>
                  <a:pt x="2849361" y="119046"/>
                  <a:pt x="2849414" y="119422"/>
                </a:cubicBezTo>
                <a:lnTo>
                  <a:pt x="2835734" y="119422"/>
                </a:lnTo>
                <a:cubicBezTo>
                  <a:pt x="2835680" y="119152"/>
                  <a:pt x="2835627" y="118424"/>
                  <a:pt x="2835573" y="117239"/>
                </a:cubicBezTo>
                <a:cubicBezTo>
                  <a:pt x="2835519" y="116052"/>
                  <a:pt x="2835452" y="114690"/>
                  <a:pt x="2835372" y="113152"/>
                </a:cubicBezTo>
                <a:cubicBezTo>
                  <a:pt x="2835291" y="111615"/>
                  <a:pt x="2835224" y="110051"/>
                  <a:pt x="2835171" y="108460"/>
                </a:cubicBezTo>
                <a:cubicBezTo>
                  <a:pt x="2835117" y="106867"/>
                  <a:pt x="2835090" y="105532"/>
                  <a:pt x="2835090" y="104454"/>
                </a:cubicBezTo>
                <a:lnTo>
                  <a:pt x="2834849" y="104454"/>
                </a:lnTo>
                <a:cubicBezTo>
                  <a:pt x="2833454" y="106987"/>
                  <a:pt x="2831925" y="109278"/>
                  <a:pt x="2830262" y="111327"/>
                </a:cubicBezTo>
                <a:cubicBezTo>
                  <a:pt x="2828599" y="113375"/>
                  <a:pt x="2826667" y="115114"/>
                  <a:pt x="2824468" y="116542"/>
                </a:cubicBezTo>
                <a:cubicBezTo>
                  <a:pt x="2822268" y="117971"/>
                  <a:pt x="2819747" y="119075"/>
                  <a:pt x="2816903" y="119857"/>
                </a:cubicBezTo>
                <a:cubicBezTo>
                  <a:pt x="2814060" y="120640"/>
                  <a:pt x="2810761" y="121031"/>
                  <a:pt x="2807005" y="121031"/>
                </a:cubicBezTo>
                <a:cubicBezTo>
                  <a:pt x="2802177" y="121031"/>
                  <a:pt x="2798019" y="120441"/>
                  <a:pt x="2794532" y="119261"/>
                </a:cubicBezTo>
                <a:cubicBezTo>
                  <a:pt x="2791045" y="118080"/>
                  <a:pt x="2788174" y="116256"/>
                  <a:pt x="2785921" y="113789"/>
                </a:cubicBezTo>
                <a:cubicBezTo>
                  <a:pt x="2783668" y="111321"/>
                  <a:pt x="2782018" y="108155"/>
                  <a:pt x="2780972" y="104293"/>
                </a:cubicBezTo>
                <a:cubicBezTo>
                  <a:pt x="2779926" y="100430"/>
                  <a:pt x="2779403" y="95789"/>
                  <a:pt x="2779403" y="90371"/>
                </a:cubicBezTo>
                <a:lnTo>
                  <a:pt x="2779403" y="32350"/>
                </a:lnTo>
                <a:lnTo>
                  <a:pt x="2793969" y="32350"/>
                </a:lnTo>
                <a:close/>
                <a:moveTo>
                  <a:pt x="2936782" y="95338"/>
                </a:moveTo>
                <a:cubicBezTo>
                  <a:pt x="2936782" y="99418"/>
                  <a:pt x="2935991" y="103056"/>
                  <a:pt x="2934408" y="106252"/>
                </a:cubicBezTo>
                <a:cubicBezTo>
                  <a:pt x="2932826" y="109446"/>
                  <a:pt x="2930532" y="112131"/>
                  <a:pt x="2927528" y="114307"/>
                </a:cubicBezTo>
                <a:cubicBezTo>
                  <a:pt x="2924523" y="116481"/>
                  <a:pt x="2920835" y="118146"/>
                  <a:pt x="2916463" y="119301"/>
                </a:cubicBezTo>
                <a:cubicBezTo>
                  <a:pt x="2912090" y="120454"/>
                  <a:pt x="2907088" y="121031"/>
                  <a:pt x="2901455" y="121031"/>
                </a:cubicBezTo>
                <a:cubicBezTo>
                  <a:pt x="2896412" y="121031"/>
                  <a:pt x="2891865" y="120641"/>
                  <a:pt x="2887814" y="119859"/>
                </a:cubicBezTo>
                <a:cubicBezTo>
                  <a:pt x="2883764" y="119080"/>
                  <a:pt x="2880210" y="117829"/>
                  <a:pt x="2877152" y="116107"/>
                </a:cubicBezTo>
                <a:cubicBezTo>
                  <a:pt x="2874094" y="114384"/>
                  <a:pt x="2871532" y="112110"/>
                  <a:pt x="2869467" y="109285"/>
                </a:cubicBezTo>
                <a:cubicBezTo>
                  <a:pt x="2867401" y="106458"/>
                  <a:pt x="2865886" y="102999"/>
                  <a:pt x="2864920" y="98909"/>
                </a:cubicBezTo>
                <a:lnTo>
                  <a:pt x="2877715" y="96406"/>
                </a:lnTo>
                <a:cubicBezTo>
                  <a:pt x="2878949" y="101074"/>
                  <a:pt x="2881497" y="104494"/>
                  <a:pt x="2885360" y="106667"/>
                </a:cubicBezTo>
                <a:cubicBezTo>
                  <a:pt x="2889223" y="108840"/>
                  <a:pt x="2894588" y="109926"/>
                  <a:pt x="2901455" y="109926"/>
                </a:cubicBezTo>
                <a:cubicBezTo>
                  <a:pt x="2904566" y="109926"/>
                  <a:pt x="2907423" y="109712"/>
                  <a:pt x="2910025" y="109285"/>
                </a:cubicBezTo>
                <a:cubicBezTo>
                  <a:pt x="2912627" y="108857"/>
                  <a:pt x="2914867" y="108123"/>
                  <a:pt x="2916744" y="107082"/>
                </a:cubicBezTo>
                <a:cubicBezTo>
                  <a:pt x="2918622" y="106041"/>
                  <a:pt x="2920084" y="104652"/>
                  <a:pt x="2921130" y="102915"/>
                </a:cubicBezTo>
                <a:cubicBezTo>
                  <a:pt x="2922176" y="101178"/>
                  <a:pt x="2922699" y="99028"/>
                  <a:pt x="2922699" y="96464"/>
                </a:cubicBezTo>
                <a:cubicBezTo>
                  <a:pt x="2922699" y="93834"/>
                  <a:pt x="2922082" y="91673"/>
                  <a:pt x="2920849" y="89981"/>
                </a:cubicBezTo>
                <a:cubicBezTo>
                  <a:pt x="2919615" y="88290"/>
                  <a:pt x="2917898" y="86880"/>
                  <a:pt x="2915698" y="85754"/>
                </a:cubicBezTo>
                <a:cubicBezTo>
                  <a:pt x="2913499" y="84626"/>
                  <a:pt x="2910830" y="83646"/>
                  <a:pt x="2907691" y="82814"/>
                </a:cubicBezTo>
                <a:cubicBezTo>
                  <a:pt x="2904553" y="81981"/>
                  <a:pt x="2901106" y="81054"/>
                  <a:pt x="2897350" y="80033"/>
                </a:cubicBezTo>
                <a:cubicBezTo>
                  <a:pt x="2893863" y="79121"/>
                  <a:pt x="2890403" y="78101"/>
                  <a:pt x="2886969" y="76975"/>
                </a:cubicBezTo>
                <a:cubicBezTo>
                  <a:pt x="2883536" y="75846"/>
                  <a:pt x="2880438" y="74356"/>
                  <a:pt x="2877675" y="72504"/>
                </a:cubicBezTo>
                <a:cubicBezTo>
                  <a:pt x="2874912" y="70651"/>
                  <a:pt x="2872672" y="68356"/>
                  <a:pt x="2870955" y="65618"/>
                </a:cubicBezTo>
                <a:cubicBezTo>
                  <a:pt x="2869239" y="62879"/>
                  <a:pt x="2868380" y="59442"/>
                  <a:pt x="2868380" y="55307"/>
                </a:cubicBezTo>
                <a:cubicBezTo>
                  <a:pt x="2868380" y="47359"/>
                  <a:pt x="2871210" y="41304"/>
                  <a:pt x="2876870" y="37143"/>
                </a:cubicBezTo>
                <a:cubicBezTo>
                  <a:pt x="2882530" y="32982"/>
                  <a:pt x="2890779" y="30902"/>
                  <a:pt x="2901616" y="30902"/>
                </a:cubicBezTo>
                <a:cubicBezTo>
                  <a:pt x="2911219" y="30902"/>
                  <a:pt x="2918850" y="32586"/>
                  <a:pt x="2924510" y="35954"/>
                </a:cubicBezTo>
                <a:cubicBezTo>
                  <a:pt x="2930170" y="39322"/>
                  <a:pt x="2933751" y="44721"/>
                  <a:pt x="2935253" y="52151"/>
                </a:cubicBezTo>
                <a:lnTo>
                  <a:pt x="2922217" y="53756"/>
                </a:lnTo>
                <a:cubicBezTo>
                  <a:pt x="2921734" y="51518"/>
                  <a:pt x="2920849" y="49639"/>
                  <a:pt x="2919561" y="48120"/>
                </a:cubicBezTo>
                <a:cubicBezTo>
                  <a:pt x="2918273" y="46601"/>
                  <a:pt x="2916718" y="45376"/>
                  <a:pt x="2914894" y="44444"/>
                </a:cubicBezTo>
                <a:cubicBezTo>
                  <a:pt x="2913069" y="43511"/>
                  <a:pt x="2911017" y="42846"/>
                  <a:pt x="2908737" y="42447"/>
                </a:cubicBezTo>
                <a:cubicBezTo>
                  <a:pt x="2906457" y="42046"/>
                  <a:pt x="2904083" y="41846"/>
                  <a:pt x="2901616" y="41846"/>
                </a:cubicBezTo>
                <a:cubicBezTo>
                  <a:pt x="2895070" y="41846"/>
                  <a:pt x="2890242" y="42840"/>
                  <a:pt x="2887130" y="44828"/>
                </a:cubicBezTo>
                <a:cubicBezTo>
                  <a:pt x="2884019" y="46817"/>
                  <a:pt x="2882463" y="49826"/>
                  <a:pt x="2882463" y="53856"/>
                </a:cubicBezTo>
                <a:cubicBezTo>
                  <a:pt x="2882463" y="56219"/>
                  <a:pt x="2883040" y="58165"/>
                  <a:pt x="2884193" y="59696"/>
                </a:cubicBezTo>
                <a:cubicBezTo>
                  <a:pt x="2885347" y="61226"/>
                  <a:pt x="2886956" y="62516"/>
                  <a:pt x="2889022" y="63563"/>
                </a:cubicBezTo>
                <a:cubicBezTo>
                  <a:pt x="2891087" y="64610"/>
                  <a:pt x="2893568" y="65522"/>
                  <a:pt x="2896465" y="66302"/>
                </a:cubicBezTo>
                <a:cubicBezTo>
                  <a:pt x="2899362" y="67080"/>
                  <a:pt x="2902554" y="67898"/>
                  <a:pt x="2906042" y="68756"/>
                </a:cubicBezTo>
                <a:cubicBezTo>
                  <a:pt x="2908348" y="69348"/>
                  <a:pt x="2910709" y="69980"/>
                  <a:pt x="2913123" y="70650"/>
                </a:cubicBezTo>
                <a:cubicBezTo>
                  <a:pt x="2915537" y="71321"/>
                  <a:pt x="2917884" y="72126"/>
                  <a:pt x="2920164" y="73067"/>
                </a:cubicBezTo>
                <a:cubicBezTo>
                  <a:pt x="2922445" y="74006"/>
                  <a:pt x="2924591" y="75106"/>
                  <a:pt x="2926602" y="76369"/>
                </a:cubicBezTo>
                <a:cubicBezTo>
                  <a:pt x="2928614" y="77631"/>
                  <a:pt x="2930371" y="79148"/>
                  <a:pt x="2931873" y="80920"/>
                </a:cubicBezTo>
                <a:cubicBezTo>
                  <a:pt x="2933375" y="82693"/>
                  <a:pt x="2934569" y="84760"/>
                  <a:pt x="2935454" y="87122"/>
                </a:cubicBezTo>
                <a:cubicBezTo>
                  <a:pt x="2936340" y="89484"/>
                  <a:pt x="2936782" y="92223"/>
                  <a:pt x="2936782" y="95338"/>
                </a:cubicBezTo>
                <a:close/>
                <a:moveTo>
                  <a:pt x="2964948" y="78863"/>
                </a:moveTo>
                <a:cubicBezTo>
                  <a:pt x="2964948" y="83424"/>
                  <a:pt x="2965417" y="87622"/>
                  <a:pt x="2966356" y="91457"/>
                </a:cubicBezTo>
                <a:cubicBezTo>
                  <a:pt x="2967295" y="95293"/>
                  <a:pt x="2968743" y="98593"/>
                  <a:pt x="2970702" y="101356"/>
                </a:cubicBezTo>
                <a:cubicBezTo>
                  <a:pt x="2972660" y="104118"/>
                  <a:pt x="2975168" y="106264"/>
                  <a:pt x="2978226" y="107793"/>
                </a:cubicBezTo>
                <a:cubicBezTo>
                  <a:pt x="2981284" y="109322"/>
                  <a:pt x="2984959" y="110087"/>
                  <a:pt x="2989251" y="110087"/>
                </a:cubicBezTo>
                <a:cubicBezTo>
                  <a:pt x="2995527" y="110087"/>
                  <a:pt x="3000557" y="108826"/>
                  <a:pt x="3004339" y="106305"/>
                </a:cubicBezTo>
                <a:cubicBezTo>
                  <a:pt x="3008121" y="103783"/>
                  <a:pt x="3010683" y="100591"/>
                  <a:pt x="3012024" y="96728"/>
                </a:cubicBezTo>
                <a:lnTo>
                  <a:pt x="3024739" y="100362"/>
                </a:lnTo>
                <a:cubicBezTo>
                  <a:pt x="3023827" y="102785"/>
                  <a:pt x="3022553" y="105221"/>
                  <a:pt x="3020917" y="107670"/>
                </a:cubicBezTo>
                <a:cubicBezTo>
                  <a:pt x="3019280" y="110118"/>
                  <a:pt x="3017094" y="112324"/>
                  <a:pt x="3014358" y="114289"/>
                </a:cubicBezTo>
                <a:cubicBezTo>
                  <a:pt x="3011622" y="116254"/>
                  <a:pt x="3008202" y="117869"/>
                  <a:pt x="3004098" y="119135"/>
                </a:cubicBezTo>
                <a:cubicBezTo>
                  <a:pt x="2999994" y="120399"/>
                  <a:pt x="2995045" y="121031"/>
                  <a:pt x="2989251" y="121031"/>
                </a:cubicBezTo>
                <a:cubicBezTo>
                  <a:pt x="2976375" y="121031"/>
                  <a:pt x="2966571" y="117195"/>
                  <a:pt x="2959838" y="109524"/>
                </a:cubicBezTo>
                <a:cubicBezTo>
                  <a:pt x="2953105" y="101852"/>
                  <a:pt x="2949738" y="90451"/>
                  <a:pt x="2949738" y="75323"/>
                </a:cubicBezTo>
                <a:cubicBezTo>
                  <a:pt x="2949738" y="67168"/>
                  <a:pt x="2950758" y="60261"/>
                  <a:pt x="2952796" y="54601"/>
                </a:cubicBezTo>
                <a:cubicBezTo>
                  <a:pt x="2954835" y="48941"/>
                  <a:pt x="2957625" y="44341"/>
                  <a:pt x="2961166" y="40800"/>
                </a:cubicBezTo>
                <a:cubicBezTo>
                  <a:pt x="2964706" y="37259"/>
                  <a:pt x="2968837" y="34697"/>
                  <a:pt x="2973558" y="33115"/>
                </a:cubicBezTo>
                <a:cubicBezTo>
                  <a:pt x="2978279" y="31532"/>
                  <a:pt x="2983322" y="30741"/>
                  <a:pt x="2988687" y="30741"/>
                </a:cubicBezTo>
                <a:cubicBezTo>
                  <a:pt x="2995983" y="30741"/>
                  <a:pt x="3002086" y="31919"/>
                  <a:pt x="3006995" y="34276"/>
                </a:cubicBezTo>
                <a:cubicBezTo>
                  <a:pt x="3011904" y="36632"/>
                  <a:pt x="3015847" y="39885"/>
                  <a:pt x="3018824" y="44036"/>
                </a:cubicBezTo>
                <a:cubicBezTo>
                  <a:pt x="3021802" y="48187"/>
                  <a:pt x="3023921" y="53075"/>
                  <a:pt x="3025182" y="58700"/>
                </a:cubicBezTo>
                <a:cubicBezTo>
                  <a:pt x="3026442" y="64323"/>
                  <a:pt x="3027073" y="70401"/>
                  <a:pt x="3027073" y="76935"/>
                </a:cubicBezTo>
                <a:lnTo>
                  <a:pt x="3027073" y="78863"/>
                </a:lnTo>
                <a:lnTo>
                  <a:pt x="2964948" y="78863"/>
                </a:lnTo>
                <a:moveTo>
                  <a:pt x="3012105" y="67758"/>
                </a:moveTo>
                <a:cubicBezTo>
                  <a:pt x="3011300" y="58640"/>
                  <a:pt x="3008966" y="51988"/>
                  <a:pt x="3005104" y="47803"/>
                </a:cubicBezTo>
                <a:cubicBezTo>
                  <a:pt x="3001241" y="43617"/>
                  <a:pt x="2995688" y="41524"/>
                  <a:pt x="2988446" y="41524"/>
                </a:cubicBezTo>
                <a:cubicBezTo>
                  <a:pt x="2986032" y="41524"/>
                  <a:pt x="2983497" y="41910"/>
                  <a:pt x="2980841" y="42683"/>
                </a:cubicBezTo>
                <a:cubicBezTo>
                  <a:pt x="2978186" y="43456"/>
                  <a:pt x="2975731" y="44829"/>
                  <a:pt x="2973478" y="46802"/>
                </a:cubicBezTo>
                <a:cubicBezTo>
                  <a:pt x="2971225" y="48776"/>
                  <a:pt x="2969320" y="51456"/>
                  <a:pt x="2967764" y="54842"/>
                </a:cubicBezTo>
                <a:cubicBezTo>
                  <a:pt x="2966208" y="58227"/>
                  <a:pt x="2965323" y="62532"/>
                  <a:pt x="2965109" y="67758"/>
                </a:cubicBezTo>
                <a:lnTo>
                  <a:pt x="3012105" y="67758"/>
                </a:lnTo>
                <a:close/>
                <a:moveTo>
                  <a:pt x="3049419" y="119422"/>
                </a:moveTo>
                <a:lnTo>
                  <a:pt x="3049419" y="101718"/>
                </a:lnTo>
                <a:lnTo>
                  <a:pt x="3065111" y="101718"/>
                </a:lnTo>
                <a:lnTo>
                  <a:pt x="3065111" y="119422"/>
                </a:lnTo>
                <a:lnTo>
                  <a:pt x="3049419" y="119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695694-64D5-411C-9550-980EC0B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11" y="175232"/>
            <a:ext cx="11948606" cy="549361"/>
          </a:xfrm>
          <a:custGeom xmlns:a="http://schemas.openxmlformats.org/drawingml/2006/main">
            <a:pathLst>
              <a:path w="11948606" h="549361">
                <a:moveTo>
                  <a:pt x="82404" y="0"/>
                </a:moveTo>
                <a:lnTo>
                  <a:pt x="11866202" y="0"/>
                </a:lnTo>
                <a:cubicBezTo>
                  <a:pt x="11871612" y="0"/>
                  <a:pt x="11876972" y="528"/>
                  <a:pt x="11882278" y="1583"/>
                </a:cubicBezTo>
                <a:cubicBezTo>
                  <a:pt x="11887585" y="2639"/>
                  <a:pt x="11892736" y="4202"/>
                  <a:pt x="11897735" y="6272"/>
                </a:cubicBezTo>
                <a:cubicBezTo>
                  <a:pt x="11902733" y="8343"/>
                  <a:pt x="11907482" y="10881"/>
                  <a:pt x="11911983" y="13887"/>
                </a:cubicBezTo>
                <a:cubicBezTo>
                  <a:pt x="11916481" y="16894"/>
                  <a:pt x="11920642" y="20310"/>
                  <a:pt x="11924470" y="24136"/>
                </a:cubicBezTo>
                <a:cubicBezTo>
                  <a:pt x="11928294" y="27962"/>
                  <a:pt x="11931711" y="32124"/>
                  <a:pt x="11934717" y="36623"/>
                </a:cubicBezTo>
                <a:cubicBezTo>
                  <a:pt x="11937722" y="41122"/>
                  <a:pt x="11940260" y="45871"/>
                  <a:pt x="11942331" y="50869"/>
                </a:cubicBezTo>
                <a:cubicBezTo>
                  <a:pt x="11944402" y="55868"/>
                  <a:pt x="11945967" y="61021"/>
                  <a:pt x="11947023" y="66328"/>
                </a:cubicBezTo>
                <a:cubicBezTo>
                  <a:pt x="11948079" y="71635"/>
                  <a:pt x="11948606" y="76994"/>
                  <a:pt x="11948606" y="82404"/>
                </a:cubicBezTo>
                <a:lnTo>
                  <a:pt x="11948606" y="466957"/>
                </a:lnTo>
                <a:cubicBezTo>
                  <a:pt x="11948606" y="472368"/>
                  <a:pt x="11948079" y="477726"/>
                  <a:pt x="11947023" y="483033"/>
                </a:cubicBezTo>
                <a:cubicBezTo>
                  <a:pt x="11945967" y="488340"/>
                  <a:pt x="11944402" y="493493"/>
                  <a:pt x="11942331" y="498491"/>
                </a:cubicBezTo>
                <a:cubicBezTo>
                  <a:pt x="11940260" y="503490"/>
                  <a:pt x="11937722" y="508239"/>
                  <a:pt x="11934717" y="512738"/>
                </a:cubicBezTo>
                <a:cubicBezTo>
                  <a:pt x="11931711" y="517237"/>
                  <a:pt x="11928294" y="521399"/>
                  <a:pt x="11924470" y="525225"/>
                </a:cubicBezTo>
                <a:cubicBezTo>
                  <a:pt x="11920642" y="529051"/>
                  <a:pt x="11916480" y="532467"/>
                  <a:pt x="11911982" y="535473"/>
                </a:cubicBezTo>
                <a:cubicBezTo>
                  <a:pt x="11907482" y="538480"/>
                  <a:pt x="11902733" y="541018"/>
                  <a:pt x="11897735" y="543088"/>
                </a:cubicBezTo>
                <a:cubicBezTo>
                  <a:pt x="11892736" y="545159"/>
                  <a:pt x="11887585" y="546722"/>
                  <a:pt x="11882278" y="547778"/>
                </a:cubicBezTo>
                <a:cubicBezTo>
                  <a:pt x="11876972" y="548833"/>
                  <a:pt x="11871612" y="549361"/>
                  <a:pt x="11866202" y="549361"/>
                </a:cubicBezTo>
                <a:lnTo>
                  <a:pt x="82404" y="549361"/>
                </a:lnTo>
                <a:cubicBezTo>
                  <a:pt x="76994" y="549361"/>
                  <a:pt x="71635" y="548833"/>
                  <a:pt x="66328" y="547778"/>
                </a:cubicBezTo>
                <a:cubicBezTo>
                  <a:pt x="61021" y="546722"/>
                  <a:pt x="55868" y="545159"/>
                  <a:pt x="50869" y="543088"/>
                </a:cubicBezTo>
                <a:cubicBezTo>
                  <a:pt x="45870" y="541018"/>
                  <a:pt x="41121" y="538480"/>
                  <a:pt x="36623" y="535473"/>
                </a:cubicBezTo>
                <a:cubicBezTo>
                  <a:pt x="32124" y="532467"/>
                  <a:pt x="27961" y="529051"/>
                  <a:pt x="24135" y="525225"/>
                </a:cubicBezTo>
                <a:cubicBezTo>
                  <a:pt x="20309" y="521399"/>
                  <a:pt x="16893" y="517237"/>
                  <a:pt x="13887" y="512738"/>
                </a:cubicBezTo>
                <a:cubicBezTo>
                  <a:pt x="10881" y="508239"/>
                  <a:pt x="8343" y="503490"/>
                  <a:pt x="6272" y="498491"/>
                </a:cubicBezTo>
                <a:cubicBezTo>
                  <a:pt x="4202" y="493493"/>
                  <a:pt x="2639" y="488340"/>
                  <a:pt x="1583" y="483033"/>
                </a:cubicBezTo>
                <a:cubicBezTo>
                  <a:pt x="528" y="477726"/>
                  <a:pt x="0" y="472368"/>
                  <a:pt x="0" y="466957"/>
                </a:cubicBezTo>
                <a:lnTo>
                  <a:pt x="0" y="82404"/>
                </a:lnTo>
                <a:cubicBezTo>
                  <a:pt x="0" y="76994"/>
                  <a:pt x="528" y="71635"/>
                  <a:pt x="1583" y="66328"/>
                </a:cubicBezTo>
                <a:cubicBezTo>
                  <a:pt x="2639" y="61021"/>
                  <a:pt x="4202" y="55868"/>
                  <a:pt x="6272" y="50869"/>
                </a:cubicBezTo>
                <a:cubicBezTo>
                  <a:pt x="8343" y="45870"/>
                  <a:pt x="10881" y="41121"/>
                  <a:pt x="13887" y="36623"/>
                </a:cubicBezTo>
                <a:cubicBezTo>
                  <a:pt x="16893" y="32124"/>
                  <a:pt x="20309" y="27962"/>
                  <a:pt x="24135" y="24136"/>
                </a:cubicBezTo>
                <a:cubicBezTo>
                  <a:pt x="27961" y="20310"/>
                  <a:pt x="32124" y="16894"/>
                  <a:pt x="36623" y="13887"/>
                </a:cubicBezTo>
                <a:cubicBezTo>
                  <a:pt x="41121" y="10881"/>
                  <a:pt x="45870" y="8343"/>
                  <a:pt x="50869" y="6272"/>
                </a:cubicBezTo>
                <a:cubicBezTo>
                  <a:pt x="55868" y="4202"/>
                  <a:pt x="61021" y="2639"/>
                  <a:pt x="66328" y="1583"/>
                </a:cubicBezTo>
                <a:cubicBezTo>
                  <a:pt x="71635" y="528"/>
                  <a:pt x="76994" y="0"/>
                  <a:pt x="82404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951B6-3411-4CB3-9FDD-6E50C3A3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11" y="175232"/>
            <a:ext cx="11948606" cy="549361"/>
          </a:xfrm>
          <a:custGeom xmlns:a="http://schemas.openxmlformats.org/drawingml/2006/main">
            <a:pathLst>
              <a:path w="11948606" h="549361" fill="none">
                <a:moveTo>
                  <a:pt x="82404" y="0"/>
                </a:moveTo>
                <a:lnTo>
                  <a:pt x="11866202" y="0"/>
                </a:lnTo>
                <a:cubicBezTo>
                  <a:pt x="11871612" y="0"/>
                  <a:pt x="11876972" y="528"/>
                  <a:pt x="11882278" y="1583"/>
                </a:cubicBezTo>
                <a:cubicBezTo>
                  <a:pt x="11887585" y="2639"/>
                  <a:pt x="11892736" y="4202"/>
                  <a:pt x="11897735" y="6272"/>
                </a:cubicBezTo>
                <a:cubicBezTo>
                  <a:pt x="11902733" y="8343"/>
                  <a:pt x="11907482" y="10881"/>
                  <a:pt x="11911983" y="13887"/>
                </a:cubicBezTo>
                <a:cubicBezTo>
                  <a:pt x="11916481" y="16894"/>
                  <a:pt x="11920642" y="20310"/>
                  <a:pt x="11924470" y="24136"/>
                </a:cubicBezTo>
                <a:cubicBezTo>
                  <a:pt x="11928294" y="27962"/>
                  <a:pt x="11931711" y="32124"/>
                  <a:pt x="11934717" y="36623"/>
                </a:cubicBezTo>
                <a:cubicBezTo>
                  <a:pt x="11937722" y="41122"/>
                  <a:pt x="11940260" y="45871"/>
                  <a:pt x="11942331" y="50869"/>
                </a:cubicBezTo>
                <a:cubicBezTo>
                  <a:pt x="11944402" y="55868"/>
                  <a:pt x="11945967" y="61021"/>
                  <a:pt x="11947023" y="66328"/>
                </a:cubicBezTo>
                <a:cubicBezTo>
                  <a:pt x="11948079" y="71635"/>
                  <a:pt x="11948606" y="76994"/>
                  <a:pt x="11948606" y="82404"/>
                </a:cubicBezTo>
                <a:lnTo>
                  <a:pt x="11948606" y="466957"/>
                </a:lnTo>
                <a:cubicBezTo>
                  <a:pt x="11948606" y="472368"/>
                  <a:pt x="11948079" y="477726"/>
                  <a:pt x="11947023" y="483033"/>
                </a:cubicBezTo>
                <a:cubicBezTo>
                  <a:pt x="11945967" y="488340"/>
                  <a:pt x="11944402" y="493493"/>
                  <a:pt x="11942331" y="498491"/>
                </a:cubicBezTo>
                <a:cubicBezTo>
                  <a:pt x="11940260" y="503490"/>
                  <a:pt x="11937722" y="508239"/>
                  <a:pt x="11934717" y="512738"/>
                </a:cubicBezTo>
                <a:cubicBezTo>
                  <a:pt x="11931711" y="517237"/>
                  <a:pt x="11928294" y="521399"/>
                  <a:pt x="11924470" y="525225"/>
                </a:cubicBezTo>
                <a:cubicBezTo>
                  <a:pt x="11920642" y="529051"/>
                  <a:pt x="11916480" y="532467"/>
                  <a:pt x="11911982" y="535473"/>
                </a:cubicBezTo>
                <a:cubicBezTo>
                  <a:pt x="11907482" y="538480"/>
                  <a:pt x="11902733" y="541018"/>
                  <a:pt x="11897735" y="543088"/>
                </a:cubicBezTo>
                <a:cubicBezTo>
                  <a:pt x="11892736" y="545159"/>
                  <a:pt x="11887585" y="546722"/>
                  <a:pt x="11882278" y="547778"/>
                </a:cubicBezTo>
                <a:cubicBezTo>
                  <a:pt x="11876972" y="548833"/>
                  <a:pt x="11871612" y="549361"/>
                  <a:pt x="11866202" y="549361"/>
                </a:cubicBezTo>
                <a:lnTo>
                  <a:pt x="82404" y="549361"/>
                </a:lnTo>
                <a:cubicBezTo>
                  <a:pt x="76994" y="549361"/>
                  <a:pt x="71635" y="548833"/>
                  <a:pt x="66328" y="547778"/>
                </a:cubicBezTo>
                <a:cubicBezTo>
                  <a:pt x="61021" y="546722"/>
                  <a:pt x="55868" y="545159"/>
                  <a:pt x="50869" y="543088"/>
                </a:cubicBezTo>
                <a:cubicBezTo>
                  <a:pt x="45870" y="541018"/>
                  <a:pt x="41121" y="538480"/>
                  <a:pt x="36623" y="535473"/>
                </a:cubicBezTo>
                <a:cubicBezTo>
                  <a:pt x="32124" y="532467"/>
                  <a:pt x="27961" y="529051"/>
                  <a:pt x="24135" y="525225"/>
                </a:cubicBezTo>
                <a:cubicBezTo>
                  <a:pt x="20309" y="521399"/>
                  <a:pt x="16893" y="517237"/>
                  <a:pt x="13887" y="512738"/>
                </a:cubicBezTo>
                <a:cubicBezTo>
                  <a:pt x="10881" y="508239"/>
                  <a:pt x="8343" y="503490"/>
                  <a:pt x="6272" y="498491"/>
                </a:cubicBezTo>
                <a:cubicBezTo>
                  <a:pt x="4202" y="493493"/>
                  <a:pt x="2639" y="488340"/>
                  <a:pt x="1583" y="483033"/>
                </a:cubicBezTo>
                <a:cubicBezTo>
                  <a:pt x="528" y="477726"/>
                  <a:pt x="0" y="472368"/>
                  <a:pt x="0" y="466957"/>
                </a:cubicBezTo>
                <a:lnTo>
                  <a:pt x="0" y="82404"/>
                </a:lnTo>
                <a:cubicBezTo>
                  <a:pt x="0" y="76994"/>
                  <a:pt x="528" y="71635"/>
                  <a:pt x="1583" y="66328"/>
                </a:cubicBezTo>
                <a:cubicBezTo>
                  <a:pt x="2639" y="61021"/>
                  <a:pt x="4202" y="55868"/>
                  <a:pt x="6272" y="50869"/>
                </a:cubicBezTo>
                <a:cubicBezTo>
                  <a:pt x="8343" y="45870"/>
                  <a:pt x="10881" y="41121"/>
                  <a:pt x="13887" y="36623"/>
                </a:cubicBezTo>
                <a:cubicBezTo>
                  <a:pt x="16893" y="32124"/>
                  <a:pt x="20309" y="27962"/>
                  <a:pt x="24135" y="24136"/>
                </a:cubicBezTo>
                <a:cubicBezTo>
                  <a:pt x="27961" y="20310"/>
                  <a:pt x="32124" y="16894"/>
                  <a:pt x="36623" y="13887"/>
                </a:cubicBezTo>
                <a:cubicBezTo>
                  <a:pt x="41121" y="10881"/>
                  <a:pt x="45870" y="8343"/>
                  <a:pt x="50869" y="6272"/>
                </a:cubicBezTo>
                <a:cubicBezTo>
                  <a:pt x="55868" y="4202"/>
                  <a:pt x="61021" y="2639"/>
                  <a:pt x="66328" y="1583"/>
                </a:cubicBezTo>
                <a:cubicBezTo>
                  <a:pt x="71635" y="528"/>
                  <a:pt x="76994" y="0"/>
                  <a:pt x="8240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666666"/>
            </a:solidFill>
            <a:miter/>
          </a:ln>
        </p:spPr>
      </p:sp>
      <p:sp>
        <p:nvSpPr>
          <p:cNvPr id="21" name="Text MemoryStore">
            <a:extLst xmlns:a="http://schemas.openxmlformats.org/drawingml/2006/main">
              <a:ext uri="{FF2B5EF4-FFF2-40B4-BE49-F238E27FC236}">
                <a16:creationId xmlns:a16="http://schemas.microsoft.com/office/drawing/2014/main" id="{9D24BAAB-3CA2-46DF-B26B-B0B76EA7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964" y="382905"/>
            <a:ext cx="1014014" cy="149358"/>
          </a:xfrm>
          <a:custGeom xmlns:a="http://schemas.openxmlformats.org/drawingml/2006/main">
            <a:pathLst>
              <a:path w="1014014" h="149358">
                <a:moveTo>
                  <a:pt x="96406" y="115076"/>
                </a:moveTo>
                <a:lnTo>
                  <a:pt x="96406" y="39371"/>
                </a:lnTo>
                <a:cubicBezTo>
                  <a:pt x="96406" y="36632"/>
                  <a:pt x="96433" y="33840"/>
                  <a:pt x="96487" y="30995"/>
                </a:cubicBezTo>
                <a:cubicBezTo>
                  <a:pt x="96541" y="28150"/>
                  <a:pt x="96621" y="25546"/>
                  <a:pt x="96728" y="23184"/>
                </a:cubicBezTo>
                <a:cubicBezTo>
                  <a:pt x="96836" y="20444"/>
                  <a:pt x="96970" y="17786"/>
                  <a:pt x="97131" y="15209"/>
                </a:cubicBezTo>
                <a:cubicBezTo>
                  <a:pt x="96380" y="17947"/>
                  <a:pt x="95602" y="20659"/>
                  <a:pt x="94797" y="23345"/>
                </a:cubicBezTo>
                <a:cubicBezTo>
                  <a:pt x="94100" y="25653"/>
                  <a:pt x="93335" y="28109"/>
                  <a:pt x="92504" y="30713"/>
                </a:cubicBezTo>
                <a:cubicBezTo>
                  <a:pt x="91672" y="33317"/>
                  <a:pt x="90854" y="35665"/>
                  <a:pt x="90049" y="37759"/>
                </a:cubicBezTo>
                <a:lnTo>
                  <a:pt x="60757" y="115076"/>
                </a:lnTo>
                <a:lnTo>
                  <a:pt x="49974" y="115076"/>
                </a:lnTo>
                <a:lnTo>
                  <a:pt x="20279" y="37759"/>
                </a:lnTo>
                <a:cubicBezTo>
                  <a:pt x="19957" y="36955"/>
                  <a:pt x="19622" y="36016"/>
                  <a:pt x="19273" y="34943"/>
                </a:cubicBezTo>
                <a:cubicBezTo>
                  <a:pt x="18925" y="33868"/>
                  <a:pt x="18549" y="32727"/>
                  <a:pt x="18147" y="31520"/>
                </a:cubicBezTo>
                <a:cubicBezTo>
                  <a:pt x="17744" y="30311"/>
                  <a:pt x="17342" y="29076"/>
                  <a:pt x="16940" y="27813"/>
                </a:cubicBezTo>
                <a:cubicBezTo>
                  <a:pt x="16537" y="26551"/>
                  <a:pt x="16148" y="25303"/>
                  <a:pt x="15773" y="24069"/>
                </a:cubicBezTo>
                <a:cubicBezTo>
                  <a:pt x="14861" y="21222"/>
                  <a:pt x="13975" y="18269"/>
                  <a:pt x="13117" y="15209"/>
                </a:cubicBezTo>
                <a:cubicBezTo>
                  <a:pt x="13171" y="18215"/>
                  <a:pt x="13251" y="21195"/>
                  <a:pt x="13358" y="24149"/>
                </a:cubicBezTo>
                <a:cubicBezTo>
                  <a:pt x="13466" y="26673"/>
                  <a:pt x="13546" y="29317"/>
                  <a:pt x="13600" y="32084"/>
                </a:cubicBezTo>
                <a:cubicBezTo>
                  <a:pt x="13654" y="34848"/>
                  <a:pt x="13680" y="37277"/>
                  <a:pt x="13680" y="39371"/>
                </a:cubicBezTo>
                <a:lnTo>
                  <a:pt x="13680" y="115076"/>
                </a:lnTo>
                <a:lnTo>
                  <a:pt x="0" y="115076"/>
                </a:lnTo>
                <a:lnTo>
                  <a:pt x="0" y="1609"/>
                </a:lnTo>
                <a:lnTo>
                  <a:pt x="20199" y="1609"/>
                </a:lnTo>
                <a:lnTo>
                  <a:pt x="50376" y="80297"/>
                </a:lnTo>
                <a:cubicBezTo>
                  <a:pt x="50752" y="81371"/>
                  <a:pt x="51208" y="82755"/>
                  <a:pt x="51744" y="84446"/>
                </a:cubicBezTo>
                <a:cubicBezTo>
                  <a:pt x="52281" y="86136"/>
                  <a:pt x="52790" y="87867"/>
                  <a:pt x="53273" y="89639"/>
                </a:cubicBezTo>
                <a:cubicBezTo>
                  <a:pt x="53756" y="91411"/>
                  <a:pt x="54198" y="93089"/>
                  <a:pt x="54601" y="94674"/>
                </a:cubicBezTo>
                <a:cubicBezTo>
                  <a:pt x="55003" y="96258"/>
                  <a:pt x="55285" y="97479"/>
                  <a:pt x="55446" y="98338"/>
                </a:cubicBezTo>
                <a:cubicBezTo>
                  <a:pt x="55607" y="97479"/>
                  <a:pt x="55902" y="96245"/>
                  <a:pt x="56331" y="94634"/>
                </a:cubicBezTo>
                <a:cubicBezTo>
                  <a:pt x="56760" y="93022"/>
                  <a:pt x="57256" y="91331"/>
                  <a:pt x="57820" y="89559"/>
                </a:cubicBezTo>
                <a:cubicBezTo>
                  <a:pt x="58383" y="87787"/>
                  <a:pt x="58933" y="86069"/>
                  <a:pt x="59469" y="84406"/>
                </a:cubicBezTo>
                <a:cubicBezTo>
                  <a:pt x="60006" y="82741"/>
                  <a:pt x="60489" y="81371"/>
                  <a:pt x="60918" y="80297"/>
                </a:cubicBezTo>
                <a:lnTo>
                  <a:pt x="90532" y="1609"/>
                </a:lnTo>
                <a:lnTo>
                  <a:pt x="110248" y="1609"/>
                </a:lnTo>
                <a:lnTo>
                  <a:pt x="110248" y="115076"/>
                </a:lnTo>
                <a:lnTo>
                  <a:pt x="96406" y="115076"/>
                </a:lnTo>
                <a:close/>
                <a:moveTo>
                  <a:pt x="145977" y="74518"/>
                </a:moveTo>
                <a:cubicBezTo>
                  <a:pt x="145977" y="79078"/>
                  <a:pt x="146446" y="83276"/>
                  <a:pt x="147385" y="87112"/>
                </a:cubicBezTo>
                <a:cubicBezTo>
                  <a:pt x="148324" y="90948"/>
                  <a:pt x="149772" y="94247"/>
                  <a:pt x="151730" y="97010"/>
                </a:cubicBezTo>
                <a:cubicBezTo>
                  <a:pt x="153688" y="99773"/>
                  <a:pt x="156197" y="101919"/>
                  <a:pt x="159255" y="103448"/>
                </a:cubicBezTo>
                <a:cubicBezTo>
                  <a:pt x="162312" y="104977"/>
                  <a:pt x="165987" y="105741"/>
                  <a:pt x="170279" y="105741"/>
                </a:cubicBezTo>
                <a:cubicBezTo>
                  <a:pt x="176556" y="105741"/>
                  <a:pt x="181586" y="104481"/>
                  <a:pt x="185368" y="101959"/>
                </a:cubicBezTo>
                <a:cubicBezTo>
                  <a:pt x="189150" y="99438"/>
                  <a:pt x="191712" y="96246"/>
                  <a:pt x="193053" y="92383"/>
                </a:cubicBezTo>
                <a:lnTo>
                  <a:pt x="205768" y="96017"/>
                </a:lnTo>
                <a:cubicBezTo>
                  <a:pt x="204856" y="98439"/>
                  <a:pt x="203582" y="100875"/>
                  <a:pt x="201945" y="103325"/>
                </a:cubicBezTo>
                <a:cubicBezTo>
                  <a:pt x="200309" y="105772"/>
                  <a:pt x="198123" y="107979"/>
                  <a:pt x="195387" y="109943"/>
                </a:cubicBezTo>
                <a:cubicBezTo>
                  <a:pt x="192651" y="111908"/>
                  <a:pt x="189231" y="113524"/>
                  <a:pt x="185127" y="114789"/>
                </a:cubicBezTo>
                <a:cubicBezTo>
                  <a:pt x="181022" y="116054"/>
                  <a:pt x="176073" y="116686"/>
                  <a:pt x="170279" y="116686"/>
                </a:cubicBezTo>
                <a:cubicBezTo>
                  <a:pt x="157404" y="116686"/>
                  <a:pt x="147599" y="112850"/>
                  <a:pt x="140866" y="105178"/>
                </a:cubicBezTo>
                <a:cubicBezTo>
                  <a:pt x="134134" y="97506"/>
                  <a:pt x="130767" y="86106"/>
                  <a:pt x="130767" y="70977"/>
                </a:cubicBezTo>
                <a:cubicBezTo>
                  <a:pt x="130767" y="62822"/>
                  <a:pt x="131786" y="55915"/>
                  <a:pt x="133825" y="50255"/>
                </a:cubicBezTo>
                <a:cubicBezTo>
                  <a:pt x="135864" y="44595"/>
                  <a:pt x="138653" y="39995"/>
                  <a:pt x="142194" y="36454"/>
                </a:cubicBezTo>
                <a:cubicBezTo>
                  <a:pt x="145735" y="32913"/>
                  <a:pt x="149866" y="30352"/>
                  <a:pt x="154587" y="28769"/>
                </a:cubicBezTo>
                <a:cubicBezTo>
                  <a:pt x="159308" y="27186"/>
                  <a:pt x="164351" y="26395"/>
                  <a:pt x="169716" y="26395"/>
                </a:cubicBezTo>
                <a:cubicBezTo>
                  <a:pt x="177012" y="26395"/>
                  <a:pt x="183115" y="27574"/>
                  <a:pt x="188024" y="29931"/>
                </a:cubicBezTo>
                <a:cubicBezTo>
                  <a:pt x="192932" y="32286"/>
                  <a:pt x="196876" y="35540"/>
                  <a:pt x="199853" y="39691"/>
                </a:cubicBezTo>
                <a:cubicBezTo>
                  <a:pt x="202831" y="43842"/>
                  <a:pt x="204950" y="48730"/>
                  <a:pt x="206210" y="54354"/>
                </a:cubicBezTo>
                <a:cubicBezTo>
                  <a:pt x="207471" y="59977"/>
                  <a:pt x="208102" y="66056"/>
                  <a:pt x="208102" y="72589"/>
                </a:cubicBezTo>
                <a:lnTo>
                  <a:pt x="208102" y="74518"/>
                </a:lnTo>
                <a:lnTo>
                  <a:pt x="145977" y="74518"/>
                </a:lnTo>
                <a:moveTo>
                  <a:pt x="193134" y="63413"/>
                </a:moveTo>
                <a:cubicBezTo>
                  <a:pt x="192329" y="54294"/>
                  <a:pt x="189995" y="47642"/>
                  <a:pt x="186132" y="43458"/>
                </a:cubicBezTo>
                <a:cubicBezTo>
                  <a:pt x="182270" y="39272"/>
                  <a:pt x="176717" y="37178"/>
                  <a:pt x="169475" y="37178"/>
                </a:cubicBezTo>
                <a:cubicBezTo>
                  <a:pt x="167060" y="37178"/>
                  <a:pt x="164525" y="37565"/>
                  <a:pt x="161870" y="38338"/>
                </a:cubicBezTo>
                <a:cubicBezTo>
                  <a:pt x="159214" y="39111"/>
                  <a:pt x="156760" y="40484"/>
                  <a:pt x="154507" y="42457"/>
                </a:cubicBezTo>
                <a:cubicBezTo>
                  <a:pt x="152253" y="44430"/>
                  <a:pt x="150349" y="47110"/>
                  <a:pt x="148793" y="50497"/>
                </a:cubicBezTo>
                <a:cubicBezTo>
                  <a:pt x="147237" y="53882"/>
                  <a:pt x="146352" y="58187"/>
                  <a:pt x="146137" y="63413"/>
                </a:cubicBezTo>
                <a:lnTo>
                  <a:pt x="193134" y="63413"/>
                </a:lnTo>
                <a:close/>
                <a:moveTo>
                  <a:pt x="277202" y="115076"/>
                </a:moveTo>
                <a:lnTo>
                  <a:pt x="277202" y="59930"/>
                </a:lnTo>
                <a:cubicBezTo>
                  <a:pt x="277202" y="55695"/>
                  <a:pt x="276934" y="52157"/>
                  <a:pt x="276397" y="49317"/>
                </a:cubicBezTo>
                <a:cubicBezTo>
                  <a:pt x="275861" y="46477"/>
                  <a:pt x="274962" y="44186"/>
                  <a:pt x="273701" y="42444"/>
                </a:cubicBezTo>
                <a:cubicBezTo>
                  <a:pt x="272441" y="40702"/>
                  <a:pt x="270791" y="39470"/>
                  <a:pt x="268752" y="38748"/>
                </a:cubicBezTo>
                <a:cubicBezTo>
                  <a:pt x="266714" y="38023"/>
                  <a:pt x="264219" y="37661"/>
                  <a:pt x="261268" y="37661"/>
                </a:cubicBezTo>
                <a:cubicBezTo>
                  <a:pt x="258210" y="37661"/>
                  <a:pt x="255448" y="38265"/>
                  <a:pt x="252980" y="39472"/>
                </a:cubicBezTo>
                <a:cubicBezTo>
                  <a:pt x="250512" y="40677"/>
                  <a:pt x="248406" y="42419"/>
                  <a:pt x="246663" y="44698"/>
                </a:cubicBezTo>
                <a:cubicBezTo>
                  <a:pt x="244919" y="46974"/>
                  <a:pt x="243578" y="49788"/>
                  <a:pt x="242639" y="53137"/>
                </a:cubicBezTo>
                <a:cubicBezTo>
                  <a:pt x="241700" y="56487"/>
                  <a:pt x="241231" y="60332"/>
                  <a:pt x="241231" y="64672"/>
                </a:cubicBezTo>
                <a:lnTo>
                  <a:pt x="241231" y="115076"/>
                </a:lnTo>
                <a:lnTo>
                  <a:pt x="226826" y="115076"/>
                </a:lnTo>
                <a:lnTo>
                  <a:pt x="226826" y="46594"/>
                </a:lnTo>
                <a:cubicBezTo>
                  <a:pt x="226826" y="44770"/>
                  <a:pt x="226813" y="42852"/>
                  <a:pt x="226786" y="40840"/>
                </a:cubicBezTo>
                <a:cubicBezTo>
                  <a:pt x="226759" y="38828"/>
                  <a:pt x="226719" y="36924"/>
                  <a:pt x="226665" y="35126"/>
                </a:cubicBezTo>
                <a:cubicBezTo>
                  <a:pt x="226611" y="33329"/>
                  <a:pt x="226558" y="31787"/>
                  <a:pt x="226504" y="30499"/>
                </a:cubicBezTo>
                <a:cubicBezTo>
                  <a:pt x="226450" y="29212"/>
                  <a:pt x="226397" y="28380"/>
                  <a:pt x="226343" y="28005"/>
                </a:cubicBezTo>
                <a:lnTo>
                  <a:pt x="240024" y="28005"/>
                </a:lnTo>
                <a:cubicBezTo>
                  <a:pt x="240077" y="28274"/>
                  <a:pt x="240131" y="29003"/>
                  <a:pt x="240185" y="30190"/>
                </a:cubicBezTo>
                <a:cubicBezTo>
                  <a:pt x="240238" y="31375"/>
                  <a:pt x="240305" y="32737"/>
                  <a:pt x="240386" y="34274"/>
                </a:cubicBezTo>
                <a:cubicBezTo>
                  <a:pt x="240466" y="35811"/>
                  <a:pt x="240533" y="37376"/>
                  <a:pt x="240587" y="38969"/>
                </a:cubicBezTo>
                <a:cubicBezTo>
                  <a:pt x="240641" y="40560"/>
                  <a:pt x="240667" y="41894"/>
                  <a:pt x="240667" y="42972"/>
                </a:cubicBezTo>
                <a:lnTo>
                  <a:pt x="240909" y="42972"/>
                </a:lnTo>
                <a:cubicBezTo>
                  <a:pt x="242196" y="40439"/>
                  <a:pt x="243591" y="38148"/>
                  <a:pt x="245093" y="36100"/>
                </a:cubicBezTo>
                <a:cubicBezTo>
                  <a:pt x="246596" y="34051"/>
                  <a:pt x="248353" y="32312"/>
                  <a:pt x="250364" y="30884"/>
                </a:cubicBezTo>
                <a:cubicBezTo>
                  <a:pt x="252376" y="29456"/>
                  <a:pt x="254683" y="28351"/>
                  <a:pt x="257285" y="27569"/>
                </a:cubicBezTo>
                <a:cubicBezTo>
                  <a:pt x="259887" y="26787"/>
                  <a:pt x="262905" y="26395"/>
                  <a:pt x="266338" y="26395"/>
                </a:cubicBezTo>
                <a:cubicBezTo>
                  <a:pt x="272937" y="26395"/>
                  <a:pt x="278154" y="27716"/>
                  <a:pt x="281990" y="30358"/>
                </a:cubicBezTo>
                <a:cubicBezTo>
                  <a:pt x="285826" y="32999"/>
                  <a:pt x="288495" y="37204"/>
                  <a:pt x="289997" y="42972"/>
                </a:cubicBezTo>
                <a:lnTo>
                  <a:pt x="290239" y="42972"/>
                </a:lnTo>
                <a:cubicBezTo>
                  <a:pt x="291526" y="40439"/>
                  <a:pt x="292975" y="38148"/>
                  <a:pt x="294584" y="36100"/>
                </a:cubicBezTo>
                <a:cubicBezTo>
                  <a:pt x="296194" y="34051"/>
                  <a:pt x="298071" y="32312"/>
                  <a:pt x="300217" y="30884"/>
                </a:cubicBezTo>
                <a:cubicBezTo>
                  <a:pt x="302363" y="29456"/>
                  <a:pt x="304777" y="28351"/>
                  <a:pt x="307460" y="27569"/>
                </a:cubicBezTo>
                <a:cubicBezTo>
                  <a:pt x="310142" y="26787"/>
                  <a:pt x="313200" y="26395"/>
                  <a:pt x="316634" y="26395"/>
                </a:cubicBezTo>
                <a:cubicBezTo>
                  <a:pt x="321033" y="26395"/>
                  <a:pt x="324829" y="26985"/>
                  <a:pt x="328021" y="28165"/>
                </a:cubicBezTo>
                <a:cubicBezTo>
                  <a:pt x="331213" y="29346"/>
                  <a:pt x="333828" y="31170"/>
                  <a:pt x="335867" y="33638"/>
                </a:cubicBezTo>
                <a:cubicBezTo>
                  <a:pt x="337905" y="36105"/>
                  <a:pt x="339408" y="39284"/>
                  <a:pt x="340373" y="43174"/>
                </a:cubicBezTo>
                <a:cubicBezTo>
                  <a:pt x="341339" y="47063"/>
                  <a:pt x="341822" y="51690"/>
                  <a:pt x="341822" y="57055"/>
                </a:cubicBezTo>
                <a:lnTo>
                  <a:pt x="341822" y="115076"/>
                </a:lnTo>
                <a:lnTo>
                  <a:pt x="327498" y="115076"/>
                </a:lnTo>
                <a:lnTo>
                  <a:pt x="327498" y="59930"/>
                </a:lnTo>
                <a:cubicBezTo>
                  <a:pt x="327498" y="55695"/>
                  <a:pt x="327229" y="52157"/>
                  <a:pt x="326693" y="49317"/>
                </a:cubicBezTo>
                <a:cubicBezTo>
                  <a:pt x="326156" y="46477"/>
                  <a:pt x="325258" y="44186"/>
                  <a:pt x="323997" y="42444"/>
                </a:cubicBezTo>
                <a:cubicBezTo>
                  <a:pt x="322736" y="40702"/>
                  <a:pt x="321087" y="39470"/>
                  <a:pt x="319048" y="38748"/>
                </a:cubicBezTo>
                <a:cubicBezTo>
                  <a:pt x="317009" y="38023"/>
                  <a:pt x="314515" y="37661"/>
                  <a:pt x="311564" y="37661"/>
                </a:cubicBezTo>
                <a:cubicBezTo>
                  <a:pt x="308506" y="37661"/>
                  <a:pt x="305743" y="38238"/>
                  <a:pt x="303275" y="39391"/>
                </a:cubicBezTo>
                <a:cubicBezTo>
                  <a:pt x="300807" y="40543"/>
                  <a:pt x="298702" y="42245"/>
                  <a:pt x="296958" y="44496"/>
                </a:cubicBezTo>
                <a:cubicBezTo>
                  <a:pt x="295215" y="46746"/>
                  <a:pt x="293873" y="49560"/>
                  <a:pt x="292934" y="52936"/>
                </a:cubicBezTo>
                <a:cubicBezTo>
                  <a:pt x="291996" y="56313"/>
                  <a:pt x="291526" y="60225"/>
                  <a:pt x="291526" y="64672"/>
                </a:cubicBezTo>
                <a:lnTo>
                  <a:pt x="291526" y="115076"/>
                </a:lnTo>
                <a:lnTo>
                  <a:pt x="277202" y="115076"/>
                </a:lnTo>
                <a:close/>
                <a:moveTo>
                  <a:pt x="437422" y="71460"/>
                </a:moveTo>
                <a:cubicBezTo>
                  <a:pt x="437422" y="86696"/>
                  <a:pt x="434069" y="98043"/>
                  <a:pt x="427363" y="105500"/>
                </a:cubicBezTo>
                <a:cubicBezTo>
                  <a:pt x="420657" y="112957"/>
                  <a:pt x="410920" y="116686"/>
                  <a:pt x="398151" y="116686"/>
                </a:cubicBezTo>
                <a:cubicBezTo>
                  <a:pt x="392089" y="116686"/>
                  <a:pt x="386671" y="115774"/>
                  <a:pt x="381896" y="113950"/>
                </a:cubicBezTo>
                <a:cubicBezTo>
                  <a:pt x="377121" y="112125"/>
                  <a:pt x="373084" y="109336"/>
                  <a:pt x="369785" y="105580"/>
                </a:cubicBezTo>
                <a:cubicBezTo>
                  <a:pt x="366485" y="101825"/>
                  <a:pt x="363964" y="97117"/>
                  <a:pt x="362220" y="91457"/>
                </a:cubicBezTo>
                <a:cubicBezTo>
                  <a:pt x="360477" y="85797"/>
                  <a:pt x="359605" y="79132"/>
                  <a:pt x="359605" y="71460"/>
                </a:cubicBezTo>
                <a:cubicBezTo>
                  <a:pt x="359605" y="41417"/>
                  <a:pt x="372615" y="26395"/>
                  <a:pt x="398634" y="26395"/>
                </a:cubicBezTo>
                <a:cubicBezTo>
                  <a:pt x="405394" y="26395"/>
                  <a:pt x="411228" y="27334"/>
                  <a:pt x="416137" y="29212"/>
                </a:cubicBezTo>
                <a:cubicBezTo>
                  <a:pt x="421046" y="31089"/>
                  <a:pt x="425070" y="33906"/>
                  <a:pt x="428208" y="37661"/>
                </a:cubicBezTo>
                <a:cubicBezTo>
                  <a:pt x="431347" y="41417"/>
                  <a:pt x="433667" y="46111"/>
                  <a:pt x="435169" y="51744"/>
                </a:cubicBezTo>
                <a:cubicBezTo>
                  <a:pt x="436671" y="57377"/>
                  <a:pt x="437422" y="63949"/>
                  <a:pt x="437422" y="71460"/>
                </a:cubicBezTo>
                <a:moveTo>
                  <a:pt x="422213" y="71460"/>
                </a:moveTo>
                <a:cubicBezTo>
                  <a:pt x="422213" y="64715"/>
                  <a:pt x="421690" y="59149"/>
                  <a:pt x="420644" y="54762"/>
                </a:cubicBezTo>
                <a:cubicBezTo>
                  <a:pt x="419597" y="50373"/>
                  <a:pt x="418069" y="46867"/>
                  <a:pt x="416057" y="44245"/>
                </a:cubicBezTo>
                <a:cubicBezTo>
                  <a:pt x="414045" y="41621"/>
                  <a:pt x="411590" y="39788"/>
                  <a:pt x="408693" y="38745"/>
                </a:cubicBezTo>
                <a:cubicBezTo>
                  <a:pt x="405796" y="37701"/>
                  <a:pt x="402524" y="37178"/>
                  <a:pt x="398876" y="37178"/>
                </a:cubicBezTo>
                <a:cubicBezTo>
                  <a:pt x="395174" y="37178"/>
                  <a:pt x="391834" y="37728"/>
                  <a:pt x="388857" y="38826"/>
                </a:cubicBezTo>
                <a:cubicBezTo>
                  <a:pt x="385879" y="39922"/>
                  <a:pt x="383344" y="41796"/>
                  <a:pt x="381252" y="44446"/>
                </a:cubicBezTo>
                <a:cubicBezTo>
                  <a:pt x="379160" y="47095"/>
                  <a:pt x="377564" y="50614"/>
                  <a:pt x="376464" y="55003"/>
                </a:cubicBezTo>
                <a:cubicBezTo>
                  <a:pt x="375364" y="59391"/>
                  <a:pt x="374814" y="64876"/>
                  <a:pt x="374814" y="71460"/>
                </a:cubicBezTo>
                <a:cubicBezTo>
                  <a:pt x="374814" y="78205"/>
                  <a:pt x="375404" y="83785"/>
                  <a:pt x="376585" y="88201"/>
                </a:cubicBezTo>
                <a:cubicBezTo>
                  <a:pt x="377765" y="92615"/>
                  <a:pt x="379388" y="96134"/>
                  <a:pt x="381453" y="98758"/>
                </a:cubicBezTo>
                <a:cubicBezTo>
                  <a:pt x="383519" y="101380"/>
                  <a:pt x="385960" y="103227"/>
                  <a:pt x="388776" y="104298"/>
                </a:cubicBezTo>
                <a:cubicBezTo>
                  <a:pt x="391593" y="105367"/>
                  <a:pt x="394664" y="105902"/>
                  <a:pt x="397991" y="105902"/>
                </a:cubicBezTo>
                <a:cubicBezTo>
                  <a:pt x="401692" y="105902"/>
                  <a:pt x="405045" y="105381"/>
                  <a:pt x="408050" y="104338"/>
                </a:cubicBezTo>
                <a:cubicBezTo>
                  <a:pt x="411054" y="103294"/>
                  <a:pt x="413602" y="101460"/>
                  <a:pt x="415695" y="98838"/>
                </a:cubicBezTo>
                <a:cubicBezTo>
                  <a:pt x="417787" y="96214"/>
                  <a:pt x="419396" y="92682"/>
                  <a:pt x="420523" y="88241"/>
                </a:cubicBezTo>
                <a:cubicBezTo>
                  <a:pt x="421650" y="83798"/>
                  <a:pt x="422213" y="78205"/>
                  <a:pt x="422213" y="71460"/>
                </a:cubicBezTo>
                <a:close/>
                <a:moveTo>
                  <a:pt x="455744" y="115076"/>
                </a:moveTo>
                <a:lnTo>
                  <a:pt x="455744" y="48284"/>
                </a:lnTo>
                <a:cubicBezTo>
                  <a:pt x="455744" y="46460"/>
                  <a:pt x="455731" y="44595"/>
                  <a:pt x="455704" y="42691"/>
                </a:cubicBezTo>
                <a:cubicBezTo>
                  <a:pt x="455677" y="40786"/>
                  <a:pt x="455637" y="38949"/>
                  <a:pt x="455583" y="37178"/>
                </a:cubicBezTo>
                <a:cubicBezTo>
                  <a:pt x="455530" y="35408"/>
                  <a:pt x="455476" y="33745"/>
                  <a:pt x="455422" y="32189"/>
                </a:cubicBezTo>
                <a:cubicBezTo>
                  <a:pt x="455369" y="30633"/>
                  <a:pt x="455315" y="29238"/>
                  <a:pt x="455262" y="28005"/>
                </a:cubicBezTo>
                <a:lnTo>
                  <a:pt x="468942" y="28005"/>
                </a:lnTo>
                <a:cubicBezTo>
                  <a:pt x="468996" y="29238"/>
                  <a:pt x="469063" y="30647"/>
                  <a:pt x="469143" y="32229"/>
                </a:cubicBezTo>
                <a:cubicBezTo>
                  <a:pt x="469224" y="33812"/>
                  <a:pt x="469304" y="35435"/>
                  <a:pt x="469385" y="37098"/>
                </a:cubicBezTo>
                <a:cubicBezTo>
                  <a:pt x="469465" y="38761"/>
                  <a:pt x="469519" y="40357"/>
                  <a:pt x="469545" y="41886"/>
                </a:cubicBezTo>
                <a:cubicBezTo>
                  <a:pt x="469572" y="43415"/>
                  <a:pt x="469586" y="44716"/>
                  <a:pt x="469586" y="45789"/>
                </a:cubicBezTo>
                <a:lnTo>
                  <a:pt x="469908" y="45789"/>
                </a:lnTo>
                <a:cubicBezTo>
                  <a:pt x="470927" y="42463"/>
                  <a:pt x="472013" y="39579"/>
                  <a:pt x="473167" y="37138"/>
                </a:cubicBezTo>
                <a:cubicBezTo>
                  <a:pt x="474320" y="34697"/>
                  <a:pt x="475675" y="32685"/>
                  <a:pt x="477231" y="31103"/>
                </a:cubicBezTo>
                <a:cubicBezTo>
                  <a:pt x="478786" y="29520"/>
                  <a:pt x="480637" y="28340"/>
                  <a:pt x="482783" y="27562"/>
                </a:cubicBezTo>
                <a:cubicBezTo>
                  <a:pt x="484929" y="26784"/>
                  <a:pt x="487531" y="26395"/>
                  <a:pt x="490589" y="26395"/>
                </a:cubicBezTo>
                <a:cubicBezTo>
                  <a:pt x="491769" y="26395"/>
                  <a:pt x="492896" y="26490"/>
                  <a:pt x="493969" y="26679"/>
                </a:cubicBezTo>
                <a:cubicBezTo>
                  <a:pt x="495042" y="26867"/>
                  <a:pt x="495873" y="27042"/>
                  <a:pt x="496464" y="27205"/>
                </a:cubicBezTo>
                <a:lnTo>
                  <a:pt x="496464" y="40558"/>
                </a:lnTo>
                <a:cubicBezTo>
                  <a:pt x="495498" y="40290"/>
                  <a:pt x="494371" y="40089"/>
                  <a:pt x="493084" y="39955"/>
                </a:cubicBezTo>
                <a:cubicBezTo>
                  <a:pt x="491796" y="39821"/>
                  <a:pt x="490348" y="39754"/>
                  <a:pt x="488738" y="39754"/>
                </a:cubicBezTo>
                <a:cubicBezTo>
                  <a:pt x="485412" y="39754"/>
                  <a:pt x="482582" y="40504"/>
                  <a:pt x="480248" y="42004"/>
                </a:cubicBezTo>
                <a:cubicBezTo>
                  <a:pt x="477915" y="43505"/>
                  <a:pt x="476010" y="45582"/>
                  <a:pt x="474535" y="48236"/>
                </a:cubicBezTo>
                <a:cubicBezTo>
                  <a:pt x="473059" y="50888"/>
                  <a:pt x="471973" y="54050"/>
                  <a:pt x="471276" y="57722"/>
                </a:cubicBezTo>
                <a:cubicBezTo>
                  <a:pt x="470578" y="61392"/>
                  <a:pt x="470229" y="65397"/>
                  <a:pt x="470229" y="69737"/>
                </a:cubicBezTo>
                <a:lnTo>
                  <a:pt x="470229" y="115076"/>
                </a:lnTo>
                <a:lnTo>
                  <a:pt x="455744" y="115076"/>
                </a:lnTo>
                <a:close/>
                <a:moveTo>
                  <a:pt x="547804" y="115076"/>
                </a:moveTo>
                <a:cubicBezTo>
                  <a:pt x="545765" y="120345"/>
                  <a:pt x="543686" y="125091"/>
                  <a:pt x="541567" y="129312"/>
                </a:cubicBezTo>
                <a:cubicBezTo>
                  <a:pt x="539448" y="133534"/>
                  <a:pt x="537074" y="137137"/>
                  <a:pt x="534445" y="140121"/>
                </a:cubicBezTo>
                <a:cubicBezTo>
                  <a:pt x="531817" y="143107"/>
                  <a:pt x="528893" y="145393"/>
                  <a:pt x="525674" y="146979"/>
                </a:cubicBezTo>
                <a:cubicBezTo>
                  <a:pt x="522455" y="148565"/>
                  <a:pt x="518753" y="149358"/>
                  <a:pt x="514569" y="149358"/>
                </a:cubicBezTo>
                <a:cubicBezTo>
                  <a:pt x="512745" y="149358"/>
                  <a:pt x="511055" y="149304"/>
                  <a:pt x="509499" y="149197"/>
                </a:cubicBezTo>
                <a:cubicBezTo>
                  <a:pt x="507943" y="149089"/>
                  <a:pt x="506307" y="148848"/>
                  <a:pt x="504590" y="148472"/>
                </a:cubicBezTo>
                <a:lnTo>
                  <a:pt x="504590" y="137609"/>
                </a:lnTo>
                <a:cubicBezTo>
                  <a:pt x="505609" y="137769"/>
                  <a:pt x="506763" y="137890"/>
                  <a:pt x="508050" y="137971"/>
                </a:cubicBezTo>
                <a:cubicBezTo>
                  <a:pt x="509338" y="138051"/>
                  <a:pt x="510438" y="138091"/>
                  <a:pt x="511350" y="138091"/>
                </a:cubicBezTo>
                <a:cubicBezTo>
                  <a:pt x="515588" y="138091"/>
                  <a:pt x="519531" y="136503"/>
                  <a:pt x="523179" y="133326"/>
                </a:cubicBezTo>
                <a:cubicBezTo>
                  <a:pt x="526827" y="130151"/>
                  <a:pt x="530019" y="125091"/>
                  <a:pt x="532756" y="118147"/>
                </a:cubicBezTo>
                <a:lnTo>
                  <a:pt x="534124" y="114674"/>
                </a:lnTo>
                <a:lnTo>
                  <a:pt x="499601" y="28005"/>
                </a:lnTo>
                <a:lnTo>
                  <a:pt x="515052" y="28005"/>
                </a:lnTo>
                <a:lnTo>
                  <a:pt x="533399" y="76127"/>
                </a:lnTo>
                <a:cubicBezTo>
                  <a:pt x="533936" y="77576"/>
                  <a:pt x="534620" y="79507"/>
                  <a:pt x="535451" y="81921"/>
                </a:cubicBezTo>
                <a:cubicBezTo>
                  <a:pt x="536283" y="84336"/>
                  <a:pt x="537114" y="86750"/>
                  <a:pt x="537946" y="89164"/>
                </a:cubicBezTo>
                <a:cubicBezTo>
                  <a:pt x="538778" y="91578"/>
                  <a:pt x="539515" y="93751"/>
                  <a:pt x="540159" y="95682"/>
                </a:cubicBezTo>
                <a:cubicBezTo>
                  <a:pt x="540803" y="97614"/>
                  <a:pt x="541178" y="98821"/>
                  <a:pt x="541286" y="99303"/>
                </a:cubicBezTo>
                <a:cubicBezTo>
                  <a:pt x="541447" y="98713"/>
                  <a:pt x="541836" y="97546"/>
                  <a:pt x="542453" y="95803"/>
                </a:cubicBezTo>
                <a:cubicBezTo>
                  <a:pt x="543069" y="94059"/>
                  <a:pt x="543767" y="92115"/>
                  <a:pt x="544545" y="89969"/>
                </a:cubicBezTo>
                <a:cubicBezTo>
                  <a:pt x="545323" y="87823"/>
                  <a:pt x="546114" y="85650"/>
                  <a:pt x="546919" y="83450"/>
                </a:cubicBezTo>
                <a:cubicBezTo>
                  <a:pt x="547723" y="81251"/>
                  <a:pt x="548394" y="79346"/>
                  <a:pt x="548931" y="77737"/>
                </a:cubicBezTo>
                <a:lnTo>
                  <a:pt x="565991" y="28005"/>
                </a:lnTo>
                <a:lnTo>
                  <a:pt x="581281" y="28005"/>
                </a:lnTo>
                <a:lnTo>
                  <a:pt x="547804" y="115076"/>
                </a:lnTo>
                <a:close/>
                <a:moveTo>
                  <a:pt x="729781" y="83772"/>
                </a:moveTo>
                <a:cubicBezTo>
                  <a:pt x="729781" y="88547"/>
                  <a:pt x="728856" y="92946"/>
                  <a:pt x="727005" y="96970"/>
                </a:cubicBezTo>
                <a:cubicBezTo>
                  <a:pt x="725154" y="100993"/>
                  <a:pt x="722297" y="104467"/>
                  <a:pt x="718434" y="107391"/>
                </a:cubicBezTo>
                <a:cubicBezTo>
                  <a:pt x="714572" y="110315"/>
                  <a:pt x="709703" y="112595"/>
                  <a:pt x="703828" y="114231"/>
                </a:cubicBezTo>
                <a:cubicBezTo>
                  <a:pt x="697954" y="115867"/>
                  <a:pt x="690993" y="116686"/>
                  <a:pt x="682946" y="116686"/>
                </a:cubicBezTo>
                <a:cubicBezTo>
                  <a:pt x="668836" y="116686"/>
                  <a:pt x="657838" y="114218"/>
                  <a:pt x="649952" y="109282"/>
                </a:cubicBezTo>
                <a:cubicBezTo>
                  <a:pt x="642066" y="104346"/>
                  <a:pt x="637049" y="97211"/>
                  <a:pt x="634904" y="87876"/>
                </a:cubicBezTo>
                <a:lnTo>
                  <a:pt x="649791" y="84899"/>
                </a:lnTo>
                <a:cubicBezTo>
                  <a:pt x="650542" y="87838"/>
                  <a:pt x="651695" y="90509"/>
                  <a:pt x="653251" y="92913"/>
                </a:cubicBezTo>
                <a:cubicBezTo>
                  <a:pt x="654807" y="95318"/>
                  <a:pt x="656913" y="97388"/>
                  <a:pt x="659568" y="99125"/>
                </a:cubicBezTo>
                <a:cubicBezTo>
                  <a:pt x="662224" y="100862"/>
                  <a:pt x="665510" y="102211"/>
                  <a:pt x="669426" y="103174"/>
                </a:cubicBezTo>
                <a:cubicBezTo>
                  <a:pt x="673343" y="104134"/>
                  <a:pt x="678037" y="104615"/>
                  <a:pt x="683509" y="104615"/>
                </a:cubicBezTo>
                <a:cubicBezTo>
                  <a:pt x="688069" y="104615"/>
                  <a:pt x="692254" y="104227"/>
                  <a:pt x="696063" y="103453"/>
                </a:cubicBezTo>
                <a:cubicBezTo>
                  <a:pt x="699872" y="102678"/>
                  <a:pt x="703144" y="101490"/>
                  <a:pt x="705881" y="99887"/>
                </a:cubicBezTo>
                <a:cubicBezTo>
                  <a:pt x="708617" y="98282"/>
                  <a:pt x="710749" y="96212"/>
                  <a:pt x="712278" y="93675"/>
                </a:cubicBezTo>
                <a:cubicBezTo>
                  <a:pt x="713807" y="91137"/>
                  <a:pt x="714572" y="88104"/>
                  <a:pt x="714572" y="84577"/>
                </a:cubicBezTo>
                <a:cubicBezTo>
                  <a:pt x="714572" y="80875"/>
                  <a:pt x="713727" y="77871"/>
                  <a:pt x="712037" y="75564"/>
                </a:cubicBezTo>
                <a:cubicBezTo>
                  <a:pt x="710347" y="73257"/>
                  <a:pt x="707973" y="71353"/>
                  <a:pt x="704915" y="69850"/>
                </a:cubicBezTo>
                <a:cubicBezTo>
                  <a:pt x="701857" y="68348"/>
                  <a:pt x="698209" y="67088"/>
                  <a:pt x="693971" y="66068"/>
                </a:cubicBezTo>
                <a:cubicBezTo>
                  <a:pt x="689732" y="65049"/>
                  <a:pt x="685038" y="63949"/>
                  <a:pt x="679888" y="62769"/>
                </a:cubicBezTo>
                <a:cubicBezTo>
                  <a:pt x="676723" y="62071"/>
                  <a:pt x="673544" y="61307"/>
                  <a:pt x="670352" y="60475"/>
                </a:cubicBezTo>
                <a:cubicBezTo>
                  <a:pt x="667160" y="59644"/>
                  <a:pt x="664102" y="58651"/>
                  <a:pt x="661178" y="57498"/>
                </a:cubicBezTo>
                <a:cubicBezTo>
                  <a:pt x="658254" y="56344"/>
                  <a:pt x="655505" y="54990"/>
                  <a:pt x="652929" y="53434"/>
                </a:cubicBezTo>
                <a:cubicBezTo>
                  <a:pt x="650354" y="51878"/>
                  <a:pt x="648128" y="50014"/>
                  <a:pt x="646250" y="47841"/>
                </a:cubicBezTo>
                <a:cubicBezTo>
                  <a:pt x="644372" y="45668"/>
                  <a:pt x="642897" y="43147"/>
                  <a:pt x="641824" y="40277"/>
                </a:cubicBezTo>
                <a:cubicBezTo>
                  <a:pt x="640751" y="37406"/>
                  <a:pt x="640215" y="34094"/>
                  <a:pt x="640215" y="30338"/>
                </a:cubicBezTo>
                <a:cubicBezTo>
                  <a:pt x="640215" y="24973"/>
                  <a:pt x="641301" y="20373"/>
                  <a:pt x="643474" y="16537"/>
                </a:cubicBezTo>
                <a:cubicBezTo>
                  <a:pt x="645647" y="12701"/>
                  <a:pt x="648664" y="9549"/>
                  <a:pt x="652527" y="7082"/>
                </a:cubicBezTo>
                <a:cubicBezTo>
                  <a:pt x="656390" y="4614"/>
                  <a:pt x="660950" y="2817"/>
                  <a:pt x="666207" y="1690"/>
                </a:cubicBezTo>
                <a:cubicBezTo>
                  <a:pt x="671465" y="563"/>
                  <a:pt x="677152" y="0"/>
                  <a:pt x="683268" y="0"/>
                </a:cubicBezTo>
                <a:cubicBezTo>
                  <a:pt x="690296" y="0"/>
                  <a:pt x="696304" y="550"/>
                  <a:pt x="701294" y="1650"/>
                </a:cubicBezTo>
                <a:cubicBezTo>
                  <a:pt x="706283" y="2749"/>
                  <a:pt x="710494" y="4399"/>
                  <a:pt x="713928" y="6599"/>
                </a:cubicBezTo>
                <a:cubicBezTo>
                  <a:pt x="717361" y="8798"/>
                  <a:pt x="720111" y="11521"/>
                  <a:pt x="722176" y="14767"/>
                </a:cubicBezTo>
                <a:cubicBezTo>
                  <a:pt x="724242" y="18013"/>
                  <a:pt x="725891" y="21781"/>
                  <a:pt x="727125" y="26073"/>
                </a:cubicBezTo>
                <a:lnTo>
                  <a:pt x="711996" y="28729"/>
                </a:lnTo>
                <a:cubicBezTo>
                  <a:pt x="711245" y="25993"/>
                  <a:pt x="710159" y="23552"/>
                  <a:pt x="708737" y="21406"/>
                </a:cubicBezTo>
                <a:cubicBezTo>
                  <a:pt x="707316" y="19260"/>
                  <a:pt x="705451" y="17463"/>
                  <a:pt x="703144" y="16014"/>
                </a:cubicBezTo>
                <a:cubicBezTo>
                  <a:pt x="700838" y="14566"/>
                  <a:pt x="698034" y="13466"/>
                  <a:pt x="694735" y="12715"/>
                </a:cubicBezTo>
                <a:cubicBezTo>
                  <a:pt x="691436" y="11964"/>
                  <a:pt x="687560" y="11588"/>
                  <a:pt x="683107" y="11588"/>
                </a:cubicBezTo>
                <a:cubicBezTo>
                  <a:pt x="677849" y="11588"/>
                  <a:pt x="673437" y="12058"/>
                  <a:pt x="669869" y="12996"/>
                </a:cubicBezTo>
                <a:cubicBezTo>
                  <a:pt x="666301" y="13935"/>
                  <a:pt x="663431" y="15209"/>
                  <a:pt x="661258" y="16819"/>
                </a:cubicBezTo>
                <a:cubicBezTo>
                  <a:pt x="659086" y="18428"/>
                  <a:pt x="657530" y="20319"/>
                  <a:pt x="656591" y="22492"/>
                </a:cubicBezTo>
                <a:cubicBezTo>
                  <a:pt x="655652" y="24665"/>
                  <a:pt x="655183" y="27012"/>
                  <a:pt x="655183" y="29534"/>
                </a:cubicBezTo>
                <a:cubicBezTo>
                  <a:pt x="655183" y="32913"/>
                  <a:pt x="656028" y="35690"/>
                  <a:pt x="657718" y="37862"/>
                </a:cubicBezTo>
                <a:cubicBezTo>
                  <a:pt x="659407" y="40035"/>
                  <a:pt x="661701" y="41846"/>
                  <a:pt x="664598" y="43294"/>
                </a:cubicBezTo>
                <a:cubicBezTo>
                  <a:pt x="667495" y="44743"/>
                  <a:pt x="670848" y="45950"/>
                  <a:pt x="674657" y="46916"/>
                </a:cubicBezTo>
                <a:cubicBezTo>
                  <a:pt x="678466" y="47881"/>
                  <a:pt x="682517" y="48847"/>
                  <a:pt x="686808" y="49813"/>
                </a:cubicBezTo>
                <a:cubicBezTo>
                  <a:pt x="690296" y="50617"/>
                  <a:pt x="693769" y="51436"/>
                  <a:pt x="697230" y="52267"/>
                </a:cubicBezTo>
                <a:cubicBezTo>
                  <a:pt x="700690" y="53099"/>
                  <a:pt x="704003" y="54091"/>
                  <a:pt x="707168" y="55245"/>
                </a:cubicBezTo>
                <a:cubicBezTo>
                  <a:pt x="710333" y="56398"/>
                  <a:pt x="713297" y="57753"/>
                  <a:pt x="716060" y="59308"/>
                </a:cubicBezTo>
                <a:cubicBezTo>
                  <a:pt x="718823" y="60864"/>
                  <a:pt x="721224" y="62769"/>
                  <a:pt x="723263" y="65022"/>
                </a:cubicBezTo>
                <a:cubicBezTo>
                  <a:pt x="725301" y="67275"/>
                  <a:pt x="726897" y="69931"/>
                  <a:pt x="728051" y="72989"/>
                </a:cubicBezTo>
                <a:cubicBezTo>
                  <a:pt x="729204" y="76047"/>
                  <a:pt x="729781" y="79641"/>
                  <a:pt x="729781" y="83772"/>
                </a:cubicBezTo>
                <a:close/>
                <a:moveTo>
                  <a:pt x="781929" y="114420"/>
                </a:moveTo>
                <a:cubicBezTo>
                  <a:pt x="779729" y="115013"/>
                  <a:pt x="777490" y="115485"/>
                  <a:pt x="775209" y="115836"/>
                </a:cubicBezTo>
                <a:cubicBezTo>
                  <a:pt x="772929" y="116188"/>
                  <a:pt x="770287" y="116364"/>
                  <a:pt x="767283" y="116364"/>
                </a:cubicBezTo>
                <a:cubicBezTo>
                  <a:pt x="755695" y="116364"/>
                  <a:pt x="749901" y="109798"/>
                  <a:pt x="749901" y="96668"/>
                </a:cubicBezTo>
                <a:lnTo>
                  <a:pt x="749901" y="38627"/>
                </a:lnTo>
                <a:lnTo>
                  <a:pt x="739842" y="38627"/>
                </a:lnTo>
                <a:lnTo>
                  <a:pt x="739842" y="28005"/>
                </a:lnTo>
                <a:lnTo>
                  <a:pt x="750464" y="28005"/>
                </a:lnTo>
                <a:lnTo>
                  <a:pt x="754729" y="8530"/>
                </a:lnTo>
                <a:lnTo>
                  <a:pt x="764386" y="8530"/>
                </a:lnTo>
                <a:lnTo>
                  <a:pt x="764386" y="28005"/>
                </a:lnTo>
                <a:lnTo>
                  <a:pt x="780480" y="28005"/>
                </a:lnTo>
                <a:lnTo>
                  <a:pt x="780480" y="38627"/>
                </a:lnTo>
                <a:lnTo>
                  <a:pt x="764386" y="38627"/>
                </a:lnTo>
                <a:lnTo>
                  <a:pt x="764386" y="93457"/>
                </a:lnTo>
                <a:cubicBezTo>
                  <a:pt x="764386" y="97631"/>
                  <a:pt x="765070" y="100562"/>
                  <a:pt x="766438" y="102248"/>
                </a:cubicBezTo>
                <a:cubicBezTo>
                  <a:pt x="767806" y="103933"/>
                  <a:pt x="770180" y="104776"/>
                  <a:pt x="773560" y="104776"/>
                </a:cubicBezTo>
                <a:cubicBezTo>
                  <a:pt x="774955" y="104776"/>
                  <a:pt x="776309" y="104668"/>
                  <a:pt x="777624" y="104454"/>
                </a:cubicBezTo>
                <a:cubicBezTo>
                  <a:pt x="778938" y="104239"/>
                  <a:pt x="780373" y="103971"/>
                  <a:pt x="781929" y="103649"/>
                </a:cubicBezTo>
                <a:lnTo>
                  <a:pt x="781929" y="114420"/>
                </a:lnTo>
                <a:close/>
                <a:moveTo>
                  <a:pt x="867902" y="71460"/>
                </a:moveTo>
                <a:cubicBezTo>
                  <a:pt x="867902" y="86696"/>
                  <a:pt x="864549" y="98043"/>
                  <a:pt x="857843" y="105500"/>
                </a:cubicBezTo>
                <a:cubicBezTo>
                  <a:pt x="851137" y="112957"/>
                  <a:pt x="841400" y="116686"/>
                  <a:pt x="828631" y="116686"/>
                </a:cubicBezTo>
                <a:cubicBezTo>
                  <a:pt x="822569" y="116686"/>
                  <a:pt x="817150" y="115774"/>
                  <a:pt x="812376" y="113950"/>
                </a:cubicBezTo>
                <a:cubicBezTo>
                  <a:pt x="807601" y="112125"/>
                  <a:pt x="803564" y="109336"/>
                  <a:pt x="800265" y="105580"/>
                </a:cubicBezTo>
                <a:cubicBezTo>
                  <a:pt x="796965" y="101825"/>
                  <a:pt x="794444" y="97117"/>
                  <a:pt x="792700" y="91457"/>
                </a:cubicBezTo>
                <a:cubicBezTo>
                  <a:pt x="790957" y="85797"/>
                  <a:pt x="790085" y="79132"/>
                  <a:pt x="790085" y="71460"/>
                </a:cubicBezTo>
                <a:cubicBezTo>
                  <a:pt x="790085" y="41417"/>
                  <a:pt x="803095" y="26395"/>
                  <a:pt x="829114" y="26395"/>
                </a:cubicBezTo>
                <a:cubicBezTo>
                  <a:pt x="835874" y="26395"/>
                  <a:pt x="841708" y="27334"/>
                  <a:pt x="846617" y="29212"/>
                </a:cubicBezTo>
                <a:cubicBezTo>
                  <a:pt x="851526" y="31089"/>
                  <a:pt x="855549" y="33906"/>
                  <a:pt x="858688" y="37661"/>
                </a:cubicBezTo>
                <a:cubicBezTo>
                  <a:pt x="861826" y="41417"/>
                  <a:pt x="864147" y="46111"/>
                  <a:pt x="865649" y="51744"/>
                </a:cubicBezTo>
                <a:cubicBezTo>
                  <a:pt x="867151" y="57377"/>
                  <a:pt x="867902" y="63949"/>
                  <a:pt x="867902" y="71460"/>
                </a:cubicBezTo>
                <a:moveTo>
                  <a:pt x="852693" y="71460"/>
                </a:moveTo>
                <a:cubicBezTo>
                  <a:pt x="852693" y="64715"/>
                  <a:pt x="852170" y="59149"/>
                  <a:pt x="851123" y="54762"/>
                </a:cubicBezTo>
                <a:cubicBezTo>
                  <a:pt x="850077" y="50373"/>
                  <a:pt x="848548" y="46867"/>
                  <a:pt x="846536" y="44245"/>
                </a:cubicBezTo>
                <a:cubicBezTo>
                  <a:pt x="844525" y="41621"/>
                  <a:pt x="842070" y="39788"/>
                  <a:pt x="839173" y="38745"/>
                </a:cubicBezTo>
                <a:cubicBezTo>
                  <a:pt x="836276" y="37701"/>
                  <a:pt x="833004" y="37178"/>
                  <a:pt x="829356" y="37178"/>
                </a:cubicBezTo>
                <a:cubicBezTo>
                  <a:pt x="825654" y="37178"/>
                  <a:pt x="822314" y="37728"/>
                  <a:pt x="819337" y="38826"/>
                </a:cubicBezTo>
                <a:cubicBezTo>
                  <a:pt x="816359" y="39922"/>
                  <a:pt x="813824" y="41796"/>
                  <a:pt x="811732" y="44446"/>
                </a:cubicBezTo>
                <a:cubicBezTo>
                  <a:pt x="809640" y="47095"/>
                  <a:pt x="808044" y="50614"/>
                  <a:pt x="806944" y="55003"/>
                </a:cubicBezTo>
                <a:cubicBezTo>
                  <a:pt x="805844" y="59391"/>
                  <a:pt x="805294" y="64876"/>
                  <a:pt x="805294" y="71460"/>
                </a:cubicBezTo>
                <a:cubicBezTo>
                  <a:pt x="805294" y="78205"/>
                  <a:pt x="805884" y="83785"/>
                  <a:pt x="807065" y="88201"/>
                </a:cubicBezTo>
                <a:cubicBezTo>
                  <a:pt x="808245" y="92615"/>
                  <a:pt x="809868" y="96134"/>
                  <a:pt x="811933" y="98758"/>
                </a:cubicBezTo>
                <a:cubicBezTo>
                  <a:pt x="813999" y="101380"/>
                  <a:pt x="816440" y="103227"/>
                  <a:pt x="819256" y="104298"/>
                </a:cubicBezTo>
                <a:cubicBezTo>
                  <a:pt x="822073" y="105367"/>
                  <a:pt x="825144" y="105902"/>
                  <a:pt x="828470" y="105902"/>
                </a:cubicBezTo>
                <a:cubicBezTo>
                  <a:pt x="832172" y="105902"/>
                  <a:pt x="835525" y="105381"/>
                  <a:pt x="838529" y="104338"/>
                </a:cubicBezTo>
                <a:cubicBezTo>
                  <a:pt x="841534" y="103294"/>
                  <a:pt x="844082" y="101460"/>
                  <a:pt x="846174" y="98838"/>
                </a:cubicBezTo>
                <a:cubicBezTo>
                  <a:pt x="848267" y="96214"/>
                  <a:pt x="849876" y="92682"/>
                  <a:pt x="851003" y="88241"/>
                </a:cubicBezTo>
                <a:cubicBezTo>
                  <a:pt x="852129" y="83798"/>
                  <a:pt x="852693" y="78205"/>
                  <a:pt x="852693" y="71460"/>
                </a:cubicBezTo>
                <a:close/>
                <a:moveTo>
                  <a:pt x="886224" y="115076"/>
                </a:moveTo>
                <a:lnTo>
                  <a:pt x="886224" y="48284"/>
                </a:lnTo>
                <a:cubicBezTo>
                  <a:pt x="886224" y="46460"/>
                  <a:pt x="886211" y="44595"/>
                  <a:pt x="886184" y="42691"/>
                </a:cubicBezTo>
                <a:cubicBezTo>
                  <a:pt x="886157" y="40786"/>
                  <a:pt x="886117" y="38949"/>
                  <a:pt x="886063" y="37178"/>
                </a:cubicBezTo>
                <a:cubicBezTo>
                  <a:pt x="886010" y="35408"/>
                  <a:pt x="885956" y="33745"/>
                  <a:pt x="885902" y="32189"/>
                </a:cubicBezTo>
                <a:cubicBezTo>
                  <a:pt x="885849" y="30633"/>
                  <a:pt x="885795" y="29238"/>
                  <a:pt x="885741" y="28005"/>
                </a:cubicBezTo>
                <a:lnTo>
                  <a:pt x="899422" y="28005"/>
                </a:lnTo>
                <a:cubicBezTo>
                  <a:pt x="899475" y="29238"/>
                  <a:pt x="899542" y="30647"/>
                  <a:pt x="899623" y="32229"/>
                </a:cubicBezTo>
                <a:cubicBezTo>
                  <a:pt x="899703" y="33812"/>
                  <a:pt x="899784" y="35435"/>
                  <a:pt x="899864" y="37098"/>
                </a:cubicBezTo>
                <a:cubicBezTo>
                  <a:pt x="899945" y="38761"/>
                  <a:pt x="899998" y="40357"/>
                  <a:pt x="900025" y="41886"/>
                </a:cubicBezTo>
                <a:cubicBezTo>
                  <a:pt x="900052" y="43415"/>
                  <a:pt x="900065" y="44716"/>
                  <a:pt x="900065" y="45789"/>
                </a:cubicBezTo>
                <a:lnTo>
                  <a:pt x="900387" y="45789"/>
                </a:lnTo>
                <a:cubicBezTo>
                  <a:pt x="901407" y="42463"/>
                  <a:pt x="902493" y="39579"/>
                  <a:pt x="903647" y="37138"/>
                </a:cubicBezTo>
                <a:cubicBezTo>
                  <a:pt x="904800" y="34697"/>
                  <a:pt x="906155" y="32685"/>
                  <a:pt x="907710" y="31103"/>
                </a:cubicBezTo>
                <a:cubicBezTo>
                  <a:pt x="909266" y="29520"/>
                  <a:pt x="911117" y="28340"/>
                  <a:pt x="913263" y="27562"/>
                </a:cubicBezTo>
                <a:cubicBezTo>
                  <a:pt x="915409" y="26784"/>
                  <a:pt x="918011" y="26395"/>
                  <a:pt x="921069" y="26395"/>
                </a:cubicBezTo>
                <a:cubicBezTo>
                  <a:pt x="922249" y="26395"/>
                  <a:pt x="923376" y="26490"/>
                  <a:pt x="924449" y="26679"/>
                </a:cubicBezTo>
                <a:cubicBezTo>
                  <a:pt x="925522" y="26867"/>
                  <a:pt x="926353" y="27042"/>
                  <a:pt x="926943" y="27205"/>
                </a:cubicBezTo>
                <a:lnTo>
                  <a:pt x="926943" y="40558"/>
                </a:lnTo>
                <a:cubicBezTo>
                  <a:pt x="925978" y="40290"/>
                  <a:pt x="924851" y="40089"/>
                  <a:pt x="923564" y="39955"/>
                </a:cubicBezTo>
                <a:cubicBezTo>
                  <a:pt x="922276" y="39821"/>
                  <a:pt x="920827" y="39754"/>
                  <a:pt x="919218" y="39754"/>
                </a:cubicBezTo>
                <a:cubicBezTo>
                  <a:pt x="915892" y="39754"/>
                  <a:pt x="913062" y="40504"/>
                  <a:pt x="910728" y="42004"/>
                </a:cubicBezTo>
                <a:cubicBezTo>
                  <a:pt x="908394" y="43505"/>
                  <a:pt x="906490" y="45582"/>
                  <a:pt x="905015" y="48236"/>
                </a:cubicBezTo>
                <a:cubicBezTo>
                  <a:pt x="903539" y="50888"/>
                  <a:pt x="902453" y="54050"/>
                  <a:pt x="901755" y="57722"/>
                </a:cubicBezTo>
                <a:cubicBezTo>
                  <a:pt x="901058" y="61392"/>
                  <a:pt x="900709" y="65397"/>
                  <a:pt x="900709" y="69737"/>
                </a:cubicBezTo>
                <a:lnTo>
                  <a:pt x="900709" y="115076"/>
                </a:lnTo>
                <a:lnTo>
                  <a:pt x="886224" y="115076"/>
                </a:lnTo>
                <a:close/>
                <a:moveTo>
                  <a:pt x="951889" y="74518"/>
                </a:moveTo>
                <a:cubicBezTo>
                  <a:pt x="951889" y="79078"/>
                  <a:pt x="952358" y="83276"/>
                  <a:pt x="953297" y="87112"/>
                </a:cubicBezTo>
                <a:cubicBezTo>
                  <a:pt x="954236" y="90948"/>
                  <a:pt x="955684" y="94247"/>
                  <a:pt x="957642" y="97010"/>
                </a:cubicBezTo>
                <a:cubicBezTo>
                  <a:pt x="959601" y="99773"/>
                  <a:pt x="962109" y="101919"/>
                  <a:pt x="965167" y="103448"/>
                </a:cubicBezTo>
                <a:cubicBezTo>
                  <a:pt x="968225" y="104977"/>
                  <a:pt x="971900" y="105741"/>
                  <a:pt x="976191" y="105741"/>
                </a:cubicBezTo>
                <a:cubicBezTo>
                  <a:pt x="982468" y="105741"/>
                  <a:pt x="987498" y="104481"/>
                  <a:pt x="991280" y="101959"/>
                </a:cubicBezTo>
                <a:cubicBezTo>
                  <a:pt x="995062" y="99438"/>
                  <a:pt x="997624" y="96246"/>
                  <a:pt x="998965" y="92383"/>
                </a:cubicBezTo>
                <a:lnTo>
                  <a:pt x="1011680" y="96017"/>
                </a:lnTo>
                <a:cubicBezTo>
                  <a:pt x="1010768" y="98439"/>
                  <a:pt x="1009494" y="100875"/>
                  <a:pt x="1007858" y="103325"/>
                </a:cubicBezTo>
                <a:cubicBezTo>
                  <a:pt x="1006221" y="105772"/>
                  <a:pt x="1004035" y="107979"/>
                  <a:pt x="1001299" y="109943"/>
                </a:cubicBezTo>
                <a:cubicBezTo>
                  <a:pt x="998563" y="111908"/>
                  <a:pt x="995143" y="113524"/>
                  <a:pt x="991039" y="114789"/>
                </a:cubicBezTo>
                <a:cubicBezTo>
                  <a:pt x="986935" y="116054"/>
                  <a:pt x="981986" y="116686"/>
                  <a:pt x="976191" y="116686"/>
                </a:cubicBezTo>
                <a:cubicBezTo>
                  <a:pt x="963316" y="116686"/>
                  <a:pt x="953512" y="112850"/>
                  <a:pt x="946779" y="105178"/>
                </a:cubicBezTo>
                <a:cubicBezTo>
                  <a:pt x="940046" y="97506"/>
                  <a:pt x="936679" y="86106"/>
                  <a:pt x="936679" y="70977"/>
                </a:cubicBezTo>
                <a:cubicBezTo>
                  <a:pt x="936679" y="62822"/>
                  <a:pt x="937699" y="55915"/>
                  <a:pt x="939737" y="50255"/>
                </a:cubicBezTo>
                <a:cubicBezTo>
                  <a:pt x="941776" y="44595"/>
                  <a:pt x="944566" y="39995"/>
                  <a:pt x="948106" y="36454"/>
                </a:cubicBezTo>
                <a:cubicBezTo>
                  <a:pt x="951647" y="32913"/>
                  <a:pt x="955778" y="30352"/>
                  <a:pt x="960499" y="28769"/>
                </a:cubicBezTo>
                <a:cubicBezTo>
                  <a:pt x="965220" y="27186"/>
                  <a:pt x="970263" y="26395"/>
                  <a:pt x="975628" y="26395"/>
                </a:cubicBezTo>
                <a:cubicBezTo>
                  <a:pt x="982924" y="26395"/>
                  <a:pt x="989027" y="27574"/>
                  <a:pt x="993936" y="29931"/>
                </a:cubicBezTo>
                <a:cubicBezTo>
                  <a:pt x="998845" y="32286"/>
                  <a:pt x="1002788" y="35540"/>
                  <a:pt x="1005765" y="39691"/>
                </a:cubicBezTo>
                <a:cubicBezTo>
                  <a:pt x="1008743" y="43842"/>
                  <a:pt x="1010862" y="48730"/>
                  <a:pt x="1012123" y="54354"/>
                </a:cubicBezTo>
                <a:cubicBezTo>
                  <a:pt x="1013383" y="59977"/>
                  <a:pt x="1014014" y="66056"/>
                  <a:pt x="1014014" y="72589"/>
                </a:cubicBezTo>
                <a:lnTo>
                  <a:pt x="1014014" y="74518"/>
                </a:lnTo>
                <a:lnTo>
                  <a:pt x="951889" y="74518"/>
                </a:lnTo>
                <a:moveTo>
                  <a:pt x="999046" y="63413"/>
                </a:moveTo>
                <a:cubicBezTo>
                  <a:pt x="998241" y="54294"/>
                  <a:pt x="995907" y="47642"/>
                  <a:pt x="992045" y="43458"/>
                </a:cubicBezTo>
                <a:cubicBezTo>
                  <a:pt x="988182" y="39272"/>
                  <a:pt x="982629" y="37178"/>
                  <a:pt x="975387" y="37178"/>
                </a:cubicBezTo>
                <a:cubicBezTo>
                  <a:pt x="972973" y="37178"/>
                  <a:pt x="970438" y="37565"/>
                  <a:pt x="967782" y="38338"/>
                </a:cubicBezTo>
                <a:cubicBezTo>
                  <a:pt x="965126" y="39111"/>
                  <a:pt x="962672" y="40484"/>
                  <a:pt x="960419" y="42457"/>
                </a:cubicBezTo>
                <a:cubicBezTo>
                  <a:pt x="958166" y="44430"/>
                  <a:pt x="956261" y="47110"/>
                  <a:pt x="954705" y="50497"/>
                </a:cubicBezTo>
                <a:cubicBezTo>
                  <a:pt x="953149" y="53882"/>
                  <a:pt x="952264" y="58187"/>
                  <a:pt x="952050" y="63413"/>
                </a:cubicBezTo>
                <a:lnTo>
                  <a:pt x="999046" y="63413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42AA83-DB47-4629-9EF1-7B462236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290" y="3554764"/>
            <a:ext cx="1237848" cy="5906"/>
          </a:xfrm>
          <a:custGeom xmlns:a="http://schemas.openxmlformats.org/drawingml/2006/main">
            <a:pathLst>
              <a:path w="1237848" h="5906" fill="none">
                <a:moveTo>
                  <a:pt x="0" y="5906"/>
                </a:moveTo>
                <a:lnTo>
                  <a:pt x="663354" y="5906"/>
                </a:lnTo>
                <a:lnTo>
                  <a:pt x="1237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27AF3-311A-4BE0-A6C9-0D0E522E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692" y="3506832"/>
            <a:ext cx="96550" cy="96138"/>
          </a:xfrm>
          <a:custGeom xmlns:a="http://schemas.openxmlformats.org/drawingml/2006/main">
            <a:pathLst>
              <a:path w="96550" h="96138">
                <a:moveTo>
                  <a:pt x="96550" y="47108"/>
                </a:moveTo>
                <a:lnTo>
                  <a:pt x="961" y="96138"/>
                </a:lnTo>
                <a:lnTo>
                  <a:pt x="24447" y="47932"/>
                </a:lnTo>
                <a:lnTo>
                  <a:pt x="0" y="0"/>
                </a:lnTo>
                <a:lnTo>
                  <a:pt x="96550" y="471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35511-9C23-4041-851A-CCC32152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692" y="3506832"/>
            <a:ext cx="96550" cy="96138"/>
          </a:xfrm>
          <a:custGeom xmlns:a="http://schemas.openxmlformats.org/drawingml/2006/main">
            <a:pathLst>
              <a:path w="96550" h="96138" fill="none">
                <a:moveTo>
                  <a:pt x="96550" y="47108"/>
                </a:moveTo>
                <a:lnTo>
                  <a:pt x="961" y="96138"/>
                </a:lnTo>
                <a:lnTo>
                  <a:pt x="24447" y="47932"/>
                </a:lnTo>
                <a:lnTo>
                  <a:pt x="0" y="0"/>
                </a:lnTo>
                <a:lnTo>
                  <a:pt x="96550" y="471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46128-1365-40F1-9662-AA2F0E79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48" y="2667958"/>
            <a:ext cx="824042" cy="1098722"/>
          </a:xfrm>
          <a:custGeom xmlns:a="http://schemas.openxmlformats.org/drawingml/2006/main">
            <a:pathLst>
              <a:path w="824042" h="1098722">
                <a:moveTo>
                  <a:pt x="0" y="206010"/>
                </a:moveTo>
                <a:cubicBezTo>
                  <a:pt x="0" y="92293"/>
                  <a:pt x="184448" y="0"/>
                  <a:pt x="412021" y="0"/>
                </a:cubicBezTo>
                <a:cubicBezTo>
                  <a:pt x="521344" y="0"/>
                  <a:pt x="626134" y="21700"/>
                  <a:pt x="703320" y="60292"/>
                </a:cubicBezTo>
                <a:cubicBezTo>
                  <a:pt x="780642" y="99022"/>
                  <a:pt x="824042" y="151349"/>
                  <a:pt x="824042" y="206010"/>
                </a:cubicBezTo>
                <a:lnTo>
                  <a:pt x="824042" y="892712"/>
                </a:lnTo>
                <a:cubicBezTo>
                  <a:pt x="824042" y="1006430"/>
                  <a:pt x="639594" y="1098722"/>
                  <a:pt x="412021" y="1098722"/>
                </a:cubicBezTo>
                <a:cubicBezTo>
                  <a:pt x="184448" y="1098722"/>
                  <a:pt x="0" y="1006430"/>
                  <a:pt x="0" y="892712"/>
                </a:cubicBezTo>
                <a:lnTo>
                  <a:pt x="0" y="2060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A1059F-6212-417B-B429-EAEA4B70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48" y="2667958"/>
            <a:ext cx="824042" cy="1098722"/>
          </a:xfrm>
          <a:custGeom xmlns:a="http://schemas.openxmlformats.org/drawingml/2006/main">
            <a:pathLst>
              <a:path w="824042" h="1098722" fill="none">
                <a:moveTo>
                  <a:pt x="0" y="206010"/>
                </a:moveTo>
                <a:cubicBezTo>
                  <a:pt x="0" y="92293"/>
                  <a:pt x="184448" y="0"/>
                  <a:pt x="412021" y="0"/>
                </a:cubicBezTo>
                <a:cubicBezTo>
                  <a:pt x="521344" y="0"/>
                  <a:pt x="626134" y="21700"/>
                  <a:pt x="703320" y="60292"/>
                </a:cubicBezTo>
                <a:cubicBezTo>
                  <a:pt x="780642" y="99022"/>
                  <a:pt x="824042" y="151349"/>
                  <a:pt x="824042" y="206010"/>
                </a:cubicBezTo>
                <a:lnTo>
                  <a:pt x="824042" y="892712"/>
                </a:lnTo>
                <a:cubicBezTo>
                  <a:pt x="824042" y="1006430"/>
                  <a:pt x="639594" y="1098722"/>
                  <a:pt x="412021" y="1098722"/>
                </a:cubicBezTo>
                <a:cubicBezTo>
                  <a:pt x="184448" y="1098722"/>
                  <a:pt x="0" y="1006430"/>
                  <a:pt x="0" y="892712"/>
                </a:cubicBezTo>
                <a:lnTo>
                  <a:pt x="0" y="2060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6FC3A-76FD-409F-A883-ADF2171C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48" y="2873968"/>
            <a:ext cx="824042" cy="206010"/>
          </a:xfrm>
          <a:custGeom xmlns:a="http://schemas.openxmlformats.org/drawingml/2006/main">
            <a:pathLst>
              <a:path w="824042" h="206010" fill="none">
                <a:moveTo>
                  <a:pt x="824042" y="0"/>
                </a:moveTo>
                <a:cubicBezTo>
                  <a:pt x="824042" y="113718"/>
                  <a:pt x="639594" y="206010"/>
                  <a:pt x="412021" y="206010"/>
                </a:cubicBezTo>
                <a:cubicBezTo>
                  <a:pt x="184448" y="206010"/>
                  <a:pt x="0" y="11371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28" name="Text LLM">
            <a:extLst xmlns:a="http://schemas.openxmlformats.org/drawingml/2006/main">
              <a:ext uri="{FF2B5EF4-FFF2-40B4-BE49-F238E27FC236}">
                <a16:creationId xmlns:a16="http://schemas.microsoft.com/office/drawing/2014/main" id="{902F1492-1D28-4936-9739-45EDA2F9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620" y="3227459"/>
            <a:ext cx="293514" cy="113467"/>
          </a:xfrm>
          <a:custGeom xmlns:a="http://schemas.openxmlformats.org/drawingml/2006/main">
            <a:pathLst>
              <a:path w="293514" h="113467">
                <a:moveTo>
                  <a:pt x="0" y="113467"/>
                </a:moveTo>
                <a:lnTo>
                  <a:pt x="0" y="0"/>
                </a:lnTo>
                <a:lnTo>
                  <a:pt x="15370" y="0"/>
                </a:lnTo>
                <a:lnTo>
                  <a:pt x="15370" y="100913"/>
                </a:lnTo>
                <a:lnTo>
                  <a:pt x="72667" y="100913"/>
                </a:lnTo>
                <a:lnTo>
                  <a:pt x="72667" y="113467"/>
                </a:lnTo>
                <a:lnTo>
                  <a:pt x="0" y="113467"/>
                </a:lnTo>
                <a:close/>
                <a:moveTo>
                  <a:pt x="91633" y="113467"/>
                </a:moveTo>
                <a:lnTo>
                  <a:pt x="91633" y="0"/>
                </a:lnTo>
                <a:lnTo>
                  <a:pt x="107003" y="0"/>
                </a:lnTo>
                <a:lnTo>
                  <a:pt x="107003" y="100913"/>
                </a:lnTo>
                <a:lnTo>
                  <a:pt x="164300" y="100913"/>
                </a:lnTo>
                <a:lnTo>
                  <a:pt x="164300" y="113467"/>
                </a:lnTo>
                <a:lnTo>
                  <a:pt x="91633" y="113467"/>
                </a:lnTo>
                <a:close/>
                <a:moveTo>
                  <a:pt x="279673" y="113467"/>
                </a:moveTo>
                <a:lnTo>
                  <a:pt x="279673" y="37762"/>
                </a:lnTo>
                <a:cubicBezTo>
                  <a:pt x="279673" y="35022"/>
                  <a:pt x="279700" y="32230"/>
                  <a:pt x="279754" y="29385"/>
                </a:cubicBezTo>
                <a:cubicBezTo>
                  <a:pt x="279807" y="26540"/>
                  <a:pt x="279888" y="23936"/>
                  <a:pt x="279995" y="21574"/>
                </a:cubicBezTo>
                <a:cubicBezTo>
                  <a:pt x="280102" y="18835"/>
                  <a:pt x="280236" y="16177"/>
                  <a:pt x="280397" y="13600"/>
                </a:cubicBezTo>
                <a:cubicBezTo>
                  <a:pt x="279646" y="16338"/>
                  <a:pt x="278868" y="19049"/>
                  <a:pt x="278064" y="21735"/>
                </a:cubicBezTo>
                <a:cubicBezTo>
                  <a:pt x="277366" y="24044"/>
                  <a:pt x="276602" y="26500"/>
                  <a:pt x="275770" y="29104"/>
                </a:cubicBezTo>
                <a:cubicBezTo>
                  <a:pt x="274939" y="31707"/>
                  <a:pt x="274120" y="34056"/>
                  <a:pt x="273316" y="36150"/>
                </a:cubicBezTo>
                <a:lnTo>
                  <a:pt x="244024" y="113467"/>
                </a:lnTo>
                <a:lnTo>
                  <a:pt x="233240" y="113467"/>
                </a:lnTo>
                <a:lnTo>
                  <a:pt x="203546" y="36150"/>
                </a:lnTo>
                <a:cubicBezTo>
                  <a:pt x="203224" y="35345"/>
                  <a:pt x="202889" y="34406"/>
                  <a:pt x="202540" y="33333"/>
                </a:cubicBezTo>
                <a:cubicBezTo>
                  <a:pt x="202191" y="32259"/>
                  <a:pt x="201816" y="31118"/>
                  <a:pt x="201413" y="29911"/>
                </a:cubicBezTo>
                <a:cubicBezTo>
                  <a:pt x="201011" y="28702"/>
                  <a:pt x="200608" y="27466"/>
                  <a:pt x="200206" y="26204"/>
                </a:cubicBezTo>
                <a:cubicBezTo>
                  <a:pt x="199804" y="24942"/>
                  <a:pt x="199415" y="23693"/>
                  <a:pt x="199039" y="22459"/>
                </a:cubicBezTo>
                <a:cubicBezTo>
                  <a:pt x="198127" y="19613"/>
                  <a:pt x="197242" y="16660"/>
                  <a:pt x="196384" y="13600"/>
                </a:cubicBezTo>
                <a:cubicBezTo>
                  <a:pt x="196437" y="16606"/>
                  <a:pt x="196518" y="19586"/>
                  <a:pt x="196625" y="22540"/>
                </a:cubicBezTo>
                <a:cubicBezTo>
                  <a:pt x="196732" y="25063"/>
                  <a:pt x="196813" y="27708"/>
                  <a:pt x="196866" y="30474"/>
                </a:cubicBezTo>
                <a:cubicBezTo>
                  <a:pt x="196920" y="33239"/>
                  <a:pt x="196947" y="35668"/>
                  <a:pt x="196947" y="37762"/>
                </a:cubicBezTo>
                <a:lnTo>
                  <a:pt x="196947" y="113467"/>
                </a:lnTo>
                <a:lnTo>
                  <a:pt x="183267" y="113467"/>
                </a:lnTo>
                <a:lnTo>
                  <a:pt x="183267" y="0"/>
                </a:lnTo>
                <a:lnTo>
                  <a:pt x="203465" y="0"/>
                </a:lnTo>
                <a:lnTo>
                  <a:pt x="233643" y="78687"/>
                </a:lnTo>
                <a:cubicBezTo>
                  <a:pt x="234018" y="79762"/>
                  <a:pt x="234474" y="81145"/>
                  <a:pt x="235011" y="82837"/>
                </a:cubicBezTo>
                <a:cubicBezTo>
                  <a:pt x="235547" y="84527"/>
                  <a:pt x="236057" y="86258"/>
                  <a:pt x="236540" y="88030"/>
                </a:cubicBezTo>
                <a:cubicBezTo>
                  <a:pt x="237022" y="89802"/>
                  <a:pt x="237465" y="91480"/>
                  <a:pt x="237867" y="93064"/>
                </a:cubicBezTo>
                <a:cubicBezTo>
                  <a:pt x="238270" y="94649"/>
                  <a:pt x="238551" y="95870"/>
                  <a:pt x="238712" y="96728"/>
                </a:cubicBezTo>
                <a:cubicBezTo>
                  <a:pt x="238873" y="95870"/>
                  <a:pt x="239168" y="94635"/>
                  <a:pt x="239598" y="93024"/>
                </a:cubicBezTo>
                <a:cubicBezTo>
                  <a:pt x="240027" y="91413"/>
                  <a:pt x="240523" y="89721"/>
                  <a:pt x="241086" y="87949"/>
                </a:cubicBezTo>
                <a:cubicBezTo>
                  <a:pt x="241650" y="86177"/>
                  <a:pt x="242200" y="84460"/>
                  <a:pt x="242736" y="82796"/>
                </a:cubicBezTo>
                <a:cubicBezTo>
                  <a:pt x="243272" y="81132"/>
                  <a:pt x="243755" y="79762"/>
                  <a:pt x="244185" y="78687"/>
                </a:cubicBezTo>
                <a:lnTo>
                  <a:pt x="273799" y="0"/>
                </a:lnTo>
                <a:lnTo>
                  <a:pt x="293514" y="0"/>
                </a:lnTo>
                <a:lnTo>
                  <a:pt x="293514" y="113467"/>
                </a:lnTo>
                <a:lnTo>
                  <a:pt x="279673" y="1134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Judge">
            <a:extLst xmlns:a="http://schemas.openxmlformats.org/drawingml/2006/main">
              <a:ext uri="{FF2B5EF4-FFF2-40B4-BE49-F238E27FC236}">
                <a16:creationId xmlns:a16="http://schemas.microsoft.com/office/drawing/2014/main" id="{5FC87F14-DB79-43E6-8BAF-C53F84BE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297" y="3427514"/>
            <a:ext cx="439065" cy="153703"/>
          </a:xfrm>
          <a:custGeom xmlns:a="http://schemas.openxmlformats.org/drawingml/2006/main">
            <a:pathLst>
              <a:path w="439065" h="153703">
                <a:moveTo>
                  <a:pt x="34201" y="121031"/>
                </a:moveTo>
                <a:cubicBezTo>
                  <a:pt x="25027" y="121031"/>
                  <a:pt x="17503" y="118638"/>
                  <a:pt x="11628" y="113851"/>
                </a:cubicBezTo>
                <a:cubicBezTo>
                  <a:pt x="5754" y="109065"/>
                  <a:pt x="1878" y="101508"/>
                  <a:pt x="0" y="91181"/>
                </a:cubicBezTo>
                <a:lnTo>
                  <a:pt x="15048" y="88681"/>
                </a:lnTo>
                <a:cubicBezTo>
                  <a:pt x="15585" y="92168"/>
                  <a:pt x="16470" y="95159"/>
                  <a:pt x="17704" y="97654"/>
                </a:cubicBezTo>
                <a:cubicBezTo>
                  <a:pt x="18938" y="100148"/>
                  <a:pt x="20413" y="102200"/>
                  <a:pt x="22130" y="103810"/>
                </a:cubicBezTo>
                <a:cubicBezTo>
                  <a:pt x="23847" y="105419"/>
                  <a:pt x="25751" y="106600"/>
                  <a:pt x="27844" y="107351"/>
                </a:cubicBezTo>
                <a:cubicBezTo>
                  <a:pt x="29936" y="108102"/>
                  <a:pt x="32082" y="108477"/>
                  <a:pt x="34281" y="108477"/>
                </a:cubicBezTo>
                <a:cubicBezTo>
                  <a:pt x="39861" y="108477"/>
                  <a:pt x="44260" y="106559"/>
                  <a:pt x="47479" y="102724"/>
                </a:cubicBezTo>
                <a:cubicBezTo>
                  <a:pt x="50698" y="98888"/>
                  <a:pt x="52307" y="93268"/>
                  <a:pt x="52307" y="85865"/>
                </a:cubicBezTo>
                <a:lnTo>
                  <a:pt x="52307" y="18509"/>
                </a:lnTo>
                <a:lnTo>
                  <a:pt x="30499" y="18509"/>
                </a:lnTo>
                <a:lnTo>
                  <a:pt x="30499" y="5955"/>
                </a:lnTo>
                <a:lnTo>
                  <a:pt x="67597" y="5955"/>
                </a:lnTo>
                <a:lnTo>
                  <a:pt x="67597" y="85598"/>
                </a:lnTo>
                <a:cubicBezTo>
                  <a:pt x="67597" y="91020"/>
                  <a:pt x="66846" y="95905"/>
                  <a:pt x="65344" y="100254"/>
                </a:cubicBezTo>
                <a:cubicBezTo>
                  <a:pt x="63842" y="104603"/>
                  <a:pt x="61656" y="108321"/>
                  <a:pt x="58785" y="111410"/>
                </a:cubicBezTo>
                <a:cubicBezTo>
                  <a:pt x="55915" y="114496"/>
                  <a:pt x="52415" y="116872"/>
                  <a:pt x="48284" y="118536"/>
                </a:cubicBezTo>
                <a:cubicBezTo>
                  <a:pt x="44153" y="120200"/>
                  <a:pt x="39459" y="121031"/>
                  <a:pt x="34201" y="121031"/>
                </a:cubicBezTo>
                <a:close/>
                <a:moveTo>
                  <a:pt x="105098" y="32350"/>
                </a:moveTo>
                <a:lnTo>
                  <a:pt x="105098" y="87497"/>
                </a:lnTo>
                <a:cubicBezTo>
                  <a:pt x="105098" y="91731"/>
                  <a:pt x="105406" y="95269"/>
                  <a:pt x="106023" y="98109"/>
                </a:cubicBezTo>
                <a:cubicBezTo>
                  <a:pt x="106640" y="100949"/>
                  <a:pt x="107646" y="103240"/>
                  <a:pt x="109041" y="104982"/>
                </a:cubicBezTo>
                <a:cubicBezTo>
                  <a:pt x="110436" y="106724"/>
                  <a:pt x="112273" y="107957"/>
                  <a:pt x="114553" y="108681"/>
                </a:cubicBezTo>
                <a:cubicBezTo>
                  <a:pt x="116833" y="109404"/>
                  <a:pt x="119663" y="109765"/>
                  <a:pt x="123043" y="109765"/>
                </a:cubicBezTo>
                <a:cubicBezTo>
                  <a:pt x="126477" y="109765"/>
                  <a:pt x="129575" y="109162"/>
                  <a:pt x="132338" y="107957"/>
                </a:cubicBezTo>
                <a:cubicBezTo>
                  <a:pt x="135101" y="106750"/>
                  <a:pt x="137461" y="105008"/>
                  <a:pt x="139419" y="102731"/>
                </a:cubicBezTo>
                <a:cubicBezTo>
                  <a:pt x="141377" y="100453"/>
                  <a:pt x="142893" y="97639"/>
                  <a:pt x="143966" y="94289"/>
                </a:cubicBezTo>
                <a:cubicBezTo>
                  <a:pt x="145039" y="90939"/>
                  <a:pt x="145575" y="87094"/>
                  <a:pt x="145575" y="82754"/>
                </a:cubicBezTo>
                <a:lnTo>
                  <a:pt x="145575" y="32350"/>
                </a:lnTo>
                <a:lnTo>
                  <a:pt x="160061" y="32350"/>
                </a:lnTo>
                <a:lnTo>
                  <a:pt x="160061" y="100832"/>
                </a:lnTo>
                <a:cubicBezTo>
                  <a:pt x="160061" y="102657"/>
                  <a:pt x="160074" y="104574"/>
                  <a:pt x="160101" y="106586"/>
                </a:cubicBezTo>
                <a:cubicBezTo>
                  <a:pt x="160128" y="108598"/>
                  <a:pt x="160168" y="110503"/>
                  <a:pt x="160222" y="112300"/>
                </a:cubicBezTo>
                <a:cubicBezTo>
                  <a:pt x="160275" y="114097"/>
                  <a:pt x="160329" y="115639"/>
                  <a:pt x="160382" y="116927"/>
                </a:cubicBezTo>
                <a:cubicBezTo>
                  <a:pt x="160436" y="118215"/>
                  <a:pt x="160490" y="119046"/>
                  <a:pt x="160543" y="119422"/>
                </a:cubicBezTo>
                <a:lnTo>
                  <a:pt x="146863" y="119422"/>
                </a:lnTo>
                <a:cubicBezTo>
                  <a:pt x="146809" y="119152"/>
                  <a:pt x="146756" y="118424"/>
                  <a:pt x="146702" y="117239"/>
                </a:cubicBezTo>
                <a:cubicBezTo>
                  <a:pt x="146648" y="116052"/>
                  <a:pt x="146581" y="114690"/>
                  <a:pt x="146501" y="113152"/>
                </a:cubicBezTo>
                <a:cubicBezTo>
                  <a:pt x="146420" y="111615"/>
                  <a:pt x="146353" y="110051"/>
                  <a:pt x="146300" y="108460"/>
                </a:cubicBezTo>
                <a:cubicBezTo>
                  <a:pt x="146246" y="106867"/>
                  <a:pt x="146219" y="105532"/>
                  <a:pt x="146219" y="104454"/>
                </a:cubicBezTo>
                <a:lnTo>
                  <a:pt x="145978" y="104454"/>
                </a:lnTo>
                <a:cubicBezTo>
                  <a:pt x="144583" y="106987"/>
                  <a:pt x="143054" y="109278"/>
                  <a:pt x="141391" y="111327"/>
                </a:cubicBezTo>
                <a:cubicBezTo>
                  <a:pt x="139728" y="113375"/>
                  <a:pt x="137796" y="115114"/>
                  <a:pt x="135597" y="116542"/>
                </a:cubicBezTo>
                <a:cubicBezTo>
                  <a:pt x="133397" y="117971"/>
                  <a:pt x="130876" y="119075"/>
                  <a:pt x="128032" y="119857"/>
                </a:cubicBezTo>
                <a:cubicBezTo>
                  <a:pt x="125189" y="120640"/>
                  <a:pt x="121890" y="121031"/>
                  <a:pt x="118134" y="121031"/>
                </a:cubicBezTo>
                <a:cubicBezTo>
                  <a:pt x="113306" y="121031"/>
                  <a:pt x="109148" y="120441"/>
                  <a:pt x="105661" y="119261"/>
                </a:cubicBezTo>
                <a:cubicBezTo>
                  <a:pt x="102174" y="118080"/>
                  <a:pt x="99304" y="116256"/>
                  <a:pt x="97050" y="113789"/>
                </a:cubicBezTo>
                <a:cubicBezTo>
                  <a:pt x="94797" y="111321"/>
                  <a:pt x="93147" y="108155"/>
                  <a:pt x="92101" y="104293"/>
                </a:cubicBezTo>
                <a:cubicBezTo>
                  <a:pt x="91055" y="100430"/>
                  <a:pt x="90532" y="95789"/>
                  <a:pt x="90532" y="90371"/>
                </a:cubicBezTo>
                <a:lnTo>
                  <a:pt x="90532" y="32350"/>
                </a:lnTo>
                <a:lnTo>
                  <a:pt x="105098" y="32350"/>
                </a:lnTo>
                <a:close/>
                <a:moveTo>
                  <a:pt x="237530" y="105339"/>
                </a:moveTo>
                <a:cubicBezTo>
                  <a:pt x="234848" y="110947"/>
                  <a:pt x="231294" y="114965"/>
                  <a:pt x="226868" y="117392"/>
                </a:cubicBezTo>
                <a:cubicBezTo>
                  <a:pt x="222442" y="119818"/>
                  <a:pt x="216956" y="121031"/>
                  <a:pt x="210411" y="121031"/>
                </a:cubicBezTo>
                <a:cubicBezTo>
                  <a:pt x="199413" y="121031"/>
                  <a:pt x="191326" y="117329"/>
                  <a:pt x="186149" y="109926"/>
                </a:cubicBezTo>
                <a:cubicBezTo>
                  <a:pt x="180971" y="102522"/>
                  <a:pt x="178383" y="91310"/>
                  <a:pt x="178383" y="76288"/>
                </a:cubicBezTo>
                <a:cubicBezTo>
                  <a:pt x="178383" y="45923"/>
                  <a:pt x="189059" y="30741"/>
                  <a:pt x="210411" y="30741"/>
                </a:cubicBezTo>
                <a:cubicBezTo>
                  <a:pt x="217010" y="30741"/>
                  <a:pt x="222509" y="31954"/>
                  <a:pt x="226908" y="34382"/>
                </a:cubicBezTo>
                <a:cubicBezTo>
                  <a:pt x="231307" y="36808"/>
                  <a:pt x="234848" y="40664"/>
                  <a:pt x="237530" y="45950"/>
                </a:cubicBezTo>
                <a:lnTo>
                  <a:pt x="237691" y="45950"/>
                </a:lnTo>
                <a:cubicBezTo>
                  <a:pt x="237691" y="45412"/>
                  <a:pt x="237678" y="44565"/>
                  <a:pt x="237651" y="43410"/>
                </a:cubicBezTo>
                <a:cubicBezTo>
                  <a:pt x="237624" y="42255"/>
                  <a:pt x="237597" y="41046"/>
                  <a:pt x="237571" y="39784"/>
                </a:cubicBezTo>
                <a:cubicBezTo>
                  <a:pt x="237544" y="38520"/>
                  <a:pt x="237530" y="37323"/>
                  <a:pt x="237530" y="36195"/>
                </a:cubicBezTo>
                <a:cubicBezTo>
                  <a:pt x="237530" y="35067"/>
                  <a:pt x="237530" y="34261"/>
                  <a:pt x="237530" y="33778"/>
                </a:cubicBezTo>
                <a:lnTo>
                  <a:pt x="237530" y="0"/>
                </a:lnTo>
                <a:lnTo>
                  <a:pt x="252016" y="0"/>
                </a:lnTo>
                <a:lnTo>
                  <a:pt x="252016" y="101476"/>
                </a:lnTo>
                <a:cubicBezTo>
                  <a:pt x="252016" y="103569"/>
                  <a:pt x="252029" y="105580"/>
                  <a:pt x="252056" y="107512"/>
                </a:cubicBezTo>
                <a:cubicBezTo>
                  <a:pt x="252083" y="109443"/>
                  <a:pt x="252123" y="111213"/>
                  <a:pt x="252176" y="112823"/>
                </a:cubicBezTo>
                <a:cubicBezTo>
                  <a:pt x="252230" y="114432"/>
                  <a:pt x="252284" y="115814"/>
                  <a:pt x="252337" y="116967"/>
                </a:cubicBezTo>
                <a:cubicBezTo>
                  <a:pt x="252391" y="118121"/>
                  <a:pt x="252445" y="118939"/>
                  <a:pt x="252498" y="119422"/>
                </a:cubicBezTo>
                <a:lnTo>
                  <a:pt x="238657" y="119422"/>
                </a:lnTo>
                <a:cubicBezTo>
                  <a:pt x="238550" y="118882"/>
                  <a:pt x="238456" y="118113"/>
                  <a:pt x="238375" y="117116"/>
                </a:cubicBezTo>
                <a:cubicBezTo>
                  <a:pt x="238295" y="116116"/>
                  <a:pt x="238214" y="114970"/>
                  <a:pt x="238134" y="113675"/>
                </a:cubicBezTo>
                <a:cubicBezTo>
                  <a:pt x="238053" y="112381"/>
                  <a:pt x="237986" y="111019"/>
                  <a:pt x="237933" y="109589"/>
                </a:cubicBezTo>
                <a:cubicBezTo>
                  <a:pt x="237879" y="108159"/>
                  <a:pt x="237852" y="106742"/>
                  <a:pt x="237852" y="105339"/>
                </a:cubicBezTo>
                <a:lnTo>
                  <a:pt x="237530" y="105339"/>
                </a:lnTo>
                <a:moveTo>
                  <a:pt x="193592" y="75805"/>
                </a:moveTo>
                <a:cubicBezTo>
                  <a:pt x="193592" y="81799"/>
                  <a:pt x="193968" y="86937"/>
                  <a:pt x="194719" y="91218"/>
                </a:cubicBezTo>
                <a:cubicBezTo>
                  <a:pt x="195470" y="95500"/>
                  <a:pt x="196677" y="99020"/>
                  <a:pt x="198340" y="101778"/>
                </a:cubicBezTo>
                <a:cubicBezTo>
                  <a:pt x="200003" y="104534"/>
                  <a:pt x="202122" y="106554"/>
                  <a:pt x="204698" y="107839"/>
                </a:cubicBezTo>
                <a:cubicBezTo>
                  <a:pt x="207273" y="109123"/>
                  <a:pt x="210411" y="109765"/>
                  <a:pt x="214113" y="109765"/>
                </a:cubicBezTo>
                <a:cubicBezTo>
                  <a:pt x="217922" y="109765"/>
                  <a:pt x="221288" y="109150"/>
                  <a:pt x="224212" y="107919"/>
                </a:cubicBezTo>
                <a:cubicBezTo>
                  <a:pt x="227136" y="106687"/>
                  <a:pt x="229577" y="104693"/>
                  <a:pt x="231535" y="101936"/>
                </a:cubicBezTo>
                <a:cubicBezTo>
                  <a:pt x="233493" y="99180"/>
                  <a:pt x="234982" y="95582"/>
                  <a:pt x="236001" y="91141"/>
                </a:cubicBezTo>
                <a:cubicBezTo>
                  <a:pt x="237021" y="86698"/>
                  <a:pt x="237530" y="81265"/>
                  <a:pt x="237530" y="74842"/>
                </a:cubicBezTo>
                <a:cubicBezTo>
                  <a:pt x="237530" y="68686"/>
                  <a:pt x="237021" y="63480"/>
                  <a:pt x="236001" y="59225"/>
                </a:cubicBezTo>
                <a:cubicBezTo>
                  <a:pt x="234982" y="54970"/>
                  <a:pt x="233480" y="51532"/>
                  <a:pt x="231495" y="48910"/>
                </a:cubicBezTo>
                <a:cubicBezTo>
                  <a:pt x="229510" y="46288"/>
                  <a:pt x="227082" y="44402"/>
                  <a:pt x="224212" y="43252"/>
                </a:cubicBezTo>
                <a:cubicBezTo>
                  <a:pt x="221342" y="42100"/>
                  <a:pt x="218029" y="41524"/>
                  <a:pt x="214274" y="41524"/>
                </a:cubicBezTo>
                <a:cubicBezTo>
                  <a:pt x="210733" y="41524"/>
                  <a:pt x="207675" y="42140"/>
                  <a:pt x="205100" y="43372"/>
                </a:cubicBezTo>
                <a:cubicBezTo>
                  <a:pt x="202525" y="44603"/>
                  <a:pt x="200379" y="46583"/>
                  <a:pt x="198662" y="49312"/>
                </a:cubicBezTo>
                <a:cubicBezTo>
                  <a:pt x="196945" y="52042"/>
                  <a:pt x="195671" y="55587"/>
                  <a:pt x="194840" y="59950"/>
                </a:cubicBezTo>
                <a:cubicBezTo>
                  <a:pt x="194008" y="64312"/>
                  <a:pt x="193592" y="69597"/>
                  <a:pt x="193592" y="75805"/>
                </a:cubicBezTo>
                <a:close/>
                <a:moveTo>
                  <a:pt x="307195" y="153703"/>
                </a:moveTo>
                <a:cubicBezTo>
                  <a:pt x="302206" y="153703"/>
                  <a:pt x="297780" y="153193"/>
                  <a:pt x="293917" y="152174"/>
                </a:cubicBezTo>
                <a:cubicBezTo>
                  <a:pt x="290054" y="151155"/>
                  <a:pt x="286755" y="149693"/>
                  <a:pt x="284019" y="147788"/>
                </a:cubicBezTo>
                <a:cubicBezTo>
                  <a:pt x="281283" y="145884"/>
                  <a:pt x="279056" y="143617"/>
                  <a:pt x="277339" y="140988"/>
                </a:cubicBezTo>
                <a:cubicBezTo>
                  <a:pt x="275623" y="138360"/>
                  <a:pt x="274389" y="135436"/>
                  <a:pt x="273638" y="132217"/>
                </a:cubicBezTo>
                <a:lnTo>
                  <a:pt x="288203" y="130125"/>
                </a:lnTo>
                <a:cubicBezTo>
                  <a:pt x="289169" y="134123"/>
                  <a:pt x="291301" y="137201"/>
                  <a:pt x="294601" y="139359"/>
                </a:cubicBezTo>
                <a:cubicBezTo>
                  <a:pt x="297900" y="141518"/>
                  <a:pt x="302232" y="142598"/>
                  <a:pt x="307597" y="142598"/>
                </a:cubicBezTo>
                <a:cubicBezTo>
                  <a:pt x="310870" y="142598"/>
                  <a:pt x="313847" y="142141"/>
                  <a:pt x="316530" y="141227"/>
                </a:cubicBezTo>
                <a:cubicBezTo>
                  <a:pt x="319212" y="140314"/>
                  <a:pt x="321492" y="138848"/>
                  <a:pt x="323370" y="136831"/>
                </a:cubicBezTo>
                <a:cubicBezTo>
                  <a:pt x="325248" y="134816"/>
                  <a:pt x="326696" y="132196"/>
                  <a:pt x="327715" y="128970"/>
                </a:cubicBezTo>
                <a:cubicBezTo>
                  <a:pt x="328735" y="125745"/>
                  <a:pt x="329244" y="121820"/>
                  <a:pt x="329244" y="117196"/>
                </a:cubicBezTo>
                <a:lnTo>
                  <a:pt x="329244" y="103166"/>
                </a:lnTo>
                <a:lnTo>
                  <a:pt x="329083" y="103166"/>
                </a:lnTo>
                <a:cubicBezTo>
                  <a:pt x="328010" y="105376"/>
                  <a:pt x="326683" y="107492"/>
                  <a:pt x="325100" y="109513"/>
                </a:cubicBezTo>
                <a:cubicBezTo>
                  <a:pt x="323517" y="111535"/>
                  <a:pt x="321586" y="113328"/>
                  <a:pt x="319306" y="114893"/>
                </a:cubicBezTo>
                <a:cubicBezTo>
                  <a:pt x="317026" y="116455"/>
                  <a:pt x="314384" y="117708"/>
                  <a:pt x="311379" y="118652"/>
                </a:cubicBezTo>
                <a:cubicBezTo>
                  <a:pt x="308375" y="119594"/>
                  <a:pt x="304942" y="120065"/>
                  <a:pt x="301079" y="120065"/>
                </a:cubicBezTo>
                <a:cubicBezTo>
                  <a:pt x="295553" y="120065"/>
                  <a:pt x="290819" y="119139"/>
                  <a:pt x="286875" y="117287"/>
                </a:cubicBezTo>
                <a:cubicBezTo>
                  <a:pt x="282932" y="115434"/>
                  <a:pt x="279713" y="112655"/>
                  <a:pt x="277219" y="108950"/>
                </a:cubicBezTo>
                <a:cubicBezTo>
                  <a:pt x="274724" y="105245"/>
                  <a:pt x="272900" y="100640"/>
                  <a:pt x="271747" y="95136"/>
                </a:cubicBezTo>
                <a:cubicBezTo>
                  <a:pt x="270593" y="89632"/>
                  <a:pt x="270016" y="83256"/>
                  <a:pt x="270016" y="76007"/>
                </a:cubicBezTo>
                <a:cubicBezTo>
                  <a:pt x="270016" y="69026"/>
                  <a:pt x="270593" y="62743"/>
                  <a:pt x="271747" y="57158"/>
                </a:cubicBezTo>
                <a:cubicBezTo>
                  <a:pt x="272900" y="51574"/>
                  <a:pt x="274778" y="46835"/>
                  <a:pt x="277380" y="42942"/>
                </a:cubicBezTo>
                <a:cubicBezTo>
                  <a:pt x="279982" y="39049"/>
                  <a:pt x="283361" y="36069"/>
                  <a:pt x="287519" y="34002"/>
                </a:cubicBezTo>
                <a:cubicBezTo>
                  <a:pt x="291677" y="31935"/>
                  <a:pt x="296733" y="30902"/>
                  <a:pt x="302688" y="30902"/>
                </a:cubicBezTo>
                <a:cubicBezTo>
                  <a:pt x="308858" y="30902"/>
                  <a:pt x="314209" y="32310"/>
                  <a:pt x="318743" y="35126"/>
                </a:cubicBezTo>
                <a:cubicBezTo>
                  <a:pt x="323276" y="37943"/>
                  <a:pt x="326777" y="41953"/>
                  <a:pt x="329244" y="47157"/>
                </a:cubicBezTo>
                <a:lnTo>
                  <a:pt x="329405" y="47157"/>
                </a:lnTo>
                <a:cubicBezTo>
                  <a:pt x="329405" y="45823"/>
                  <a:pt x="329446" y="44329"/>
                  <a:pt x="329526" y="42676"/>
                </a:cubicBezTo>
                <a:cubicBezTo>
                  <a:pt x="329607" y="41021"/>
                  <a:pt x="329687" y="39460"/>
                  <a:pt x="329767" y="37993"/>
                </a:cubicBezTo>
                <a:cubicBezTo>
                  <a:pt x="329848" y="36526"/>
                  <a:pt x="329942" y="35259"/>
                  <a:pt x="330049" y="34191"/>
                </a:cubicBezTo>
                <a:cubicBezTo>
                  <a:pt x="330156" y="33123"/>
                  <a:pt x="330264" y="32509"/>
                  <a:pt x="330371" y="32350"/>
                </a:cubicBezTo>
                <a:lnTo>
                  <a:pt x="344132" y="32350"/>
                </a:lnTo>
                <a:cubicBezTo>
                  <a:pt x="344078" y="32833"/>
                  <a:pt x="344025" y="33652"/>
                  <a:pt x="343971" y="34807"/>
                </a:cubicBezTo>
                <a:cubicBezTo>
                  <a:pt x="343917" y="35960"/>
                  <a:pt x="343864" y="37343"/>
                  <a:pt x="343810" y="38954"/>
                </a:cubicBezTo>
                <a:cubicBezTo>
                  <a:pt x="343756" y="40563"/>
                  <a:pt x="343716" y="42348"/>
                  <a:pt x="343689" y="44308"/>
                </a:cubicBezTo>
                <a:cubicBezTo>
                  <a:pt x="343662" y="46268"/>
                  <a:pt x="343649" y="48295"/>
                  <a:pt x="343649" y="50389"/>
                </a:cubicBezTo>
                <a:lnTo>
                  <a:pt x="343649" y="116982"/>
                </a:lnTo>
                <a:cubicBezTo>
                  <a:pt x="343649" y="129169"/>
                  <a:pt x="340658" y="138335"/>
                  <a:pt x="334676" y="144481"/>
                </a:cubicBezTo>
                <a:cubicBezTo>
                  <a:pt x="328695" y="150629"/>
                  <a:pt x="319534" y="153703"/>
                  <a:pt x="307195" y="153703"/>
                </a:cubicBezTo>
                <a:moveTo>
                  <a:pt x="329244" y="75805"/>
                </a:moveTo>
                <a:cubicBezTo>
                  <a:pt x="329244" y="69743"/>
                  <a:pt x="328587" y="64553"/>
                  <a:pt x="327273" y="60234"/>
                </a:cubicBezTo>
                <a:cubicBezTo>
                  <a:pt x="325958" y="55915"/>
                  <a:pt x="324228" y="52388"/>
                  <a:pt x="322082" y="49652"/>
                </a:cubicBezTo>
                <a:cubicBezTo>
                  <a:pt x="319936" y="46916"/>
                  <a:pt x="317482" y="44904"/>
                  <a:pt x="314719" y="43616"/>
                </a:cubicBezTo>
                <a:cubicBezTo>
                  <a:pt x="311956" y="42329"/>
                  <a:pt x="309126" y="41685"/>
                  <a:pt x="306229" y="41685"/>
                </a:cubicBezTo>
                <a:cubicBezTo>
                  <a:pt x="302527" y="41685"/>
                  <a:pt x="299349" y="42329"/>
                  <a:pt x="296693" y="43616"/>
                </a:cubicBezTo>
                <a:cubicBezTo>
                  <a:pt x="294038" y="44904"/>
                  <a:pt x="291838" y="46929"/>
                  <a:pt x="290094" y="49692"/>
                </a:cubicBezTo>
                <a:cubicBezTo>
                  <a:pt x="288351" y="52455"/>
                  <a:pt x="287063" y="55996"/>
                  <a:pt x="286232" y="60314"/>
                </a:cubicBezTo>
                <a:cubicBezTo>
                  <a:pt x="285400" y="64633"/>
                  <a:pt x="284984" y="69797"/>
                  <a:pt x="284984" y="75805"/>
                </a:cubicBezTo>
                <a:cubicBezTo>
                  <a:pt x="284984" y="82082"/>
                  <a:pt x="285400" y="87353"/>
                  <a:pt x="286232" y="91618"/>
                </a:cubicBezTo>
                <a:cubicBezTo>
                  <a:pt x="287063" y="95883"/>
                  <a:pt x="288337" y="99330"/>
                  <a:pt x="290054" y="101959"/>
                </a:cubicBezTo>
                <a:cubicBezTo>
                  <a:pt x="291771" y="104588"/>
                  <a:pt x="293944" y="106466"/>
                  <a:pt x="296572" y="107592"/>
                </a:cubicBezTo>
                <a:cubicBezTo>
                  <a:pt x="299201" y="108719"/>
                  <a:pt x="302340" y="109282"/>
                  <a:pt x="305988" y="109282"/>
                </a:cubicBezTo>
                <a:cubicBezTo>
                  <a:pt x="308885" y="109282"/>
                  <a:pt x="311715" y="108665"/>
                  <a:pt x="314478" y="107431"/>
                </a:cubicBezTo>
                <a:cubicBezTo>
                  <a:pt x="317241" y="106197"/>
                  <a:pt x="319722" y="104239"/>
                  <a:pt x="321921" y="101557"/>
                </a:cubicBezTo>
                <a:cubicBezTo>
                  <a:pt x="324121" y="98874"/>
                  <a:pt x="325891" y="95414"/>
                  <a:pt x="327233" y="91176"/>
                </a:cubicBezTo>
                <a:cubicBezTo>
                  <a:pt x="328574" y="86937"/>
                  <a:pt x="329244" y="81814"/>
                  <a:pt x="329244" y="75805"/>
                </a:cubicBezTo>
                <a:close/>
                <a:moveTo>
                  <a:pt x="376940" y="78863"/>
                </a:moveTo>
                <a:cubicBezTo>
                  <a:pt x="376940" y="83424"/>
                  <a:pt x="377409" y="87622"/>
                  <a:pt x="378348" y="91457"/>
                </a:cubicBezTo>
                <a:cubicBezTo>
                  <a:pt x="379287" y="95293"/>
                  <a:pt x="380735" y="98593"/>
                  <a:pt x="382694" y="101356"/>
                </a:cubicBezTo>
                <a:cubicBezTo>
                  <a:pt x="384652" y="104118"/>
                  <a:pt x="387160" y="106264"/>
                  <a:pt x="390218" y="107793"/>
                </a:cubicBezTo>
                <a:cubicBezTo>
                  <a:pt x="393276" y="109322"/>
                  <a:pt x="396951" y="110087"/>
                  <a:pt x="401243" y="110087"/>
                </a:cubicBezTo>
                <a:cubicBezTo>
                  <a:pt x="407519" y="110087"/>
                  <a:pt x="412549" y="108826"/>
                  <a:pt x="416331" y="106305"/>
                </a:cubicBezTo>
                <a:cubicBezTo>
                  <a:pt x="420113" y="103783"/>
                  <a:pt x="422675" y="100591"/>
                  <a:pt x="424016" y="96728"/>
                </a:cubicBezTo>
                <a:lnTo>
                  <a:pt x="436731" y="100362"/>
                </a:lnTo>
                <a:cubicBezTo>
                  <a:pt x="435819" y="102785"/>
                  <a:pt x="434545" y="105221"/>
                  <a:pt x="432909" y="107670"/>
                </a:cubicBezTo>
                <a:cubicBezTo>
                  <a:pt x="431272" y="110118"/>
                  <a:pt x="429086" y="112324"/>
                  <a:pt x="426350" y="114289"/>
                </a:cubicBezTo>
                <a:cubicBezTo>
                  <a:pt x="423614" y="116254"/>
                  <a:pt x="420194" y="117869"/>
                  <a:pt x="416090" y="119135"/>
                </a:cubicBezTo>
                <a:cubicBezTo>
                  <a:pt x="411986" y="120399"/>
                  <a:pt x="407037" y="121031"/>
                  <a:pt x="401243" y="121031"/>
                </a:cubicBezTo>
                <a:cubicBezTo>
                  <a:pt x="388367" y="121031"/>
                  <a:pt x="378563" y="117195"/>
                  <a:pt x="371830" y="109524"/>
                </a:cubicBezTo>
                <a:cubicBezTo>
                  <a:pt x="365097" y="101852"/>
                  <a:pt x="361730" y="90451"/>
                  <a:pt x="361730" y="75323"/>
                </a:cubicBezTo>
                <a:cubicBezTo>
                  <a:pt x="361730" y="67168"/>
                  <a:pt x="362750" y="60261"/>
                  <a:pt x="364788" y="54601"/>
                </a:cubicBezTo>
                <a:cubicBezTo>
                  <a:pt x="366827" y="48941"/>
                  <a:pt x="369617" y="44341"/>
                  <a:pt x="373158" y="40800"/>
                </a:cubicBezTo>
                <a:cubicBezTo>
                  <a:pt x="376698" y="37259"/>
                  <a:pt x="380829" y="34697"/>
                  <a:pt x="385550" y="33115"/>
                </a:cubicBezTo>
                <a:cubicBezTo>
                  <a:pt x="390271" y="31532"/>
                  <a:pt x="395314" y="30741"/>
                  <a:pt x="400679" y="30741"/>
                </a:cubicBezTo>
                <a:cubicBezTo>
                  <a:pt x="407975" y="30741"/>
                  <a:pt x="414078" y="31919"/>
                  <a:pt x="418987" y="34276"/>
                </a:cubicBezTo>
                <a:cubicBezTo>
                  <a:pt x="423896" y="36632"/>
                  <a:pt x="427839" y="39885"/>
                  <a:pt x="430816" y="44036"/>
                </a:cubicBezTo>
                <a:cubicBezTo>
                  <a:pt x="433794" y="48187"/>
                  <a:pt x="435913" y="53075"/>
                  <a:pt x="437174" y="58700"/>
                </a:cubicBezTo>
                <a:cubicBezTo>
                  <a:pt x="438434" y="64323"/>
                  <a:pt x="439065" y="70401"/>
                  <a:pt x="439065" y="76935"/>
                </a:cubicBezTo>
                <a:lnTo>
                  <a:pt x="439065" y="78863"/>
                </a:lnTo>
                <a:lnTo>
                  <a:pt x="376940" y="78863"/>
                </a:lnTo>
                <a:moveTo>
                  <a:pt x="424097" y="67758"/>
                </a:moveTo>
                <a:cubicBezTo>
                  <a:pt x="423292" y="58640"/>
                  <a:pt x="420958" y="51988"/>
                  <a:pt x="417096" y="47803"/>
                </a:cubicBezTo>
                <a:cubicBezTo>
                  <a:pt x="413233" y="43617"/>
                  <a:pt x="407680" y="41524"/>
                  <a:pt x="400438" y="41524"/>
                </a:cubicBezTo>
                <a:cubicBezTo>
                  <a:pt x="398024" y="41524"/>
                  <a:pt x="395489" y="41910"/>
                  <a:pt x="392833" y="42683"/>
                </a:cubicBezTo>
                <a:cubicBezTo>
                  <a:pt x="390178" y="43456"/>
                  <a:pt x="387723" y="44829"/>
                  <a:pt x="385470" y="46802"/>
                </a:cubicBezTo>
                <a:cubicBezTo>
                  <a:pt x="383217" y="48776"/>
                  <a:pt x="381312" y="51456"/>
                  <a:pt x="379756" y="54842"/>
                </a:cubicBezTo>
                <a:cubicBezTo>
                  <a:pt x="378200" y="58227"/>
                  <a:pt x="377315" y="62532"/>
                  <a:pt x="377101" y="67758"/>
                </a:cubicBezTo>
                <a:lnTo>
                  <a:pt x="424097" y="677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58AC1F-7715-4D4F-ADB9-A1934BAF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27" y="1507432"/>
            <a:ext cx="1373403" cy="824042"/>
          </a:xfrm>
          <a:custGeom xmlns:a="http://schemas.openxmlformats.org/drawingml/2006/main">
            <a:pathLst>
              <a:path w="1373403" h="824042">
                <a:moveTo>
                  <a:pt x="309016" y="618031"/>
                </a:moveTo>
                <a:lnTo>
                  <a:pt x="68670" y="618031"/>
                </a:lnTo>
                <a:cubicBezTo>
                  <a:pt x="30764" y="618031"/>
                  <a:pt x="0" y="587267"/>
                  <a:pt x="0" y="549361"/>
                </a:cubicBezTo>
                <a:lnTo>
                  <a:pt x="0" y="68670"/>
                </a:lnTo>
                <a:cubicBezTo>
                  <a:pt x="0" y="30764"/>
                  <a:pt x="30764" y="0"/>
                  <a:pt x="68670" y="0"/>
                </a:cubicBezTo>
                <a:lnTo>
                  <a:pt x="1304733" y="0"/>
                </a:lnTo>
                <a:cubicBezTo>
                  <a:pt x="1342639" y="0"/>
                  <a:pt x="1373403" y="30764"/>
                  <a:pt x="1373403" y="68670"/>
                </a:cubicBezTo>
                <a:lnTo>
                  <a:pt x="1373403" y="549361"/>
                </a:lnTo>
                <a:cubicBezTo>
                  <a:pt x="1373403" y="587267"/>
                  <a:pt x="1342639" y="618031"/>
                  <a:pt x="1304733" y="618031"/>
                </a:cubicBezTo>
                <a:lnTo>
                  <a:pt x="515026" y="618031"/>
                </a:lnTo>
                <a:cubicBezTo>
                  <a:pt x="474373" y="724745"/>
                  <a:pt x="354201" y="804814"/>
                  <a:pt x="206010" y="824042"/>
                </a:cubicBezTo>
                <a:cubicBezTo>
                  <a:pt x="259436" y="784900"/>
                  <a:pt x="297754" y="708264"/>
                  <a:pt x="309016" y="6180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45CC7-00D5-42D6-A8F5-2392FB70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27" y="1507432"/>
            <a:ext cx="1373403" cy="824042"/>
          </a:xfrm>
          <a:custGeom xmlns:a="http://schemas.openxmlformats.org/drawingml/2006/main">
            <a:pathLst>
              <a:path w="1373403" h="824042" fill="none">
                <a:moveTo>
                  <a:pt x="309016" y="618031"/>
                </a:moveTo>
                <a:lnTo>
                  <a:pt x="68670" y="618031"/>
                </a:lnTo>
                <a:cubicBezTo>
                  <a:pt x="30764" y="618031"/>
                  <a:pt x="0" y="587267"/>
                  <a:pt x="0" y="549361"/>
                </a:cubicBezTo>
                <a:lnTo>
                  <a:pt x="0" y="68670"/>
                </a:lnTo>
                <a:cubicBezTo>
                  <a:pt x="0" y="30764"/>
                  <a:pt x="30764" y="0"/>
                  <a:pt x="68670" y="0"/>
                </a:cubicBezTo>
                <a:lnTo>
                  <a:pt x="1304733" y="0"/>
                </a:lnTo>
                <a:cubicBezTo>
                  <a:pt x="1342639" y="0"/>
                  <a:pt x="1373403" y="30764"/>
                  <a:pt x="1373403" y="68670"/>
                </a:cubicBezTo>
                <a:lnTo>
                  <a:pt x="1373403" y="549361"/>
                </a:lnTo>
                <a:cubicBezTo>
                  <a:pt x="1373403" y="587267"/>
                  <a:pt x="1342639" y="618031"/>
                  <a:pt x="1304733" y="618031"/>
                </a:cubicBezTo>
                <a:lnTo>
                  <a:pt x="515026" y="618031"/>
                </a:lnTo>
                <a:cubicBezTo>
                  <a:pt x="474373" y="724745"/>
                  <a:pt x="354201" y="804814"/>
                  <a:pt x="206010" y="824042"/>
                </a:cubicBezTo>
                <a:cubicBezTo>
                  <a:pt x="259436" y="784900"/>
                  <a:pt x="297754" y="708264"/>
                  <a:pt x="309016" y="6180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1B884-2990-4DB6-BB47-2914FEE5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87" y="1631039"/>
            <a:ext cx="1373403" cy="824042"/>
          </a:xfrm>
          <a:custGeom xmlns:a="http://schemas.openxmlformats.org/drawingml/2006/main">
            <a:pathLst>
              <a:path w="1373403" h="824042">
                <a:moveTo>
                  <a:pt x="309016" y="618031"/>
                </a:moveTo>
                <a:lnTo>
                  <a:pt x="68670" y="618031"/>
                </a:lnTo>
                <a:cubicBezTo>
                  <a:pt x="30764" y="618031"/>
                  <a:pt x="0" y="587267"/>
                  <a:pt x="0" y="549361"/>
                </a:cubicBezTo>
                <a:lnTo>
                  <a:pt x="0" y="68670"/>
                </a:lnTo>
                <a:cubicBezTo>
                  <a:pt x="0" y="30764"/>
                  <a:pt x="30764" y="0"/>
                  <a:pt x="68670" y="0"/>
                </a:cubicBezTo>
                <a:lnTo>
                  <a:pt x="1304733" y="0"/>
                </a:lnTo>
                <a:cubicBezTo>
                  <a:pt x="1342639" y="0"/>
                  <a:pt x="1373403" y="30764"/>
                  <a:pt x="1373403" y="68670"/>
                </a:cubicBezTo>
                <a:lnTo>
                  <a:pt x="1373403" y="549361"/>
                </a:lnTo>
                <a:cubicBezTo>
                  <a:pt x="1373403" y="587267"/>
                  <a:pt x="1342639" y="618031"/>
                  <a:pt x="1304733" y="618031"/>
                </a:cubicBezTo>
                <a:lnTo>
                  <a:pt x="515026" y="618031"/>
                </a:lnTo>
                <a:cubicBezTo>
                  <a:pt x="474373" y="724745"/>
                  <a:pt x="354201" y="804814"/>
                  <a:pt x="206010" y="824042"/>
                </a:cubicBezTo>
                <a:cubicBezTo>
                  <a:pt x="259436" y="784900"/>
                  <a:pt x="297754" y="708264"/>
                  <a:pt x="309016" y="6180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C10EE-44AA-437E-B384-D8E96F09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87" y="1631039"/>
            <a:ext cx="1373403" cy="824042"/>
          </a:xfrm>
          <a:custGeom xmlns:a="http://schemas.openxmlformats.org/drawingml/2006/main">
            <a:pathLst>
              <a:path w="1373403" h="824042" fill="none">
                <a:moveTo>
                  <a:pt x="309016" y="618031"/>
                </a:moveTo>
                <a:lnTo>
                  <a:pt x="68670" y="618031"/>
                </a:lnTo>
                <a:cubicBezTo>
                  <a:pt x="30764" y="618031"/>
                  <a:pt x="0" y="587267"/>
                  <a:pt x="0" y="549361"/>
                </a:cubicBezTo>
                <a:lnTo>
                  <a:pt x="0" y="68670"/>
                </a:lnTo>
                <a:cubicBezTo>
                  <a:pt x="0" y="30764"/>
                  <a:pt x="30764" y="0"/>
                  <a:pt x="68670" y="0"/>
                </a:cubicBezTo>
                <a:lnTo>
                  <a:pt x="1304733" y="0"/>
                </a:lnTo>
                <a:cubicBezTo>
                  <a:pt x="1342639" y="0"/>
                  <a:pt x="1373403" y="30764"/>
                  <a:pt x="1373403" y="68670"/>
                </a:cubicBezTo>
                <a:lnTo>
                  <a:pt x="1373403" y="549361"/>
                </a:lnTo>
                <a:cubicBezTo>
                  <a:pt x="1373403" y="587267"/>
                  <a:pt x="1342639" y="618031"/>
                  <a:pt x="1304733" y="618031"/>
                </a:cubicBezTo>
                <a:lnTo>
                  <a:pt x="515026" y="618031"/>
                </a:lnTo>
                <a:cubicBezTo>
                  <a:pt x="474373" y="724745"/>
                  <a:pt x="354201" y="804814"/>
                  <a:pt x="206010" y="824042"/>
                </a:cubicBezTo>
                <a:cubicBezTo>
                  <a:pt x="259436" y="784900"/>
                  <a:pt x="297754" y="708264"/>
                  <a:pt x="309016" y="6180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3D97DF-0879-4660-AFE2-AB875C19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47" y="1768379"/>
            <a:ext cx="1373403" cy="824042"/>
          </a:xfrm>
          <a:custGeom xmlns:a="http://schemas.openxmlformats.org/drawingml/2006/main">
            <a:pathLst>
              <a:path w="1373403" h="824042">
                <a:moveTo>
                  <a:pt x="309016" y="618031"/>
                </a:moveTo>
                <a:lnTo>
                  <a:pt x="68670" y="618031"/>
                </a:lnTo>
                <a:cubicBezTo>
                  <a:pt x="30764" y="618031"/>
                  <a:pt x="0" y="587267"/>
                  <a:pt x="0" y="549361"/>
                </a:cubicBezTo>
                <a:lnTo>
                  <a:pt x="0" y="68670"/>
                </a:lnTo>
                <a:cubicBezTo>
                  <a:pt x="0" y="30764"/>
                  <a:pt x="30764" y="0"/>
                  <a:pt x="68670" y="0"/>
                </a:cubicBezTo>
                <a:lnTo>
                  <a:pt x="1304733" y="0"/>
                </a:lnTo>
                <a:cubicBezTo>
                  <a:pt x="1342639" y="0"/>
                  <a:pt x="1373403" y="30764"/>
                  <a:pt x="1373403" y="68670"/>
                </a:cubicBezTo>
                <a:lnTo>
                  <a:pt x="1373403" y="549361"/>
                </a:lnTo>
                <a:cubicBezTo>
                  <a:pt x="1373403" y="587267"/>
                  <a:pt x="1342639" y="618031"/>
                  <a:pt x="1304733" y="618031"/>
                </a:cubicBezTo>
                <a:lnTo>
                  <a:pt x="515026" y="618031"/>
                </a:lnTo>
                <a:cubicBezTo>
                  <a:pt x="474373" y="724745"/>
                  <a:pt x="354201" y="804814"/>
                  <a:pt x="206010" y="824042"/>
                </a:cubicBezTo>
                <a:cubicBezTo>
                  <a:pt x="259436" y="784900"/>
                  <a:pt x="297754" y="708264"/>
                  <a:pt x="309016" y="6180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3221BD-376D-4EFD-94D3-73226A46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47" y="1768379"/>
            <a:ext cx="1373403" cy="824042"/>
          </a:xfrm>
          <a:custGeom xmlns:a="http://schemas.openxmlformats.org/drawingml/2006/main">
            <a:pathLst>
              <a:path w="1373403" h="824042" fill="none">
                <a:moveTo>
                  <a:pt x="309016" y="618031"/>
                </a:moveTo>
                <a:lnTo>
                  <a:pt x="68670" y="618031"/>
                </a:lnTo>
                <a:cubicBezTo>
                  <a:pt x="30764" y="618031"/>
                  <a:pt x="0" y="587267"/>
                  <a:pt x="0" y="549361"/>
                </a:cubicBezTo>
                <a:lnTo>
                  <a:pt x="0" y="68670"/>
                </a:lnTo>
                <a:cubicBezTo>
                  <a:pt x="0" y="30764"/>
                  <a:pt x="30764" y="0"/>
                  <a:pt x="68670" y="0"/>
                </a:cubicBezTo>
                <a:lnTo>
                  <a:pt x="1304733" y="0"/>
                </a:lnTo>
                <a:cubicBezTo>
                  <a:pt x="1342639" y="0"/>
                  <a:pt x="1373403" y="30764"/>
                  <a:pt x="1373403" y="68670"/>
                </a:cubicBezTo>
                <a:lnTo>
                  <a:pt x="1373403" y="549361"/>
                </a:lnTo>
                <a:cubicBezTo>
                  <a:pt x="1373403" y="587267"/>
                  <a:pt x="1342639" y="618031"/>
                  <a:pt x="1304733" y="618031"/>
                </a:cubicBezTo>
                <a:lnTo>
                  <a:pt x="515026" y="618031"/>
                </a:lnTo>
                <a:cubicBezTo>
                  <a:pt x="474373" y="724745"/>
                  <a:pt x="354201" y="804814"/>
                  <a:pt x="206010" y="824042"/>
                </a:cubicBezTo>
                <a:cubicBezTo>
                  <a:pt x="259436" y="784900"/>
                  <a:pt x="297754" y="708264"/>
                  <a:pt x="309016" y="6180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36" name="Text kpriorturns">
            <a:extLst xmlns:a="http://schemas.openxmlformats.org/drawingml/2006/main">
              <a:ext uri="{FF2B5EF4-FFF2-40B4-BE49-F238E27FC236}">
                <a16:creationId xmlns:a16="http://schemas.microsoft.com/office/drawing/2014/main" id="{09522BF6-D8BD-4C28-BBFF-D1D88756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89" y="2012909"/>
            <a:ext cx="852963" cy="153703"/>
          </a:xfrm>
          <a:custGeom xmlns:a="http://schemas.openxmlformats.org/drawingml/2006/main">
            <a:pathLst>
              <a:path w="852963" h="153703">
                <a:moveTo>
                  <a:pt x="54561" y="119422"/>
                </a:moveTo>
                <a:lnTo>
                  <a:pt x="25108" y="79668"/>
                </a:lnTo>
                <a:lnTo>
                  <a:pt x="14485" y="88440"/>
                </a:lnTo>
                <a:lnTo>
                  <a:pt x="14485" y="119422"/>
                </a:lnTo>
                <a:lnTo>
                  <a:pt x="0" y="119422"/>
                </a:lnTo>
                <a:lnTo>
                  <a:pt x="0" y="0"/>
                </a:lnTo>
                <a:lnTo>
                  <a:pt x="14485" y="0"/>
                </a:lnTo>
                <a:lnTo>
                  <a:pt x="14485" y="74598"/>
                </a:lnTo>
                <a:lnTo>
                  <a:pt x="52710" y="32350"/>
                </a:lnTo>
                <a:lnTo>
                  <a:pt x="69689" y="32350"/>
                </a:lnTo>
                <a:lnTo>
                  <a:pt x="34362" y="69770"/>
                </a:lnTo>
                <a:lnTo>
                  <a:pt x="71540" y="119422"/>
                </a:lnTo>
                <a:lnTo>
                  <a:pt x="54561" y="119422"/>
                </a:lnTo>
                <a:close/>
                <a:moveTo>
                  <a:pt x="201853" y="75443"/>
                </a:moveTo>
                <a:cubicBezTo>
                  <a:pt x="201853" y="82047"/>
                  <a:pt x="201317" y="88141"/>
                  <a:pt x="200244" y="93726"/>
                </a:cubicBezTo>
                <a:cubicBezTo>
                  <a:pt x="199171" y="99310"/>
                  <a:pt x="197387" y="104117"/>
                  <a:pt x="194893" y="108145"/>
                </a:cubicBezTo>
                <a:cubicBezTo>
                  <a:pt x="192398" y="112172"/>
                  <a:pt x="189099" y="115327"/>
                  <a:pt x="184994" y="117609"/>
                </a:cubicBezTo>
                <a:cubicBezTo>
                  <a:pt x="180890" y="119890"/>
                  <a:pt x="175834" y="121031"/>
                  <a:pt x="169825" y="121031"/>
                </a:cubicBezTo>
                <a:cubicBezTo>
                  <a:pt x="163602" y="121031"/>
                  <a:pt x="158157" y="119845"/>
                  <a:pt x="153489" y="117473"/>
                </a:cubicBezTo>
                <a:cubicBezTo>
                  <a:pt x="148822" y="115099"/>
                  <a:pt x="145254" y="111215"/>
                  <a:pt x="142786" y="105822"/>
                </a:cubicBezTo>
                <a:lnTo>
                  <a:pt x="142384" y="105822"/>
                </a:lnTo>
                <a:cubicBezTo>
                  <a:pt x="142438" y="105929"/>
                  <a:pt x="142478" y="106414"/>
                  <a:pt x="142505" y="107275"/>
                </a:cubicBezTo>
                <a:cubicBezTo>
                  <a:pt x="142532" y="108137"/>
                  <a:pt x="142558" y="109214"/>
                  <a:pt x="142585" y="110507"/>
                </a:cubicBezTo>
                <a:cubicBezTo>
                  <a:pt x="142612" y="111798"/>
                  <a:pt x="142639" y="113237"/>
                  <a:pt x="142666" y="114825"/>
                </a:cubicBezTo>
                <a:cubicBezTo>
                  <a:pt x="142693" y="116412"/>
                  <a:pt x="142706" y="117987"/>
                  <a:pt x="142706" y="119547"/>
                </a:cubicBezTo>
                <a:lnTo>
                  <a:pt x="142706" y="153703"/>
                </a:lnTo>
                <a:lnTo>
                  <a:pt x="128221" y="153703"/>
                </a:lnTo>
                <a:lnTo>
                  <a:pt x="128221" y="50147"/>
                </a:lnTo>
                <a:cubicBezTo>
                  <a:pt x="128221" y="48053"/>
                  <a:pt x="128207" y="46040"/>
                  <a:pt x="128181" y="44107"/>
                </a:cubicBezTo>
                <a:cubicBezTo>
                  <a:pt x="128154" y="42174"/>
                  <a:pt x="128114" y="40416"/>
                  <a:pt x="128060" y="38833"/>
                </a:cubicBezTo>
                <a:cubicBezTo>
                  <a:pt x="128006" y="37249"/>
                  <a:pt x="127953" y="35893"/>
                  <a:pt x="127899" y="34767"/>
                </a:cubicBezTo>
                <a:cubicBezTo>
                  <a:pt x="127845" y="33638"/>
                  <a:pt x="127792" y="32833"/>
                  <a:pt x="127738" y="32350"/>
                </a:cubicBezTo>
                <a:lnTo>
                  <a:pt x="141740" y="32350"/>
                </a:lnTo>
                <a:cubicBezTo>
                  <a:pt x="141794" y="32511"/>
                  <a:pt x="141861" y="33074"/>
                  <a:pt x="141941" y="34040"/>
                </a:cubicBezTo>
                <a:cubicBezTo>
                  <a:pt x="142022" y="35006"/>
                  <a:pt x="142102" y="36173"/>
                  <a:pt x="142183" y="37541"/>
                </a:cubicBezTo>
                <a:cubicBezTo>
                  <a:pt x="142263" y="38909"/>
                  <a:pt x="142344" y="40371"/>
                  <a:pt x="142424" y="41926"/>
                </a:cubicBezTo>
                <a:cubicBezTo>
                  <a:pt x="142505" y="43482"/>
                  <a:pt x="142545" y="44957"/>
                  <a:pt x="142545" y="46352"/>
                </a:cubicBezTo>
                <a:lnTo>
                  <a:pt x="142867" y="46352"/>
                </a:lnTo>
                <a:cubicBezTo>
                  <a:pt x="144208" y="43548"/>
                  <a:pt x="145737" y="41161"/>
                  <a:pt x="147454" y="39193"/>
                </a:cubicBezTo>
                <a:cubicBezTo>
                  <a:pt x="149171" y="37225"/>
                  <a:pt x="151129" y="35607"/>
                  <a:pt x="153328" y="34339"/>
                </a:cubicBezTo>
                <a:cubicBezTo>
                  <a:pt x="155528" y="33072"/>
                  <a:pt x="157982" y="32156"/>
                  <a:pt x="160692" y="31591"/>
                </a:cubicBezTo>
                <a:cubicBezTo>
                  <a:pt x="163401" y="31024"/>
                  <a:pt x="166445" y="30741"/>
                  <a:pt x="169825" y="30741"/>
                </a:cubicBezTo>
                <a:cubicBezTo>
                  <a:pt x="175834" y="30741"/>
                  <a:pt x="180890" y="31814"/>
                  <a:pt x="184994" y="33962"/>
                </a:cubicBezTo>
                <a:cubicBezTo>
                  <a:pt x="189099" y="36110"/>
                  <a:pt x="192398" y="39130"/>
                  <a:pt x="194893" y="43023"/>
                </a:cubicBezTo>
                <a:cubicBezTo>
                  <a:pt x="197387" y="46916"/>
                  <a:pt x="199171" y="51614"/>
                  <a:pt x="200244" y="57118"/>
                </a:cubicBezTo>
                <a:cubicBezTo>
                  <a:pt x="201317" y="62622"/>
                  <a:pt x="201853" y="68731"/>
                  <a:pt x="201853" y="75443"/>
                </a:cubicBezTo>
                <a:moveTo>
                  <a:pt x="186644" y="75765"/>
                </a:moveTo>
                <a:cubicBezTo>
                  <a:pt x="186644" y="70407"/>
                  <a:pt x="186322" y="65638"/>
                  <a:pt x="185678" y="61459"/>
                </a:cubicBezTo>
                <a:cubicBezTo>
                  <a:pt x="185035" y="57279"/>
                  <a:pt x="183921" y="53742"/>
                  <a:pt x="182339" y="50849"/>
                </a:cubicBezTo>
                <a:cubicBezTo>
                  <a:pt x="180756" y="47955"/>
                  <a:pt x="178650" y="45758"/>
                  <a:pt x="176022" y="44258"/>
                </a:cubicBezTo>
                <a:cubicBezTo>
                  <a:pt x="173393" y="42757"/>
                  <a:pt x="170094" y="42007"/>
                  <a:pt x="166124" y="42007"/>
                </a:cubicBezTo>
                <a:cubicBezTo>
                  <a:pt x="162905" y="42007"/>
                  <a:pt x="159873" y="42463"/>
                  <a:pt x="157030" y="43375"/>
                </a:cubicBezTo>
                <a:cubicBezTo>
                  <a:pt x="154187" y="44285"/>
                  <a:pt x="151705" y="46026"/>
                  <a:pt x="149586" y="48598"/>
                </a:cubicBezTo>
                <a:cubicBezTo>
                  <a:pt x="147467" y="51170"/>
                  <a:pt x="145791" y="54720"/>
                  <a:pt x="144557" y="59248"/>
                </a:cubicBezTo>
                <a:cubicBezTo>
                  <a:pt x="143323" y="63776"/>
                  <a:pt x="142706" y="69658"/>
                  <a:pt x="142706" y="76892"/>
                </a:cubicBezTo>
                <a:cubicBezTo>
                  <a:pt x="142706" y="83053"/>
                  <a:pt x="143216" y="88264"/>
                  <a:pt x="144235" y="92524"/>
                </a:cubicBezTo>
                <a:cubicBezTo>
                  <a:pt x="145254" y="96784"/>
                  <a:pt x="146743" y="100227"/>
                  <a:pt x="148701" y="102854"/>
                </a:cubicBezTo>
                <a:cubicBezTo>
                  <a:pt x="150659" y="105480"/>
                  <a:pt x="153087" y="107368"/>
                  <a:pt x="155984" y="108520"/>
                </a:cubicBezTo>
                <a:cubicBezTo>
                  <a:pt x="158881" y="109672"/>
                  <a:pt x="162207" y="110248"/>
                  <a:pt x="165963" y="110248"/>
                </a:cubicBezTo>
                <a:cubicBezTo>
                  <a:pt x="169986" y="110248"/>
                  <a:pt x="173326" y="109471"/>
                  <a:pt x="175981" y="107917"/>
                </a:cubicBezTo>
                <a:cubicBezTo>
                  <a:pt x="178637" y="106362"/>
                  <a:pt x="180756" y="104112"/>
                  <a:pt x="182339" y="101164"/>
                </a:cubicBezTo>
                <a:cubicBezTo>
                  <a:pt x="183921" y="98217"/>
                  <a:pt x="185035" y="94613"/>
                  <a:pt x="185678" y="90353"/>
                </a:cubicBezTo>
                <a:cubicBezTo>
                  <a:pt x="186322" y="86093"/>
                  <a:pt x="186644" y="81231"/>
                  <a:pt x="186644" y="75765"/>
                </a:cubicBezTo>
                <a:close/>
                <a:moveTo>
                  <a:pt x="220176" y="119422"/>
                </a:moveTo>
                <a:lnTo>
                  <a:pt x="220176" y="52629"/>
                </a:lnTo>
                <a:cubicBezTo>
                  <a:pt x="220176" y="50805"/>
                  <a:pt x="220163" y="48941"/>
                  <a:pt x="220136" y="47036"/>
                </a:cubicBezTo>
                <a:cubicBezTo>
                  <a:pt x="220109" y="45132"/>
                  <a:pt x="220069" y="43294"/>
                  <a:pt x="220015" y="41524"/>
                </a:cubicBezTo>
                <a:cubicBezTo>
                  <a:pt x="219962" y="39754"/>
                  <a:pt x="219908" y="38090"/>
                  <a:pt x="219854" y="36535"/>
                </a:cubicBezTo>
                <a:cubicBezTo>
                  <a:pt x="219801" y="34979"/>
                  <a:pt x="219747" y="33584"/>
                  <a:pt x="219693" y="32350"/>
                </a:cubicBezTo>
                <a:lnTo>
                  <a:pt x="233374" y="32350"/>
                </a:lnTo>
                <a:cubicBezTo>
                  <a:pt x="233427" y="33584"/>
                  <a:pt x="233494" y="34992"/>
                  <a:pt x="233575" y="36575"/>
                </a:cubicBezTo>
                <a:cubicBezTo>
                  <a:pt x="233655" y="38158"/>
                  <a:pt x="233736" y="39780"/>
                  <a:pt x="233816" y="41444"/>
                </a:cubicBezTo>
                <a:cubicBezTo>
                  <a:pt x="233897" y="43107"/>
                  <a:pt x="233950" y="44703"/>
                  <a:pt x="233977" y="46232"/>
                </a:cubicBezTo>
                <a:cubicBezTo>
                  <a:pt x="234004" y="47761"/>
                  <a:pt x="234018" y="49062"/>
                  <a:pt x="234018" y="50135"/>
                </a:cubicBezTo>
                <a:lnTo>
                  <a:pt x="234339" y="50135"/>
                </a:lnTo>
                <a:cubicBezTo>
                  <a:pt x="235359" y="46808"/>
                  <a:pt x="236445" y="43925"/>
                  <a:pt x="237599" y="41484"/>
                </a:cubicBezTo>
                <a:cubicBezTo>
                  <a:pt x="238752" y="39043"/>
                  <a:pt x="240107" y="37031"/>
                  <a:pt x="241662" y="35448"/>
                </a:cubicBezTo>
                <a:cubicBezTo>
                  <a:pt x="243218" y="33866"/>
                  <a:pt x="245069" y="32685"/>
                  <a:pt x="247215" y="31907"/>
                </a:cubicBezTo>
                <a:cubicBezTo>
                  <a:pt x="249361" y="31130"/>
                  <a:pt x="251963" y="30741"/>
                  <a:pt x="255021" y="30741"/>
                </a:cubicBezTo>
                <a:cubicBezTo>
                  <a:pt x="256201" y="30741"/>
                  <a:pt x="257328" y="30835"/>
                  <a:pt x="258401" y="31025"/>
                </a:cubicBezTo>
                <a:cubicBezTo>
                  <a:pt x="259474" y="31213"/>
                  <a:pt x="260305" y="31388"/>
                  <a:pt x="260895" y="31550"/>
                </a:cubicBezTo>
                <a:lnTo>
                  <a:pt x="260895" y="44904"/>
                </a:lnTo>
                <a:cubicBezTo>
                  <a:pt x="259930" y="44636"/>
                  <a:pt x="258803" y="44434"/>
                  <a:pt x="257516" y="44300"/>
                </a:cubicBezTo>
                <a:cubicBezTo>
                  <a:pt x="256228" y="44166"/>
                  <a:pt x="254780" y="44099"/>
                  <a:pt x="253170" y="44099"/>
                </a:cubicBezTo>
                <a:cubicBezTo>
                  <a:pt x="249844" y="44099"/>
                  <a:pt x="247014" y="44849"/>
                  <a:pt x="244680" y="46350"/>
                </a:cubicBezTo>
                <a:cubicBezTo>
                  <a:pt x="242346" y="47850"/>
                  <a:pt x="240442" y="49928"/>
                  <a:pt x="238967" y="52581"/>
                </a:cubicBezTo>
                <a:cubicBezTo>
                  <a:pt x="237491" y="55234"/>
                  <a:pt x="236405" y="58396"/>
                  <a:pt x="235707" y="62067"/>
                </a:cubicBezTo>
                <a:cubicBezTo>
                  <a:pt x="235010" y="65737"/>
                  <a:pt x="234661" y="69742"/>
                  <a:pt x="234661" y="74083"/>
                </a:cubicBezTo>
                <a:lnTo>
                  <a:pt x="234661" y="119422"/>
                </a:lnTo>
                <a:lnTo>
                  <a:pt x="220176" y="119422"/>
                </a:lnTo>
                <a:close/>
                <a:moveTo>
                  <a:pt x="274655" y="13841"/>
                </a:moveTo>
                <a:lnTo>
                  <a:pt x="274655" y="0"/>
                </a:lnTo>
                <a:lnTo>
                  <a:pt x="289140" y="0"/>
                </a:lnTo>
                <a:lnTo>
                  <a:pt x="289140" y="13841"/>
                </a:lnTo>
                <a:lnTo>
                  <a:pt x="274655" y="13841"/>
                </a:lnTo>
                <a:moveTo>
                  <a:pt x="274655" y="119422"/>
                </a:moveTo>
                <a:lnTo>
                  <a:pt x="274655" y="32350"/>
                </a:lnTo>
                <a:lnTo>
                  <a:pt x="289140" y="32350"/>
                </a:lnTo>
                <a:lnTo>
                  <a:pt x="289140" y="119422"/>
                </a:lnTo>
                <a:lnTo>
                  <a:pt x="274655" y="119422"/>
                </a:lnTo>
                <a:close/>
                <a:moveTo>
                  <a:pt x="384956" y="75805"/>
                </a:moveTo>
                <a:cubicBezTo>
                  <a:pt x="384956" y="91042"/>
                  <a:pt x="381603" y="102388"/>
                  <a:pt x="374897" y="109845"/>
                </a:cubicBezTo>
                <a:cubicBezTo>
                  <a:pt x="368190" y="117303"/>
                  <a:pt x="358453" y="121031"/>
                  <a:pt x="345685" y="121031"/>
                </a:cubicBezTo>
                <a:cubicBezTo>
                  <a:pt x="339623" y="121031"/>
                  <a:pt x="334204" y="120119"/>
                  <a:pt x="329429" y="118295"/>
                </a:cubicBezTo>
                <a:cubicBezTo>
                  <a:pt x="324655" y="116471"/>
                  <a:pt x="320618" y="113681"/>
                  <a:pt x="317318" y="109926"/>
                </a:cubicBezTo>
                <a:cubicBezTo>
                  <a:pt x="314019" y="106170"/>
                  <a:pt x="311497" y="101463"/>
                  <a:pt x="309754" y="95803"/>
                </a:cubicBezTo>
                <a:cubicBezTo>
                  <a:pt x="308010" y="90143"/>
                  <a:pt x="307138" y="83477"/>
                  <a:pt x="307138" y="75805"/>
                </a:cubicBezTo>
                <a:cubicBezTo>
                  <a:pt x="307138" y="45762"/>
                  <a:pt x="320148" y="30741"/>
                  <a:pt x="346168" y="30741"/>
                </a:cubicBezTo>
                <a:cubicBezTo>
                  <a:pt x="352927" y="30741"/>
                  <a:pt x="358762" y="31679"/>
                  <a:pt x="363671" y="33557"/>
                </a:cubicBezTo>
                <a:cubicBezTo>
                  <a:pt x="368579" y="35435"/>
                  <a:pt x="372603" y="38251"/>
                  <a:pt x="375741" y="42007"/>
                </a:cubicBezTo>
                <a:cubicBezTo>
                  <a:pt x="378880" y="45762"/>
                  <a:pt x="381200" y="50456"/>
                  <a:pt x="382702" y="56090"/>
                </a:cubicBezTo>
                <a:cubicBezTo>
                  <a:pt x="384205" y="61723"/>
                  <a:pt x="384956" y="68295"/>
                  <a:pt x="384956" y="75805"/>
                </a:cubicBezTo>
                <a:moveTo>
                  <a:pt x="369746" y="75805"/>
                </a:moveTo>
                <a:cubicBezTo>
                  <a:pt x="369746" y="69061"/>
                  <a:pt x="369223" y="63495"/>
                  <a:pt x="368177" y="59107"/>
                </a:cubicBezTo>
                <a:cubicBezTo>
                  <a:pt x="367131" y="54718"/>
                  <a:pt x="365602" y="51213"/>
                  <a:pt x="363590" y="48591"/>
                </a:cubicBezTo>
                <a:cubicBezTo>
                  <a:pt x="361578" y="45967"/>
                  <a:pt x="359124" y="44133"/>
                  <a:pt x="356227" y="43091"/>
                </a:cubicBezTo>
                <a:cubicBezTo>
                  <a:pt x="353330" y="42046"/>
                  <a:pt x="350057" y="41524"/>
                  <a:pt x="346409" y="41524"/>
                </a:cubicBezTo>
                <a:cubicBezTo>
                  <a:pt x="342707" y="41524"/>
                  <a:pt x="339368" y="42073"/>
                  <a:pt x="336390" y="43171"/>
                </a:cubicBezTo>
                <a:cubicBezTo>
                  <a:pt x="333413" y="44268"/>
                  <a:pt x="330878" y="46141"/>
                  <a:pt x="328786" y="48792"/>
                </a:cubicBezTo>
                <a:cubicBezTo>
                  <a:pt x="326693" y="51441"/>
                  <a:pt x="325097" y="54960"/>
                  <a:pt x="323997" y="59349"/>
                </a:cubicBezTo>
                <a:cubicBezTo>
                  <a:pt x="322898" y="63736"/>
                  <a:pt x="322348" y="69222"/>
                  <a:pt x="322348" y="75805"/>
                </a:cubicBezTo>
                <a:cubicBezTo>
                  <a:pt x="322348" y="82550"/>
                  <a:pt x="322938" y="88130"/>
                  <a:pt x="324118" y="92546"/>
                </a:cubicBezTo>
                <a:cubicBezTo>
                  <a:pt x="325298" y="96961"/>
                  <a:pt x="326921" y="100480"/>
                  <a:pt x="328987" y="103103"/>
                </a:cubicBezTo>
                <a:cubicBezTo>
                  <a:pt x="331052" y="105725"/>
                  <a:pt x="333493" y="107572"/>
                  <a:pt x="336310" y="108643"/>
                </a:cubicBezTo>
                <a:cubicBezTo>
                  <a:pt x="339126" y="109713"/>
                  <a:pt x="342198" y="110248"/>
                  <a:pt x="345524" y="110248"/>
                </a:cubicBezTo>
                <a:cubicBezTo>
                  <a:pt x="349226" y="110248"/>
                  <a:pt x="352579" y="109726"/>
                  <a:pt x="355583" y="108684"/>
                </a:cubicBezTo>
                <a:cubicBezTo>
                  <a:pt x="358587" y="107639"/>
                  <a:pt x="361136" y="105806"/>
                  <a:pt x="363228" y="103184"/>
                </a:cubicBezTo>
                <a:cubicBezTo>
                  <a:pt x="365320" y="100560"/>
                  <a:pt x="366930" y="97028"/>
                  <a:pt x="368056" y="92587"/>
                </a:cubicBezTo>
                <a:cubicBezTo>
                  <a:pt x="369183" y="88144"/>
                  <a:pt x="369746" y="82550"/>
                  <a:pt x="369746" y="75805"/>
                </a:cubicBezTo>
                <a:close/>
                <a:moveTo>
                  <a:pt x="403278" y="119422"/>
                </a:moveTo>
                <a:lnTo>
                  <a:pt x="403278" y="52629"/>
                </a:lnTo>
                <a:cubicBezTo>
                  <a:pt x="403278" y="50805"/>
                  <a:pt x="403265" y="48941"/>
                  <a:pt x="403238" y="47036"/>
                </a:cubicBezTo>
                <a:cubicBezTo>
                  <a:pt x="403211" y="45132"/>
                  <a:pt x="403171" y="43294"/>
                  <a:pt x="403117" y="41524"/>
                </a:cubicBezTo>
                <a:cubicBezTo>
                  <a:pt x="403064" y="39754"/>
                  <a:pt x="403010" y="38090"/>
                  <a:pt x="402957" y="36535"/>
                </a:cubicBezTo>
                <a:cubicBezTo>
                  <a:pt x="402903" y="34979"/>
                  <a:pt x="402849" y="33584"/>
                  <a:pt x="402796" y="32350"/>
                </a:cubicBezTo>
                <a:lnTo>
                  <a:pt x="416476" y="32350"/>
                </a:lnTo>
                <a:cubicBezTo>
                  <a:pt x="416530" y="33584"/>
                  <a:pt x="416597" y="34992"/>
                  <a:pt x="416677" y="36575"/>
                </a:cubicBezTo>
                <a:cubicBezTo>
                  <a:pt x="416758" y="38158"/>
                  <a:pt x="416838" y="39780"/>
                  <a:pt x="416919" y="41444"/>
                </a:cubicBezTo>
                <a:cubicBezTo>
                  <a:pt x="416999" y="43107"/>
                  <a:pt x="417053" y="44703"/>
                  <a:pt x="417079" y="46232"/>
                </a:cubicBezTo>
                <a:cubicBezTo>
                  <a:pt x="417106" y="47761"/>
                  <a:pt x="417120" y="49062"/>
                  <a:pt x="417120" y="50135"/>
                </a:cubicBezTo>
                <a:lnTo>
                  <a:pt x="417442" y="50135"/>
                </a:lnTo>
                <a:cubicBezTo>
                  <a:pt x="418461" y="46808"/>
                  <a:pt x="419547" y="43925"/>
                  <a:pt x="420701" y="41484"/>
                </a:cubicBezTo>
                <a:cubicBezTo>
                  <a:pt x="421854" y="39043"/>
                  <a:pt x="423209" y="37031"/>
                  <a:pt x="424765" y="35448"/>
                </a:cubicBezTo>
                <a:cubicBezTo>
                  <a:pt x="426320" y="33866"/>
                  <a:pt x="428171" y="32685"/>
                  <a:pt x="430317" y="31907"/>
                </a:cubicBezTo>
                <a:cubicBezTo>
                  <a:pt x="432463" y="31130"/>
                  <a:pt x="435065" y="30741"/>
                  <a:pt x="438123" y="30741"/>
                </a:cubicBezTo>
                <a:cubicBezTo>
                  <a:pt x="439303" y="30741"/>
                  <a:pt x="440430" y="30835"/>
                  <a:pt x="441503" y="31025"/>
                </a:cubicBezTo>
                <a:cubicBezTo>
                  <a:pt x="442576" y="31213"/>
                  <a:pt x="443408" y="31388"/>
                  <a:pt x="443998" y="31550"/>
                </a:cubicBezTo>
                <a:lnTo>
                  <a:pt x="443998" y="44904"/>
                </a:lnTo>
                <a:cubicBezTo>
                  <a:pt x="443032" y="44636"/>
                  <a:pt x="441905" y="44434"/>
                  <a:pt x="440618" y="44300"/>
                </a:cubicBezTo>
                <a:cubicBezTo>
                  <a:pt x="439330" y="44166"/>
                  <a:pt x="437882" y="44099"/>
                  <a:pt x="436272" y="44099"/>
                </a:cubicBezTo>
                <a:cubicBezTo>
                  <a:pt x="432946" y="44099"/>
                  <a:pt x="430116" y="44849"/>
                  <a:pt x="427782" y="46350"/>
                </a:cubicBezTo>
                <a:cubicBezTo>
                  <a:pt x="425449" y="47850"/>
                  <a:pt x="423544" y="49928"/>
                  <a:pt x="422069" y="52581"/>
                </a:cubicBezTo>
                <a:cubicBezTo>
                  <a:pt x="420593" y="55234"/>
                  <a:pt x="419507" y="58396"/>
                  <a:pt x="418810" y="62067"/>
                </a:cubicBezTo>
                <a:cubicBezTo>
                  <a:pt x="418112" y="65737"/>
                  <a:pt x="417764" y="69742"/>
                  <a:pt x="417764" y="74083"/>
                </a:cubicBezTo>
                <a:lnTo>
                  <a:pt x="417764" y="119422"/>
                </a:lnTo>
                <a:lnTo>
                  <a:pt x="403278" y="119422"/>
                </a:lnTo>
                <a:close/>
                <a:moveTo>
                  <a:pt x="537131" y="118765"/>
                </a:moveTo>
                <a:cubicBezTo>
                  <a:pt x="534932" y="119359"/>
                  <a:pt x="532692" y="119831"/>
                  <a:pt x="530412" y="120181"/>
                </a:cubicBezTo>
                <a:cubicBezTo>
                  <a:pt x="528132" y="120533"/>
                  <a:pt x="525489" y="120709"/>
                  <a:pt x="522485" y="120709"/>
                </a:cubicBezTo>
                <a:cubicBezTo>
                  <a:pt x="510897" y="120709"/>
                  <a:pt x="505103" y="114144"/>
                  <a:pt x="505103" y="101014"/>
                </a:cubicBezTo>
                <a:lnTo>
                  <a:pt x="505103" y="42972"/>
                </a:lnTo>
                <a:lnTo>
                  <a:pt x="495044" y="42972"/>
                </a:lnTo>
                <a:lnTo>
                  <a:pt x="495044" y="32350"/>
                </a:lnTo>
                <a:lnTo>
                  <a:pt x="505666" y="32350"/>
                </a:lnTo>
                <a:lnTo>
                  <a:pt x="509931" y="12876"/>
                </a:lnTo>
                <a:lnTo>
                  <a:pt x="519588" y="12876"/>
                </a:lnTo>
                <a:lnTo>
                  <a:pt x="519588" y="32350"/>
                </a:lnTo>
                <a:lnTo>
                  <a:pt x="535683" y="32350"/>
                </a:lnTo>
                <a:lnTo>
                  <a:pt x="535683" y="42972"/>
                </a:lnTo>
                <a:lnTo>
                  <a:pt x="519588" y="42972"/>
                </a:lnTo>
                <a:lnTo>
                  <a:pt x="519588" y="97802"/>
                </a:lnTo>
                <a:cubicBezTo>
                  <a:pt x="519588" y="101977"/>
                  <a:pt x="520272" y="104907"/>
                  <a:pt x="521640" y="106594"/>
                </a:cubicBezTo>
                <a:cubicBezTo>
                  <a:pt x="523008" y="108279"/>
                  <a:pt x="525382" y="109121"/>
                  <a:pt x="528762" y="109121"/>
                </a:cubicBezTo>
                <a:cubicBezTo>
                  <a:pt x="530157" y="109121"/>
                  <a:pt x="531511" y="109014"/>
                  <a:pt x="532826" y="108799"/>
                </a:cubicBezTo>
                <a:cubicBezTo>
                  <a:pt x="534140" y="108585"/>
                  <a:pt x="535575" y="108316"/>
                  <a:pt x="537131" y="107995"/>
                </a:cubicBezTo>
                <a:lnTo>
                  <a:pt x="537131" y="118765"/>
                </a:lnTo>
                <a:close/>
                <a:moveTo>
                  <a:pt x="563634" y="32350"/>
                </a:moveTo>
                <a:lnTo>
                  <a:pt x="563634" y="87497"/>
                </a:lnTo>
                <a:cubicBezTo>
                  <a:pt x="563634" y="91731"/>
                  <a:pt x="563943" y="95269"/>
                  <a:pt x="564560" y="98109"/>
                </a:cubicBezTo>
                <a:cubicBezTo>
                  <a:pt x="565177" y="100949"/>
                  <a:pt x="566183" y="103240"/>
                  <a:pt x="567577" y="104982"/>
                </a:cubicBezTo>
                <a:cubicBezTo>
                  <a:pt x="568972" y="106724"/>
                  <a:pt x="570810" y="107957"/>
                  <a:pt x="573090" y="108681"/>
                </a:cubicBezTo>
                <a:cubicBezTo>
                  <a:pt x="575370" y="109404"/>
                  <a:pt x="578200" y="109765"/>
                  <a:pt x="581580" y="109765"/>
                </a:cubicBezTo>
                <a:cubicBezTo>
                  <a:pt x="585013" y="109765"/>
                  <a:pt x="588111" y="109162"/>
                  <a:pt x="590874" y="107957"/>
                </a:cubicBezTo>
                <a:cubicBezTo>
                  <a:pt x="593637" y="106750"/>
                  <a:pt x="595998" y="105008"/>
                  <a:pt x="597956" y="102731"/>
                </a:cubicBezTo>
                <a:cubicBezTo>
                  <a:pt x="599914" y="100453"/>
                  <a:pt x="601430" y="97639"/>
                  <a:pt x="602503" y="94289"/>
                </a:cubicBezTo>
                <a:cubicBezTo>
                  <a:pt x="603576" y="90939"/>
                  <a:pt x="604112" y="87094"/>
                  <a:pt x="604112" y="82754"/>
                </a:cubicBezTo>
                <a:lnTo>
                  <a:pt x="604112" y="32350"/>
                </a:lnTo>
                <a:lnTo>
                  <a:pt x="618597" y="32350"/>
                </a:lnTo>
                <a:lnTo>
                  <a:pt x="618597" y="100832"/>
                </a:lnTo>
                <a:cubicBezTo>
                  <a:pt x="618597" y="102657"/>
                  <a:pt x="618611" y="104574"/>
                  <a:pt x="618637" y="106586"/>
                </a:cubicBezTo>
                <a:cubicBezTo>
                  <a:pt x="618664" y="108598"/>
                  <a:pt x="618704" y="110503"/>
                  <a:pt x="618758" y="112300"/>
                </a:cubicBezTo>
                <a:cubicBezTo>
                  <a:pt x="618812" y="114097"/>
                  <a:pt x="618865" y="115639"/>
                  <a:pt x="618919" y="116927"/>
                </a:cubicBezTo>
                <a:cubicBezTo>
                  <a:pt x="618973" y="118215"/>
                  <a:pt x="619026" y="119046"/>
                  <a:pt x="619080" y="119422"/>
                </a:cubicBezTo>
                <a:lnTo>
                  <a:pt x="605400" y="119422"/>
                </a:lnTo>
                <a:cubicBezTo>
                  <a:pt x="605346" y="119152"/>
                  <a:pt x="605292" y="118424"/>
                  <a:pt x="605239" y="117239"/>
                </a:cubicBezTo>
                <a:cubicBezTo>
                  <a:pt x="605185" y="116052"/>
                  <a:pt x="605118" y="114690"/>
                  <a:pt x="605037" y="113152"/>
                </a:cubicBezTo>
                <a:cubicBezTo>
                  <a:pt x="604957" y="111615"/>
                  <a:pt x="604890" y="110051"/>
                  <a:pt x="604836" y="108460"/>
                </a:cubicBezTo>
                <a:cubicBezTo>
                  <a:pt x="604783" y="106867"/>
                  <a:pt x="604756" y="105532"/>
                  <a:pt x="604756" y="104454"/>
                </a:cubicBezTo>
                <a:lnTo>
                  <a:pt x="604514" y="104454"/>
                </a:lnTo>
                <a:cubicBezTo>
                  <a:pt x="603120" y="106987"/>
                  <a:pt x="601591" y="109278"/>
                  <a:pt x="599927" y="111327"/>
                </a:cubicBezTo>
                <a:cubicBezTo>
                  <a:pt x="598264" y="113375"/>
                  <a:pt x="596333" y="115114"/>
                  <a:pt x="594133" y="116542"/>
                </a:cubicBezTo>
                <a:cubicBezTo>
                  <a:pt x="591934" y="117971"/>
                  <a:pt x="589412" y="119075"/>
                  <a:pt x="586569" y="119857"/>
                </a:cubicBezTo>
                <a:cubicBezTo>
                  <a:pt x="583726" y="120640"/>
                  <a:pt x="580426" y="121031"/>
                  <a:pt x="576671" y="121031"/>
                </a:cubicBezTo>
                <a:cubicBezTo>
                  <a:pt x="571842" y="121031"/>
                  <a:pt x="567685" y="120441"/>
                  <a:pt x="564198" y="119261"/>
                </a:cubicBezTo>
                <a:cubicBezTo>
                  <a:pt x="560710" y="118080"/>
                  <a:pt x="557840" y="116256"/>
                  <a:pt x="555587" y="113789"/>
                </a:cubicBezTo>
                <a:cubicBezTo>
                  <a:pt x="553334" y="111321"/>
                  <a:pt x="551684" y="108155"/>
                  <a:pt x="550638" y="104293"/>
                </a:cubicBezTo>
                <a:cubicBezTo>
                  <a:pt x="549592" y="100430"/>
                  <a:pt x="549069" y="95789"/>
                  <a:pt x="549069" y="90371"/>
                </a:cubicBezTo>
                <a:lnTo>
                  <a:pt x="549069" y="32350"/>
                </a:lnTo>
                <a:lnTo>
                  <a:pt x="563634" y="32350"/>
                </a:lnTo>
                <a:close/>
                <a:moveTo>
                  <a:pt x="641426" y="119422"/>
                </a:moveTo>
                <a:lnTo>
                  <a:pt x="641426" y="52629"/>
                </a:lnTo>
                <a:cubicBezTo>
                  <a:pt x="641426" y="50805"/>
                  <a:pt x="641413" y="48941"/>
                  <a:pt x="641386" y="47036"/>
                </a:cubicBezTo>
                <a:cubicBezTo>
                  <a:pt x="641359" y="45132"/>
                  <a:pt x="641319" y="43294"/>
                  <a:pt x="641265" y="41524"/>
                </a:cubicBezTo>
                <a:cubicBezTo>
                  <a:pt x="641212" y="39754"/>
                  <a:pt x="641158" y="38090"/>
                  <a:pt x="641104" y="36535"/>
                </a:cubicBezTo>
                <a:cubicBezTo>
                  <a:pt x="641051" y="34979"/>
                  <a:pt x="640997" y="33584"/>
                  <a:pt x="640944" y="32350"/>
                </a:cubicBezTo>
                <a:lnTo>
                  <a:pt x="654624" y="32350"/>
                </a:lnTo>
                <a:cubicBezTo>
                  <a:pt x="654678" y="33584"/>
                  <a:pt x="654745" y="34992"/>
                  <a:pt x="654825" y="36575"/>
                </a:cubicBezTo>
                <a:cubicBezTo>
                  <a:pt x="654906" y="38158"/>
                  <a:pt x="654986" y="39780"/>
                  <a:pt x="655067" y="41444"/>
                </a:cubicBezTo>
                <a:cubicBezTo>
                  <a:pt x="655147" y="43107"/>
                  <a:pt x="655201" y="44703"/>
                  <a:pt x="655227" y="46232"/>
                </a:cubicBezTo>
                <a:cubicBezTo>
                  <a:pt x="655254" y="47761"/>
                  <a:pt x="655268" y="49062"/>
                  <a:pt x="655268" y="50135"/>
                </a:cubicBezTo>
                <a:lnTo>
                  <a:pt x="655590" y="50135"/>
                </a:lnTo>
                <a:cubicBezTo>
                  <a:pt x="656609" y="46808"/>
                  <a:pt x="657695" y="43925"/>
                  <a:pt x="658849" y="41484"/>
                </a:cubicBezTo>
                <a:cubicBezTo>
                  <a:pt x="660002" y="39043"/>
                  <a:pt x="661357" y="37031"/>
                  <a:pt x="662913" y="35448"/>
                </a:cubicBezTo>
                <a:cubicBezTo>
                  <a:pt x="664468" y="33866"/>
                  <a:pt x="666319" y="32685"/>
                  <a:pt x="668465" y="31907"/>
                </a:cubicBezTo>
                <a:cubicBezTo>
                  <a:pt x="670611" y="31130"/>
                  <a:pt x="673213" y="30741"/>
                  <a:pt x="676271" y="30741"/>
                </a:cubicBezTo>
                <a:cubicBezTo>
                  <a:pt x="677451" y="30741"/>
                  <a:pt x="678578" y="30835"/>
                  <a:pt x="679651" y="31025"/>
                </a:cubicBezTo>
                <a:cubicBezTo>
                  <a:pt x="680724" y="31213"/>
                  <a:pt x="681556" y="31388"/>
                  <a:pt x="682146" y="31550"/>
                </a:cubicBezTo>
                <a:lnTo>
                  <a:pt x="682146" y="44904"/>
                </a:lnTo>
                <a:cubicBezTo>
                  <a:pt x="681180" y="44636"/>
                  <a:pt x="680053" y="44434"/>
                  <a:pt x="678766" y="44300"/>
                </a:cubicBezTo>
                <a:cubicBezTo>
                  <a:pt x="677478" y="44166"/>
                  <a:pt x="676030" y="44099"/>
                  <a:pt x="674420" y="44099"/>
                </a:cubicBezTo>
                <a:cubicBezTo>
                  <a:pt x="671094" y="44099"/>
                  <a:pt x="668264" y="44849"/>
                  <a:pt x="665930" y="46350"/>
                </a:cubicBezTo>
                <a:cubicBezTo>
                  <a:pt x="663597" y="47850"/>
                  <a:pt x="661692" y="49928"/>
                  <a:pt x="660217" y="52581"/>
                </a:cubicBezTo>
                <a:cubicBezTo>
                  <a:pt x="658741" y="55234"/>
                  <a:pt x="657655" y="58396"/>
                  <a:pt x="656958" y="62067"/>
                </a:cubicBezTo>
                <a:cubicBezTo>
                  <a:pt x="656260" y="65737"/>
                  <a:pt x="655912" y="69742"/>
                  <a:pt x="655912" y="74083"/>
                </a:cubicBezTo>
                <a:lnTo>
                  <a:pt x="655912" y="119422"/>
                </a:lnTo>
                <a:lnTo>
                  <a:pt x="641426" y="119422"/>
                </a:lnTo>
                <a:close/>
                <a:moveTo>
                  <a:pt x="751270" y="119422"/>
                </a:moveTo>
                <a:lnTo>
                  <a:pt x="751270" y="64275"/>
                </a:lnTo>
                <a:cubicBezTo>
                  <a:pt x="751270" y="60040"/>
                  <a:pt x="750962" y="56503"/>
                  <a:pt x="750345" y="53663"/>
                </a:cubicBezTo>
                <a:cubicBezTo>
                  <a:pt x="749728" y="50823"/>
                  <a:pt x="748722" y="48532"/>
                  <a:pt x="747327" y="46790"/>
                </a:cubicBezTo>
                <a:cubicBezTo>
                  <a:pt x="745932" y="45048"/>
                  <a:pt x="744095" y="43816"/>
                  <a:pt x="741815" y="43093"/>
                </a:cubicBezTo>
                <a:cubicBezTo>
                  <a:pt x="739535" y="42369"/>
                  <a:pt x="736705" y="42007"/>
                  <a:pt x="733325" y="42007"/>
                </a:cubicBezTo>
                <a:cubicBezTo>
                  <a:pt x="729891" y="42007"/>
                  <a:pt x="726793" y="42610"/>
                  <a:pt x="724030" y="43817"/>
                </a:cubicBezTo>
                <a:cubicBezTo>
                  <a:pt x="721267" y="45023"/>
                  <a:pt x="718907" y="46765"/>
                  <a:pt x="716949" y="49043"/>
                </a:cubicBezTo>
                <a:cubicBezTo>
                  <a:pt x="714990" y="51320"/>
                  <a:pt x="713475" y="54133"/>
                  <a:pt x="712402" y="57483"/>
                </a:cubicBezTo>
                <a:cubicBezTo>
                  <a:pt x="711329" y="60832"/>
                  <a:pt x="710792" y="64678"/>
                  <a:pt x="710792" y="69018"/>
                </a:cubicBezTo>
                <a:lnTo>
                  <a:pt x="710792" y="119422"/>
                </a:lnTo>
                <a:lnTo>
                  <a:pt x="696307" y="119422"/>
                </a:lnTo>
                <a:lnTo>
                  <a:pt x="696307" y="50939"/>
                </a:lnTo>
                <a:cubicBezTo>
                  <a:pt x="696307" y="49115"/>
                  <a:pt x="696294" y="47197"/>
                  <a:pt x="696267" y="45185"/>
                </a:cubicBezTo>
                <a:cubicBezTo>
                  <a:pt x="696240" y="43174"/>
                  <a:pt x="696200" y="41269"/>
                  <a:pt x="696146" y="39472"/>
                </a:cubicBezTo>
                <a:cubicBezTo>
                  <a:pt x="696093" y="37675"/>
                  <a:pt x="696039" y="36132"/>
                  <a:pt x="695985" y="34845"/>
                </a:cubicBezTo>
                <a:cubicBezTo>
                  <a:pt x="695932" y="33557"/>
                  <a:pt x="695878" y="32726"/>
                  <a:pt x="695824" y="32350"/>
                </a:cubicBezTo>
                <a:lnTo>
                  <a:pt x="709505" y="32350"/>
                </a:lnTo>
                <a:cubicBezTo>
                  <a:pt x="709559" y="32620"/>
                  <a:pt x="709612" y="33348"/>
                  <a:pt x="709666" y="34535"/>
                </a:cubicBezTo>
                <a:cubicBezTo>
                  <a:pt x="709719" y="35721"/>
                  <a:pt x="709787" y="37082"/>
                  <a:pt x="709867" y="38619"/>
                </a:cubicBezTo>
                <a:cubicBezTo>
                  <a:pt x="709947" y="40157"/>
                  <a:pt x="710015" y="41722"/>
                  <a:pt x="710068" y="43315"/>
                </a:cubicBezTo>
                <a:cubicBezTo>
                  <a:pt x="710122" y="44906"/>
                  <a:pt x="710149" y="46240"/>
                  <a:pt x="710149" y="47318"/>
                </a:cubicBezTo>
                <a:lnTo>
                  <a:pt x="710390" y="47318"/>
                </a:lnTo>
                <a:cubicBezTo>
                  <a:pt x="711785" y="44785"/>
                  <a:pt x="713314" y="42494"/>
                  <a:pt x="714977" y="40445"/>
                </a:cubicBezTo>
                <a:cubicBezTo>
                  <a:pt x="716640" y="38396"/>
                  <a:pt x="718571" y="36658"/>
                  <a:pt x="720771" y="35230"/>
                </a:cubicBezTo>
                <a:cubicBezTo>
                  <a:pt x="722971" y="33801"/>
                  <a:pt x="725492" y="32696"/>
                  <a:pt x="728336" y="31915"/>
                </a:cubicBezTo>
                <a:cubicBezTo>
                  <a:pt x="731179" y="31132"/>
                  <a:pt x="734478" y="30741"/>
                  <a:pt x="738234" y="30741"/>
                </a:cubicBezTo>
                <a:cubicBezTo>
                  <a:pt x="743062" y="30741"/>
                  <a:pt x="747220" y="31331"/>
                  <a:pt x="750707" y="32511"/>
                </a:cubicBezTo>
                <a:cubicBezTo>
                  <a:pt x="754194" y="33691"/>
                  <a:pt x="757064" y="35515"/>
                  <a:pt x="759318" y="37983"/>
                </a:cubicBezTo>
                <a:cubicBezTo>
                  <a:pt x="761571" y="40451"/>
                  <a:pt x="763220" y="43630"/>
                  <a:pt x="764267" y="47519"/>
                </a:cubicBezTo>
                <a:cubicBezTo>
                  <a:pt x="765313" y="51409"/>
                  <a:pt x="765836" y="56036"/>
                  <a:pt x="765836" y="61401"/>
                </a:cubicBezTo>
                <a:lnTo>
                  <a:pt x="765836" y="119422"/>
                </a:lnTo>
                <a:lnTo>
                  <a:pt x="751270" y="119422"/>
                </a:lnTo>
                <a:close/>
                <a:moveTo>
                  <a:pt x="852963" y="95338"/>
                </a:moveTo>
                <a:cubicBezTo>
                  <a:pt x="852963" y="99418"/>
                  <a:pt x="852172" y="103056"/>
                  <a:pt x="850589" y="106252"/>
                </a:cubicBezTo>
                <a:cubicBezTo>
                  <a:pt x="849006" y="109446"/>
                  <a:pt x="846713" y="112131"/>
                  <a:pt x="843709" y="114307"/>
                </a:cubicBezTo>
                <a:cubicBezTo>
                  <a:pt x="840704" y="116481"/>
                  <a:pt x="837016" y="118146"/>
                  <a:pt x="832644" y="119301"/>
                </a:cubicBezTo>
                <a:cubicBezTo>
                  <a:pt x="828271" y="120454"/>
                  <a:pt x="823268" y="121031"/>
                  <a:pt x="817635" y="121031"/>
                </a:cubicBezTo>
                <a:cubicBezTo>
                  <a:pt x="812592" y="121031"/>
                  <a:pt x="808046" y="120641"/>
                  <a:pt x="803995" y="119859"/>
                </a:cubicBezTo>
                <a:cubicBezTo>
                  <a:pt x="799945" y="119080"/>
                  <a:pt x="796390" y="117829"/>
                  <a:pt x="793333" y="116107"/>
                </a:cubicBezTo>
                <a:cubicBezTo>
                  <a:pt x="790275" y="114384"/>
                  <a:pt x="787713" y="112110"/>
                  <a:pt x="785647" y="109285"/>
                </a:cubicBezTo>
                <a:cubicBezTo>
                  <a:pt x="783582" y="106458"/>
                  <a:pt x="782066" y="102999"/>
                  <a:pt x="781101" y="98909"/>
                </a:cubicBezTo>
                <a:lnTo>
                  <a:pt x="793896" y="96406"/>
                </a:lnTo>
                <a:cubicBezTo>
                  <a:pt x="795130" y="101074"/>
                  <a:pt x="797678" y="104494"/>
                  <a:pt x="801541" y="106667"/>
                </a:cubicBezTo>
                <a:cubicBezTo>
                  <a:pt x="805403" y="108840"/>
                  <a:pt x="810768" y="109926"/>
                  <a:pt x="817635" y="109926"/>
                </a:cubicBezTo>
                <a:cubicBezTo>
                  <a:pt x="820747" y="109926"/>
                  <a:pt x="823604" y="109712"/>
                  <a:pt x="826206" y="109285"/>
                </a:cubicBezTo>
                <a:cubicBezTo>
                  <a:pt x="828808" y="108857"/>
                  <a:pt x="831047" y="108123"/>
                  <a:pt x="832925" y="107082"/>
                </a:cubicBezTo>
                <a:cubicBezTo>
                  <a:pt x="834803" y="106041"/>
                  <a:pt x="836265" y="104652"/>
                  <a:pt x="837311" y="102915"/>
                </a:cubicBezTo>
                <a:cubicBezTo>
                  <a:pt x="838357" y="101178"/>
                  <a:pt x="838880" y="99028"/>
                  <a:pt x="838880" y="96464"/>
                </a:cubicBezTo>
                <a:cubicBezTo>
                  <a:pt x="838880" y="93834"/>
                  <a:pt x="838263" y="91673"/>
                  <a:pt x="837029" y="89981"/>
                </a:cubicBezTo>
                <a:cubicBezTo>
                  <a:pt x="835795" y="88290"/>
                  <a:pt x="834079" y="86880"/>
                  <a:pt x="831879" y="85754"/>
                </a:cubicBezTo>
                <a:cubicBezTo>
                  <a:pt x="829679" y="84626"/>
                  <a:pt x="827010" y="83646"/>
                  <a:pt x="823872" y="82814"/>
                </a:cubicBezTo>
                <a:cubicBezTo>
                  <a:pt x="820734" y="81981"/>
                  <a:pt x="817287" y="81054"/>
                  <a:pt x="813531" y="80033"/>
                </a:cubicBezTo>
                <a:cubicBezTo>
                  <a:pt x="810044" y="79121"/>
                  <a:pt x="806584" y="78101"/>
                  <a:pt x="803150" y="76975"/>
                </a:cubicBezTo>
                <a:cubicBezTo>
                  <a:pt x="799717" y="75846"/>
                  <a:pt x="796618" y="74356"/>
                  <a:pt x="793856" y="72504"/>
                </a:cubicBezTo>
                <a:cubicBezTo>
                  <a:pt x="791093" y="70651"/>
                  <a:pt x="788853" y="68356"/>
                  <a:pt x="787136" y="65618"/>
                </a:cubicBezTo>
                <a:cubicBezTo>
                  <a:pt x="785419" y="62879"/>
                  <a:pt x="784561" y="59442"/>
                  <a:pt x="784561" y="55307"/>
                </a:cubicBezTo>
                <a:cubicBezTo>
                  <a:pt x="784561" y="47359"/>
                  <a:pt x="787391" y="41304"/>
                  <a:pt x="793051" y="37143"/>
                </a:cubicBezTo>
                <a:cubicBezTo>
                  <a:pt x="798711" y="32982"/>
                  <a:pt x="806959" y="30902"/>
                  <a:pt x="817796" y="30902"/>
                </a:cubicBezTo>
                <a:cubicBezTo>
                  <a:pt x="827399" y="30902"/>
                  <a:pt x="835031" y="32586"/>
                  <a:pt x="840691" y="35954"/>
                </a:cubicBezTo>
                <a:cubicBezTo>
                  <a:pt x="846351" y="39322"/>
                  <a:pt x="849932" y="44721"/>
                  <a:pt x="851434" y="52151"/>
                </a:cubicBezTo>
                <a:lnTo>
                  <a:pt x="838397" y="53756"/>
                </a:lnTo>
                <a:cubicBezTo>
                  <a:pt x="837914" y="51518"/>
                  <a:pt x="837029" y="49639"/>
                  <a:pt x="835742" y="48120"/>
                </a:cubicBezTo>
                <a:cubicBezTo>
                  <a:pt x="834454" y="46601"/>
                  <a:pt x="832898" y="45376"/>
                  <a:pt x="831074" y="44444"/>
                </a:cubicBezTo>
                <a:cubicBezTo>
                  <a:pt x="829250" y="43511"/>
                  <a:pt x="827198" y="42846"/>
                  <a:pt x="824918" y="42447"/>
                </a:cubicBezTo>
                <a:cubicBezTo>
                  <a:pt x="822638" y="42046"/>
                  <a:pt x="820264" y="41846"/>
                  <a:pt x="817796" y="41846"/>
                </a:cubicBezTo>
                <a:cubicBezTo>
                  <a:pt x="811251" y="41846"/>
                  <a:pt x="806423" y="42840"/>
                  <a:pt x="803311" y="44828"/>
                </a:cubicBezTo>
                <a:cubicBezTo>
                  <a:pt x="800200" y="46817"/>
                  <a:pt x="798644" y="49826"/>
                  <a:pt x="798644" y="53856"/>
                </a:cubicBezTo>
                <a:cubicBezTo>
                  <a:pt x="798644" y="56219"/>
                  <a:pt x="799220" y="58165"/>
                  <a:pt x="800374" y="59696"/>
                </a:cubicBezTo>
                <a:cubicBezTo>
                  <a:pt x="801527" y="61226"/>
                  <a:pt x="803137" y="62516"/>
                  <a:pt x="805202" y="63563"/>
                </a:cubicBezTo>
                <a:cubicBezTo>
                  <a:pt x="807268" y="64610"/>
                  <a:pt x="809749" y="65522"/>
                  <a:pt x="812646" y="66302"/>
                </a:cubicBezTo>
                <a:cubicBezTo>
                  <a:pt x="815543" y="67080"/>
                  <a:pt x="818735" y="67898"/>
                  <a:pt x="822222" y="68756"/>
                </a:cubicBezTo>
                <a:cubicBezTo>
                  <a:pt x="824529" y="69348"/>
                  <a:pt x="826890" y="69980"/>
                  <a:pt x="829304" y="70650"/>
                </a:cubicBezTo>
                <a:cubicBezTo>
                  <a:pt x="831718" y="71321"/>
                  <a:pt x="834065" y="72126"/>
                  <a:pt x="836345" y="73067"/>
                </a:cubicBezTo>
                <a:cubicBezTo>
                  <a:pt x="838625" y="74006"/>
                  <a:pt x="840771" y="75106"/>
                  <a:pt x="842783" y="76369"/>
                </a:cubicBezTo>
                <a:cubicBezTo>
                  <a:pt x="844795" y="77631"/>
                  <a:pt x="846552" y="79148"/>
                  <a:pt x="848054" y="80920"/>
                </a:cubicBezTo>
                <a:cubicBezTo>
                  <a:pt x="849556" y="82693"/>
                  <a:pt x="850750" y="84760"/>
                  <a:pt x="851635" y="87122"/>
                </a:cubicBezTo>
                <a:cubicBezTo>
                  <a:pt x="852520" y="89484"/>
                  <a:pt x="852963" y="92223"/>
                  <a:pt x="852963" y="953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D28511-F3CD-4899-9847-CAC14EFD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31" y="2367457"/>
            <a:ext cx="287591" cy="243916"/>
          </a:xfrm>
          <a:custGeom xmlns:a="http://schemas.openxmlformats.org/drawingml/2006/main">
            <a:pathLst>
              <a:path w="287591" h="243916" fill="none">
                <a:moveTo>
                  <a:pt x="287591" y="24391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3FD23-27E2-407C-BB21-B2C20B02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79" y="2559184"/>
            <a:ext cx="104516" cy="98885"/>
          </a:xfrm>
          <a:custGeom xmlns:a="http://schemas.openxmlformats.org/drawingml/2006/main">
            <a:pathLst>
              <a:path w="104516" h="98885">
                <a:moveTo>
                  <a:pt x="104516" y="98885"/>
                </a:moveTo>
                <a:lnTo>
                  <a:pt x="0" y="73340"/>
                </a:lnTo>
                <a:lnTo>
                  <a:pt x="49443" y="52189"/>
                </a:lnTo>
                <a:lnTo>
                  <a:pt x="62215" y="0"/>
                </a:lnTo>
                <a:lnTo>
                  <a:pt x="104516" y="98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779BD-9393-47FD-ACE0-C48A7C72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79" y="2559184"/>
            <a:ext cx="104516" cy="98885"/>
          </a:xfrm>
          <a:custGeom xmlns:a="http://schemas.openxmlformats.org/drawingml/2006/main">
            <a:pathLst>
              <a:path w="104516" h="98885" fill="none">
                <a:moveTo>
                  <a:pt x="104516" y="98885"/>
                </a:moveTo>
                <a:lnTo>
                  <a:pt x="0" y="73340"/>
                </a:lnTo>
                <a:lnTo>
                  <a:pt x="49443" y="52189"/>
                </a:lnTo>
                <a:lnTo>
                  <a:pt x="62215" y="0"/>
                </a:lnTo>
                <a:lnTo>
                  <a:pt x="104516" y="988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52EE7D-AC9E-4FFF-BD16-B69E528C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016" y="2091129"/>
            <a:ext cx="770616" cy="722959"/>
          </a:xfrm>
          <a:custGeom xmlns:a="http://schemas.openxmlformats.org/drawingml/2006/main">
            <a:pathLst>
              <a:path w="770616" h="722959" fill="none">
                <a:moveTo>
                  <a:pt x="770616" y="0"/>
                </a:moveTo>
                <a:lnTo>
                  <a:pt x="0" y="722959"/>
                </a:ln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1FD386-891D-4743-AD46-92F763DE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552" y="2762585"/>
            <a:ext cx="102868" cy="100945"/>
          </a:xfrm>
          <a:custGeom xmlns:a="http://schemas.openxmlformats.org/drawingml/2006/main">
            <a:pathLst>
              <a:path w="102868" h="100945">
                <a:moveTo>
                  <a:pt x="0" y="100945"/>
                </a:moveTo>
                <a:lnTo>
                  <a:pt x="37219" y="0"/>
                </a:lnTo>
                <a:lnTo>
                  <a:pt x="52464" y="51503"/>
                </a:lnTo>
                <a:lnTo>
                  <a:pt x="102868" y="70181"/>
                </a:lnTo>
                <a:lnTo>
                  <a:pt x="0" y="100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4D499-415D-48F4-AA63-6066993F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552" y="2762585"/>
            <a:ext cx="102868" cy="100945"/>
          </a:xfrm>
          <a:custGeom xmlns:a="http://schemas.openxmlformats.org/drawingml/2006/main">
            <a:pathLst>
              <a:path w="102868" h="100945" fill="none">
                <a:moveTo>
                  <a:pt x="0" y="100945"/>
                </a:moveTo>
                <a:lnTo>
                  <a:pt x="37219" y="0"/>
                </a:lnTo>
                <a:lnTo>
                  <a:pt x="52464" y="51503"/>
                </a:lnTo>
                <a:lnTo>
                  <a:pt x="102868" y="70181"/>
                </a:lnTo>
                <a:lnTo>
                  <a:pt x="0" y="1009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A176A7-6620-4480-8033-64FA0C4C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311" y="2592421"/>
            <a:ext cx="508159" cy="645499"/>
          </a:xfrm>
          <a:custGeom xmlns:a="http://schemas.openxmlformats.org/drawingml/2006/main">
            <a:pathLst>
              <a:path w="508159" h="645499">
                <a:moveTo>
                  <a:pt x="0" y="645499"/>
                </a:moveTo>
                <a:cubicBezTo>
                  <a:pt x="0" y="387300"/>
                  <a:pt x="0" y="258200"/>
                  <a:pt x="254080" y="258200"/>
                </a:cubicBezTo>
                <a:cubicBezTo>
                  <a:pt x="84739" y="258200"/>
                  <a:pt x="84739" y="0"/>
                  <a:pt x="254080" y="0"/>
                </a:cubicBezTo>
                <a:cubicBezTo>
                  <a:pt x="423420" y="0"/>
                  <a:pt x="423420" y="258200"/>
                  <a:pt x="254080" y="258200"/>
                </a:cubicBezTo>
                <a:cubicBezTo>
                  <a:pt x="508159" y="258200"/>
                  <a:pt x="508159" y="387300"/>
                  <a:pt x="508159" y="645499"/>
                </a:cubicBezTo>
                <a:lnTo>
                  <a:pt x="0" y="64549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AB16C1-2342-4E92-ACB4-F887D1F1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311" y="2592421"/>
            <a:ext cx="508159" cy="645499"/>
          </a:xfrm>
          <a:custGeom xmlns:a="http://schemas.openxmlformats.org/drawingml/2006/main">
            <a:pathLst>
              <a:path w="508159" h="645499" fill="none">
                <a:moveTo>
                  <a:pt x="0" y="645499"/>
                </a:moveTo>
                <a:cubicBezTo>
                  <a:pt x="0" y="387300"/>
                  <a:pt x="0" y="258200"/>
                  <a:pt x="254080" y="258200"/>
                </a:cubicBezTo>
                <a:cubicBezTo>
                  <a:pt x="84739" y="258200"/>
                  <a:pt x="84739" y="0"/>
                  <a:pt x="254080" y="0"/>
                </a:cubicBezTo>
                <a:cubicBezTo>
                  <a:pt x="423420" y="0"/>
                  <a:pt x="423420" y="258200"/>
                  <a:pt x="254080" y="258200"/>
                </a:cubicBezTo>
                <a:cubicBezTo>
                  <a:pt x="508159" y="258200"/>
                  <a:pt x="508159" y="387300"/>
                  <a:pt x="508159" y="645499"/>
                </a:cubicBezTo>
                <a:lnTo>
                  <a:pt x="0" y="6454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ABB08-4B29-4EFB-B972-EFA17FCC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624" y="2592421"/>
            <a:ext cx="1778557" cy="274681"/>
          </a:xfrm>
          <a:custGeom xmlns:a="http://schemas.openxmlformats.org/drawingml/2006/main">
            <a:pathLst>
              <a:path w="1778557" h="274681">
                <a:moveTo>
                  <a:pt x="0" y="0"/>
                </a:moveTo>
                <a:lnTo>
                  <a:pt x="1641217" y="0"/>
                </a:lnTo>
                <a:cubicBezTo>
                  <a:pt x="1732777" y="0"/>
                  <a:pt x="1778557" y="45780"/>
                  <a:pt x="1778557" y="137340"/>
                </a:cubicBezTo>
                <a:cubicBezTo>
                  <a:pt x="1778557" y="228901"/>
                  <a:pt x="1732777" y="274681"/>
                  <a:pt x="1641217" y="274681"/>
                </a:cubicBezTo>
                <a:lnTo>
                  <a:pt x="0" y="2746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DB8DCA-EF87-4358-BBCD-F2DE3C70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624" y="2592421"/>
            <a:ext cx="1778557" cy="274681"/>
          </a:xfrm>
          <a:custGeom xmlns:a="http://schemas.openxmlformats.org/drawingml/2006/main">
            <a:pathLst>
              <a:path w="1778557" h="274681" fill="none">
                <a:moveTo>
                  <a:pt x="0" y="0"/>
                </a:moveTo>
                <a:lnTo>
                  <a:pt x="1641217" y="0"/>
                </a:lnTo>
                <a:cubicBezTo>
                  <a:pt x="1732777" y="0"/>
                  <a:pt x="1778557" y="45780"/>
                  <a:pt x="1778557" y="137340"/>
                </a:cubicBezTo>
                <a:cubicBezTo>
                  <a:pt x="1778557" y="228901"/>
                  <a:pt x="1732777" y="274681"/>
                  <a:pt x="1641217" y="274681"/>
                </a:cubicBezTo>
                <a:lnTo>
                  <a:pt x="0" y="2746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6C8EBF"/>
            </a:solidFill>
            <a:miter/>
          </a:ln>
        </p:spPr>
      </p:sp>
      <p:sp>
        <p:nvSpPr>
          <p:cNvPr id="47" name="Text CIG:1-4">
            <a:extLst xmlns:a="http://schemas.openxmlformats.org/drawingml/2006/main">
              <a:ext uri="{FF2B5EF4-FFF2-40B4-BE49-F238E27FC236}">
                <a16:creationId xmlns:a16="http://schemas.microsoft.com/office/drawing/2014/main" id="{58F53DB2-486C-4BCF-B028-FDCBF672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114" y="2662754"/>
            <a:ext cx="609639" cy="116686"/>
          </a:xfrm>
          <a:custGeom xmlns:a="http://schemas.openxmlformats.org/drawingml/2006/main">
            <a:pathLst>
              <a:path w="609639" h="116686">
                <a:moveTo>
                  <a:pt x="55365" y="12554"/>
                </a:moveTo>
                <a:cubicBezTo>
                  <a:pt x="48927" y="12554"/>
                  <a:pt x="43227" y="13626"/>
                  <a:pt x="38265" y="15770"/>
                </a:cubicBezTo>
                <a:cubicBezTo>
                  <a:pt x="33302" y="17914"/>
                  <a:pt x="29145" y="20970"/>
                  <a:pt x="25792" y="24937"/>
                </a:cubicBezTo>
                <a:cubicBezTo>
                  <a:pt x="22439" y="28903"/>
                  <a:pt x="19904" y="33674"/>
                  <a:pt x="18187" y="39248"/>
                </a:cubicBezTo>
                <a:cubicBezTo>
                  <a:pt x="16470" y="44823"/>
                  <a:pt x="15612" y="51013"/>
                  <a:pt x="15612" y="57820"/>
                </a:cubicBezTo>
                <a:cubicBezTo>
                  <a:pt x="15612" y="64628"/>
                  <a:pt x="16537" y="70860"/>
                  <a:pt x="18388" y="76515"/>
                </a:cubicBezTo>
                <a:cubicBezTo>
                  <a:pt x="20239" y="82169"/>
                  <a:pt x="22895" y="87034"/>
                  <a:pt x="26355" y="91108"/>
                </a:cubicBezTo>
                <a:cubicBezTo>
                  <a:pt x="29815" y="95180"/>
                  <a:pt x="34053" y="98342"/>
                  <a:pt x="39070" y="100594"/>
                </a:cubicBezTo>
                <a:cubicBezTo>
                  <a:pt x="44086" y="102845"/>
                  <a:pt x="49732" y="103971"/>
                  <a:pt x="56009" y="103971"/>
                </a:cubicBezTo>
                <a:cubicBezTo>
                  <a:pt x="60408" y="103971"/>
                  <a:pt x="64419" y="103397"/>
                  <a:pt x="68040" y="102248"/>
                </a:cubicBezTo>
                <a:cubicBezTo>
                  <a:pt x="71661" y="101098"/>
                  <a:pt x="74934" y="99480"/>
                  <a:pt x="77857" y="97395"/>
                </a:cubicBezTo>
                <a:cubicBezTo>
                  <a:pt x="80781" y="95309"/>
                  <a:pt x="83397" y="92836"/>
                  <a:pt x="85704" y="89976"/>
                </a:cubicBezTo>
                <a:cubicBezTo>
                  <a:pt x="88010" y="87116"/>
                  <a:pt x="90049" y="83948"/>
                  <a:pt x="91820" y="80473"/>
                </a:cubicBezTo>
                <a:lnTo>
                  <a:pt x="104373" y="86750"/>
                </a:lnTo>
                <a:cubicBezTo>
                  <a:pt x="102335" y="90988"/>
                  <a:pt x="99813" y="94931"/>
                  <a:pt x="96809" y="98579"/>
                </a:cubicBezTo>
                <a:cubicBezTo>
                  <a:pt x="93804" y="102227"/>
                  <a:pt x="90277" y="105393"/>
                  <a:pt x="86227" y="108075"/>
                </a:cubicBezTo>
                <a:cubicBezTo>
                  <a:pt x="82176" y="110757"/>
                  <a:pt x="77589" y="112863"/>
                  <a:pt x="72466" y="114392"/>
                </a:cubicBezTo>
                <a:cubicBezTo>
                  <a:pt x="67342" y="115921"/>
                  <a:pt x="61615" y="116686"/>
                  <a:pt x="55285" y="116686"/>
                </a:cubicBezTo>
                <a:cubicBezTo>
                  <a:pt x="46111" y="116686"/>
                  <a:pt x="38077" y="115224"/>
                  <a:pt x="31183" y="112300"/>
                </a:cubicBezTo>
                <a:cubicBezTo>
                  <a:pt x="24289" y="109376"/>
                  <a:pt x="18522" y="105299"/>
                  <a:pt x="13882" y="100068"/>
                </a:cubicBezTo>
                <a:cubicBezTo>
                  <a:pt x="9241" y="94837"/>
                  <a:pt x="5767" y="88627"/>
                  <a:pt x="3460" y="81439"/>
                </a:cubicBezTo>
                <a:cubicBezTo>
                  <a:pt x="1153" y="74250"/>
                  <a:pt x="0" y="66390"/>
                  <a:pt x="0" y="57860"/>
                </a:cubicBezTo>
                <a:cubicBezTo>
                  <a:pt x="0" y="49008"/>
                  <a:pt x="1221" y="41014"/>
                  <a:pt x="3662" y="33879"/>
                </a:cubicBezTo>
                <a:cubicBezTo>
                  <a:pt x="6103" y="26744"/>
                  <a:pt x="9670" y="20668"/>
                  <a:pt x="14364" y="15652"/>
                </a:cubicBezTo>
                <a:cubicBezTo>
                  <a:pt x="19059" y="10636"/>
                  <a:pt x="24839" y="6773"/>
                  <a:pt x="31706" y="4064"/>
                </a:cubicBezTo>
                <a:cubicBezTo>
                  <a:pt x="38573" y="1355"/>
                  <a:pt x="46406" y="0"/>
                  <a:pt x="55204" y="0"/>
                </a:cubicBezTo>
                <a:cubicBezTo>
                  <a:pt x="67275" y="0"/>
                  <a:pt x="77361" y="2355"/>
                  <a:pt x="85462" y="7064"/>
                </a:cubicBezTo>
                <a:cubicBezTo>
                  <a:pt x="93563" y="11773"/>
                  <a:pt x="99518" y="18758"/>
                  <a:pt x="103327" y="28017"/>
                </a:cubicBezTo>
                <a:lnTo>
                  <a:pt x="88762" y="32833"/>
                </a:lnTo>
                <a:cubicBezTo>
                  <a:pt x="87689" y="30161"/>
                  <a:pt x="86240" y="27609"/>
                  <a:pt x="84416" y="25178"/>
                </a:cubicBezTo>
                <a:cubicBezTo>
                  <a:pt x="82592" y="22747"/>
                  <a:pt x="80312" y="20597"/>
                  <a:pt x="77576" y="18728"/>
                </a:cubicBezTo>
                <a:cubicBezTo>
                  <a:pt x="74840" y="16857"/>
                  <a:pt x="71634" y="15360"/>
                  <a:pt x="67959" y="14239"/>
                </a:cubicBezTo>
                <a:cubicBezTo>
                  <a:pt x="64284" y="13115"/>
                  <a:pt x="60086" y="12554"/>
                  <a:pt x="55365" y="12554"/>
                </a:cubicBezTo>
                <a:close/>
                <a:moveTo>
                  <a:pt x="125832" y="115076"/>
                </a:moveTo>
                <a:lnTo>
                  <a:pt x="125832" y="1609"/>
                </a:lnTo>
                <a:lnTo>
                  <a:pt x="141202" y="1609"/>
                </a:lnTo>
                <a:lnTo>
                  <a:pt x="141202" y="115076"/>
                </a:lnTo>
                <a:lnTo>
                  <a:pt x="125832" y="115076"/>
                </a:lnTo>
                <a:close/>
                <a:moveTo>
                  <a:pt x="164728" y="57860"/>
                </a:moveTo>
                <a:cubicBezTo>
                  <a:pt x="164728" y="49008"/>
                  <a:pt x="165922" y="41014"/>
                  <a:pt x="168309" y="33879"/>
                </a:cubicBezTo>
                <a:cubicBezTo>
                  <a:pt x="170697" y="26744"/>
                  <a:pt x="174264" y="20668"/>
                  <a:pt x="179012" y="15652"/>
                </a:cubicBezTo>
                <a:cubicBezTo>
                  <a:pt x="183760" y="10636"/>
                  <a:pt x="189648" y="6773"/>
                  <a:pt x="196676" y="4064"/>
                </a:cubicBezTo>
                <a:cubicBezTo>
                  <a:pt x="203704" y="1355"/>
                  <a:pt x="211858" y="0"/>
                  <a:pt x="221140" y="0"/>
                </a:cubicBezTo>
                <a:cubicBezTo>
                  <a:pt x="228114" y="0"/>
                  <a:pt x="234230" y="617"/>
                  <a:pt x="239487" y="1851"/>
                </a:cubicBezTo>
                <a:cubicBezTo>
                  <a:pt x="244745" y="3085"/>
                  <a:pt x="249305" y="4855"/>
                  <a:pt x="253168" y="7162"/>
                </a:cubicBezTo>
                <a:cubicBezTo>
                  <a:pt x="257030" y="9469"/>
                  <a:pt x="260303" y="12272"/>
                  <a:pt x="262985" y="15571"/>
                </a:cubicBezTo>
                <a:cubicBezTo>
                  <a:pt x="265668" y="18871"/>
                  <a:pt x="267948" y="22586"/>
                  <a:pt x="269826" y="26717"/>
                </a:cubicBezTo>
                <a:lnTo>
                  <a:pt x="255180" y="31063"/>
                </a:lnTo>
                <a:cubicBezTo>
                  <a:pt x="253785" y="28273"/>
                  <a:pt x="252108" y="25738"/>
                  <a:pt x="250150" y="23458"/>
                </a:cubicBezTo>
                <a:cubicBezTo>
                  <a:pt x="248192" y="21178"/>
                  <a:pt x="245818" y="19233"/>
                  <a:pt x="243028" y="17624"/>
                </a:cubicBezTo>
                <a:cubicBezTo>
                  <a:pt x="240238" y="16014"/>
                  <a:pt x="237006" y="14767"/>
                  <a:pt x="233331" y="13882"/>
                </a:cubicBezTo>
                <a:cubicBezTo>
                  <a:pt x="229656" y="12996"/>
                  <a:pt x="225458" y="12554"/>
                  <a:pt x="220737" y="12554"/>
                </a:cubicBezTo>
                <a:cubicBezTo>
                  <a:pt x="213870" y="12554"/>
                  <a:pt x="207902" y="13626"/>
                  <a:pt x="202832" y="15770"/>
                </a:cubicBezTo>
                <a:cubicBezTo>
                  <a:pt x="197762" y="17914"/>
                  <a:pt x="193564" y="20970"/>
                  <a:pt x="190238" y="24937"/>
                </a:cubicBezTo>
                <a:cubicBezTo>
                  <a:pt x="186912" y="28903"/>
                  <a:pt x="184431" y="33674"/>
                  <a:pt x="182794" y="39248"/>
                </a:cubicBezTo>
                <a:cubicBezTo>
                  <a:pt x="181158" y="44823"/>
                  <a:pt x="180340" y="51013"/>
                  <a:pt x="180340" y="57820"/>
                </a:cubicBezTo>
                <a:cubicBezTo>
                  <a:pt x="180340" y="64628"/>
                  <a:pt x="181225" y="70860"/>
                  <a:pt x="182995" y="76515"/>
                </a:cubicBezTo>
                <a:cubicBezTo>
                  <a:pt x="184766" y="82169"/>
                  <a:pt x="187395" y="87047"/>
                  <a:pt x="190882" y="91148"/>
                </a:cubicBezTo>
                <a:cubicBezTo>
                  <a:pt x="194369" y="95247"/>
                  <a:pt x="198701" y="98436"/>
                  <a:pt x="203878" y="100714"/>
                </a:cubicBezTo>
                <a:cubicBezTo>
                  <a:pt x="209055" y="102993"/>
                  <a:pt x="215050" y="104132"/>
                  <a:pt x="221864" y="104132"/>
                </a:cubicBezTo>
                <a:cubicBezTo>
                  <a:pt x="226317" y="104132"/>
                  <a:pt x="230421" y="103756"/>
                  <a:pt x="234176" y="103005"/>
                </a:cubicBezTo>
                <a:cubicBezTo>
                  <a:pt x="237932" y="102254"/>
                  <a:pt x="241325" y="101275"/>
                  <a:pt x="244356" y="100068"/>
                </a:cubicBezTo>
                <a:cubicBezTo>
                  <a:pt x="247387" y="98861"/>
                  <a:pt x="250056" y="97520"/>
                  <a:pt x="252363" y="96044"/>
                </a:cubicBezTo>
                <a:cubicBezTo>
                  <a:pt x="254670" y="94569"/>
                  <a:pt x="256601" y="93080"/>
                  <a:pt x="258157" y="91578"/>
                </a:cubicBezTo>
                <a:lnTo>
                  <a:pt x="258157" y="71138"/>
                </a:lnTo>
                <a:lnTo>
                  <a:pt x="224278" y="71138"/>
                </a:lnTo>
                <a:lnTo>
                  <a:pt x="224278" y="58262"/>
                </a:lnTo>
                <a:lnTo>
                  <a:pt x="272320" y="58262"/>
                </a:lnTo>
                <a:lnTo>
                  <a:pt x="272320" y="97425"/>
                </a:lnTo>
                <a:cubicBezTo>
                  <a:pt x="269799" y="100005"/>
                  <a:pt x="266835" y="102464"/>
                  <a:pt x="263428" y="104801"/>
                </a:cubicBezTo>
                <a:cubicBezTo>
                  <a:pt x="260021" y="107136"/>
                  <a:pt x="256199" y="109191"/>
                  <a:pt x="251961" y="110964"/>
                </a:cubicBezTo>
                <a:cubicBezTo>
                  <a:pt x="247722" y="112737"/>
                  <a:pt x="243082" y="114133"/>
                  <a:pt x="238039" y="115154"/>
                </a:cubicBezTo>
                <a:cubicBezTo>
                  <a:pt x="232996" y="116175"/>
                  <a:pt x="227604" y="116686"/>
                  <a:pt x="221864" y="116686"/>
                </a:cubicBezTo>
                <a:cubicBezTo>
                  <a:pt x="212314" y="116686"/>
                  <a:pt x="203972" y="115224"/>
                  <a:pt x="196837" y="112300"/>
                </a:cubicBezTo>
                <a:cubicBezTo>
                  <a:pt x="189702" y="109376"/>
                  <a:pt x="183760" y="105299"/>
                  <a:pt x="179012" y="100068"/>
                </a:cubicBezTo>
                <a:cubicBezTo>
                  <a:pt x="174264" y="94837"/>
                  <a:pt x="170697" y="88627"/>
                  <a:pt x="168309" y="81439"/>
                </a:cubicBezTo>
                <a:cubicBezTo>
                  <a:pt x="165922" y="74250"/>
                  <a:pt x="164728" y="66390"/>
                  <a:pt x="164728" y="57860"/>
                </a:cubicBezTo>
                <a:close/>
                <a:moveTo>
                  <a:pt x="299708" y="44743"/>
                </a:moveTo>
                <a:lnTo>
                  <a:pt x="299708" y="28005"/>
                </a:lnTo>
                <a:lnTo>
                  <a:pt x="315400" y="28005"/>
                </a:lnTo>
                <a:lnTo>
                  <a:pt x="315400" y="44743"/>
                </a:lnTo>
                <a:lnTo>
                  <a:pt x="299708" y="44743"/>
                </a:lnTo>
                <a:moveTo>
                  <a:pt x="299708" y="115076"/>
                </a:moveTo>
                <a:lnTo>
                  <a:pt x="299708" y="98338"/>
                </a:lnTo>
                <a:lnTo>
                  <a:pt x="315400" y="98338"/>
                </a:lnTo>
                <a:lnTo>
                  <a:pt x="315400" y="115076"/>
                </a:lnTo>
                <a:lnTo>
                  <a:pt x="299708" y="115076"/>
                </a:lnTo>
                <a:close/>
                <a:moveTo>
                  <a:pt x="388848" y="115076"/>
                </a:moveTo>
                <a:lnTo>
                  <a:pt x="388848" y="102683"/>
                </a:lnTo>
                <a:lnTo>
                  <a:pt x="417737" y="102683"/>
                </a:lnTo>
                <a:lnTo>
                  <a:pt x="417737" y="15451"/>
                </a:lnTo>
                <a:lnTo>
                  <a:pt x="392147" y="33638"/>
                </a:lnTo>
                <a:lnTo>
                  <a:pt x="392147" y="19957"/>
                </a:lnTo>
                <a:lnTo>
                  <a:pt x="418944" y="1609"/>
                </a:lnTo>
                <a:lnTo>
                  <a:pt x="432303" y="1609"/>
                </a:lnTo>
                <a:lnTo>
                  <a:pt x="432303" y="102683"/>
                </a:lnTo>
                <a:lnTo>
                  <a:pt x="459905" y="102683"/>
                </a:lnTo>
                <a:lnTo>
                  <a:pt x="459905" y="115076"/>
                </a:lnTo>
                <a:lnTo>
                  <a:pt x="388848" y="115076"/>
                </a:lnTo>
                <a:close/>
                <a:moveTo>
                  <a:pt x="475250" y="77737"/>
                </a:moveTo>
                <a:lnTo>
                  <a:pt x="475250" y="64861"/>
                </a:lnTo>
                <a:lnTo>
                  <a:pt x="515486" y="64861"/>
                </a:lnTo>
                <a:lnTo>
                  <a:pt x="515486" y="77737"/>
                </a:lnTo>
                <a:lnTo>
                  <a:pt x="475250" y="77737"/>
                </a:lnTo>
                <a:close/>
                <a:moveTo>
                  <a:pt x="593705" y="89325"/>
                </a:moveTo>
                <a:lnTo>
                  <a:pt x="593705" y="115076"/>
                </a:lnTo>
                <a:lnTo>
                  <a:pt x="580025" y="115076"/>
                </a:lnTo>
                <a:lnTo>
                  <a:pt x="580025" y="89325"/>
                </a:lnTo>
                <a:lnTo>
                  <a:pt x="526591" y="89325"/>
                </a:lnTo>
                <a:lnTo>
                  <a:pt x="526591" y="78059"/>
                </a:lnTo>
                <a:lnTo>
                  <a:pt x="578496" y="1609"/>
                </a:lnTo>
                <a:lnTo>
                  <a:pt x="593705" y="1609"/>
                </a:lnTo>
                <a:lnTo>
                  <a:pt x="593705" y="77898"/>
                </a:lnTo>
                <a:lnTo>
                  <a:pt x="609639" y="77898"/>
                </a:lnTo>
                <a:lnTo>
                  <a:pt x="609639" y="89325"/>
                </a:lnTo>
                <a:lnTo>
                  <a:pt x="593705" y="89325"/>
                </a:lnTo>
                <a:moveTo>
                  <a:pt x="580025" y="17945"/>
                </a:moveTo>
                <a:cubicBezTo>
                  <a:pt x="579918" y="18214"/>
                  <a:pt x="579649" y="18737"/>
                  <a:pt x="579220" y="19515"/>
                </a:cubicBezTo>
                <a:cubicBezTo>
                  <a:pt x="578791" y="20293"/>
                  <a:pt x="578308" y="21164"/>
                  <a:pt x="577772" y="22130"/>
                </a:cubicBezTo>
                <a:cubicBezTo>
                  <a:pt x="577235" y="23096"/>
                  <a:pt x="576685" y="24075"/>
                  <a:pt x="576122" y="25067"/>
                </a:cubicBezTo>
                <a:cubicBezTo>
                  <a:pt x="575559" y="26060"/>
                  <a:pt x="575062" y="26878"/>
                  <a:pt x="574633" y="27522"/>
                </a:cubicBezTo>
                <a:lnTo>
                  <a:pt x="545582" y="70333"/>
                </a:lnTo>
                <a:cubicBezTo>
                  <a:pt x="545314" y="70762"/>
                  <a:pt x="544925" y="71326"/>
                  <a:pt x="544416" y="72023"/>
                </a:cubicBezTo>
                <a:cubicBezTo>
                  <a:pt x="543906" y="72721"/>
                  <a:pt x="543383" y="73431"/>
                  <a:pt x="542846" y="74156"/>
                </a:cubicBezTo>
                <a:cubicBezTo>
                  <a:pt x="542310" y="74880"/>
                  <a:pt x="541773" y="75591"/>
                  <a:pt x="541237" y="76288"/>
                </a:cubicBezTo>
                <a:cubicBezTo>
                  <a:pt x="540700" y="76986"/>
                  <a:pt x="540271" y="77522"/>
                  <a:pt x="539949" y="77898"/>
                </a:cubicBezTo>
                <a:lnTo>
                  <a:pt x="580025" y="77898"/>
                </a:lnTo>
                <a:lnTo>
                  <a:pt x="580025" y="17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72CF0A-436E-4A68-AC99-FD4F9930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624" y="2867101"/>
            <a:ext cx="1778557" cy="274681"/>
          </a:xfrm>
          <a:custGeom xmlns:a="http://schemas.openxmlformats.org/drawingml/2006/main">
            <a:pathLst>
              <a:path w="1778557" h="274681">
                <a:moveTo>
                  <a:pt x="0" y="0"/>
                </a:moveTo>
                <a:lnTo>
                  <a:pt x="1641217" y="0"/>
                </a:lnTo>
                <a:cubicBezTo>
                  <a:pt x="1732777" y="0"/>
                  <a:pt x="1778557" y="45780"/>
                  <a:pt x="1778557" y="137340"/>
                </a:cubicBezTo>
                <a:cubicBezTo>
                  <a:pt x="1778557" y="228901"/>
                  <a:pt x="1732777" y="274681"/>
                  <a:pt x="1641217" y="274681"/>
                </a:cubicBezTo>
                <a:lnTo>
                  <a:pt x="0" y="2746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8B0DE3-7DD5-4709-A8BA-F6B78218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624" y="2867101"/>
            <a:ext cx="1778557" cy="274681"/>
          </a:xfrm>
          <a:custGeom xmlns:a="http://schemas.openxmlformats.org/drawingml/2006/main">
            <a:pathLst>
              <a:path w="1778557" h="274681" fill="none">
                <a:moveTo>
                  <a:pt x="0" y="0"/>
                </a:moveTo>
                <a:lnTo>
                  <a:pt x="1641217" y="0"/>
                </a:lnTo>
                <a:cubicBezTo>
                  <a:pt x="1732777" y="0"/>
                  <a:pt x="1778557" y="45780"/>
                  <a:pt x="1778557" y="137340"/>
                </a:cubicBezTo>
                <a:cubicBezTo>
                  <a:pt x="1778557" y="228901"/>
                  <a:pt x="1732777" y="274681"/>
                  <a:pt x="1641217" y="274681"/>
                </a:cubicBezTo>
                <a:lnTo>
                  <a:pt x="0" y="2746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82B366"/>
            </a:solidFill>
            <a:miter/>
          </a:ln>
        </p:spPr>
      </p:sp>
      <p:sp>
        <p:nvSpPr>
          <p:cNvPr id="50" name="Text Novelty:1-4">
            <a:extLst xmlns:a="http://schemas.openxmlformats.org/drawingml/2006/main">
              <a:ext uri="{FF2B5EF4-FFF2-40B4-BE49-F238E27FC236}">
                <a16:creationId xmlns:a16="http://schemas.microsoft.com/office/drawing/2014/main" id="{45FC497B-84AC-44DD-96A0-9E69DDC5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152" y="2933089"/>
            <a:ext cx="860929" cy="153703"/>
          </a:xfrm>
          <a:custGeom xmlns:a="http://schemas.openxmlformats.org/drawingml/2006/main">
            <a:pathLst>
              <a:path w="860929" h="153703">
                <a:moveTo>
                  <a:pt x="73552" y="119422"/>
                </a:moveTo>
                <a:lnTo>
                  <a:pt x="12876" y="22774"/>
                </a:lnTo>
                <a:cubicBezTo>
                  <a:pt x="12983" y="25404"/>
                  <a:pt x="13117" y="28009"/>
                  <a:pt x="13278" y="30587"/>
                </a:cubicBezTo>
                <a:cubicBezTo>
                  <a:pt x="13385" y="32788"/>
                  <a:pt x="13479" y="35110"/>
                  <a:pt x="13560" y="37553"/>
                </a:cubicBezTo>
                <a:cubicBezTo>
                  <a:pt x="13640" y="39996"/>
                  <a:pt x="13680" y="42157"/>
                  <a:pt x="13680" y="44036"/>
                </a:cubicBezTo>
                <a:lnTo>
                  <a:pt x="13680" y="119422"/>
                </a:lnTo>
                <a:lnTo>
                  <a:pt x="0" y="119422"/>
                </a:lnTo>
                <a:lnTo>
                  <a:pt x="0" y="5955"/>
                </a:lnTo>
                <a:lnTo>
                  <a:pt x="17865" y="5955"/>
                </a:lnTo>
                <a:lnTo>
                  <a:pt x="79185" y="103247"/>
                </a:lnTo>
                <a:cubicBezTo>
                  <a:pt x="79024" y="100616"/>
                  <a:pt x="78863" y="97985"/>
                  <a:pt x="78702" y="95353"/>
                </a:cubicBezTo>
                <a:cubicBezTo>
                  <a:pt x="78595" y="93098"/>
                  <a:pt x="78488" y="90642"/>
                  <a:pt x="78381" y="87984"/>
                </a:cubicBezTo>
                <a:cubicBezTo>
                  <a:pt x="78273" y="85327"/>
                  <a:pt x="78220" y="82790"/>
                  <a:pt x="78220" y="80372"/>
                </a:cubicBezTo>
                <a:lnTo>
                  <a:pt x="78220" y="5955"/>
                </a:lnTo>
                <a:lnTo>
                  <a:pt x="92061" y="5955"/>
                </a:lnTo>
                <a:lnTo>
                  <a:pt x="92061" y="119422"/>
                </a:lnTo>
                <a:lnTo>
                  <a:pt x="73552" y="119422"/>
                </a:lnTo>
                <a:close/>
                <a:moveTo>
                  <a:pt x="190210" y="75805"/>
                </a:moveTo>
                <a:cubicBezTo>
                  <a:pt x="190210" y="91042"/>
                  <a:pt x="186857" y="102388"/>
                  <a:pt x="180151" y="109845"/>
                </a:cubicBezTo>
                <a:cubicBezTo>
                  <a:pt x="173445" y="117303"/>
                  <a:pt x="163708" y="121031"/>
                  <a:pt x="150939" y="121031"/>
                </a:cubicBezTo>
                <a:cubicBezTo>
                  <a:pt x="144877" y="121031"/>
                  <a:pt x="139459" y="120119"/>
                  <a:pt x="134684" y="118295"/>
                </a:cubicBezTo>
                <a:cubicBezTo>
                  <a:pt x="129909" y="116471"/>
                  <a:pt x="125872" y="113681"/>
                  <a:pt x="122573" y="109926"/>
                </a:cubicBezTo>
                <a:cubicBezTo>
                  <a:pt x="119273" y="106170"/>
                  <a:pt x="116752" y="101463"/>
                  <a:pt x="115008" y="95803"/>
                </a:cubicBezTo>
                <a:cubicBezTo>
                  <a:pt x="113265" y="90143"/>
                  <a:pt x="112393" y="83477"/>
                  <a:pt x="112393" y="75805"/>
                </a:cubicBezTo>
                <a:cubicBezTo>
                  <a:pt x="112393" y="45762"/>
                  <a:pt x="125403" y="30741"/>
                  <a:pt x="151422" y="30741"/>
                </a:cubicBezTo>
                <a:cubicBezTo>
                  <a:pt x="158182" y="30741"/>
                  <a:pt x="164016" y="31679"/>
                  <a:pt x="168925" y="33557"/>
                </a:cubicBezTo>
                <a:cubicBezTo>
                  <a:pt x="173834" y="35435"/>
                  <a:pt x="177858" y="38251"/>
                  <a:pt x="180996" y="42007"/>
                </a:cubicBezTo>
                <a:cubicBezTo>
                  <a:pt x="184134" y="45762"/>
                  <a:pt x="186455" y="50456"/>
                  <a:pt x="187957" y="56090"/>
                </a:cubicBezTo>
                <a:cubicBezTo>
                  <a:pt x="189459" y="61723"/>
                  <a:pt x="190210" y="68295"/>
                  <a:pt x="190210" y="75805"/>
                </a:cubicBezTo>
                <a:moveTo>
                  <a:pt x="175001" y="75805"/>
                </a:moveTo>
                <a:cubicBezTo>
                  <a:pt x="175001" y="69061"/>
                  <a:pt x="174478" y="63495"/>
                  <a:pt x="173432" y="59107"/>
                </a:cubicBezTo>
                <a:cubicBezTo>
                  <a:pt x="172385" y="54718"/>
                  <a:pt x="170856" y="51213"/>
                  <a:pt x="168845" y="48591"/>
                </a:cubicBezTo>
                <a:cubicBezTo>
                  <a:pt x="166833" y="45967"/>
                  <a:pt x="164378" y="44133"/>
                  <a:pt x="161481" y="43091"/>
                </a:cubicBezTo>
                <a:cubicBezTo>
                  <a:pt x="158584" y="42046"/>
                  <a:pt x="155312" y="41524"/>
                  <a:pt x="151664" y="41524"/>
                </a:cubicBezTo>
                <a:cubicBezTo>
                  <a:pt x="147962" y="41524"/>
                  <a:pt x="144622" y="42073"/>
                  <a:pt x="141645" y="43171"/>
                </a:cubicBezTo>
                <a:cubicBezTo>
                  <a:pt x="138667" y="44268"/>
                  <a:pt x="136132" y="46141"/>
                  <a:pt x="134040" y="48792"/>
                </a:cubicBezTo>
                <a:cubicBezTo>
                  <a:pt x="131948" y="51441"/>
                  <a:pt x="130352" y="54960"/>
                  <a:pt x="129252" y="59349"/>
                </a:cubicBezTo>
                <a:cubicBezTo>
                  <a:pt x="128152" y="63736"/>
                  <a:pt x="127602" y="69222"/>
                  <a:pt x="127602" y="75805"/>
                </a:cubicBezTo>
                <a:cubicBezTo>
                  <a:pt x="127602" y="82550"/>
                  <a:pt x="128192" y="88130"/>
                  <a:pt x="129373" y="92546"/>
                </a:cubicBezTo>
                <a:cubicBezTo>
                  <a:pt x="130553" y="96961"/>
                  <a:pt x="132176" y="100480"/>
                  <a:pt x="134241" y="103103"/>
                </a:cubicBezTo>
                <a:cubicBezTo>
                  <a:pt x="136307" y="105725"/>
                  <a:pt x="138748" y="107572"/>
                  <a:pt x="141564" y="108643"/>
                </a:cubicBezTo>
                <a:cubicBezTo>
                  <a:pt x="144381" y="109713"/>
                  <a:pt x="147452" y="110248"/>
                  <a:pt x="150778" y="110248"/>
                </a:cubicBezTo>
                <a:cubicBezTo>
                  <a:pt x="154480" y="110248"/>
                  <a:pt x="157833" y="109726"/>
                  <a:pt x="160838" y="108684"/>
                </a:cubicBezTo>
                <a:cubicBezTo>
                  <a:pt x="163842" y="107639"/>
                  <a:pt x="166390" y="105806"/>
                  <a:pt x="168482" y="103184"/>
                </a:cubicBezTo>
                <a:cubicBezTo>
                  <a:pt x="170575" y="100560"/>
                  <a:pt x="172184" y="97028"/>
                  <a:pt x="173311" y="92587"/>
                </a:cubicBezTo>
                <a:cubicBezTo>
                  <a:pt x="174437" y="88144"/>
                  <a:pt x="175001" y="82550"/>
                  <a:pt x="175001" y="75805"/>
                </a:cubicBezTo>
                <a:close/>
                <a:moveTo>
                  <a:pt x="246435" y="119422"/>
                </a:moveTo>
                <a:lnTo>
                  <a:pt x="229295" y="119422"/>
                </a:lnTo>
                <a:lnTo>
                  <a:pt x="197669" y="32350"/>
                </a:lnTo>
                <a:lnTo>
                  <a:pt x="213120" y="32350"/>
                </a:lnTo>
                <a:lnTo>
                  <a:pt x="232272" y="89003"/>
                </a:lnTo>
                <a:cubicBezTo>
                  <a:pt x="232648" y="90183"/>
                  <a:pt x="233090" y="91618"/>
                  <a:pt x="233600" y="93308"/>
                </a:cubicBezTo>
                <a:cubicBezTo>
                  <a:pt x="234110" y="94998"/>
                  <a:pt x="234633" y="96755"/>
                  <a:pt x="235169" y="98579"/>
                </a:cubicBezTo>
                <a:cubicBezTo>
                  <a:pt x="235706" y="100403"/>
                  <a:pt x="236202" y="102160"/>
                  <a:pt x="236658" y="103850"/>
                </a:cubicBezTo>
                <a:cubicBezTo>
                  <a:pt x="237114" y="105540"/>
                  <a:pt x="237503" y="106948"/>
                  <a:pt x="237825" y="108075"/>
                </a:cubicBezTo>
                <a:cubicBezTo>
                  <a:pt x="238147" y="106948"/>
                  <a:pt x="238562" y="105540"/>
                  <a:pt x="239072" y="103850"/>
                </a:cubicBezTo>
                <a:cubicBezTo>
                  <a:pt x="239582" y="102160"/>
                  <a:pt x="240105" y="100430"/>
                  <a:pt x="240641" y="98660"/>
                </a:cubicBezTo>
                <a:cubicBezTo>
                  <a:pt x="241178" y="96889"/>
                  <a:pt x="241728" y="95159"/>
                  <a:pt x="242291" y="93469"/>
                </a:cubicBezTo>
                <a:cubicBezTo>
                  <a:pt x="242854" y="91779"/>
                  <a:pt x="243351" y="90344"/>
                  <a:pt x="243780" y="89164"/>
                </a:cubicBezTo>
                <a:lnTo>
                  <a:pt x="263576" y="32350"/>
                </a:lnTo>
                <a:lnTo>
                  <a:pt x="278946" y="32350"/>
                </a:lnTo>
                <a:lnTo>
                  <a:pt x="246435" y="119422"/>
                </a:lnTo>
                <a:close/>
                <a:moveTo>
                  <a:pt x="301720" y="78863"/>
                </a:moveTo>
                <a:cubicBezTo>
                  <a:pt x="301720" y="83424"/>
                  <a:pt x="302190" y="87622"/>
                  <a:pt x="303129" y="91457"/>
                </a:cubicBezTo>
                <a:cubicBezTo>
                  <a:pt x="304067" y="95293"/>
                  <a:pt x="305516" y="98593"/>
                  <a:pt x="307474" y="101356"/>
                </a:cubicBezTo>
                <a:cubicBezTo>
                  <a:pt x="309432" y="104118"/>
                  <a:pt x="311940" y="106264"/>
                  <a:pt x="314998" y="107793"/>
                </a:cubicBezTo>
                <a:cubicBezTo>
                  <a:pt x="318056" y="109322"/>
                  <a:pt x="321731" y="110087"/>
                  <a:pt x="326023" y="110087"/>
                </a:cubicBezTo>
                <a:cubicBezTo>
                  <a:pt x="332300" y="110087"/>
                  <a:pt x="337329" y="108826"/>
                  <a:pt x="341112" y="106305"/>
                </a:cubicBezTo>
                <a:cubicBezTo>
                  <a:pt x="344894" y="103783"/>
                  <a:pt x="347456" y="100591"/>
                  <a:pt x="348797" y="96728"/>
                </a:cubicBezTo>
                <a:lnTo>
                  <a:pt x="361512" y="100362"/>
                </a:lnTo>
                <a:cubicBezTo>
                  <a:pt x="360600" y="102785"/>
                  <a:pt x="359325" y="105221"/>
                  <a:pt x="357689" y="107670"/>
                </a:cubicBezTo>
                <a:cubicBezTo>
                  <a:pt x="356053" y="110118"/>
                  <a:pt x="353867" y="112324"/>
                  <a:pt x="351131" y="114289"/>
                </a:cubicBezTo>
                <a:cubicBezTo>
                  <a:pt x="348395" y="116254"/>
                  <a:pt x="344974" y="117869"/>
                  <a:pt x="340870" y="119135"/>
                </a:cubicBezTo>
                <a:cubicBezTo>
                  <a:pt x="336766" y="120399"/>
                  <a:pt x="331817" y="121031"/>
                  <a:pt x="326023" y="121031"/>
                </a:cubicBezTo>
                <a:cubicBezTo>
                  <a:pt x="313147" y="121031"/>
                  <a:pt x="303343" y="117195"/>
                  <a:pt x="296610" y="109524"/>
                </a:cubicBezTo>
                <a:cubicBezTo>
                  <a:pt x="289877" y="101852"/>
                  <a:pt x="286511" y="90451"/>
                  <a:pt x="286511" y="75323"/>
                </a:cubicBezTo>
                <a:cubicBezTo>
                  <a:pt x="286511" y="67168"/>
                  <a:pt x="287530" y="60261"/>
                  <a:pt x="289569" y="54601"/>
                </a:cubicBezTo>
                <a:cubicBezTo>
                  <a:pt x="291608" y="48941"/>
                  <a:pt x="294397" y="44341"/>
                  <a:pt x="297938" y="40800"/>
                </a:cubicBezTo>
                <a:cubicBezTo>
                  <a:pt x="301479" y="37259"/>
                  <a:pt x="305610" y="34697"/>
                  <a:pt x="310331" y="33115"/>
                </a:cubicBezTo>
                <a:cubicBezTo>
                  <a:pt x="315052" y="31532"/>
                  <a:pt x="320095" y="30741"/>
                  <a:pt x="325460" y="30741"/>
                </a:cubicBezTo>
                <a:cubicBezTo>
                  <a:pt x="332756" y="30741"/>
                  <a:pt x="338858" y="31919"/>
                  <a:pt x="343767" y="34276"/>
                </a:cubicBezTo>
                <a:cubicBezTo>
                  <a:pt x="348676" y="36632"/>
                  <a:pt x="352619" y="39885"/>
                  <a:pt x="355597" y="44036"/>
                </a:cubicBezTo>
                <a:cubicBezTo>
                  <a:pt x="358574" y="48187"/>
                  <a:pt x="360693" y="53075"/>
                  <a:pt x="361954" y="58700"/>
                </a:cubicBezTo>
                <a:cubicBezTo>
                  <a:pt x="363215" y="64323"/>
                  <a:pt x="363845" y="70401"/>
                  <a:pt x="363845" y="76935"/>
                </a:cubicBezTo>
                <a:lnTo>
                  <a:pt x="363845" y="78863"/>
                </a:lnTo>
                <a:lnTo>
                  <a:pt x="301720" y="78863"/>
                </a:lnTo>
                <a:moveTo>
                  <a:pt x="348877" y="67758"/>
                </a:moveTo>
                <a:cubicBezTo>
                  <a:pt x="348073" y="58640"/>
                  <a:pt x="345739" y="51988"/>
                  <a:pt x="341876" y="47803"/>
                </a:cubicBezTo>
                <a:cubicBezTo>
                  <a:pt x="338014" y="43617"/>
                  <a:pt x="332461" y="41524"/>
                  <a:pt x="325218" y="41524"/>
                </a:cubicBezTo>
                <a:cubicBezTo>
                  <a:pt x="322804" y="41524"/>
                  <a:pt x="320269" y="41910"/>
                  <a:pt x="317614" y="42683"/>
                </a:cubicBezTo>
                <a:cubicBezTo>
                  <a:pt x="314958" y="43456"/>
                  <a:pt x="312504" y="44829"/>
                  <a:pt x="310250" y="46802"/>
                </a:cubicBezTo>
                <a:cubicBezTo>
                  <a:pt x="307997" y="48776"/>
                  <a:pt x="306093" y="51456"/>
                  <a:pt x="304537" y="54842"/>
                </a:cubicBezTo>
                <a:cubicBezTo>
                  <a:pt x="302981" y="58227"/>
                  <a:pt x="302096" y="62532"/>
                  <a:pt x="301881" y="67758"/>
                </a:cubicBezTo>
                <a:lnTo>
                  <a:pt x="348877" y="67758"/>
                </a:lnTo>
                <a:close/>
                <a:moveTo>
                  <a:pt x="382248" y="119422"/>
                </a:moveTo>
                <a:lnTo>
                  <a:pt x="382248" y="0"/>
                </a:lnTo>
                <a:lnTo>
                  <a:pt x="396733" y="0"/>
                </a:lnTo>
                <a:lnTo>
                  <a:pt x="396733" y="119422"/>
                </a:lnTo>
                <a:lnTo>
                  <a:pt x="382248" y="119422"/>
                </a:lnTo>
                <a:close/>
                <a:moveTo>
                  <a:pt x="452312" y="118765"/>
                </a:moveTo>
                <a:cubicBezTo>
                  <a:pt x="450112" y="119359"/>
                  <a:pt x="447873" y="119831"/>
                  <a:pt x="445593" y="120181"/>
                </a:cubicBezTo>
                <a:cubicBezTo>
                  <a:pt x="443312" y="120533"/>
                  <a:pt x="440670" y="120709"/>
                  <a:pt x="437666" y="120709"/>
                </a:cubicBezTo>
                <a:cubicBezTo>
                  <a:pt x="426078" y="120709"/>
                  <a:pt x="420284" y="114144"/>
                  <a:pt x="420284" y="101014"/>
                </a:cubicBezTo>
                <a:lnTo>
                  <a:pt x="420284" y="42972"/>
                </a:lnTo>
                <a:lnTo>
                  <a:pt x="410225" y="42972"/>
                </a:lnTo>
                <a:lnTo>
                  <a:pt x="410225" y="32350"/>
                </a:lnTo>
                <a:lnTo>
                  <a:pt x="420847" y="32350"/>
                </a:lnTo>
                <a:lnTo>
                  <a:pt x="425112" y="12876"/>
                </a:lnTo>
                <a:lnTo>
                  <a:pt x="434769" y="12876"/>
                </a:lnTo>
                <a:lnTo>
                  <a:pt x="434769" y="32350"/>
                </a:lnTo>
                <a:lnTo>
                  <a:pt x="450864" y="32350"/>
                </a:lnTo>
                <a:lnTo>
                  <a:pt x="450864" y="42972"/>
                </a:lnTo>
                <a:lnTo>
                  <a:pt x="434769" y="42972"/>
                </a:lnTo>
                <a:lnTo>
                  <a:pt x="434769" y="97802"/>
                </a:lnTo>
                <a:cubicBezTo>
                  <a:pt x="434769" y="101977"/>
                  <a:pt x="435453" y="104907"/>
                  <a:pt x="436821" y="106594"/>
                </a:cubicBezTo>
                <a:cubicBezTo>
                  <a:pt x="438189" y="108279"/>
                  <a:pt x="440563" y="109121"/>
                  <a:pt x="443943" y="109121"/>
                </a:cubicBezTo>
                <a:cubicBezTo>
                  <a:pt x="445338" y="109121"/>
                  <a:pt x="446692" y="109014"/>
                  <a:pt x="448007" y="108799"/>
                </a:cubicBezTo>
                <a:cubicBezTo>
                  <a:pt x="449321" y="108585"/>
                  <a:pt x="450756" y="108316"/>
                  <a:pt x="452312" y="107995"/>
                </a:cubicBezTo>
                <a:lnTo>
                  <a:pt x="452312" y="118765"/>
                </a:lnTo>
                <a:close/>
                <a:moveTo>
                  <a:pt x="502153" y="119422"/>
                </a:moveTo>
                <a:cubicBezTo>
                  <a:pt x="500114" y="124691"/>
                  <a:pt x="498035" y="129436"/>
                  <a:pt x="495916" y="133658"/>
                </a:cubicBezTo>
                <a:cubicBezTo>
                  <a:pt x="493797" y="137879"/>
                  <a:pt x="491423" y="141482"/>
                  <a:pt x="488794" y="144466"/>
                </a:cubicBezTo>
                <a:cubicBezTo>
                  <a:pt x="486166" y="147452"/>
                  <a:pt x="483242" y="149738"/>
                  <a:pt x="480023" y="151324"/>
                </a:cubicBezTo>
                <a:cubicBezTo>
                  <a:pt x="476804" y="152910"/>
                  <a:pt x="473102" y="153703"/>
                  <a:pt x="468918" y="153703"/>
                </a:cubicBezTo>
                <a:cubicBezTo>
                  <a:pt x="467093" y="153703"/>
                  <a:pt x="465404" y="153649"/>
                  <a:pt x="463848" y="153542"/>
                </a:cubicBezTo>
                <a:cubicBezTo>
                  <a:pt x="462292" y="153435"/>
                  <a:pt x="460656" y="153193"/>
                  <a:pt x="458939" y="152818"/>
                </a:cubicBezTo>
                <a:lnTo>
                  <a:pt x="458939" y="141954"/>
                </a:lnTo>
                <a:cubicBezTo>
                  <a:pt x="459958" y="142115"/>
                  <a:pt x="461112" y="142236"/>
                  <a:pt x="462399" y="142316"/>
                </a:cubicBezTo>
                <a:cubicBezTo>
                  <a:pt x="463687" y="142397"/>
                  <a:pt x="464787" y="142437"/>
                  <a:pt x="465699" y="142437"/>
                </a:cubicBezTo>
                <a:cubicBezTo>
                  <a:pt x="469937" y="142437"/>
                  <a:pt x="473880" y="140848"/>
                  <a:pt x="477528" y="137671"/>
                </a:cubicBezTo>
                <a:cubicBezTo>
                  <a:pt x="481176" y="134496"/>
                  <a:pt x="484368" y="129436"/>
                  <a:pt x="487104" y="122492"/>
                </a:cubicBezTo>
                <a:lnTo>
                  <a:pt x="488472" y="119019"/>
                </a:lnTo>
                <a:lnTo>
                  <a:pt x="453950" y="32350"/>
                </a:lnTo>
                <a:lnTo>
                  <a:pt x="469400" y="32350"/>
                </a:lnTo>
                <a:lnTo>
                  <a:pt x="487748" y="80473"/>
                </a:lnTo>
                <a:cubicBezTo>
                  <a:pt x="488285" y="81921"/>
                  <a:pt x="488969" y="83853"/>
                  <a:pt x="489800" y="86267"/>
                </a:cubicBezTo>
                <a:cubicBezTo>
                  <a:pt x="490632" y="88681"/>
                  <a:pt x="491463" y="91095"/>
                  <a:pt x="492295" y="93509"/>
                </a:cubicBezTo>
                <a:cubicBezTo>
                  <a:pt x="493126" y="95924"/>
                  <a:pt x="493864" y="98096"/>
                  <a:pt x="494508" y="100028"/>
                </a:cubicBezTo>
                <a:cubicBezTo>
                  <a:pt x="495152" y="101959"/>
                  <a:pt x="495527" y="103166"/>
                  <a:pt x="495635" y="103649"/>
                </a:cubicBezTo>
                <a:cubicBezTo>
                  <a:pt x="495795" y="103059"/>
                  <a:pt x="496184" y="101892"/>
                  <a:pt x="496801" y="100148"/>
                </a:cubicBezTo>
                <a:cubicBezTo>
                  <a:pt x="497418" y="98405"/>
                  <a:pt x="498116" y="96460"/>
                  <a:pt x="498894" y="94314"/>
                </a:cubicBezTo>
                <a:cubicBezTo>
                  <a:pt x="499672" y="92168"/>
                  <a:pt x="500463" y="89995"/>
                  <a:pt x="501268" y="87796"/>
                </a:cubicBezTo>
                <a:cubicBezTo>
                  <a:pt x="502072" y="85596"/>
                  <a:pt x="502743" y="83692"/>
                  <a:pt x="503279" y="82082"/>
                </a:cubicBezTo>
                <a:lnTo>
                  <a:pt x="520340" y="32350"/>
                </a:lnTo>
                <a:lnTo>
                  <a:pt x="535630" y="32350"/>
                </a:lnTo>
                <a:lnTo>
                  <a:pt x="502153" y="119422"/>
                </a:lnTo>
                <a:close/>
                <a:moveTo>
                  <a:pt x="551000" y="49088"/>
                </a:moveTo>
                <a:lnTo>
                  <a:pt x="551000" y="32350"/>
                </a:lnTo>
                <a:lnTo>
                  <a:pt x="566692" y="32350"/>
                </a:lnTo>
                <a:lnTo>
                  <a:pt x="566692" y="49088"/>
                </a:lnTo>
                <a:lnTo>
                  <a:pt x="551000" y="49088"/>
                </a:lnTo>
                <a:moveTo>
                  <a:pt x="551000" y="119422"/>
                </a:moveTo>
                <a:lnTo>
                  <a:pt x="551000" y="102683"/>
                </a:lnTo>
                <a:lnTo>
                  <a:pt x="566692" y="102683"/>
                </a:lnTo>
                <a:lnTo>
                  <a:pt x="566692" y="119422"/>
                </a:lnTo>
                <a:lnTo>
                  <a:pt x="551000" y="119422"/>
                </a:lnTo>
                <a:close/>
                <a:moveTo>
                  <a:pt x="640138" y="119422"/>
                </a:moveTo>
                <a:lnTo>
                  <a:pt x="640138" y="107029"/>
                </a:lnTo>
                <a:lnTo>
                  <a:pt x="669028" y="107029"/>
                </a:lnTo>
                <a:lnTo>
                  <a:pt x="669028" y="19796"/>
                </a:lnTo>
                <a:lnTo>
                  <a:pt x="643438" y="37983"/>
                </a:lnTo>
                <a:lnTo>
                  <a:pt x="643438" y="24303"/>
                </a:lnTo>
                <a:lnTo>
                  <a:pt x="670235" y="5955"/>
                </a:lnTo>
                <a:lnTo>
                  <a:pt x="683593" y="5955"/>
                </a:lnTo>
                <a:lnTo>
                  <a:pt x="683593" y="107029"/>
                </a:lnTo>
                <a:lnTo>
                  <a:pt x="711196" y="107029"/>
                </a:lnTo>
                <a:lnTo>
                  <a:pt x="711196" y="119422"/>
                </a:lnTo>
                <a:lnTo>
                  <a:pt x="640138" y="119422"/>
                </a:lnTo>
                <a:close/>
                <a:moveTo>
                  <a:pt x="726541" y="82082"/>
                </a:moveTo>
                <a:lnTo>
                  <a:pt x="726541" y="69207"/>
                </a:lnTo>
                <a:lnTo>
                  <a:pt x="766778" y="69207"/>
                </a:lnTo>
                <a:lnTo>
                  <a:pt x="766778" y="82082"/>
                </a:lnTo>
                <a:lnTo>
                  <a:pt x="726541" y="82082"/>
                </a:lnTo>
                <a:close/>
                <a:moveTo>
                  <a:pt x="844996" y="93670"/>
                </a:moveTo>
                <a:lnTo>
                  <a:pt x="844996" y="119422"/>
                </a:lnTo>
                <a:lnTo>
                  <a:pt x="831315" y="119422"/>
                </a:lnTo>
                <a:lnTo>
                  <a:pt x="831315" y="93670"/>
                </a:lnTo>
                <a:lnTo>
                  <a:pt x="777882" y="93670"/>
                </a:lnTo>
                <a:lnTo>
                  <a:pt x="777882" y="82404"/>
                </a:lnTo>
                <a:lnTo>
                  <a:pt x="829786" y="5955"/>
                </a:lnTo>
                <a:lnTo>
                  <a:pt x="844996" y="5955"/>
                </a:lnTo>
                <a:lnTo>
                  <a:pt x="844996" y="82243"/>
                </a:lnTo>
                <a:lnTo>
                  <a:pt x="860929" y="82243"/>
                </a:lnTo>
                <a:lnTo>
                  <a:pt x="860929" y="93670"/>
                </a:lnTo>
                <a:lnTo>
                  <a:pt x="844996" y="93670"/>
                </a:lnTo>
                <a:moveTo>
                  <a:pt x="831315" y="22291"/>
                </a:moveTo>
                <a:cubicBezTo>
                  <a:pt x="831208" y="22559"/>
                  <a:pt x="830940" y="23082"/>
                  <a:pt x="830511" y="23860"/>
                </a:cubicBezTo>
                <a:cubicBezTo>
                  <a:pt x="830082" y="24638"/>
                  <a:pt x="829599" y="25510"/>
                  <a:pt x="829062" y="26476"/>
                </a:cubicBezTo>
                <a:cubicBezTo>
                  <a:pt x="828526" y="27441"/>
                  <a:pt x="827976" y="28420"/>
                  <a:pt x="827413" y="29413"/>
                </a:cubicBezTo>
                <a:cubicBezTo>
                  <a:pt x="826849" y="30405"/>
                  <a:pt x="826353" y="31223"/>
                  <a:pt x="825924" y="31867"/>
                </a:cubicBezTo>
                <a:lnTo>
                  <a:pt x="796873" y="74679"/>
                </a:lnTo>
                <a:cubicBezTo>
                  <a:pt x="796605" y="75108"/>
                  <a:pt x="796216" y="75671"/>
                  <a:pt x="795706" y="76369"/>
                </a:cubicBezTo>
                <a:cubicBezTo>
                  <a:pt x="795197" y="77066"/>
                  <a:pt x="794674" y="77777"/>
                  <a:pt x="794137" y="78501"/>
                </a:cubicBezTo>
                <a:cubicBezTo>
                  <a:pt x="793601" y="79226"/>
                  <a:pt x="793064" y="79936"/>
                  <a:pt x="792528" y="80634"/>
                </a:cubicBezTo>
                <a:cubicBezTo>
                  <a:pt x="791991" y="81331"/>
                  <a:pt x="791562" y="81868"/>
                  <a:pt x="791240" y="82243"/>
                </a:cubicBezTo>
                <a:lnTo>
                  <a:pt x="831315" y="82243"/>
                </a:lnTo>
                <a:lnTo>
                  <a:pt x="831315" y="222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7B309-AF1F-4B6E-B8C2-3FD5705D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624" y="3141782"/>
            <a:ext cx="1778557" cy="274681"/>
          </a:xfrm>
          <a:custGeom xmlns:a="http://schemas.openxmlformats.org/drawingml/2006/main">
            <a:pathLst>
              <a:path w="1778557" h="274681">
                <a:moveTo>
                  <a:pt x="0" y="0"/>
                </a:moveTo>
                <a:lnTo>
                  <a:pt x="1641217" y="0"/>
                </a:lnTo>
                <a:cubicBezTo>
                  <a:pt x="1732777" y="0"/>
                  <a:pt x="1778557" y="45780"/>
                  <a:pt x="1778557" y="137340"/>
                </a:cubicBezTo>
                <a:cubicBezTo>
                  <a:pt x="1778557" y="228901"/>
                  <a:pt x="1732777" y="274681"/>
                  <a:pt x="1641217" y="274681"/>
                </a:cubicBezTo>
                <a:lnTo>
                  <a:pt x="0" y="2746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16FADF-369B-49EA-AEE3-1E62808E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624" y="3141782"/>
            <a:ext cx="1778557" cy="274681"/>
          </a:xfrm>
          <a:custGeom xmlns:a="http://schemas.openxmlformats.org/drawingml/2006/main">
            <a:pathLst>
              <a:path w="1778557" h="274681" fill="none">
                <a:moveTo>
                  <a:pt x="0" y="0"/>
                </a:moveTo>
                <a:lnTo>
                  <a:pt x="1641217" y="0"/>
                </a:lnTo>
                <a:cubicBezTo>
                  <a:pt x="1732777" y="0"/>
                  <a:pt x="1778557" y="45780"/>
                  <a:pt x="1778557" y="137340"/>
                </a:cubicBezTo>
                <a:cubicBezTo>
                  <a:pt x="1778557" y="228901"/>
                  <a:pt x="1732777" y="274681"/>
                  <a:pt x="1641217" y="274681"/>
                </a:cubicBezTo>
                <a:lnTo>
                  <a:pt x="0" y="2746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B85450"/>
            </a:solidFill>
            <a:miter/>
          </a:ln>
        </p:spPr>
      </p:sp>
      <p:sp>
        <p:nvSpPr>
          <p:cNvPr id="53" name="Text Relevance:1-4">
            <a:extLst xmlns:a="http://schemas.openxmlformats.org/drawingml/2006/main">
              <a:ext uri="{FF2B5EF4-FFF2-40B4-BE49-F238E27FC236}">
                <a16:creationId xmlns:a16="http://schemas.microsoft.com/office/drawing/2014/main" id="{40C217F3-5528-4C77-85EE-36A5D0DB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558" y="3207770"/>
            <a:ext cx="1090013" cy="121031"/>
          </a:xfrm>
          <a:custGeom xmlns:a="http://schemas.openxmlformats.org/drawingml/2006/main">
            <a:pathLst>
              <a:path w="1090013" h="121031">
                <a:moveTo>
                  <a:pt x="80151" y="119422"/>
                </a:moveTo>
                <a:lnTo>
                  <a:pt x="50698" y="72426"/>
                </a:lnTo>
                <a:lnTo>
                  <a:pt x="15370" y="72426"/>
                </a:lnTo>
                <a:lnTo>
                  <a:pt x="15370" y="119422"/>
                </a:lnTo>
                <a:lnTo>
                  <a:pt x="0" y="119422"/>
                </a:lnTo>
                <a:lnTo>
                  <a:pt x="0" y="5955"/>
                </a:lnTo>
                <a:lnTo>
                  <a:pt x="53353" y="5955"/>
                </a:lnTo>
                <a:cubicBezTo>
                  <a:pt x="59791" y="5955"/>
                  <a:pt x="65491" y="6694"/>
                  <a:pt x="70454" y="8173"/>
                </a:cubicBezTo>
                <a:cubicBezTo>
                  <a:pt x="75416" y="9652"/>
                  <a:pt x="79588" y="11790"/>
                  <a:pt x="82967" y="14588"/>
                </a:cubicBezTo>
                <a:cubicBezTo>
                  <a:pt x="86347" y="17385"/>
                  <a:pt x="88922" y="20800"/>
                  <a:pt x="90693" y="24833"/>
                </a:cubicBezTo>
                <a:cubicBezTo>
                  <a:pt x="92463" y="28867"/>
                  <a:pt x="93348" y="33411"/>
                  <a:pt x="93348" y="38466"/>
                </a:cubicBezTo>
                <a:cubicBezTo>
                  <a:pt x="93348" y="42071"/>
                  <a:pt x="92825" y="45621"/>
                  <a:pt x="91779" y="49116"/>
                </a:cubicBezTo>
                <a:cubicBezTo>
                  <a:pt x="90733" y="52612"/>
                  <a:pt x="89083" y="55811"/>
                  <a:pt x="86830" y="58715"/>
                </a:cubicBezTo>
                <a:cubicBezTo>
                  <a:pt x="84577" y="61619"/>
                  <a:pt x="81707" y="64120"/>
                  <a:pt x="78220" y="66219"/>
                </a:cubicBezTo>
                <a:cubicBezTo>
                  <a:pt x="74732" y="68316"/>
                  <a:pt x="70548" y="69795"/>
                  <a:pt x="65666" y="70655"/>
                </a:cubicBezTo>
                <a:lnTo>
                  <a:pt x="97855" y="119422"/>
                </a:lnTo>
                <a:lnTo>
                  <a:pt x="80151" y="119422"/>
                </a:lnTo>
                <a:moveTo>
                  <a:pt x="77898" y="38627"/>
                </a:moveTo>
                <a:cubicBezTo>
                  <a:pt x="77898" y="35193"/>
                  <a:pt x="77308" y="32216"/>
                  <a:pt x="76127" y="29694"/>
                </a:cubicBezTo>
                <a:cubicBezTo>
                  <a:pt x="74947" y="27173"/>
                  <a:pt x="73230" y="25067"/>
                  <a:pt x="70977" y="23377"/>
                </a:cubicBezTo>
                <a:cubicBezTo>
                  <a:pt x="68724" y="21687"/>
                  <a:pt x="65988" y="20427"/>
                  <a:pt x="62769" y="19595"/>
                </a:cubicBezTo>
                <a:cubicBezTo>
                  <a:pt x="59550" y="18764"/>
                  <a:pt x="55902" y="18348"/>
                  <a:pt x="51825" y="18348"/>
                </a:cubicBezTo>
                <a:lnTo>
                  <a:pt x="15370" y="18348"/>
                </a:lnTo>
                <a:lnTo>
                  <a:pt x="15370" y="60194"/>
                </a:lnTo>
                <a:lnTo>
                  <a:pt x="52468" y="60194"/>
                </a:lnTo>
                <a:cubicBezTo>
                  <a:pt x="56867" y="60194"/>
                  <a:pt x="60677" y="59644"/>
                  <a:pt x="63895" y="58544"/>
                </a:cubicBezTo>
                <a:cubicBezTo>
                  <a:pt x="67114" y="57444"/>
                  <a:pt x="69757" y="55929"/>
                  <a:pt x="71822" y="53997"/>
                </a:cubicBezTo>
                <a:cubicBezTo>
                  <a:pt x="73887" y="52066"/>
                  <a:pt x="75416" y="49786"/>
                  <a:pt x="76409" y="47157"/>
                </a:cubicBezTo>
                <a:cubicBezTo>
                  <a:pt x="77401" y="44528"/>
                  <a:pt x="77898" y="41685"/>
                  <a:pt x="77898" y="38627"/>
                </a:cubicBezTo>
                <a:close/>
                <a:moveTo>
                  <a:pt x="127683" y="78863"/>
                </a:moveTo>
                <a:cubicBezTo>
                  <a:pt x="127683" y="83424"/>
                  <a:pt x="128152" y="87622"/>
                  <a:pt x="129091" y="91457"/>
                </a:cubicBezTo>
                <a:cubicBezTo>
                  <a:pt x="130030" y="95293"/>
                  <a:pt x="131478" y="98593"/>
                  <a:pt x="133437" y="101356"/>
                </a:cubicBezTo>
                <a:cubicBezTo>
                  <a:pt x="135395" y="104118"/>
                  <a:pt x="137903" y="106264"/>
                  <a:pt x="140961" y="107793"/>
                </a:cubicBezTo>
                <a:cubicBezTo>
                  <a:pt x="144019" y="109322"/>
                  <a:pt x="147694" y="110087"/>
                  <a:pt x="151986" y="110087"/>
                </a:cubicBezTo>
                <a:cubicBezTo>
                  <a:pt x="158262" y="110087"/>
                  <a:pt x="163292" y="108826"/>
                  <a:pt x="167074" y="106305"/>
                </a:cubicBezTo>
                <a:cubicBezTo>
                  <a:pt x="170856" y="103783"/>
                  <a:pt x="173418" y="100591"/>
                  <a:pt x="174759" y="96728"/>
                </a:cubicBezTo>
                <a:lnTo>
                  <a:pt x="187474" y="100362"/>
                </a:lnTo>
                <a:cubicBezTo>
                  <a:pt x="186562" y="102785"/>
                  <a:pt x="185288" y="105221"/>
                  <a:pt x="183652" y="107670"/>
                </a:cubicBezTo>
                <a:cubicBezTo>
                  <a:pt x="182015" y="110118"/>
                  <a:pt x="179829" y="112324"/>
                  <a:pt x="177093" y="114289"/>
                </a:cubicBezTo>
                <a:cubicBezTo>
                  <a:pt x="174357" y="116254"/>
                  <a:pt x="170937" y="117869"/>
                  <a:pt x="166833" y="119135"/>
                </a:cubicBezTo>
                <a:cubicBezTo>
                  <a:pt x="162729" y="120399"/>
                  <a:pt x="157780" y="121031"/>
                  <a:pt x="151986" y="121031"/>
                </a:cubicBezTo>
                <a:cubicBezTo>
                  <a:pt x="139110" y="121031"/>
                  <a:pt x="129306" y="117195"/>
                  <a:pt x="122573" y="109524"/>
                </a:cubicBezTo>
                <a:cubicBezTo>
                  <a:pt x="115840" y="101852"/>
                  <a:pt x="112473" y="90451"/>
                  <a:pt x="112473" y="75323"/>
                </a:cubicBezTo>
                <a:cubicBezTo>
                  <a:pt x="112473" y="67168"/>
                  <a:pt x="113493" y="60261"/>
                  <a:pt x="115531" y="54601"/>
                </a:cubicBezTo>
                <a:cubicBezTo>
                  <a:pt x="117570" y="48941"/>
                  <a:pt x="120360" y="44341"/>
                  <a:pt x="123901" y="40800"/>
                </a:cubicBezTo>
                <a:cubicBezTo>
                  <a:pt x="127441" y="37259"/>
                  <a:pt x="131572" y="34697"/>
                  <a:pt x="136293" y="33115"/>
                </a:cubicBezTo>
                <a:cubicBezTo>
                  <a:pt x="141014" y="31532"/>
                  <a:pt x="146057" y="30741"/>
                  <a:pt x="151422" y="30741"/>
                </a:cubicBezTo>
                <a:cubicBezTo>
                  <a:pt x="158718" y="30741"/>
                  <a:pt x="164821" y="31919"/>
                  <a:pt x="169730" y="34276"/>
                </a:cubicBezTo>
                <a:cubicBezTo>
                  <a:pt x="174639" y="36632"/>
                  <a:pt x="178582" y="39885"/>
                  <a:pt x="181559" y="44036"/>
                </a:cubicBezTo>
                <a:cubicBezTo>
                  <a:pt x="184537" y="48187"/>
                  <a:pt x="186656" y="53075"/>
                  <a:pt x="187917" y="58700"/>
                </a:cubicBezTo>
                <a:cubicBezTo>
                  <a:pt x="189177" y="64323"/>
                  <a:pt x="189808" y="70401"/>
                  <a:pt x="189808" y="76935"/>
                </a:cubicBezTo>
                <a:lnTo>
                  <a:pt x="189808" y="78863"/>
                </a:lnTo>
                <a:lnTo>
                  <a:pt x="127683" y="78863"/>
                </a:lnTo>
                <a:moveTo>
                  <a:pt x="174840" y="67758"/>
                </a:moveTo>
                <a:cubicBezTo>
                  <a:pt x="174035" y="58640"/>
                  <a:pt x="171701" y="51988"/>
                  <a:pt x="167839" y="47803"/>
                </a:cubicBezTo>
                <a:cubicBezTo>
                  <a:pt x="163976" y="43617"/>
                  <a:pt x="158423" y="41524"/>
                  <a:pt x="151181" y="41524"/>
                </a:cubicBezTo>
                <a:cubicBezTo>
                  <a:pt x="148767" y="41524"/>
                  <a:pt x="146232" y="41910"/>
                  <a:pt x="143576" y="42683"/>
                </a:cubicBezTo>
                <a:cubicBezTo>
                  <a:pt x="140921" y="43456"/>
                  <a:pt x="138466" y="44829"/>
                  <a:pt x="136213" y="46802"/>
                </a:cubicBezTo>
                <a:cubicBezTo>
                  <a:pt x="133960" y="48776"/>
                  <a:pt x="132055" y="51456"/>
                  <a:pt x="130499" y="54842"/>
                </a:cubicBezTo>
                <a:cubicBezTo>
                  <a:pt x="128944" y="58227"/>
                  <a:pt x="128058" y="62532"/>
                  <a:pt x="127844" y="67758"/>
                </a:cubicBezTo>
                <a:lnTo>
                  <a:pt x="174840" y="67758"/>
                </a:lnTo>
                <a:close/>
                <a:moveTo>
                  <a:pt x="208211" y="119422"/>
                </a:moveTo>
                <a:lnTo>
                  <a:pt x="208211" y="0"/>
                </a:lnTo>
                <a:lnTo>
                  <a:pt x="222696" y="0"/>
                </a:lnTo>
                <a:lnTo>
                  <a:pt x="222696" y="119422"/>
                </a:lnTo>
                <a:lnTo>
                  <a:pt x="208211" y="119422"/>
                </a:lnTo>
                <a:close/>
                <a:moveTo>
                  <a:pt x="255904" y="78863"/>
                </a:moveTo>
                <a:cubicBezTo>
                  <a:pt x="255904" y="83424"/>
                  <a:pt x="256373" y="87622"/>
                  <a:pt x="257312" y="91457"/>
                </a:cubicBezTo>
                <a:cubicBezTo>
                  <a:pt x="258251" y="95293"/>
                  <a:pt x="259699" y="98593"/>
                  <a:pt x="261657" y="101356"/>
                </a:cubicBezTo>
                <a:cubicBezTo>
                  <a:pt x="263616" y="104118"/>
                  <a:pt x="266124" y="106264"/>
                  <a:pt x="269182" y="107793"/>
                </a:cubicBezTo>
                <a:cubicBezTo>
                  <a:pt x="272240" y="109322"/>
                  <a:pt x="275915" y="110087"/>
                  <a:pt x="280206" y="110087"/>
                </a:cubicBezTo>
                <a:cubicBezTo>
                  <a:pt x="286483" y="110087"/>
                  <a:pt x="291513" y="108826"/>
                  <a:pt x="295295" y="106305"/>
                </a:cubicBezTo>
                <a:cubicBezTo>
                  <a:pt x="299077" y="103783"/>
                  <a:pt x="301639" y="100591"/>
                  <a:pt x="302980" y="96728"/>
                </a:cubicBezTo>
                <a:lnTo>
                  <a:pt x="315695" y="100362"/>
                </a:lnTo>
                <a:cubicBezTo>
                  <a:pt x="314783" y="102785"/>
                  <a:pt x="313509" y="105221"/>
                  <a:pt x="311873" y="107670"/>
                </a:cubicBezTo>
                <a:cubicBezTo>
                  <a:pt x="310236" y="110118"/>
                  <a:pt x="308050" y="112324"/>
                  <a:pt x="305314" y="114289"/>
                </a:cubicBezTo>
                <a:cubicBezTo>
                  <a:pt x="302578" y="116254"/>
                  <a:pt x="299158" y="117869"/>
                  <a:pt x="295054" y="119135"/>
                </a:cubicBezTo>
                <a:cubicBezTo>
                  <a:pt x="290950" y="120399"/>
                  <a:pt x="286001" y="121031"/>
                  <a:pt x="280206" y="121031"/>
                </a:cubicBezTo>
                <a:cubicBezTo>
                  <a:pt x="267331" y="121031"/>
                  <a:pt x="257527" y="117195"/>
                  <a:pt x="250794" y="109524"/>
                </a:cubicBezTo>
                <a:cubicBezTo>
                  <a:pt x="244061" y="101852"/>
                  <a:pt x="240694" y="90451"/>
                  <a:pt x="240694" y="75323"/>
                </a:cubicBezTo>
                <a:cubicBezTo>
                  <a:pt x="240694" y="67168"/>
                  <a:pt x="241714" y="60261"/>
                  <a:pt x="243752" y="54601"/>
                </a:cubicBezTo>
                <a:cubicBezTo>
                  <a:pt x="245791" y="48941"/>
                  <a:pt x="248581" y="44341"/>
                  <a:pt x="252121" y="40800"/>
                </a:cubicBezTo>
                <a:cubicBezTo>
                  <a:pt x="255662" y="37259"/>
                  <a:pt x="259793" y="34697"/>
                  <a:pt x="264514" y="33115"/>
                </a:cubicBezTo>
                <a:cubicBezTo>
                  <a:pt x="269235" y="31532"/>
                  <a:pt x="274278" y="30741"/>
                  <a:pt x="279643" y="30741"/>
                </a:cubicBezTo>
                <a:cubicBezTo>
                  <a:pt x="286939" y="30741"/>
                  <a:pt x="293042" y="31919"/>
                  <a:pt x="297951" y="34276"/>
                </a:cubicBezTo>
                <a:cubicBezTo>
                  <a:pt x="302860" y="36632"/>
                  <a:pt x="306803" y="39885"/>
                  <a:pt x="309780" y="44036"/>
                </a:cubicBezTo>
                <a:cubicBezTo>
                  <a:pt x="312758" y="48187"/>
                  <a:pt x="314877" y="53075"/>
                  <a:pt x="316138" y="58700"/>
                </a:cubicBezTo>
                <a:cubicBezTo>
                  <a:pt x="317398" y="64323"/>
                  <a:pt x="318029" y="70401"/>
                  <a:pt x="318029" y="76935"/>
                </a:cubicBezTo>
                <a:lnTo>
                  <a:pt x="318029" y="78863"/>
                </a:lnTo>
                <a:lnTo>
                  <a:pt x="255904" y="78863"/>
                </a:lnTo>
                <a:moveTo>
                  <a:pt x="303061" y="67758"/>
                </a:moveTo>
                <a:cubicBezTo>
                  <a:pt x="302256" y="58640"/>
                  <a:pt x="299922" y="51988"/>
                  <a:pt x="296060" y="47803"/>
                </a:cubicBezTo>
                <a:cubicBezTo>
                  <a:pt x="292197" y="43617"/>
                  <a:pt x="286644" y="41524"/>
                  <a:pt x="279402" y="41524"/>
                </a:cubicBezTo>
                <a:cubicBezTo>
                  <a:pt x="276988" y="41524"/>
                  <a:pt x="274453" y="41910"/>
                  <a:pt x="271797" y="42683"/>
                </a:cubicBezTo>
                <a:cubicBezTo>
                  <a:pt x="269141" y="43456"/>
                  <a:pt x="266687" y="44829"/>
                  <a:pt x="264434" y="46802"/>
                </a:cubicBezTo>
                <a:cubicBezTo>
                  <a:pt x="262181" y="48776"/>
                  <a:pt x="260276" y="51456"/>
                  <a:pt x="258720" y="54842"/>
                </a:cubicBezTo>
                <a:cubicBezTo>
                  <a:pt x="257164" y="58227"/>
                  <a:pt x="256279" y="62532"/>
                  <a:pt x="256065" y="67758"/>
                </a:cubicBezTo>
                <a:lnTo>
                  <a:pt x="303061" y="67758"/>
                </a:lnTo>
                <a:close/>
                <a:moveTo>
                  <a:pt x="374656" y="119422"/>
                </a:moveTo>
                <a:lnTo>
                  <a:pt x="357515" y="119422"/>
                </a:lnTo>
                <a:lnTo>
                  <a:pt x="325890" y="32350"/>
                </a:lnTo>
                <a:lnTo>
                  <a:pt x="341340" y="32350"/>
                </a:lnTo>
                <a:lnTo>
                  <a:pt x="360493" y="89003"/>
                </a:lnTo>
                <a:cubicBezTo>
                  <a:pt x="360869" y="90183"/>
                  <a:pt x="361311" y="91618"/>
                  <a:pt x="361821" y="93308"/>
                </a:cubicBezTo>
                <a:cubicBezTo>
                  <a:pt x="362330" y="94998"/>
                  <a:pt x="362854" y="96755"/>
                  <a:pt x="363390" y="98579"/>
                </a:cubicBezTo>
                <a:cubicBezTo>
                  <a:pt x="363926" y="100403"/>
                  <a:pt x="364423" y="102160"/>
                  <a:pt x="364879" y="103850"/>
                </a:cubicBezTo>
                <a:cubicBezTo>
                  <a:pt x="365335" y="105540"/>
                  <a:pt x="365724" y="106948"/>
                  <a:pt x="366046" y="108075"/>
                </a:cubicBezTo>
                <a:cubicBezTo>
                  <a:pt x="366367" y="106948"/>
                  <a:pt x="366783" y="105540"/>
                  <a:pt x="367293" y="103850"/>
                </a:cubicBezTo>
                <a:cubicBezTo>
                  <a:pt x="367803" y="102160"/>
                  <a:pt x="368326" y="100430"/>
                  <a:pt x="368862" y="98660"/>
                </a:cubicBezTo>
                <a:cubicBezTo>
                  <a:pt x="369399" y="96889"/>
                  <a:pt x="369949" y="95159"/>
                  <a:pt x="370512" y="93469"/>
                </a:cubicBezTo>
                <a:cubicBezTo>
                  <a:pt x="371075" y="91779"/>
                  <a:pt x="371571" y="90344"/>
                  <a:pt x="372001" y="89164"/>
                </a:cubicBezTo>
                <a:lnTo>
                  <a:pt x="391797" y="32350"/>
                </a:lnTo>
                <a:lnTo>
                  <a:pt x="407167" y="32350"/>
                </a:lnTo>
                <a:lnTo>
                  <a:pt x="374656" y="119422"/>
                </a:lnTo>
                <a:close/>
                <a:moveTo>
                  <a:pt x="441046" y="121031"/>
                </a:moveTo>
                <a:cubicBezTo>
                  <a:pt x="432302" y="121031"/>
                  <a:pt x="425730" y="118724"/>
                  <a:pt x="421331" y="114110"/>
                </a:cubicBezTo>
                <a:cubicBezTo>
                  <a:pt x="416931" y="109497"/>
                  <a:pt x="414732" y="103166"/>
                  <a:pt x="414732" y="95119"/>
                </a:cubicBezTo>
                <a:cubicBezTo>
                  <a:pt x="414732" y="89378"/>
                  <a:pt x="415818" y="84671"/>
                  <a:pt x="417991" y="80996"/>
                </a:cubicBezTo>
                <a:cubicBezTo>
                  <a:pt x="420164" y="77321"/>
                  <a:pt x="423007" y="74437"/>
                  <a:pt x="426521" y="72345"/>
                </a:cubicBezTo>
                <a:cubicBezTo>
                  <a:pt x="430035" y="70253"/>
                  <a:pt x="434045" y="68804"/>
                  <a:pt x="438552" y="68000"/>
                </a:cubicBezTo>
                <a:cubicBezTo>
                  <a:pt x="443058" y="67195"/>
                  <a:pt x="447645" y="66739"/>
                  <a:pt x="452313" y="66632"/>
                </a:cubicBezTo>
                <a:lnTo>
                  <a:pt x="471867" y="66310"/>
                </a:lnTo>
                <a:lnTo>
                  <a:pt x="471867" y="61577"/>
                </a:lnTo>
                <a:cubicBezTo>
                  <a:pt x="471867" y="57994"/>
                  <a:pt x="471492" y="54946"/>
                  <a:pt x="470741" y="52433"/>
                </a:cubicBezTo>
                <a:cubicBezTo>
                  <a:pt x="469990" y="49920"/>
                  <a:pt x="468836" y="47888"/>
                  <a:pt x="467281" y="46337"/>
                </a:cubicBezTo>
                <a:cubicBezTo>
                  <a:pt x="465725" y="44786"/>
                  <a:pt x="463780" y="43651"/>
                  <a:pt x="461446" y="42930"/>
                </a:cubicBezTo>
                <a:cubicBezTo>
                  <a:pt x="459113" y="42207"/>
                  <a:pt x="456363" y="41846"/>
                  <a:pt x="453198" y="41846"/>
                </a:cubicBezTo>
                <a:cubicBezTo>
                  <a:pt x="450408" y="41846"/>
                  <a:pt x="447887" y="42045"/>
                  <a:pt x="445633" y="42442"/>
                </a:cubicBezTo>
                <a:cubicBezTo>
                  <a:pt x="443380" y="42839"/>
                  <a:pt x="441422" y="43555"/>
                  <a:pt x="439759" y="44589"/>
                </a:cubicBezTo>
                <a:cubicBezTo>
                  <a:pt x="438096" y="45624"/>
                  <a:pt x="436755" y="47030"/>
                  <a:pt x="435735" y="48807"/>
                </a:cubicBezTo>
                <a:cubicBezTo>
                  <a:pt x="434716" y="50582"/>
                  <a:pt x="434045" y="52822"/>
                  <a:pt x="433723" y="55526"/>
                </a:cubicBezTo>
                <a:lnTo>
                  <a:pt x="418594" y="54163"/>
                </a:lnTo>
                <a:cubicBezTo>
                  <a:pt x="419131" y="50740"/>
                  <a:pt x="420150" y="47598"/>
                  <a:pt x="421652" y="44738"/>
                </a:cubicBezTo>
                <a:cubicBezTo>
                  <a:pt x="423155" y="41876"/>
                  <a:pt x="425287" y="39403"/>
                  <a:pt x="428050" y="37319"/>
                </a:cubicBezTo>
                <a:cubicBezTo>
                  <a:pt x="430813" y="35234"/>
                  <a:pt x="434273" y="33616"/>
                  <a:pt x="438431" y="32466"/>
                </a:cubicBezTo>
                <a:cubicBezTo>
                  <a:pt x="442589" y="31316"/>
                  <a:pt x="447618" y="30741"/>
                  <a:pt x="453520" y="30741"/>
                </a:cubicBezTo>
                <a:cubicBezTo>
                  <a:pt x="464464" y="30741"/>
                  <a:pt x="472699" y="33246"/>
                  <a:pt x="478225" y="38257"/>
                </a:cubicBezTo>
                <a:cubicBezTo>
                  <a:pt x="483751" y="43268"/>
                  <a:pt x="486514" y="50517"/>
                  <a:pt x="486514" y="60003"/>
                </a:cubicBezTo>
                <a:lnTo>
                  <a:pt x="486514" y="97465"/>
                </a:lnTo>
                <a:cubicBezTo>
                  <a:pt x="486514" y="101754"/>
                  <a:pt x="487077" y="104984"/>
                  <a:pt x="488203" y="107155"/>
                </a:cubicBezTo>
                <a:cubicBezTo>
                  <a:pt x="489330" y="109324"/>
                  <a:pt x="491476" y="110409"/>
                  <a:pt x="494641" y="110409"/>
                </a:cubicBezTo>
                <a:cubicBezTo>
                  <a:pt x="495446" y="110409"/>
                  <a:pt x="496251" y="110355"/>
                  <a:pt x="497055" y="110248"/>
                </a:cubicBezTo>
                <a:cubicBezTo>
                  <a:pt x="497860" y="110140"/>
                  <a:pt x="498638" y="110006"/>
                  <a:pt x="499389" y="109845"/>
                </a:cubicBezTo>
                <a:lnTo>
                  <a:pt x="499389" y="118929"/>
                </a:lnTo>
                <a:cubicBezTo>
                  <a:pt x="497565" y="119361"/>
                  <a:pt x="495755" y="119686"/>
                  <a:pt x="493957" y="119902"/>
                </a:cubicBezTo>
                <a:cubicBezTo>
                  <a:pt x="492160" y="120118"/>
                  <a:pt x="490242" y="120226"/>
                  <a:pt x="488203" y="120226"/>
                </a:cubicBezTo>
                <a:cubicBezTo>
                  <a:pt x="485467" y="120226"/>
                  <a:pt x="483120" y="119863"/>
                  <a:pt x="481162" y="119135"/>
                </a:cubicBezTo>
                <a:cubicBezTo>
                  <a:pt x="479204" y="118407"/>
                  <a:pt x="477608" y="117303"/>
                  <a:pt x="476374" y="115821"/>
                </a:cubicBezTo>
                <a:cubicBezTo>
                  <a:pt x="475140" y="114338"/>
                  <a:pt x="474201" y="112506"/>
                  <a:pt x="473557" y="110323"/>
                </a:cubicBezTo>
                <a:cubicBezTo>
                  <a:pt x="472914" y="108140"/>
                  <a:pt x="472511" y="105594"/>
                  <a:pt x="472350" y="102683"/>
                </a:cubicBezTo>
                <a:lnTo>
                  <a:pt x="471867" y="102683"/>
                </a:lnTo>
                <a:cubicBezTo>
                  <a:pt x="470312" y="105485"/>
                  <a:pt x="468608" y="108017"/>
                  <a:pt x="466757" y="110280"/>
                </a:cubicBezTo>
                <a:cubicBezTo>
                  <a:pt x="464907" y="112544"/>
                  <a:pt x="462747" y="114470"/>
                  <a:pt x="460279" y="116059"/>
                </a:cubicBezTo>
                <a:cubicBezTo>
                  <a:pt x="457812" y="117649"/>
                  <a:pt x="455008" y="118874"/>
                  <a:pt x="451870" y="119736"/>
                </a:cubicBezTo>
                <a:cubicBezTo>
                  <a:pt x="448732" y="120599"/>
                  <a:pt x="445124" y="121031"/>
                  <a:pt x="441046" y="121031"/>
                </a:cubicBezTo>
                <a:moveTo>
                  <a:pt x="444346" y="110087"/>
                </a:moveTo>
                <a:cubicBezTo>
                  <a:pt x="448960" y="110087"/>
                  <a:pt x="452997" y="109244"/>
                  <a:pt x="456457" y="107559"/>
                </a:cubicBezTo>
                <a:cubicBezTo>
                  <a:pt x="459917" y="105873"/>
                  <a:pt x="462787" y="103719"/>
                  <a:pt x="465068" y="101097"/>
                </a:cubicBezTo>
                <a:cubicBezTo>
                  <a:pt x="467348" y="98473"/>
                  <a:pt x="469051" y="95609"/>
                  <a:pt x="470178" y="92506"/>
                </a:cubicBezTo>
                <a:cubicBezTo>
                  <a:pt x="471304" y="89401"/>
                  <a:pt x="471867" y="86430"/>
                  <a:pt x="471867" y="83594"/>
                </a:cubicBezTo>
                <a:lnTo>
                  <a:pt x="471867" y="76449"/>
                </a:lnTo>
                <a:lnTo>
                  <a:pt x="456014" y="76771"/>
                </a:lnTo>
                <a:cubicBezTo>
                  <a:pt x="452474" y="76825"/>
                  <a:pt x="449107" y="77079"/>
                  <a:pt x="445915" y="77533"/>
                </a:cubicBezTo>
                <a:cubicBezTo>
                  <a:pt x="442723" y="77987"/>
                  <a:pt x="439920" y="78884"/>
                  <a:pt x="437506" y="80224"/>
                </a:cubicBezTo>
                <a:cubicBezTo>
                  <a:pt x="435091" y="81562"/>
                  <a:pt x="433173" y="83435"/>
                  <a:pt x="431752" y="85844"/>
                </a:cubicBezTo>
                <a:cubicBezTo>
                  <a:pt x="430330" y="88252"/>
                  <a:pt x="429619" y="91409"/>
                  <a:pt x="429619" y="95315"/>
                </a:cubicBezTo>
                <a:cubicBezTo>
                  <a:pt x="429619" y="100024"/>
                  <a:pt x="430893" y="103664"/>
                  <a:pt x="433442" y="106234"/>
                </a:cubicBezTo>
                <a:cubicBezTo>
                  <a:pt x="435990" y="108803"/>
                  <a:pt x="439625" y="110087"/>
                  <a:pt x="444346" y="110087"/>
                </a:cubicBezTo>
                <a:close/>
                <a:moveTo>
                  <a:pt x="565755" y="119422"/>
                </a:moveTo>
                <a:lnTo>
                  <a:pt x="565755" y="64275"/>
                </a:lnTo>
                <a:cubicBezTo>
                  <a:pt x="565755" y="60040"/>
                  <a:pt x="565446" y="56503"/>
                  <a:pt x="564829" y="53663"/>
                </a:cubicBezTo>
                <a:cubicBezTo>
                  <a:pt x="564212" y="50823"/>
                  <a:pt x="563206" y="48532"/>
                  <a:pt x="561812" y="46790"/>
                </a:cubicBezTo>
                <a:cubicBezTo>
                  <a:pt x="560417" y="45048"/>
                  <a:pt x="558579" y="43816"/>
                  <a:pt x="556299" y="43093"/>
                </a:cubicBezTo>
                <a:cubicBezTo>
                  <a:pt x="554019" y="42369"/>
                  <a:pt x="551189" y="42007"/>
                  <a:pt x="547809" y="42007"/>
                </a:cubicBezTo>
                <a:cubicBezTo>
                  <a:pt x="544376" y="42007"/>
                  <a:pt x="541278" y="42610"/>
                  <a:pt x="538515" y="43817"/>
                </a:cubicBezTo>
                <a:cubicBezTo>
                  <a:pt x="535752" y="45023"/>
                  <a:pt x="533391" y="46765"/>
                  <a:pt x="531433" y="49043"/>
                </a:cubicBezTo>
                <a:cubicBezTo>
                  <a:pt x="529475" y="51320"/>
                  <a:pt x="527959" y="54133"/>
                  <a:pt x="526886" y="57483"/>
                </a:cubicBezTo>
                <a:cubicBezTo>
                  <a:pt x="525813" y="60832"/>
                  <a:pt x="525277" y="64678"/>
                  <a:pt x="525277" y="69018"/>
                </a:cubicBezTo>
                <a:lnTo>
                  <a:pt x="525277" y="119422"/>
                </a:lnTo>
                <a:lnTo>
                  <a:pt x="510792" y="119422"/>
                </a:lnTo>
                <a:lnTo>
                  <a:pt x="510792" y="50939"/>
                </a:lnTo>
                <a:cubicBezTo>
                  <a:pt x="510792" y="49115"/>
                  <a:pt x="510778" y="47197"/>
                  <a:pt x="510752" y="45185"/>
                </a:cubicBezTo>
                <a:cubicBezTo>
                  <a:pt x="510725" y="43174"/>
                  <a:pt x="510685" y="41269"/>
                  <a:pt x="510631" y="39472"/>
                </a:cubicBezTo>
                <a:cubicBezTo>
                  <a:pt x="510577" y="37675"/>
                  <a:pt x="510524" y="36132"/>
                  <a:pt x="510470" y="34845"/>
                </a:cubicBezTo>
                <a:cubicBezTo>
                  <a:pt x="510416" y="33557"/>
                  <a:pt x="510363" y="32726"/>
                  <a:pt x="510309" y="32350"/>
                </a:cubicBezTo>
                <a:lnTo>
                  <a:pt x="523989" y="32350"/>
                </a:lnTo>
                <a:cubicBezTo>
                  <a:pt x="524043" y="32620"/>
                  <a:pt x="524097" y="33348"/>
                  <a:pt x="524150" y="34535"/>
                </a:cubicBezTo>
                <a:cubicBezTo>
                  <a:pt x="524204" y="35721"/>
                  <a:pt x="524271" y="37082"/>
                  <a:pt x="524351" y="38619"/>
                </a:cubicBezTo>
                <a:cubicBezTo>
                  <a:pt x="524432" y="40157"/>
                  <a:pt x="524499" y="41722"/>
                  <a:pt x="524553" y="43315"/>
                </a:cubicBezTo>
                <a:cubicBezTo>
                  <a:pt x="524606" y="44906"/>
                  <a:pt x="524633" y="46240"/>
                  <a:pt x="524633" y="47318"/>
                </a:cubicBezTo>
                <a:lnTo>
                  <a:pt x="524875" y="47318"/>
                </a:lnTo>
                <a:cubicBezTo>
                  <a:pt x="526269" y="44785"/>
                  <a:pt x="527798" y="42494"/>
                  <a:pt x="529462" y="40445"/>
                </a:cubicBezTo>
                <a:cubicBezTo>
                  <a:pt x="531125" y="38396"/>
                  <a:pt x="533056" y="36658"/>
                  <a:pt x="535256" y="35230"/>
                </a:cubicBezTo>
                <a:cubicBezTo>
                  <a:pt x="537455" y="33801"/>
                  <a:pt x="539977" y="32696"/>
                  <a:pt x="542820" y="31915"/>
                </a:cubicBezTo>
                <a:cubicBezTo>
                  <a:pt x="545663" y="31132"/>
                  <a:pt x="548963" y="30741"/>
                  <a:pt x="552718" y="30741"/>
                </a:cubicBezTo>
                <a:cubicBezTo>
                  <a:pt x="557547" y="30741"/>
                  <a:pt x="561704" y="31331"/>
                  <a:pt x="565191" y="32511"/>
                </a:cubicBezTo>
                <a:cubicBezTo>
                  <a:pt x="568679" y="33691"/>
                  <a:pt x="571549" y="35515"/>
                  <a:pt x="573802" y="37983"/>
                </a:cubicBezTo>
                <a:cubicBezTo>
                  <a:pt x="576055" y="40451"/>
                  <a:pt x="577705" y="43630"/>
                  <a:pt x="578751" y="47519"/>
                </a:cubicBezTo>
                <a:cubicBezTo>
                  <a:pt x="579797" y="51409"/>
                  <a:pt x="580320" y="56036"/>
                  <a:pt x="580320" y="61401"/>
                </a:cubicBezTo>
                <a:lnTo>
                  <a:pt x="580320" y="119422"/>
                </a:lnTo>
                <a:lnTo>
                  <a:pt x="565755" y="119422"/>
                </a:lnTo>
                <a:close/>
                <a:moveTo>
                  <a:pt x="613128" y="75524"/>
                </a:moveTo>
                <a:cubicBezTo>
                  <a:pt x="613128" y="80508"/>
                  <a:pt x="613490" y="85090"/>
                  <a:pt x="614214" y="89270"/>
                </a:cubicBezTo>
                <a:cubicBezTo>
                  <a:pt x="614938" y="93449"/>
                  <a:pt x="616159" y="97053"/>
                  <a:pt x="617875" y="100081"/>
                </a:cubicBezTo>
                <a:cubicBezTo>
                  <a:pt x="619592" y="103107"/>
                  <a:pt x="621859" y="105450"/>
                  <a:pt x="624675" y="107112"/>
                </a:cubicBezTo>
                <a:cubicBezTo>
                  <a:pt x="627492" y="108773"/>
                  <a:pt x="630966" y="109604"/>
                  <a:pt x="635097" y="109604"/>
                </a:cubicBezTo>
                <a:cubicBezTo>
                  <a:pt x="640247" y="109604"/>
                  <a:pt x="644552" y="108209"/>
                  <a:pt x="648013" y="105419"/>
                </a:cubicBezTo>
                <a:cubicBezTo>
                  <a:pt x="651473" y="102630"/>
                  <a:pt x="653605" y="98338"/>
                  <a:pt x="654410" y="92544"/>
                </a:cubicBezTo>
                <a:lnTo>
                  <a:pt x="669056" y="93509"/>
                </a:lnTo>
                <a:cubicBezTo>
                  <a:pt x="668573" y="97104"/>
                  <a:pt x="667527" y="100564"/>
                  <a:pt x="665918" y="103890"/>
                </a:cubicBezTo>
                <a:cubicBezTo>
                  <a:pt x="664308" y="107217"/>
                  <a:pt x="662122" y="110140"/>
                  <a:pt x="659359" y="112662"/>
                </a:cubicBezTo>
                <a:cubicBezTo>
                  <a:pt x="656596" y="115183"/>
                  <a:pt x="653230" y="117209"/>
                  <a:pt x="649260" y="118738"/>
                </a:cubicBezTo>
                <a:cubicBezTo>
                  <a:pt x="645290" y="120267"/>
                  <a:pt x="640703" y="121031"/>
                  <a:pt x="635499" y="121031"/>
                </a:cubicBezTo>
                <a:cubicBezTo>
                  <a:pt x="628686" y="121031"/>
                  <a:pt x="622892" y="119878"/>
                  <a:pt x="618117" y="117571"/>
                </a:cubicBezTo>
                <a:cubicBezTo>
                  <a:pt x="613342" y="115264"/>
                  <a:pt x="609466" y="112085"/>
                  <a:pt x="606489" y="108035"/>
                </a:cubicBezTo>
                <a:cubicBezTo>
                  <a:pt x="603511" y="103984"/>
                  <a:pt x="601352" y="99210"/>
                  <a:pt x="600011" y="93711"/>
                </a:cubicBezTo>
                <a:cubicBezTo>
                  <a:pt x="598669" y="88212"/>
                  <a:pt x="597999" y="82243"/>
                  <a:pt x="597999" y="75805"/>
                </a:cubicBezTo>
                <a:cubicBezTo>
                  <a:pt x="597999" y="69958"/>
                  <a:pt x="598482" y="64794"/>
                  <a:pt x="599447" y="60314"/>
                </a:cubicBezTo>
                <a:cubicBezTo>
                  <a:pt x="600413" y="55835"/>
                  <a:pt x="601767" y="51918"/>
                  <a:pt x="603511" y="48565"/>
                </a:cubicBezTo>
                <a:cubicBezTo>
                  <a:pt x="605255" y="45212"/>
                  <a:pt x="607307" y="42396"/>
                  <a:pt x="609667" y="40116"/>
                </a:cubicBezTo>
                <a:cubicBezTo>
                  <a:pt x="612028" y="37836"/>
                  <a:pt x="614589" y="36012"/>
                  <a:pt x="617352" y="34644"/>
                </a:cubicBezTo>
                <a:cubicBezTo>
                  <a:pt x="620115" y="33276"/>
                  <a:pt x="623026" y="32283"/>
                  <a:pt x="626084" y="31666"/>
                </a:cubicBezTo>
                <a:cubicBezTo>
                  <a:pt x="629142" y="31049"/>
                  <a:pt x="632226" y="30741"/>
                  <a:pt x="635338" y="30741"/>
                </a:cubicBezTo>
                <a:cubicBezTo>
                  <a:pt x="640220" y="30741"/>
                  <a:pt x="644566" y="31410"/>
                  <a:pt x="648375" y="32747"/>
                </a:cubicBezTo>
                <a:cubicBezTo>
                  <a:pt x="652184" y="34084"/>
                  <a:pt x="655470" y="35915"/>
                  <a:pt x="658233" y="38242"/>
                </a:cubicBezTo>
                <a:cubicBezTo>
                  <a:pt x="660995" y="40569"/>
                  <a:pt x="663235" y="43311"/>
                  <a:pt x="664952" y="46468"/>
                </a:cubicBezTo>
                <a:cubicBezTo>
                  <a:pt x="666669" y="49623"/>
                  <a:pt x="667876" y="53019"/>
                  <a:pt x="668573" y="56655"/>
                </a:cubicBezTo>
                <a:lnTo>
                  <a:pt x="653686" y="57779"/>
                </a:lnTo>
                <a:cubicBezTo>
                  <a:pt x="652935" y="53000"/>
                  <a:pt x="651030" y="49203"/>
                  <a:pt x="647972" y="46390"/>
                </a:cubicBezTo>
                <a:cubicBezTo>
                  <a:pt x="644914" y="43575"/>
                  <a:pt x="640569" y="42168"/>
                  <a:pt x="634936" y="42168"/>
                </a:cubicBezTo>
                <a:cubicBezTo>
                  <a:pt x="630805" y="42168"/>
                  <a:pt x="627358" y="42851"/>
                  <a:pt x="624595" y="44217"/>
                </a:cubicBezTo>
                <a:cubicBezTo>
                  <a:pt x="621832" y="45584"/>
                  <a:pt x="619592" y="47647"/>
                  <a:pt x="617875" y="50406"/>
                </a:cubicBezTo>
                <a:cubicBezTo>
                  <a:pt x="616159" y="53166"/>
                  <a:pt x="614938" y="56635"/>
                  <a:pt x="614214" y="60815"/>
                </a:cubicBezTo>
                <a:cubicBezTo>
                  <a:pt x="613490" y="64994"/>
                  <a:pt x="613128" y="69897"/>
                  <a:pt x="613128" y="75524"/>
                </a:cubicBezTo>
                <a:close/>
                <a:moveTo>
                  <a:pt x="695612" y="78863"/>
                </a:moveTo>
                <a:cubicBezTo>
                  <a:pt x="695612" y="83424"/>
                  <a:pt x="696082" y="87622"/>
                  <a:pt x="697021" y="91457"/>
                </a:cubicBezTo>
                <a:cubicBezTo>
                  <a:pt x="697959" y="95293"/>
                  <a:pt x="699408" y="98593"/>
                  <a:pt x="701366" y="101356"/>
                </a:cubicBezTo>
                <a:cubicBezTo>
                  <a:pt x="703324" y="104118"/>
                  <a:pt x="705832" y="106264"/>
                  <a:pt x="708890" y="107793"/>
                </a:cubicBezTo>
                <a:cubicBezTo>
                  <a:pt x="711948" y="109322"/>
                  <a:pt x="715623" y="110087"/>
                  <a:pt x="719915" y="110087"/>
                </a:cubicBezTo>
                <a:cubicBezTo>
                  <a:pt x="726192" y="110087"/>
                  <a:pt x="731222" y="108826"/>
                  <a:pt x="735004" y="106305"/>
                </a:cubicBezTo>
                <a:cubicBezTo>
                  <a:pt x="738786" y="103783"/>
                  <a:pt x="741348" y="100591"/>
                  <a:pt x="742689" y="96728"/>
                </a:cubicBezTo>
                <a:lnTo>
                  <a:pt x="755404" y="100362"/>
                </a:lnTo>
                <a:cubicBezTo>
                  <a:pt x="754492" y="102785"/>
                  <a:pt x="753217" y="105221"/>
                  <a:pt x="751581" y="107670"/>
                </a:cubicBezTo>
                <a:cubicBezTo>
                  <a:pt x="749945" y="110118"/>
                  <a:pt x="747759" y="112324"/>
                  <a:pt x="745023" y="114289"/>
                </a:cubicBezTo>
                <a:cubicBezTo>
                  <a:pt x="742287" y="116254"/>
                  <a:pt x="738866" y="117869"/>
                  <a:pt x="734762" y="119135"/>
                </a:cubicBezTo>
                <a:cubicBezTo>
                  <a:pt x="730658" y="120399"/>
                  <a:pt x="725709" y="121031"/>
                  <a:pt x="719915" y="121031"/>
                </a:cubicBezTo>
                <a:cubicBezTo>
                  <a:pt x="707039" y="121031"/>
                  <a:pt x="697235" y="117195"/>
                  <a:pt x="690502" y="109524"/>
                </a:cubicBezTo>
                <a:cubicBezTo>
                  <a:pt x="683769" y="101852"/>
                  <a:pt x="680403" y="90451"/>
                  <a:pt x="680403" y="75323"/>
                </a:cubicBezTo>
                <a:cubicBezTo>
                  <a:pt x="680403" y="67168"/>
                  <a:pt x="681422" y="60261"/>
                  <a:pt x="683461" y="54601"/>
                </a:cubicBezTo>
                <a:cubicBezTo>
                  <a:pt x="685500" y="48941"/>
                  <a:pt x="688289" y="44341"/>
                  <a:pt x="691830" y="40800"/>
                </a:cubicBezTo>
                <a:cubicBezTo>
                  <a:pt x="695371" y="37259"/>
                  <a:pt x="699502" y="34697"/>
                  <a:pt x="704223" y="33115"/>
                </a:cubicBezTo>
                <a:cubicBezTo>
                  <a:pt x="708944" y="31532"/>
                  <a:pt x="713987" y="30741"/>
                  <a:pt x="719352" y="30741"/>
                </a:cubicBezTo>
                <a:cubicBezTo>
                  <a:pt x="726648" y="30741"/>
                  <a:pt x="732751" y="31919"/>
                  <a:pt x="737659" y="34276"/>
                </a:cubicBezTo>
                <a:cubicBezTo>
                  <a:pt x="742568" y="36632"/>
                  <a:pt x="746511" y="39885"/>
                  <a:pt x="749489" y="44036"/>
                </a:cubicBezTo>
                <a:cubicBezTo>
                  <a:pt x="752466" y="48187"/>
                  <a:pt x="754586" y="53075"/>
                  <a:pt x="755846" y="58700"/>
                </a:cubicBezTo>
                <a:cubicBezTo>
                  <a:pt x="757107" y="64323"/>
                  <a:pt x="757737" y="70401"/>
                  <a:pt x="757737" y="76935"/>
                </a:cubicBezTo>
                <a:lnTo>
                  <a:pt x="757737" y="78863"/>
                </a:lnTo>
                <a:lnTo>
                  <a:pt x="695612" y="78863"/>
                </a:lnTo>
                <a:moveTo>
                  <a:pt x="742769" y="67758"/>
                </a:moveTo>
                <a:cubicBezTo>
                  <a:pt x="741965" y="58640"/>
                  <a:pt x="739631" y="51988"/>
                  <a:pt x="735768" y="47803"/>
                </a:cubicBezTo>
                <a:cubicBezTo>
                  <a:pt x="731906" y="43617"/>
                  <a:pt x="726353" y="41524"/>
                  <a:pt x="719110" y="41524"/>
                </a:cubicBezTo>
                <a:cubicBezTo>
                  <a:pt x="716696" y="41524"/>
                  <a:pt x="714161" y="41910"/>
                  <a:pt x="711506" y="42683"/>
                </a:cubicBezTo>
                <a:cubicBezTo>
                  <a:pt x="708850" y="43456"/>
                  <a:pt x="706396" y="44829"/>
                  <a:pt x="704142" y="46802"/>
                </a:cubicBezTo>
                <a:cubicBezTo>
                  <a:pt x="701889" y="48776"/>
                  <a:pt x="699985" y="51456"/>
                  <a:pt x="698429" y="54842"/>
                </a:cubicBezTo>
                <a:cubicBezTo>
                  <a:pt x="696873" y="58227"/>
                  <a:pt x="695988" y="62532"/>
                  <a:pt x="695773" y="67758"/>
                </a:cubicBezTo>
                <a:lnTo>
                  <a:pt x="742769" y="67758"/>
                </a:lnTo>
                <a:close/>
                <a:moveTo>
                  <a:pt x="780083" y="49088"/>
                </a:moveTo>
                <a:lnTo>
                  <a:pt x="780083" y="32350"/>
                </a:lnTo>
                <a:lnTo>
                  <a:pt x="795776" y="32350"/>
                </a:lnTo>
                <a:lnTo>
                  <a:pt x="795776" y="49088"/>
                </a:lnTo>
                <a:lnTo>
                  <a:pt x="780083" y="49088"/>
                </a:lnTo>
                <a:moveTo>
                  <a:pt x="780083" y="119422"/>
                </a:moveTo>
                <a:lnTo>
                  <a:pt x="780083" y="102683"/>
                </a:lnTo>
                <a:lnTo>
                  <a:pt x="795776" y="102683"/>
                </a:lnTo>
                <a:lnTo>
                  <a:pt x="795776" y="119422"/>
                </a:lnTo>
                <a:lnTo>
                  <a:pt x="780083" y="119422"/>
                </a:lnTo>
                <a:close/>
                <a:moveTo>
                  <a:pt x="869223" y="119422"/>
                </a:moveTo>
                <a:lnTo>
                  <a:pt x="869223" y="107029"/>
                </a:lnTo>
                <a:lnTo>
                  <a:pt x="898112" y="107029"/>
                </a:lnTo>
                <a:lnTo>
                  <a:pt x="898112" y="19796"/>
                </a:lnTo>
                <a:lnTo>
                  <a:pt x="872522" y="37983"/>
                </a:lnTo>
                <a:lnTo>
                  <a:pt x="872522" y="24303"/>
                </a:lnTo>
                <a:lnTo>
                  <a:pt x="899319" y="5955"/>
                </a:lnTo>
                <a:lnTo>
                  <a:pt x="912678" y="5955"/>
                </a:lnTo>
                <a:lnTo>
                  <a:pt x="912678" y="107029"/>
                </a:lnTo>
                <a:lnTo>
                  <a:pt x="940280" y="107029"/>
                </a:lnTo>
                <a:lnTo>
                  <a:pt x="940280" y="119422"/>
                </a:lnTo>
                <a:lnTo>
                  <a:pt x="869223" y="119422"/>
                </a:lnTo>
                <a:close/>
                <a:moveTo>
                  <a:pt x="955625" y="82082"/>
                </a:moveTo>
                <a:lnTo>
                  <a:pt x="955625" y="69207"/>
                </a:lnTo>
                <a:lnTo>
                  <a:pt x="995861" y="69207"/>
                </a:lnTo>
                <a:lnTo>
                  <a:pt x="995861" y="82082"/>
                </a:lnTo>
                <a:lnTo>
                  <a:pt x="955625" y="82082"/>
                </a:lnTo>
                <a:close/>
                <a:moveTo>
                  <a:pt x="1074080" y="93670"/>
                </a:moveTo>
                <a:lnTo>
                  <a:pt x="1074080" y="119422"/>
                </a:lnTo>
                <a:lnTo>
                  <a:pt x="1060399" y="119422"/>
                </a:lnTo>
                <a:lnTo>
                  <a:pt x="1060399" y="93670"/>
                </a:lnTo>
                <a:lnTo>
                  <a:pt x="1006965" y="93670"/>
                </a:lnTo>
                <a:lnTo>
                  <a:pt x="1006965" y="82404"/>
                </a:lnTo>
                <a:lnTo>
                  <a:pt x="1058870" y="5955"/>
                </a:lnTo>
                <a:lnTo>
                  <a:pt x="1074080" y="5955"/>
                </a:lnTo>
                <a:lnTo>
                  <a:pt x="1074080" y="82243"/>
                </a:lnTo>
                <a:lnTo>
                  <a:pt x="1090013" y="82243"/>
                </a:lnTo>
                <a:lnTo>
                  <a:pt x="1090013" y="93670"/>
                </a:lnTo>
                <a:lnTo>
                  <a:pt x="1074080" y="93670"/>
                </a:lnTo>
                <a:moveTo>
                  <a:pt x="1060399" y="22291"/>
                </a:moveTo>
                <a:cubicBezTo>
                  <a:pt x="1060292" y="22559"/>
                  <a:pt x="1060024" y="23082"/>
                  <a:pt x="1059595" y="23860"/>
                </a:cubicBezTo>
                <a:cubicBezTo>
                  <a:pt x="1059165" y="24638"/>
                  <a:pt x="1058682" y="25510"/>
                  <a:pt x="1058146" y="26476"/>
                </a:cubicBezTo>
                <a:cubicBezTo>
                  <a:pt x="1057610" y="27441"/>
                  <a:pt x="1057060" y="28420"/>
                  <a:pt x="1056496" y="29413"/>
                </a:cubicBezTo>
                <a:cubicBezTo>
                  <a:pt x="1055933" y="30405"/>
                  <a:pt x="1055437" y="31223"/>
                  <a:pt x="1055008" y="31867"/>
                </a:cubicBezTo>
                <a:lnTo>
                  <a:pt x="1025957" y="74679"/>
                </a:lnTo>
                <a:cubicBezTo>
                  <a:pt x="1025689" y="75108"/>
                  <a:pt x="1025300" y="75671"/>
                  <a:pt x="1024790" y="76369"/>
                </a:cubicBezTo>
                <a:cubicBezTo>
                  <a:pt x="1024280" y="77066"/>
                  <a:pt x="1023757" y="77777"/>
                  <a:pt x="1023221" y="78501"/>
                </a:cubicBezTo>
                <a:cubicBezTo>
                  <a:pt x="1022684" y="79226"/>
                  <a:pt x="1022148" y="79936"/>
                  <a:pt x="1021611" y="80634"/>
                </a:cubicBezTo>
                <a:cubicBezTo>
                  <a:pt x="1021075" y="81331"/>
                  <a:pt x="1020646" y="81868"/>
                  <a:pt x="1020324" y="82243"/>
                </a:cubicBezTo>
                <a:lnTo>
                  <a:pt x="1060399" y="82243"/>
                </a:lnTo>
                <a:lnTo>
                  <a:pt x="1060399" y="222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2821FD-F437-48C5-A9BF-12EFEF6B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624" y="3416463"/>
            <a:ext cx="1778557" cy="274681"/>
          </a:xfrm>
          <a:custGeom xmlns:a="http://schemas.openxmlformats.org/drawingml/2006/main">
            <a:pathLst>
              <a:path w="1778557" h="274681">
                <a:moveTo>
                  <a:pt x="0" y="0"/>
                </a:moveTo>
                <a:lnTo>
                  <a:pt x="1641217" y="0"/>
                </a:lnTo>
                <a:cubicBezTo>
                  <a:pt x="1732777" y="0"/>
                  <a:pt x="1778557" y="45780"/>
                  <a:pt x="1778557" y="137340"/>
                </a:cubicBezTo>
                <a:cubicBezTo>
                  <a:pt x="1778557" y="228901"/>
                  <a:pt x="1732777" y="274681"/>
                  <a:pt x="1641217" y="274681"/>
                </a:cubicBezTo>
                <a:lnTo>
                  <a:pt x="0" y="2746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CA837-3F4B-4563-965A-471686CE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624" y="3416463"/>
            <a:ext cx="1778557" cy="274681"/>
          </a:xfrm>
          <a:custGeom xmlns:a="http://schemas.openxmlformats.org/drawingml/2006/main">
            <a:pathLst>
              <a:path w="1778557" h="274681" fill="none">
                <a:moveTo>
                  <a:pt x="0" y="0"/>
                </a:moveTo>
                <a:lnTo>
                  <a:pt x="1641217" y="0"/>
                </a:lnTo>
                <a:cubicBezTo>
                  <a:pt x="1732777" y="0"/>
                  <a:pt x="1778557" y="45780"/>
                  <a:pt x="1778557" y="137340"/>
                </a:cubicBezTo>
                <a:cubicBezTo>
                  <a:pt x="1778557" y="228901"/>
                  <a:pt x="1732777" y="274681"/>
                  <a:pt x="1641217" y="274681"/>
                </a:cubicBezTo>
                <a:lnTo>
                  <a:pt x="0" y="2746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9673A6"/>
            </a:solidFill>
            <a:miter/>
          </a:ln>
        </p:spPr>
      </p:sp>
      <p:sp>
        <p:nvSpPr>
          <p:cNvPr id="56" name="Text Implicationscope:1-4">
            <a:extLst xmlns:a="http://schemas.openxmlformats.org/drawingml/2006/main">
              <a:ext uri="{FF2B5EF4-FFF2-40B4-BE49-F238E27FC236}">
                <a16:creationId xmlns:a16="http://schemas.microsoft.com/office/drawing/2014/main" id="{F432680C-2FEB-485F-A511-F12D55EA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821" y="3482450"/>
            <a:ext cx="1582913" cy="153703"/>
          </a:xfrm>
          <a:custGeom xmlns:a="http://schemas.openxmlformats.org/drawingml/2006/main">
            <a:pathLst>
              <a:path w="1582913" h="153703">
                <a:moveTo>
                  <a:pt x="0" y="119422"/>
                </a:moveTo>
                <a:lnTo>
                  <a:pt x="0" y="5955"/>
                </a:lnTo>
                <a:lnTo>
                  <a:pt x="15370" y="5955"/>
                </a:lnTo>
                <a:lnTo>
                  <a:pt x="15370" y="119422"/>
                </a:lnTo>
                <a:lnTo>
                  <a:pt x="0" y="119422"/>
                </a:lnTo>
                <a:close/>
                <a:moveTo>
                  <a:pt x="92411" y="119422"/>
                </a:moveTo>
                <a:lnTo>
                  <a:pt x="92411" y="64275"/>
                </a:lnTo>
                <a:cubicBezTo>
                  <a:pt x="92411" y="60040"/>
                  <a:pt x="92142" y="56503"/>
                  <a:pt x="91606" y="53663"/>
                </a:cubicBezTo>
                <a:cubicBezTo>
                  <a:pt x="91069" y="50823"/>
                  <a:pt x="90171" y="48532"/>
                  <a:pt x="88910" y="46790"/>
                </a:cubicBezTo>
                <a:cubicBezTo>
                  <a:pt x="87649" y="45048"/>
                  <a:pt x="86000" y="43816"/>
                  <a:pt x="83961" y="43093"/>
                </a:cubicBezTo>
                <a:cubicBezTo>
                  <a:pt x="81922" y="42369"/>
                  <a:pt x="79428" y="42007"/>
                  <a:pt x="76477" y="42007"/>
                </a:cubicBezTo>
                <a:cubicBezTo>
                  <a:pt x="73419" y="42007"/>
                  <a:pt x="70656" y="42610"/>
                  <a:pt x="68188" y="43817"/>
                </a:cubicBezTo>
                <a:cubicBezTo>
                  <a:pt x="65720" y="45023"/>
                  <a:pt x="63615" y="46765"/>
                  <a:pt x="61871" y="49043"/>
                </a:cubicBezTo>
                <a:cubicBezTo>
                  <a:pt x="60128" y="51320"/>
                  <a:pt x="58786" y="54133"/>
                  <a:pt x="57848" y="57483"/>
                </a:cubicBezTo>
                <a:cubicBezTo>
                  <a:pt x="56909" y="60832"/>
                  <a:pt x="56439" y="64678"/>
                  <a:pt x="56439" y="69018"/>
                </a:cubicBezTo>
                <a:lnTo>
                  <a:pt x="56439" y="119422"/>
                </a:lnTo>
                <a:lnTo>
                  <a:pt x="42035" y="119422"/>
                </a:lnTo>
                <a:lnTo>
                  <a:pt x="42035" y="50939"/>
                </a:lnTo>
                <a:cubicBezTo>
                  <a:pt x="42035" y="49115"/>
                  <a:pt x="42021" y="47197"/>
                  <a:pt x="41994" y="45185"/>
                </a:cubicBezTo>
                <a:cubicBezTo>
                  <a:pt x="41968" y="43174"/>
                  <a:pt x="41927" y="41269"/>
                  <a:pt x="41874" y="39472"/>
                </a:cubicBezTo>
                <a:cubicBezTo>
                  <a:pt x="41820" y="37675"/>
                  <a:pt x="41766" y="36132"/>
                  <a:pt x="41713" y="34845"/>
                </a:cubicBezTo>
                <a:cubicBezTo>
                  <a:pt x="41659" y="33557"/>
                  <a:pt x="41605" y="32726"/>
                  <a:pt x="41552" y="32350"/>
                </a:cubicBezTo>
                <a:lnTo>
                  <a:pt x="55232" y="32350"/>
                </a:lnTo>
                <a:cubicBezTo>
                  <a:pt x="55286" y="32620"/>
                  <a:pt x="55339" y="33348"/>
                  <a:pt x="55393" y="34535"/>
                </a:cubicBezTo>
                <a:cubicBezTo>
                  <a:pt x="55447" y="35721"/>
                  <a:pt x="55514" y="37082"/>
                  <a:pt x="55594" y="38619"/>
                </a:cubicBezTo>
                <a:cubicBezTo>
                  <a:pt x="55675" y="40157"/>
                  <a:pt x="55742" y="41722"/>
                  <a:pt x="55795" y="43315"/>
                </a:cubicBezTo>
                <a:cubicBezTo>
                  <a:pt x="55849" y="44906"/>
                  <a:pt x="55876" y="46240"/>
                  <a:pt x="55876" y="47318"/>
                </a:cubicBezTo>
                <a:lnTo>
                  <a:pt x="56117" y="47318"/>
                </a:lnTo>
                <a:cubicBezTo>
                  <a:pt x="57405" y="44785"/>
                  <a:pt x="58800" y="42494"/>
                  <a:pt x="60302" y="40445"/>
                </a:cubicBezTo>
                <a:cubicBezTo>
                  <a:pt x="61804" y="38396"/>
                  <a:pt x="63561" y="36658"/>
                  <a:pt x="65573" y="35230"/>
                </a:cubicBezTo>
                <a:cubicBezTo>
                  <a:pt x="67585" y="33801"/>
                  <a:pt x="69892" y="32696"/>
                  <a:pt x="72494" y="31915"/>
                </a:cubicBezTo>
                <a:cubicBezTo>
                  <a:pt x="75096" y="31132"/>
                  <a:pt x="78113" y="30741"/>
                  <a:pt x="81547" y="30741"/>
                </a:cubicBezTo>
                <a:cubicBezTo>
                  <a:pt x="88146" y="30741"/>
                  <a:pt x="93363" y="32062"/>
                  <a:pt x="97199" y="34704"/>
                </a:cubicBezTo>
                <a:cubicBezTo>
                  <a:pt x="101035" y="37344"/>
                  <a:pt x="103704" y="41549"/>
                  <a:pt x="105206" y="47318"/>
                </a:cubicBezTo>
                <a:lnTo>
                  <a:pt x="105447" y="47318"/>
                </a:lnTo>
                <a:cubicBezTo>
                  <a:pt x="106735" y="44785"/>
                  <a:pt x="108183" y="42494"/>
                  <a:pt x="109793" y="40445"/>
                </a:cubicBezTo>
                <a:cubicBezTo>
                  <a:pt x="111402" y="38396"/>
                  <a:pt x="113280" y="36658"/>
                  <a:pt x="115426" y="35230"/>
                </a:cubicBezTo>
                <a:cubicBezTo>
                  <a:pt x="117572" y="33801"/>
                  <a:pt x="119986" y="32696"/>
                  <a:pt x="122668" y="31915"/>
                </a:cubicBezTo>
                <a:cubicBezTo>
                  <a:pt x="125351" y="31132"/>
                  <a:pt x="128409" y="30741"/>
                  <a:pt x="131842" y="30741"/>
                </a:cubicBezTo>
                <a:cubicBezTo>
                  <a:pt x="136242" y="30741"/>
                  <a:pt x="140037" y="31331"/>
                  <a:pt x="143229" y="32511"/>
                </a:cubicBezTo>
                <a:cubicBezTo>
                  <a:pt x="146421" y="33691"/>
                  <a:pt x="149037" y="35515"/>
                  <a:pt x="151075" y="37983"/>
                </a:cubicBezTo>
                <a:cubicBezTo>
                  <a:pt x="153114" y="40451"/>
                  <a:pt x="154616" y="43630"/>
                  <a:pt x="155582" y="47519"/>
                </a:cubicBezTo>
                <a:cubicBezTo>
                  <a:pt x="156547" y="51409"/>
                  <a:pt x="157030" y="56036"/>
                  <a:pt x="157030" y="61401"/>
                </a:cubicBezTo>
                <a:lnTo>
                  <a:pt x="157030" y="119422"/>
                </a:lnTo>
                <a:lnTo>
                  <a:pt x="142706" y="119422"/>
                </a:lnTo>
                <a:lnTo>
                  <a:pt x="142706" y="64275"/>
                </a:lnTo>
                <a:cubicBezTo>
                  <a:pt x="142706" y="60040"/>
                  <a:pt x="142438" y="56503"/>
                  <a:pt x="141901" y="53663"/>
                </a:cubicBezTo>
                <a:cubicBezTo>
                  <a:pt x="141365" y="50823"/>
                  <a:pt x="140466" y="48532"/>
                  <a:pt x="139206" y="46790"/>
                </a:cubicBezTo>
                <a:cubicBezTo>
                  <a:pt x="137945" y="45048"/>
                  <a:pt x="136295" y="43816"/>
                  <a:pt x="134257" y="43093"/>
                </a:cubicBezTo>
                <a:cubicBezTo>
                  <a:pt x="132218" y="42369"/>
                  <a:pt x="129723" y="42007"/>
                  <a:pt x="126773" y="42007"/>
                </a:cubicBezTo>
                <a:cubicBezTo>
                  <a:pt x="123715" y="42007"/>
                  <a:pt x="120952" y="42584"/>
                  <a:pt x="118484" y="43737"/>
                </a:cubicBezTo>
                <a:cubicBezTo>
                  <a:pt x="116016" y="44889"/>
                  <a:pt x="113910" y="46590"/>
                  <a:pt x="112167" y="48842"/>
                </a:cubicBezTo>
                <a:cubicBezTo>
                  <a:pt x="110423" y="51092"/>
                  <a:pt x="109082" y="53905"/>
                  <a:pt x="108143" y="57282"/>
                </a:cubicBezTo>
                <a:cubicBezTo>
                  <a:pt x="107204" y="60658"/>
                  <a:pt x="106735" y="64570"/>
                  <a:pt x="106735" y="69018"/>
                </a:cubicBezTo>
                <a:lnTo>
                  <a:pt x="106735" y="119422"/>
                </a:lnTo>
                <a:lnTo>
                  <a:pt x="92411" y="119422"/>
                </a:lnTo>
                <a:close/>
                <a:moveTo>
                  <a:pt x="252631" y="75443"/>
                </a:moveTo>
                <a:cubicBezTo>
                  <a:pt x="252631" y="82047"/>
                  <a:pt x="252094" y="88141"/>
                  <a:pt x="251021" y="93726"/>
                </a:cubicBezTo>
                <a:cubicBezTo>
                  <a:pt x="249948" y="99310"/>
                  <a:pt x="248164" y="104117"/>
                  <a:pt x="245670" y="108145"/>
                </a:cubicBezTo>
                <a:cubicBezTo>
                  <a:pt x="243175" y="112172"/>
                  <a:pt x="239876" y="115327"/>
                  <a:pt x="235771" y="117609"/>
                </a:cubicBezTo>
                <a:cubicBezTo>
                  <a:pt x="231667" y="119890"/>
                  <a:pt x="226611" y="121031"/>
                  <a:pt x="220602" y="121031"/>
                </a:cubicBezTo>
                <a:cubicBezTo>
                  <a:pt x="214379" y="121031"/>
                  <a:pt x="208934" y="119845"/>
                  <a:pt x="204266" y="117473"/>
                </a:cubicBezTo>
                <a:cubicBezTo>
                  <a:pt x="199599" y="115099"/>
                  <a:pt x="196031" y="111215"/>
                  <a:pt x="193563" y="105822"/>
                </a:cubicBezTo>
                <a:lnTo>
                  <a:pt x="193161" y="105822"/>
                </a:lnTo>
                <a:cubicBezTo>
                  <a:pt x="193215" y="105929"/>
                  <a:pt x="193255" y="106414"/>
                  <a:pt x="193282" y="107275"/>
                </a:cubicBezTo>
                <a:cubicBezTo>
                  <a:pt x="193309" y="108137"/>
                  <a:pt x="193335" y="109214"/>
                  <a:pt x="193362" y="110507"/>
                </a:cubicBezTo>
                <a:cubicBezTo>
                  <a:pt x="193389" y="111798"/>
                  <a:pt x="193416" y="113237"/>
                  <a:pt x="193443" y="114825"/>
                </a:cubicBezTo>
                <a:cubicBezTo>
                  <a:pt x="193470" y="116412"/>
                  <a:pt x="193483" y="117987"/>
                  <a:pt x="193483" y="119547"/>
                </a:cubicBezTo>
                <a:lnTo>
                  <a:pt x="193483" y="153703"/>
                </a:lnTo>
                <a:lnTo>
                  <a:pt x="178998" y="153703"/>
                </a:lnTo>
                <a:lnTo>
                  <a:pt x="178998" y="50147"/>
                </a:lnTo>
                <a:cubicBezTo>
                  <a:pt x="178998" y="48053"/>
                  <a:pt x="178985" y="46040"/>
                  <a:pt x="178958" y="44107"/>
                </a:cubicBezTo>
                <a:cubicBezTo>
                  <a:pt x="178931" y="42174"/>
                  <a:pt x="178891" y="40416"/>
                  <a:pt x="178837" y="38833"/>
                </a:cubicBezTo>
                <a:cubicBezTo>
                  <a:pt x="178783" y="37249"/>
                  <a:pt x="178730" y="35893"/>
                  <a:pt x="178676" y="34767"/>
                </a:cubicBezTo>
                <a:cubicBezTo>
                  <a:pt x="178622" y="33638"/>
                  <a:pt x="178569" y="32833"/>
                  <a:pt x="178515" y="32350"/>
                </a:cubicBezTo>
                <a:lnTo>
                  <a:pt x="192517" y="32350"/>
                </a:lnTo>
                <a:cubicBezTo>
                  <a:pt x="192571" y="32511"/>
                  <a:pt x="192638" y="33074"/>
                  <a:pt x="192719" y="34040"/>
                </a:cubicBezTo>
                <a:cubicBezTo>
                  <a:pt x="192799" y="35006"/>
                  <a:pt x="192879" y="36173"/>
                  <a:pt x="192960" y="37541"/>
                </a:cubicBezTo>
                <a:cubicBezTo>
                  <a:pt x="193040" y="38909"/>
                  <a:pt x="193121" y="40371"/>
                  <a:pt x="193201" y="41926"/>
                </a:cubicBezTo>
                <a:cubicBezTo>
                  <a:pt x="193282" y="43482"/>
                  <a:pt x="193322" y="44957"/>
                  <a:pt x="193322" y="46352"/>
                </a:cubicBezTo>
                <a:lnTo>
                  <a:pt x="193644" y="46352"/>
                </a:lnTo>
                <a:cubicBezTo>
                  <a:pt x="194985" y="43548"/>
                  <a:pt x="196514" y="41161"/>
                  <a:pt x="198231" y="39193"/>
                </a:cubicBezTo>
                <a:cubicBezTo>
                  <a:pt x="199948" y="37225"/>
                  <a:pt x="201906" y="35607"/>
                  <a:pt x="204105" y="34339"/>
                </a:cubicBezTo>
                <a:cubicBezTo>
                  <a:pt x="206305" y="33072"/>
                  <a:pt x="208759" y="32156"/>
                  <a:pt x="211469" y="31591"/>
                </a:cubicBezTo>
                <a:cubicBezTo>
                  <a:pt x="214178" y="31024"/>
                  <a:pt x="217223" y="30741"/>
                  <a:pt x="220602" y="30741"/>
                </a:cubicBezTo>
                <a:cubicBezTo>
                  <a:pt x="226611" y="30741"/>
                  <a:pt x="231667" y="31814"/>
                  <a:pt x="235771" y="33962"/>
                </a:cubicBezTo>
                <a:cubicBezTo>
                  <a:pt x="239876" y="36110"/>
                  <a:pt x="243175" y="39130"/>
                  <a:pt x="245670" y="43023"/>
                </a:cubicBezTo>
                <a:cubicBezTo>
                  <a:pt x="248164" y="46916"/>
                  <a:pt x="249948" y="51614"/>
                  <a:pt x="251021" y="57118"/>
                </a:cubicBezTo>
                <a:cubicBezTo>
                  <a:pt x="252094" y="62622"/>
                  <a:pt x="252631" y="68731"/>
                  <a:pt x="252631" y="75443"/>
                </a:cubicBezTo>
                <a:moveTo>
                  <a:pt x="237421" y="75765"/>
                </a:moveTo>
                <a:cubicBezTo>
                  <a:pt x="237421" y="70407"/>
                  <a:pt x="237099" y="65638"/>
                  <a:pt x="236456" y="61459"/>
                </a:cubicBezTo>
                <a:cubicBezTo>
                  <a:pt x="235812" y="57279"/>
                  <a:pt x="234699" y="53742"/>
                  <a:pt x="233116" y="50849"/>
                </a:cubicBezTo>
                <a:cubicBezTo>
                  <a:pt x="231533" y="47955"/>
                  <a:pt x="229428" y="45758"/>
                  <a:pt x="226799" y="44258"/>
                </a:cubicBezTo>
                <a:cubicBezTo>
                  <a:pt x="224170" y="42757"/>
                  <a:pt x="220871" y="42007"/>
                  <a:pt x="216901" y="42007"/>
                </a:cubicBezTo>
                <a:cubicBezTo>
                  <a:pt x="213682" y="42007"/>
                  <a:pt x="210651" y="42463"/>
                  <a:pt x="207807" y="43375"/>
                </a:cubicBezTo>
                <a:cubicBezTo>
                  <a:pt x="204964" y="44285"/>
                  <a:pt x="202483" y="46026"/>
                  <a:pt x="200363" y="48598"/>
                </a:cubicBezTo>
                <a:cubicBezTo>
                  <a:pt x="198244" y="51170"/>
                  <a:pt x="196568" y="54720"/>
                  <a:pt x="195334" y="59248"/>
                </a:cubicBezTo>
                <a:cubicBezTo>
                  <a:pt x="194100" y="63776"/>
                  <a:pt x="193483" y="69658"/>
                  <a:pt x="193483" y="76892"/>
                </a:cubicBezTo>
                <a:cubicBezTo>
                  <a:pt x="193483" y="83053"/>
                  <a:pt x="193993" y="88264"/>
                  <a:pt x="195012" y="92524"/>
                </a:cubicBezTo>
                <a:cubicBezTo>
                  <a:pt x="196031" y="96784"/>
                  <a:pt x="197520" y="100227"/>
                  <a:pt x="199478" y="102854"/>
                </a:cubicBezTo>
                <a:cubicBezTo>
                  <a:pt x="201436" y="105480"/>
                  <a:pt x="203864" y="107368"/>
                  <a:pt x="206761" y="108520"/>
                </a:cubicBezTo>
                <a:cubicBezTo>
                  <a:pt x="209658" y="109672"/>
                  <a:pt x="212984" y="110248"/>
                  <a:pt x="216740" y="110248"/>
                </a:cubicBezTo>
                <a:cubicBezTo>
                  <a:pt x="220763" y="110248"/>
                  <a:pt x="224103" y="109471"/>
                  <a:pt x="226759" y="107917"/>
                </a:cubicBezTo>
                <a:cubicBezTo>
                  <a:pt x="229414" y="106362"/>
                  <a:pt x="231533" y="104112"/>
                  <a:pt x="233116" y="101164"/>
                </a:cubicBezTo>
                <a:cubicBezTo>
                  <a:pt x="234699" y="98217"/>
                  <a:pt x="235812" y="94613"/>
                  <a:pt x="236456" y="90353"/>
                </a:cubicBezTo>
                <a:cubicBezTo>
                  <a:pt x="237099" y="86093"/>
                  <a:pt x="237421" y="81231"/>
                  <a:pt x="237421" y="75765"/>
                </a:cubicBezTo>
                <a:close/>
                <a:moveTo>
                  <a:pt x="270632" y="119422"/>
                </a:moveTo>
                <a:lnTo>
                  <a:pt x="270632" y="0"/>
                </a:lnTo>
                <a:lnTo>
                  <a:pt x="285117" y="0"/>
                </a:lnTo>
                <a:lnTo>
                  <a:pt x="285117" y="119422"/>
                </a:lnTo>
                <a:lnTo>
                  <a:pt x="270632" y="119422"/>
                </a:lnTo>
                <a:close/>
                <a:moveTo>
                  <a:pt x="307138" y="13841"/>
                </a:moveTo>
                <a:lnTo>
                  <a:pt x="307138" y="0"/>
                </a:lnTo>
                <a:lnTo>
                  <a:pt x="321623" y="0"/>
                </a:lnTo>
                <a:lnTo>
                  <a:pt x="321623" y="13841"/>
                </a:lnTo>
                <a:lnTo>
                  <a:pt x="307138" y="13841"/>
                </a:lnTo>
                <a:moveTo>
                  <a:pt x="307138" y="119422"/>
                </a:moveTo>
                <a:lnTo>
                  <a:pt x="307138" y="32350"/>
                </a:lnTo>
                <a:lnTo>
                  <a:pt x="321623" y="32350"/>
                </a:lnTo>
                <a:lnTo>
                  <a:pt x="321623" y="119422"/>
                </a:lnTo>
                <a:lnTo>
                  <a:pt x="307138" y="119422"/>
                </a:lnTo>
                <a:close/>
                <a:moveTo>
                  <a:pt x="354831" y="75524"/>
                </a:moveTo>
                <a:cubicBezTo>
                  <a:pt x="354831" y="80508"/>
                  <a:pt x="355193" y="85090"/>
                  <a:pt x="355918" y="89270"/>
                </a:cubicBezTo>
                <a:cubicBezTo>
                  <a:pt x="356642" y="93449"/>
                  <a:pt x="357862" y="97053"/>
                  <a:pt x="359579" y="100081"/>
                </a:cubicBezTo>
                <a:cubicBezTo>
                  <a:pt x="361296" y="103107"/>
                  <a:pt x="363563" y="105450"/>
                  <a:pt x="366379" y="107112"/>
                </a:cubicBezTo>
                <a:cubicBezTo>
                  <a:pt x="369196" y="108773"/>
                  <a:pt x="372669" y="109604"/>
                  <a:pt x="376800" y="109604"/>
                </a:cubicBezTo>
                <a:cubicBezTo>
                  <a:pt x="381951" y="109604"/>
                  <a:pt x="386256" y="108209"/>
                  <a:pt x="389716" y="105419"/>
                </a:cubicBezTo>
                <a:cubicBezTo>
                  <a:pt x="393177" y="102630"/>
                  <a:pt x="395309" y="98338"/>
                  <a:pt x="396114" y="92544"/>
                </a:cubicBezTo>
                <a:lnTo>
                  <a:pt x="410760" y="93509"/>
                </a:lnTo>
                <a:cubicBezTo>
                  <a:pt x="410277" y="97104"/>
                  <a:pt x="409231" y="100564"/>
                  <a:pt x="407621" y="103890"/>
                </a:cubicBezTo>
                <a:cubicBezTo>
                  <a:pt x="406012" y="107217"/>
                  <a:pt x="403826" y="110140"/>
                  <a:pt x="401063" y="112662"/>
                </a:cubicBezTo>
                <a:cubicBezTo>
                  <a:pt x="398300" y="115183"/>
                  <a:pt x="394934" y="117209"/>
                  <a:pt x="390964" y="118738"/>
                </a:cubicBezTo>
                <a:cubicBezTo>
                  <a:pt x="386994" y="120267"/>
                  <a:pt x="382407" y="121031"/>
                  <a:pt x="377203" y="121031"/>
                </a:cubicBezTo>
                <a:cubicBezTo>
                  <a:pt x="370389" y="121031"/>
                  <a:pt x="364595" y="119878"/>
                  <a:pt x="359821" y="117571"/>
                </a:cubicBezTo>
                <a:cubicBezTo>
                  <a:pt x="355046" y="115264"/>
                  <a:pt x="351170" y="112085"/>
                  <a:pt x="348192" y="108035"/>
                </a:cubicBezTo>
                <a:cubicBezTo>
                  <a:pt x="345215" y="103984"/>
                  <a:pt x="343055" y="99210"/>
                  <a:pt x="341714" y="93711"/>
                </a:cubicBezTo>
                <a:cubicBezTo>
                  <a:pt x="340373" y="88212"/>
                  <a:pt x="339702" y="82243"/>
                  <a:pt x="339702" y="75805"/>
                </a:cubicBezTo>
                <a:cubicBezTo>
                  <a:pt x="339702" y="69958"/>
                  <a:pt x="340185" y="64794"/>
                  <a:pt x="341151" y="60314"/>
                </a:cubicBezTo>
                <a:cubicBezTo>
                  <a:pt x="342117" y="55835"/>
                  <a:pt x="343471" y="51918"/>
                  <a:pt x="345215" y="48565"/>
                </a:cubicBezTo>
                <a:cubicBezTo>
                  <a:pt x="346958" y="45212"/>
                  <a:pt x="349010" y="42396"/>
                  <a:pt x="351371" y="40116"/>
                </a:cubicBezTo>
                <a:cubicBezTo>
                  <a:pt x="353731" y="37836"/>
                  <a:pt x="356293" y="36012"/>
                  <a:pt x="359056" y="34644"/>
                </a:cubicBezTo>
                <a:cubicBezTo>
                  <a:pt x="361819" y="33276"/>
                  <a:pt x="364729" y="32283"/>
                  <a:pt x="367787" y="31666"/>
                </a:cubicBezTo>
                <a:cubicBezTo>
                  <a:pt x="370845" y="31049"/>
                  <a:pt x="373930" y="30741"/>
                  <a:pt x="377042" y="30741"/>
                </a:cubicBezTo>
                <a:cubicBezTo>
                  <a:pt x="381924" y="30741"/>
                  <a:pt x="386269" y="31410"/>
                  <a:pt x="390078" y="32747"/>
                </a:cubicBezTo>
                <a:cubicBezTo>
                  <a:pt x="393887" y="34084"/>
                  <a:pt x="397173" y="35915"/>
                  <a:pt x="399936" y="38242"/>
                </a:cubicBezTo>
                <a:cubicBezTo>
                  <a:pt x="402699" y="40569"/>
                  <a:pt x="404939" y="43311"/>
                  <a:pt x="406656" y="46468"/>
                </a:cubicBezTo>
                <a:cubicBezTo>
                  <a:pt x="408373" y="49623"/>
                  <a:pt x="409580" y="53019"/>
                  <a:pt x="410277" y="56655"/>
                </a:cubicBezTo>
                <a:lnTo>
                  <a:pt x="395390" y="57779"/>
                </a:lnTo>
                <a:cubicBezTo>
                  <a:pt x="394639" y="53000"/>
                  <a:pt x="392734" y="49203"/>
                  <a:pt x="389676" y="46390"/>
                </a:cubicBezTo>
                <a:cubicBezTo>
                  <a:pt x="386618" y="43575"/>
                  <a:pt x="382273" y="42168"/>
                  <a:pt x="376639" y="42168"/>
                </a:cubicBezTo>
                <a:cubicBezTo>
                  <a:pt x="372508" y="42168"/>
                  <a:pt x="369062" y="42851"/>
                  <a:pt x="366299" y="44217"/>
                </a:cubicBezTo>
                <a:cubicBezTo>
                  <a:pt x="363536" y="45584"/>
                  <a:pt x="361296" y="47647"/>
                  <a:pt x="359579" y="50406"/>
                </a:cubicBezTo>
                <a:cubicBezTo>
                  <a:pt x="357862" y="53166"/>
                  <a:pt x="356642" y="56635"/>
                  <a:pt x="355918" y="60815"/>
                </a:cubicBezTo>
                <a:cubicBezTo>
                  <a:pt x="355193" y="64994"/>
                  <a:pt x="354831" y="69897"/>
                  <a:pt x="354831" y="75524"/>
                </a:cubicBezTo>
                <a:close/>
                <a:moveTo>
                  <a:pt x="448421" y="121031"/>
                </a:moveTo>
                <a:cubicBezTo>
                  <a:pt x="439676" y="121031"/>
                  <a:pt x="433104" y="118724"/>
                  <a:pt x="428705" y="114110"/>
                </a:cubicBezTo>
                <a:cubicBezTo>
                  <a:pt x="424306" y="109497"/>
                  <a:pt x="422106" y="103166"/>
                  <a:pt x="422106" y="95119"/>
                </a:cubicBezTo>
                <a:cubicBezTo>
                  <a:pt x="422106" y="89378"/>
                  <a:pt x="423193" y="84671"/>
                  <a:pt x="425366" y="80996"/>
                </a:cubicBezTo>
                <a:cubicBezTo>
                  <a:pt x="427538" y="77321"/>
                  <a:pt x="430382" y="74437"/>
                  <a:pt x="433896" y="72345"/>
                </a:cubicBezTo>
                <a:cubicBezTo>
                  <a:pt x="437410" y="70253"/>
                  <a:pt x="441420" y="68804"/>
                  <a:pt x="445926" y="68000"/>
                </a:cubicBezTo>
                <a:cubicBezTo>
                  <a:pt x="450433" y="67195"/>
                  <a:pt x="455020" y="66739"/>
                  <a:pt x="459687" y="66632"/>
                </a:cubicBezTo>
                <a:lnTo>
                  <a:pt x="479242" y="66310"/>
                </a:lnTo>
                <a:lnTo>
                  <a:pt x="479242" y="61577"/>
                </a:lnTo>
                <a:cubicBezTo>
                  <a:pt x="479242" y="57994"/>
                  <a:pt x="478867" y="54946"/>
                  <a:pt x="478115" y="52433"/>
                </a:cubicBezTo>
                <a:cubicBezTo>
                  <a:pt x="477364" y="49920"/>
                  <a:pt x="476211" y="47888"/>
                  <a:pt x="474655" y="46337"/>
                </a:cubicBezTo>
                <a:cubicBezTo>
                  <a:pt x="473099" y="44786"/>
                  <a:pt x="471155" y="43651"/>
                  <a:pt x="468821" y="42930"/>
                </a:cubicBezTo>
                <a:cubicBezTo>
                  <a:pt x="466487" y="42207"/>
                  <a:pt x="463738" y="41846"/>
                  <a:pt x="460572" y="41846"/>
                </a:cubicBezTo>
                <a:cubicBezTo>
                  <a:pt x="457783" y="41846"/>
                  <a:pt x="455261" y="42045"/>
                  <a:pt x="453008" y="42442"/>
                </a:cubicBezTo>
                <a:cubicBezTo>
                  <a:pt x="450755" y="42839"/>
                  <a:pt x="448797" y="43555"/>
                  <a:pt x="447133" y="44589"/>
                </a:cubicBezTo>
                <a:cubicBezTo>
                  <a:pt x="445470" y="45624"/>
                  <a:pt x="444129" y="47030"/>
                  <a:pt x="443110" y="48807"/>
                </a:cubicBezTo>
                <a:cubicBezTo>
                  <a:pt x="442090" y="50582"/>
                  <a:pt x="441420" y="52822"/>
                  <a:pt x="441098" y="55526"/>
                </a:cubicBezTo>
                <a:lnTo>
                  <a:pt x="425969" y="54163"/>
                </a:lnTo>
                <a:cubicBezTo>
                  <a:pt x="426506" y="50740"/>
                  <a:pt x="427525" y="47598"/>
                  <a:pt x="429027" y="44738"/>
                </a:cubicBezTo>
                <a:cubicBezTo>
                  <a:pt x="430529" y="41876"/>
                  <a:pt x="432662" y="39403"/>
                  <a:pt x="435425" y="37319"/>
                </a:cubicBezTo>
                <a:cubicBezTo>
                  <a:pt x="438188" y="35234"/>
                  <a:pt x="441648" y="33616"/>
                  <a:pt x="445806" y="32466"/>
                </a:cubicBezTo>
                <a:cubicBezTo>
                  <a:pt x="449963" y="31316"/>
                  <a:pt x="454993" y="30741"/>
                  <a:pt x="460894" y="30741"/>
                </a:cubicBezTo>
                <a:cubicBezTo>
                  <a:pt x="471839" y="30741"/>
                  <a:pt x="480074" y="33246"/>
                  <a:pt x="485599" y="38257"/>
                </a:cubicBezTo>
                <a:cubicBezTo>
                  <a:pt x="491125" y="43268"/>
                  <a:pt x="493888" y="50517"/>
                  <a:pt x="493888" y="60003"/>
                </a:cubicBezTo>
                <a:lnTo>
                  <a:pt x="493888" y="97465"/>
                </a:lnTo>
                <a:cubicBezTo>
                  <a:pt x="493888" y="101754"/>
                  <a:pt x="494451" y="104984"/>
                  <a:pt x="495578" y="107155"/>
                </a:cubicBezTo>
                <a:cubicBezTo>
                  <a:pt x="496705" y="109324"/>
                  <a:pt x="498851" y="110409"/>
                  <a:pt x="502016" y="110409"/>
                </a:cubicBezTo>
                <a:cubicBezTo>
                  <a:pt x="502821" y="110409"/>
                  <a:pt x="503625" y="110355"/>
                  <a:pt x="504430" y="110248"/>
                </a:cubicBezTo>
                <a:cubicBezTo>
                  <a:pt x="505235" y="110140"/>
                  <a:pt x="506013" y="110006"/>
                  <a:pt x="506764" y="109845"/>
                </a:cubicBezTo>
                <a:lnTo>
                  <a:pt x="506764" y="118929"/>
                </a:lnTo>
                <a:cubicBezTo>
                  <a:pt x="504940" y="119361"/>
                  <a:pt x="503129" y="119686"/>
                  <a:pt x="501332" y="119902"/>
                </a:cubicBezTo>
                <a:cubicBezTo>
                  <a:pt x="499535" y="120118"/>
                  <a:pt x="497617" y="120226"/>
                  <a:pt x="495578" y="120226"/>
                </a:cubicBezTo>
                <a:cubicBezTo>
                  <a:pt x="492842" y="120226"/>
                  <a:pt x="490495" y="119863"/>
                  <a:pt x="488537" y="119135"/>
                </a:cubicBezTo>
                <a:cubicBezTo>
                  <a:pt x="486579" y="118407"/>
                  <a:pt x="484982" y="117303"/>
                  <a:pt x="483749" y="115821"/>
                </a:cubicBezTo>
                <a:cubicBezTo>
                  <a:pt x="482515" y="114338"/>
                  <a:pt x="481576" y="112506"/>
                  <a:pt x="480932" y="110323"/>
                </a:cubicBezTo>
                <a:cubicBezTo>
                  <a:pt x="480288" y="108140"/>
                  <a:pt x="479886" y="105594"/>
                  <a:pt x="479725" y="102683"/>
                </a:cubicBezTo>
                <a:lnTo>
                  <a:pt x="479242" y="102683"/>
                </a:lnTo>
                <a:cubicBezTo>
                  <a:pt x="477686" y="105485"/>
                  <a:pt x="475983" y="108017"/>
                  <a:pt x="474132" y="110280"/>
                </a:cubicBezTo>
                <a:cubicBezTo>
                  <a:pt x="472281" y="112544"/>
                  <a:pt x="470122" y="114470"/>
                  <a:pt x="467654" y="116059"/>
                </a:cubicBezTo>
                <a:cubicBezTo>
                  <a:pt x="465186" y="117649"/>
                  <a:pt x="462383" y="118874"/>
                  <a:pt x="459245" y="119736"/>
                </a:cubicBezTo>
                <a:cubicBezTo>
                  <a:pt x="456106" y="120599"/>
                  <a:pt x="452498" y="121031"/>
                  <a:pt x="448421" y="121031"/>
                </a:cubicBezTo>
                <a:moveTo>
                  <a:pt x="451720" y="110087"/>
                </a:moveTo>
                <a:cubicBezTo>
                  <a:pt x="456334" y="110087"/>
                  <a:pt x="460371" y="109244"/>
                  <a:pt x="463832" y="107559"/>
                </a:cubicBezTo>
                <a:cubicBezTo>
                  <a:pt x="467292" y="105873"/>
                  <a:pt x="470162" y="103719"/>
                  <a:pt x="472442" y="101097"/>
                </a:cubicBezTo>
                <a:cubicBezTo>
                  <a:pt x="474722" y="98473"/>
                  <a:pt x="476426" y="95609"/>
                  <a:pt x="477552" y="92506"/>
                </a:cubicBezTo>
                <a:cubicBezTo>
                  <a:pt x="478679" y="89401"/>
                  <a:pt x="479242" y="86430"/>
                  <a:pt x="479242" y="83594"/>
                </a:cubicBezTo>
                <a:lnTo>
                  <a:pt x="479242" y="76449"/>
                </a:lnTo>
                <a:lnTo>
                  <a:pt x="463389" y="76771"/>
                </a:lnTo>
                <a:cubicBezTo>
                  <a:pt x="459848" y="76825"/>
                  <a:pt x="456482" y="77079"/>
                  <a:pt x="453290" y="77533"/>
                </a:cubicBezTo>
                <a:cubicBezTo>
                  <a:pt x="450097" y="77987"/>
                  <a:pt x="447294" y="78884"/>
                  <a:pt x="444880" y="80224"/>
                </a:cubicBezTo>
                <a:cubicBezTo>
                  <a:pt x="442466" y="81562"/>
                  <a:pt x="440548" y="83435"/>
                  <a:pt x="439126" y="85844"/>
                </a:cubicBezTo>
                <a:cubicBezTo>
                  <a:pt x="437705" y="88252"/>
                  <a:pt x="436994" y="91409"/>
                  <a:pt x="436994" y="95315"/>
                </a:cubicBezTo>
                <a:cubicBezTo>
                  <a:pt x="436994" y="100024"/>
                  <a:pt x="438268" y="103664"/>
                  <a:pt x="440816" y="106234"/>
                </a:cubicBezTo>
                <a:cubicBezTo>
                  <a:pt x="443365" y="108803"/>
                  <a:pt x="446999" y="110087"/>
                  <a:pt x="451720" y="110087"/>
                </a:cubicBezTo>
                <a:close/>
                <a:moveTo>
                  <a:pt x="551320" y="118765"/>
                </a:moveTo>
                <a:cubicBezTo>
                  <a:pt x="549121" y="119359"/>
                  <a:pt x="546881" y="119831"/>
                  <a:pt x="544601" y="120181"/>
                </a:cubicBezTo>
                <a:cubicBezTo>
                  <a:pt x="542321" y="120533"/>
                  <a:pt x="539679" y="120709"/>
                  <a:pt x="536674" y="120709"/>
                </a:cubicBezTo>
                <a:cubicBezTo>
                  <a:pt x="525086" y="120709"/>
                  <a:pt x="519292" y="114144"/>
                  <a:pt x="519292" y="101014"/>
                </a:cubicBezTo>
                <a:lnTo>
                  <a:pt x="519292" y="42972"/>
                </a:lnTo>
                <a:lnTo>
                  <a:pt x="509233" y="42972"/>
                </a:lnTo>
                <a:lnTo>
                  <a:pt x="509233" y="32350"/>
                </a:lnTo>
                <a:lnTo>
                  <a:pt x="519856" y="32350"/>
                </a:lnTo>
                <a:lnTo>
                  <a:pt x="524121" y="12876"/>
                </a:lnTo>
                <a:lnTo>
                  <a:pt x="533777" y="12876"/>
                </a:lnTo>
                <a:lnTo>
                  <a:pt x="533777" y="32350"/>
                </a:lnTo>
                <a:lnTo>
                  <a:pt x="549872" y="32350"/>
                </a:lnTo>
                <a:lnTo>
                  <a:pt x="549872" y="42972"/>
                </a:lnTo>
                <a:lnTo>
                  <a:pt x="533777" y="42972"/>
                </a:lnTo>
                <a:lnTo>
                  <a:pt x="533777" y="97802"/>
                </a:lnTo>
                <a:cubicBezTo>
                  <a:pt x="533777" y="101977"/>
                  <a:pt x="534461" y="104907"/>
                  <a:pt x="535829" y="106594"/>
                </a:cubicBezTo>
                <a:cubicBezTo>
                  <a:pt x="537197" y="108279"/>
                  <a:pt x="539571" y="109121"/>
                  <a:pt x="542951" y="109121"/>
                </a:cubicBezTo>
                <a:cubicBezTo>
                  <a:pt x="544346" y="109121"/>
                  <a:pt x="545701" y="109014"/>
                  <a:pt x="547015" y="108799"/>
                </a:cubicBezTo>
                <a:cubicBezTo>
                  <a:pt x="548329" y="108585"/>
                  <a:pt x="549765" y="108316"/>
                  <a:pt x="551320" y="107995"/>
                </a:cubicBezTo>
                <a:lnTo>
                  <a:pt x="551320" y="118765"/>
                </a:lnTo>
                <a:close/>
                <a:moveTo>
                  <a:pt x="563580" y="13841"/>
                </a:moveTo>
                <a:lnTo>
                  <a:pt x="563580" y="0"/>
                </a:lnTo>
                <a:lnTo>
                  <a:pt x="578065" y="0"/>
                </a:lnTo>
                <a:lnTo>
                  <a:pt x="578065" y="13841"/>
                </a:lnTo>
                <a:lnTo>
                  <a:pt x="563580" y="13841"/>
                </a:lnTo>
                <a:moveTo>
                  <a:pt x="563580" y="119422"/>
                </a:moveTo>
                <a:lnTo>
                  <a:pt x="563580" y="32350"/>
                </a:lnTo>
                <a:lnTo>
                  <a:pt x="578065" y="32350"/>
                </a:lnTo>
                <a:lnTo>
                  <a:pt x="578065" y="119422"/>
                </a:lnTo>
                <a:lnTo>
                  <a:pt x="563580" y="119422"/>
                </a:lnTo>
                <a:close/>
                <a:moveTo>
                  <a:pt x="673881" y="75805"/>
                </a:moveTo>
                <a:cubicBezTo>
                  <a:pt x="673881" y="91042"/>
                  <a:pt x="670528" y="102388"/>
                  <a:pt x="663822" y="109845"/>
                </a:cubicBezTo>
                <a:cubicBezTo>
                  <a:pt x="657115" y="117303"/>
                  <a:pt x="647378" y="121031"/>
                  <a:pt x="634610" y="121031"/>
                </a:cubicBezTo>
                <a:cubicBezTo>
                  <a:pt x="628548" y="121031"/>
                  <a:pt x="623129" y="120119"/>
                  <a:pt x="618354" y="118295"/>
                </a:cubicBezTo>
                <a:cubicBezTo>
                  <a:pt x="613580" y="116471"/>
                  <a:pt x="609543" y="113681"/>
                  <a:pt x="606243" y="109926"/>
                </a:cubicBezTo>
                <a:cubicBezTo>
                  <a:pt x="602944" y="106170"/>
                  <a:pt x="600422" y="101463"/>
                  <a:pt x="598679" y="95803"/>
                </a:cubicBezTo>
                <a:cubicBezTo>
                  <a:pt x="596935" y="90143"/>
                  <a:pt x="596063" y="83477"/>
                  <a:pt x="596063" y="75805"/>
                </a:cubicBezTo>
                <a:cubicBezTo>
                  <a:pt x="596063" y="45762"/>
                  <a:pt x="609073" y="30741"/>
                  <a:pt x="635093" y="30741"/>
                </a:cubicBezTo>
                <a:cubicBezTo>
                  <a:pt x="641852" y="30741"/>
                  <a:pt x="647687" y="31679"/>
                  <a:pt x="652596" y="33557"/>
                </a:cubicBezTo>
                <a:cubicBezTo>
                  <a:pt x="657504" y="35435"/>
                  <a:pt x="661528" y="38251"/>
                  <a:pt x="664666" y="42007"/>
                </a:cubicBezTo>
                <a:cubicBezTo>
                  <a:pt x="667805" y="45762"/>
                  <a:pt x="670125" y="50456"/>
                  <a:pt x="671627" y="56090"/>
                </a:cubicBezTo>
                <a:cubicBezTo>
                  <a:pt x="673130" y="61723"/>
                  <a:pt x="673881" y="68295"/>
                  <a:pt x="673881" y="75805"/>
                </a:cubicBezTo>
                <a:moveTo>
                  <a:pt x="658671" y="75805"/>
                </a:moveTo>
                <a:cubicBezTo>
                  <a:pt x="658671" y="69061"/>
                  <a:pt x="658148" y="63495"/>
                  <a:pt x="657102" y="59107"/>
                </a:cubicBezTo>
                <a:cubicBezTo>
                  <a:pt x="656056" y="54718"/>
                  <a:pt x="654527" y="51213"/>
                  <a:pt x="652515" y="48591"/>
                </a:cubicBezTo>
                <a:cubicBezTo>
                  <a:pt x="650503" y="45967"/>
                  <a:pt x="648049" y="44133"/>
                  <a:pt x="645152" y="43091"/>
                </a:cubicBezTo>
                <a:cubicBezTo>
                  <a:pt x="642255" y="42046"/>
                  <a:pt x="638982" y="41524"/>
                  <a:pt x="635334" y="41524"/>
                </a:cubicBezTo>
                <a:cubicBezTo>
                  <a:pt x="631632" y="41524"/>
                  <a:pt x="628293" y="42073"/>
                  <a:pt x="625315" y="43171"/>
                </a:cubicBezTo>
                <a:cubicBezTo>
                  <a:pt x="622338" y="44268"/>
                  <a:pt x="619803" y="46141"/>
                  <a:pt x="617711" y="48792"/>
                </a:cubicBezTo>
                <a:cubicBezTo>
                  <a:pt x="615618" y="51441"/>
                  <a:pt x="614022" y="54960"/>
                  <a:pt x="612922" y="59349"/>
                </a:cubicBezTo>
                <a:cubicBezTo>
                  <a:pt x="611823" y="63736"/>
                  <a:pt x="611273" y="69222"/>
                  <a:pt x="611273" y="75805"/>
                </a:cubicBezTo>
                <a:cubicBezTo>
                  <a:pt x="611273" y="82550"/>
                  <a:pt x="611863" y="88130"/>
                  <a:pt x="613043" y="92546"/>
                </a:cubicBezTo>
                <a:cubicBezTo>
                  <a:pt x="614223" y="96961"/>
                  <a:pt x="615846" y="100480"/>
                  <a:pt x="617912" y="103103"/>
                </a:cubicBezTo>
                <a:cubicBezTo>
                  <a:pt x="619977" y="105725"/>
                  <a:pt x="622418" y="107572"/>
                  <a:pt x="625235" y="108643"/>
                </a:cubicBezTo>
                <a:cubicBezTo>
                  <a:pt x="628051" y="109713"/>
                  <a:pt x="631123" y="110248"/>
                  <a:pt x="634449" y="110248"/>
                </a:cubicBezTo>
                <a:cubicBezTo>
                  <a:pt x="638151" y="110248"/>
                  <a:pt x="641504" y="109726"/>
                  <a:pt x="644508" y="108684"/>
                </a:cubicBezTo>
                <a:cubicBezTo>
                  <a:pt x="647512" y="107639"/>
                  <a:pt x="650061" y="105806"/>
                  <a:pt x="652153" y="103184"/>
                </a:cubicBezTo>
                <a:cubicBezTo>
                  <a:pt x="654245" y="100560"/>
                  <a:pt x="655855" y="97028"/>
                  <a:pt x="656981" y="92587"/>
                </a:cubicBezTo>
                <a:cubicBezTo>
                  <a:pt x="658108" y="88144"/>
                  <a:pt x="658671" y="82550"/>
                  <a:pt x="658671" y="75805"/>
                </a:cubicBezTo>
                <a:close/>
                <a:moveTo>
                  <a:pt x="747167" y="119422"/>
                </a:moveTo>
                <a:lnTo>
                  <a:pt x="747167" y="64275"/>
                </a:lnTo>
                <a:cubicBezTo>
                  <a:pt x="747167" y="60040"/>
                  <a:pt x="746858" y="56503"/>
                  <a:pt x="746241" y="53663"/>
                </a:cubicBezTo>
                <a:cubicBezTo>
                  <a:pt x="745624" y="50823"/>
                  <a:pt x="744619" y="48532"/>
                  <a:pt x="743224" y="46790"/>
                </a:cubicBezTo>
                <a:cubicBezTo>
                  <a:pt x="741829" y="45048"/>
                  <a:pt x="739991" y="43816"/>
                  <a:pt x="737711" y="43093"/>
                </a:cubicBezTo>
                <a:cubicBezTo>
                  <a:pt x="735431" y="42369"/>
                  <a:pt x="732601" y="42007"/>
                  <a:pt x="729221" y="42007"/>
                </a:cubicBezTo>
                <a:cubicBezTo>
                  <a:pt x="725788" y="42007"/>
                  <a:pt x="722690" y="42610"/>
                  <a:pt x="719927" y="43817"/>
                </a:cubicBezTo>
                <a:cubicBezTo>
                  <a:pt x="717164" y="45023"/>
                  <a:pt x="714803" y="46765"/>
                  <a:pt x="712845" y="49043"/>
                </a:cubicBezTo>
                <a:cubicBezTo>
                  <a:pt x="710887" y="51320"/>
                  <a:pt x="709371" y="54133"/>
                  <a:pt x="708298" y="57483"/>
                </a:cubicBezTo>
                <a:cubicBezTo>
                  <a:pt x="707226" y="60832"/>
                  <a:pt x="706689" y="64678"/>
                  <a:pt x="706689" y="69018"/>
                </a:cubicBezTo>
                <a:lnTo>
                  <a:pt x="706689" y="119422"/>
                </a:lnTo>
                <a:lnTo>
                  <a:pt x="692204" y="119422"/>
                </a:lnTo>
                <a:lnTo>
                  <a:pt x="692204" y="50939"/>
                </a:lnTo>
                <a:cubicBezTo>
                  <a:pt x="692204" y="49115"/>
                  <a:pt x="692190" y="47197"/>
                  <a:pt x="692164" y="45185"/>
                </a:cubicBezTo>
                <a:cubicBezTo>
                  <a:pt x="692137" y="43174"/>
                  <a:pt x="692097" y="41269"/>
                  <a:pt x="692043" y="39472"/>
                </a:cubicBezTo>
                <a:cubicBezTo>
                  <a:pt x="691989" y="37675"/>
                  <a:pt x="691936" y="36132"/>
                  <a:pt x="691882" y="34845"/>
                </a:cubicBezTo>
                <a:cubicBezTo>
                  <a:pt x="691828" y="33557"/>
                  <a:pt x="691775" y="32726"/>
                  <a:pt x="691721" y="32350"/>
                </a:cubicBezTo>
                <a:lnTo>
                  <a:pt x="705401" y="32350"/>
                </a:lnTo>
                <a:cubicBezTo>
                  <a:pt x="705455" y="32620"/>
                  <a:pt x="705509" y="33348"/>
                  <a:pt x="705562" y="34535"/>
                </a:cubicBezTo>
                <a:cubicBezTo>
                  <a:pt x="705616" y="35721"/>
                  <a:pt x="705683" y="37082"/>
                  <a:pt x="705764" y="38619"/>
                </a:cubicBezTo>
                <a:cubicBezTo>
                  <a:pt x="705844" y="40157"/>
                  <a:pt x="705911" y="41722"/>
                  <a:pt x="705965" y="43315"/>
                </a:cubicBezTo>
                <a:cubicBezTo>
                  <a:pt x="706018" y="44906"/>
                  <a:pt x="706045" y="46240"/>
                  <a:pt x="706045" y="47318"/>
                </a:cubicBezTo>
                <a:lnTo>
                  <a:pt x="706287" y="47318"/>
                </a:lnTo>
                <a:cubicBezTo>
                  <a:pt x="707682" y="44785"/>
                  <a:pt x="709210" y="42494"/>
                  <a:pt x="710874" y="40445"/>
                </a:cubicBezTo>
                <a:cubicBezTo>
                  <a:pt x="712537" y="38396"/>
                  <a:pt x="714468" y="36658"/>
                  <a:pt x="716668" y="35230"/>
                </a:cubicBezTo>
                <a:cubicBezTo>
                  <a:pt x="718867" y="33801"/>
                  <a:pt x="721389" y="32696"/>
                  <a:pt x="724232" y="31915"/>
                </a:cubicBezTo>
                <a:cubicBezTo>
                  <a:pt x="727075" y="31132"/>
                  <a:pt x="730375" y="30741"/>
                  <a:pt x="734130" y="30741"/>
                </a:cubicBezTo>
                <a:cubicBezTo>
                  <a:pt x="738959" y="30741"/>
                  <a:pt x="743116" y="31331"/>
                  <a:pt x="746604" y="32511"/>
                </a:cubicBezTo>
                <a:cubicBezTo>
                  <a:pt x="750091" y="33691"/>
                  <a:pt x="752961" y="35515"/>
                  <a:pt x="755214" y="37983"/>
                </a:cubicBezTo>
                <a:cubicBezTo>
                  <a:pt x="757467" y="40451"/>
                  <a:pt x="759117" y="43630"/>
                  <a:pt x="760163" y="47519"/>
                </a:cubicBezTo>
                <a:cubicBezTo>
                  <a:pt x="761209" y="51409"/>
                  <a:pt x="761732" y="56036"/>
                  <a:pt x="761732" y="61401"/>
                </a:cubicBezTo>
                <a:lnTo>
                  <a:pt x="761732" y="119422"/>
                </a:lnTo>
                <a:lnTo>
                  <a:pt x="747167" y="119422"/>
                </a:lnTo>
                <a:close/>
                <a:moveTo>
                  <a:pt x="894676" y="95338"/>
                </a:moveTo>
                <a:cubicBezTo>
                  <a:pt x="894676" y="99418"/>
                  <a:pt x="893885" y="103056"/>
                  <a:pt x="892302" y="106252"/>
                </a:cubicBezTo>
                <a:cubicBezTo>
                  <a:pt x="890719" y="109446"/>
                  <a:pt x="888426" y="112131"/>
                  <a:pt x="885422" y="114307"/>
                </a:cubicBezTo>
                <a:cubicBezTo>
                  <a:pt x="882417" y="116481"/>
                  <a:pt x="878729" y="118146"/>
                  <a:pt x="874357" y="119301"/>
                </a:cubicBezTo>
                <a:cubicBezTo>
                  <a:pt x="869984" y="120454"/>
                  <a:pt x="864982" y="121031"/>
                  <a:pt x="859348" y="121031"/>
                </a:cubicBezTo>
                <a:cubicBezTo>
                  <a:pt x="854305" y="121031"/>
                  <a:pt x="849759" y="120641"/>
                  <a:pt x="845708" y="119859"/>
                </a:cubicBezTo>
                <a:cubicBezTo>
                  <a:pt x="841658" y="119080"/>
                  <a:pt x="838104" y="117829"/>
                  <a:pt x="835046" y="116107"/>
                </a:cubicBezTo>
                <a:cubicBezTo>
                  <a:pt x="831988" y="114384"/>
                  <a:pt x="829426" y="112110"/>
                  <a:pt x="827360" y="109285"/>
                </a:cubicBezTo>
                <a:cubicBezTo>
                  <a:pt x="825295" y="106458"/>
                  <a:pt x="823779" y="102999"/>
                  <a:pt x="822814" y="98909"/>
                </a:cubicBezTo>
                <a:lnTo>
                  <a:pt x="835609" y="96406"/>
                </a:lnTo>
                <a:cubicBezTo>
                  <a:pt x="836843" y="101074"/>
                  <a:pt x="839391" y="104494"/>
                  <a:pt x="843254" y="106667"/>
                </a:cubicBezTo>
                <a:cubicBezTo>
                  <a:pt x="847117" y="108840"/>
                  <a:pt x="852481" y="109926"/>
                  <a:pt x="859348" y="109926"/>
                </a:cubicBezTo>
                <a:cubicBezTo>
                  <a:pt x="862460" y="109926"/>
                  <a:pt x="865317" y="109712"/>
                  <a:pt x="867919" y="109285"/>
                </a:cubicBezTo>
                <a:cubicBezTo>
                  <a:pt x="870521" y="108857"/>
                  <a:pt x="872761" y="108123"/>
                  <a:pt x="874638" y="107082"/>
                </a:cubicBezTo>
                <a:cubicBezTo>
                  <a:pt x="876516" y="106041"/>
                  <a:pt x="877978" y="104652"/>
                  <a:pt x="879024" y="102915"/>
                </a:cubicBezTo>
                <a:cubicBezTo>
                  <a:pt x="880070" y="101178"/>
                  <a:pt x="880593" y="99028"/>
                  <a:pt x="880593" y="96464"/>
                </a:cubicBezTo>
                <a:cubicBezTo>
                  <a:pt x="880593" y="93834"/>
                  <a:pt x="879976" y="91673"/>
                  <a:pt x="878742" y="89981"/>
                </a:cubicBezTo>
                <a:cubicBezTo>
                  <a:pt x="877508" y="88290"/>
                  <a:pt x="875792" y="86880"/>
                  <a:pt x="873592" y="85754"/>
                </a:cubicBezTo>
                <a:cubicBezTo>
                  <a:pt x="871393" y="84626"/>
                  <a:pt x="868724" y="83646"/>
                  <a:pt x="865585" y="82814"/>
                </a:cubicBezTo>
                <a:cubicBezTo>
                  <a:pt x="862447" y="81981"/>
                  <a:pt x="859000" y="81054"/>
                  <a:pt x="855244" y="80033"/>
                </a:cubicBezTo>
                <a:cubicBezTo>
                  <a:pt x="851757" y="79121"/>
                  <a:pt x="848297" y="78101"/>
                  <a:pt x="844863" y="76975"/>
                </a:cubicBezTo>
                <a:cubicBezTo>
                  <a:pt x="841430" y="75846"/>
                  <a:pt x="838332" y="74356"/>
                  <a:pt x="835569" y="72504"/>
                </a:cubicBezTo>
                <a:cubicBezTo>
                  <a:pt x="832806" y="70651"/>
                  <a:pt x="830566" y="68356"/>
                  <a:pt x="828849" y="65618"/>
                </a:cubicBezTo>
                <a:cubicBezTo>
                  <a:pt x="827132" y="62879"/>
                  <a:pt x="826274" y="59442"/>
                  <a:pt x="826274" y="55307"/>
                </a:cubicBezTo>
                <a:cubicBezTo>
                  <a:pt x="826274" y="47359"/>
                  <a:pt x="829104" y="41304"/>
                  <a:pt x="834764" y="37143"/>
                </a:cubicBezTo>
                <a:cubicBezTo>
                  <a:pt x="840424" y="32982"/>
                  <a:pt x="848672" y="30902"/>
                  <a:pt x="859509" y="30902"/>
                </a:cubicBezTo>
                <a:cubicBezTo>
                  <a:pt x="869112" y="30902"/>
                  <a:pt x="876744" y="32586"/>
                  <a:pt x="882404" y="35954"/>
                </a:cubicBezTo>
                <a:cubicBezTo>
                  <a:pt x="888064" y="39322"/>
                  <a:pt x="891645" y="44721"/>
                  <a:pt x="893147" y="52151"/>
                </a:cubicBezTo>
                <a:lnTo>
                  <a:pt x="880110" y="53756"/>
                </a:lnTo>
                <a:cubicBezTo>
                  <a:pt x="879628" y="51518"/>
                  <a:pt x="878742" y="49639"/>
                  <a:pt x="877455" y="48120"/>
                </a:cubicBezTo>
                <a:cubicBezTo>
                  <a:pt x="876167" y="46601"/>
                  <a:pt x="874611" y="45376"/>
                  <a:pt x="872787" y="44444"/>
                </a:cubicBezTo>
                <a:cubicBezTo>
                  <a:pt x="870963" y="43511"/>
                  <a:pt x="868911" y="42846"/>
                  <a:pt x="866631" y="42447"/>
                </a:cubicBezTo>
                <a:cubicBezTo>
                  <a:pt x="864351" y="42046"/>
                  <a:pt x="861977" y="41846"/>
                  <a:pt x="859509" y="41846"/>
                </a:cubicBezTo>
                <a:cubicBezTo>
                  <a:pt x="852964" y="41846"/>
                  <a:pt x="848136" y="42840"/>
                  <a:pt x="845024" y="44828"/>
                </a:cubicBezTo>
                <a:cubicBezTo>
                  <a:pt x="841913" y="46817"/>
                  <a:pt x="840357" y="49826"/>
                  <a:pt x="840357" y="53856"/>
                </a:cubicBezTo>
                <a:cubicBezTo>
                  <a:pt x="840357" y="56219"/>
                  <a:pt x="840934" y="58165"/>
                  <a:pt x="842087" y="59696"/>
                </a:cubicBezTo>
                <a:cubicBezTo>
                  <a:pt x="843240" y="61226"/>
                  <a:pt x="844850" y="62516"/>
                  <a:pt x="846915" y="63563"/>
                </a:cubicBezTo>
                <a:cubicBezTo>
                  <a:pt x="848981" y="64610"/>
                  <a:pt x="851462" y="65522"/>
                  <a:pt x="854359" y="66302"/>
                </a:cubicBezTo>
                <a:cubicBezTo>
                  <a:pt x="857256" y="67080"/>
                  <a:pt x="860448" y="67898"/>
                  <a:pt x="863935" y="68756"/>
                </a:cubicBezTo>
                <a:cubicBezTo>
                  <a:pt x="866242" y="69348"/>
                  <a:pt x="868603" y="69980"/>
                  <a:pt x="871017" y="70650"/>
                </a:cubicBezTo>
                <a:cubicBezTo>
                  <a:pt x="873431" y="71321"/>
                  <a:pt x="875778" y="72126"/>
                  <a:pt x="878058" y="73067"/>
                </a:cubicBezTo>
                <a:cubicBezTo>
                  <a:pt x="880338" y="74006"/>
                  <a:pt x="882484" y="75106"/>
                  <a:pt x="884496" y="76369"/>
                </a:cubicBezTo>
                <a:cubicBezTo>
                  <a:pt x="886508" y="77631"/>
                  <a:pt x="888265" y="79148"/>
                  <a:pt x="889767" y="80920"/>
                </a:cubicBezTo>
                <a:cubicBezTo>
                  <a:pt x="891269" y="82693"/>
                  <a:pt x="892463" y="84760"/>
                  <a:pt x="893348" y="87122"/>
                </a:cubicBezTo>
                <a:cubicBezTo>
                  <a:pt x="894233" y="89484"/>
                  <a:pt x="894676" y="92223"/>
                  <a:pt x="894676" y="95338"/>
                </a:cubicBezTo>
                <a:close/>
                <a:moveTo>
                  <a:pt x="922761" y="75524"/>
                </a:moveTo>
                <a:cubicBezTo>
                  <a:pt x="922761" y="80508"/>
                  <a:pt x="923123" y="85090"/>
                  <a:pt x="923848" y="89270"/>
                </a:cubicBezTo>
                <a:cubicBezTo>
                  <a:pt x="924572" y="93449"/>
                  <a:pt x="925792" y="97053"/>
                  <a:pt x="927509" y="100081"/>
                </a:cubicBezTo>
                <a:cubicBezTo>
                  <a:pt x="929226" y="103107"/>
                  <a:pt x="931492" y="105450"/>
                  <a:pt x="934309" y="107112"/>
                </a:cubicBezTo>
                <a:cubicBezTo>
                  <a:pt x="937126" y="108773"/>
                  <a:pt x="940599" y="109604"/>
                  <a:pt x="944730" y="109604"/>
                </a:cubicBezTo>
                <a:cubicBezTo>
                  <a:pt x="949880" y="109604"/>
                  <a:pt x="954186" y="108209"/>
                  <a:pt x="957646" y="105419"/>
                </a:cubicBezTo>
                <a:cubicBezTo>
                  <a:pt x="961106" y="102630"/>
                  <a:pt x="963239" y="98338"/>
                  <a:pt x="964044" y="92544"/>
                </a:cubicBezTo>
                <a:lnTo>
                  <a:pt x="978690" y="93509"/>
                </a:lnTo>
                <a:cubicBezTo>
                  <a:pt x="978207" y="97104"/>
                  <a:pt x="977161" y="100564"/>
                  <a:pt x="975551" y="103890"/>
                </a:cubicBezTo>
                <a:cubicBezTo>
                  <a:pt x="973942" y="107217"/>
                  <a:pt x="971756" y="110140"/>
                  <a:pt x="968993" y="112662"/>
                </a:cubicBezTo>
                <a:cubicBezTo>
                  <a:pt x="966230" y="115183"/>
                  <a:pt x="962863" y="117209"/>
                  <a:pt x="958893" y="118738"/>
                </a:cubicBezTo>
                <a:cubicBezTo>
                  <a:pt x="954923" y="120267"/>
                  <a:pt x="950336" y="121031"/>
                  <a:pt x="945133" y="121031"/>
                </a:cubicBezTo>
                <a:cubicBezTo>
                  <a:pt x="938319" y="121031"/>
                  <a:pt x="932525" y="119878"/>
                  <a:pt x="927750" y="117571"/>
                </a:cubicBezTo>
                <a:cubicBezTo>
                  <a:pt x="922976" y="115264"/>
                  <a:pt x="919100" y="112085"/>
                  <a:pt x="916122" y="108035"/>
                </a:cubicBezTo>
                <a:cubicBezTo>
                  <a:pt x="913145" y="103984"/>
                  <a:pt x="910985" y="99210"/>
                  <a:pt x="909644" y="93711"/>
                </a:cubicBezTo>
                <a:cubicBezTo>
                  <a:pt x="908303" y="88212"/>
                  <a:pt x="907632" y="82243"/>
                  <a:pt x="907632" y="75805"/>
                </a:cubicBezTo>
                <a:cubicBezTo>
                  <a:pt x="907632" y="69958"/>
                  <a:pt x="908115" y="64794"/>
                  <a:pt x="909081" y="60314"/>
                </a:cubicBezTo>
                <a:cubicBezTo>
                  <a:pt x="910046" y="55835"/>
                  <a:pt x="911401" y="51918"/>
                  <a:pt x="913145" y="48565"/>
                </a:cubicBezTo>
                <a:cubicBezTo>
                  <a:pt x="914888" y="45212"/>
                  <a:pt x="916940" y="42396"/>
                  <a:pt x="919301" y="40116"/>
                </a:cubicBezTo>
                <a:cubicBezTo>
                  <a:pt x="921661" y="37836"/>
                  <a:pt x="924223" y="36012"/>
                  <a:pt x="926986" y="34644"/>
                </a:cubicBezTo>
                <a:cubicBezTo>
                  <a:pt x="929749" y="33276"/>
                  <a:pt x="932659" y="32283"/>
                  <a:pt x="935717" y="31666"/>
                </a:cubicBezTo>
                <a:cubicBezTo>
                  <a:pt x="938775" y="31049"/>
                  <a:pt x="941860" y="30741"/>
                  <a:pt x="944972" y="30741"/>
                </a:cubicBezTo>
                <a:cubicBezTo>
                  <a:pt x="949854" y="30741"/>
                  <a:pt x="954199" y="31410"/>
                  <a:pt x="958008" y="32747"/>
                </a:cubicBezTo>
                <a:cubicBezTo>
                  <a:pt x="961817" y="34084"/>
                  <a:pt x="965103" y="35915"/>
                  <a:pt x="967866" y="38242"/>
                </a:cubicBezTo>
                <a:cubicBezTo>
                  <a:pt x="970629" y="40569"/>
                  <a:pt x="972869" y="43311"/>
                  <a:pt x="974586" y="46468"/>
                </a:cubicBezTo>
                <a:cubicBezTo>
                  <a:pt x="976302" y="49623"/>
                  <a:pt x="977509" y="53019"/>
                  <a:pt x="978207" y="56655"/>
                </a:cubicBezTo>
                <a:lnTo>
                  <a:pt x="963319" y="57779"/>
                </a:lnTo>
                <a:cubicBezTo>
                  <a:pt x="962568" y="53000"/>
                  <a:pt x="960664" y="49203"/>
                  <a:pt x="957606" y="46390"/>
                </a:cubicBezTo>
                <a:cubicBezTo>
                  <a:pt x="954548" y="43575"/>
                  <a:pt x="950202" y="42168"/>
                  <a:pt x="944569" y="42168"/>
                </a:cubicBezTo>
                <a:cubicBezTo>
                  <a:pt x="940438" y="42168"/>
                  <a:pt x="936991" y="42851"/>
                  <a:pt x="934229" y="44217"/>
                </a:cubicBezTo>
                <a:cubicBezTo>
                  <a:pt x="931466" y="45584"/>
                  <a:pt x="929226" y="47647"/>
                  <a:pt x="927509" y="50406"/>
                </a:cubicBezTo>
                <a:cubicBezTo>
                  <a:pt x="925792" y="53166"/>
                  <a:pt x="924572" y="56635"/>
                  <a:pt x="923848" y="60815"/>
                </a:cubicBezTo>
                <a:cubicBezTo>
                  <a:pt x="923123" y="64994"/>
                  <a:pt x="922761" y="69897"/>
                  <a:pt x="922761" y="75524"/>
                </a:cubicBezTo>
                <a:close/>
                <a:moveTo>
                  <a:pt x="1067773" y="75805"/>
                </a:moveTo>
                <a:cubicBezTo>
                  <a:pt x="1067773" y="91042"/>
                  <a:pt x="1064420" y="102388"/>
                  <a:pt x="1057714" y="109845"/>
                </a:cubicBezTo>
                <a:cubicBezTo>
                  <a:pt x="1051008" y="117303"/>
                  <a:pt x="1041271" y="121031"/>
                  <a:pt x="1028503" y="121031"/>
                </a:cubicBezTo>
                <a:cubicBezTo>
                  <a:pt x="1022440" y="121031"/>
                  <a:pt x="1017022" y="120119"/>
                  <a:pt x="1012247" y="118295"/>
                </a:cubicBezTo>
                <a:cubicBezTo>
                  <a:pt x="1007472" y="116471"/>
                  <a:pt x="1003435" y="113681"/>
                  <a:pt x="1000136" y="109926"/>
                </a:cubicBezTo>
                <a:cubicBezTo>
                  <a:pt x="996836" y="106170"/>
                  <a:pt x="994315" y="101463"/>
                  <a:pt x="992571" y="95803"/>
                </a:cubicBezTo>
                <a:cubicBezTo>
                  <a:pt x="990828" y="90143"/>
                  <a:pt x="989956" y="83477"/>
                  <a:pt x="989956" y="75805"/>
                </a:cubicBezTo>
                <a:cubicBezTo>
                  <a:pt x="989956" y="45762"/>
                  <a:pt x="1002966" y="30741"/>
                  <a:pt x="1028985" y="30741"/>
                </a:cubicBezTo>
                <a:cubicBezTo>
                  <a:pt x="1035745" y="30741"/>
                  <a:pt x="1041579" y="31679"/>
                  <a:pt x="1046488" y="33557"/>
                </a:cubicBezTo>
                <a:cubicBezTo>
                  <a:pt x="1051397" y="35435"/>
                  <a:pt x="1055421" y="38251"/>
                  <a:pt x="1058559" y="42007"/>
                </a:cubicBezTo>
                <a:cubicBezTo>
                  <a:pt x="1061698" y="45762"/>
                  <a:pt x="1064018" y="50456"/>
                  <a:pt x="1065520" y="56090"/>
                </a:cubicBezTo>
                <a:cubicBezTo>
                  <a:pt x="1067022" y="61723"/>
                  <a:pt x="1067773" y="68295"/>
                  <a:pt x="1067773" y="75805"/>
                </a:cubicBezTo>
                <a:moveTo>
                  <a:pt x="1052564" y="75805"/>
                </a:moveTo>
                <a:cubicBezTo>
                  <a:pt x="1052564" y="69061"/>
                  <a:pt x="1052041" y="63495"/>
                  <a:pt x="1050995" y="59107"/>
                </a:cubicBezTo>
                <a:cubicBezTo>
                  <a:pt x="1049949" y="54718"/>
                  <a:pt x="1048420" y="51213"/>
                  <a:pt x="1046408" y="48591"/>
                </a:cubicBezTo>
                <a:cubicBezTo>
                  <a:pt x="1044396" y="45967"/>
                  <a:pt x="1041942" y="44133"/>
                  <a:pt x="1039044" y="43091"/>
                </a:cubicBezTo>
                <a:cubicBezTo>
                  <a:pt x="1036147" y="42046"/>
                  <a:pt x="1032875" y="41524"/>
                  <a:pt x="1029227" y="41524"/>
                </a:cubicBezTo>
                <a:cubicBezTo>
                  <a:pt x="1025525" y="41524"/>
                  <a:pt x="1022185" y="42073"/>
                  <a:pt x="1019208" y="43171"/>
                </a:cubicBezTo>
                <a:cubicBezTo>
                  <a:pt x="1016230" y="44268"/>
                  <a:pt x="1013696" y="46141"/>
                  <a:pt x="1011603" y="48792"/>
                </a:cubicBezTo>
                <a:cubicBezTo>
                  <a:pt x="1009511" y="51441"/>
                  <a:pt x="1007915" y="54960"/>
                  <a:pt x="1006815" y="59349"/>
                </a:cubicBezTo>
                <a:cubicBezTo>
                  <a:pt x="1005715" y="63736"/>
                  <a:pt x="1005165" y="69222"/>
                  <a:pt x="1005165" y="75805"/>
                </a:cubicBezTo>
                <a:cubicBezTo>
                  <a:pt x="1005165" y="82550"/>
                  <a:pt x="1005756" y="88130"/>
                  <a:pt x="1006936" y="92546"/>
                </a:cubicBezTo>
                <a:cubicBezTo>
                  <a:pt x="1008116" y="96961"/>
                  <a:pt x="1009739" y="100480"/>
                  <a:pt x="1011804" y="103103"/>
                </a:cubicBezTo>
                <a:cubicBezTo>
                  <a:pt x="1013870" y="105725"/>
                  <a:pt x="1016311" y="107572"/>
                  <a:pt x="1019127" y="108643"/>
                </a:cubicBezTo>
                <a:cubicBezTo>
                  <a:pt x="1021944" y="109713"/>
                  <a:pt x="1025015" y="110248"/>
                  <a:pt x="1028342" y="110248"/>
                </a:cubicBezTo>
                <a:cubicBezTo>
                  <a:pt x="1032043" y="110248"/>
                  <a:pt x="1035396" y="109726"/>
                  <a:pt x="1038401" y="108684"/>
                </a:cubicBezTo>
                <a:cubicBezTo>
                  <a:pt x="1041405" y="107639"/>
                  <a:pt x="1043953" y="105806"/>
                  <a:pt x="1046046" y="103184"/>
                </a:cubicBezTo>
                <a:cubicBezTo>
                  <a:pt x="1048138" y="100560"/>
                  <a:pt x="1049747" y="97028"/>
                  <a:pt x="1050874" y="92587"/>
                </a:cubicBezTo>
                <a:cubicBezTo>
                  <a:pt x="1052001" y="88144"/>
                  <a:pt x="1052564" y="82550"/>
                  <a:pt x="1052564" y="75805"/>
                </a:cubicBezTo>
                <a:close/>
                <a:moveTo>
                  <a:pt x="1159406" y="75443"/>
                </a:moveTo>
                <a:cubicBezTo>
                  <a:pt x="1159406" y="82047"/>
                  <a:pt x="1158870" y="88141"/>
                  <a:pt x="1157797" y="93726"/>
                </a:cubicBezTo>
                <a:cubicBezTo>
                  <a:pt x="1156724" y="99310"/>
                  <a:pt x="1154940" y="104117"/>
                  <a:pt x="1152445" y="108145"/>
                </a:cubicBezTo>
                <a:cubicBezTo>
                  <a:pt x="1149951" y="112172"/>
                  <a:pt x="1146651" y="115327"/>
                  <a:pt x="1142547" y="117609"/>
                </a:cubicBezTo>
                <a:cubicBezTo>
                  <a:pt x="1138443" y="119890"/>
                  <a:pt x="1133387" y="121031"/>
                  <a:pt x="1127378" y="121031"/>
                </a:cubicBezTo>
                <a:cubicBezTo>
                  <a:pt x="1121155" y="121031"/>
                  <a:pt x="1115709" y="119845"/>
                  <a:pt x="1111042" y="117473"/>
                </a:cubicBezTo>
                <a:cubicBezTo>
                  <a:pt x="1106375" y="115099"/>
                  <a:pt x="1102807" y="111215"/>
                  <a:pt x="1100339" y="105822"/>
                </a:cubicBezTo>
                <a:lnTo>
                  <a:pt x="1099937" y="105822"/>
                </a:lnTo>
                <a:cubicBezTo>
                  <a:pt x="1099990" y="105929"/>
                  <a:pt x="1100031" y="106414"/>
                  <a:pt x="1100057" y="107275"/>
                </a:cubicBezTo>
                <a:cubicBezTo>
                  <a:pt x="1100084" y="108137"/>
                  <a:pt x="1100111" y="109214"/>
                  <a:pt x="1100138" y="110507"/>
                </a:cubicBezTo>
                <a:cubicBezTo>
                  <a:pt x="1100165" y="111798"/>
                  <a:pt x="1100192" y="113237"/>
                  <a:pt x="1100218" y="114825"/>
                </a:cubicBezTo>
                <a:cubicBezTo>
                  <a:pt x="1100245" y="116412"/>
                  <a:pt x="1100259" y="117987"/>
                  <a:pt x="1100259" y="119547"/>
                </a:cubicBezTo>
                <a:lnTo>
                  <a:pt x="1100259" y="153703"/>
                </a:lnTo>
                <a:lnTo>
                  <a:pt x="1085774" y="153703"/>
                </a:lnTo>
                <a:lnTo>
                  <a:pt x="1085774" y="50147"/>
                </a:lnTo>
                <a:cubicBezTo>
                  <a:pt x="1085774" y="48053"/>
                  <a:pt x="1085760" y="46040"/>
                  <a:pt x="1085733" y="44107"/>
                </a:cubicBezTo>
                <a:cubicBezTo>
                  <a:pt x="1085706" y="42174"/>
                  <a:pt x="1085666" y="40416"/>
                  <a:pt x="1085613" y="38833"/>
                </a:cubicBezTo>
                <a:cubicBezTo>
                  <a:pt x="1085559" y="37249"/>
                  <a:pt x="1085505" y="35893"/>
                  <a:pt x="1085452" y="34767"/>
                </a:cubicBezTo>
                <a:cubicBezTo>
                  <a:pt x="1085398" y="33638"/>
                  <a:pt x="1085344" y="32833"/>
                  <a:pt x="1085291" y="32350"/>
                </a:cubicBezTo>
                <a:lnTo>
                  <a:pt x="1099293" y="32350"/>
                </a:lnTo>
                <a:cubicBezTo>
                  <a:pt x="1099347" y="32511"/>
                  <a:pt x="1099414" y="33074"/>
                  <a:pt x="1099494" y="34040"/>
                </a:cubicBezTo>
                <a:cubicBezTo>
                  <a:pt x="1099575" y="35006"/>
                  <a:pt x="1099655" y="36173"/>
                  <a:pt x="1099736" y="37541"/>
                </a:cubicBezTo>
                <a:cubicBezTo>
                  <a:pt x="1099816" y="38909"/>
                  <a:pt x="1099897" y="40371"/>
                  <a:pt x="1099977" y="41926"/>
                </a:cubicBezTo>
                <a:cubicBezTo>
                  <a:pt x="1100057" y="43482"/>
                  <a:pt x="1100098" y="44957"/>
                  <a:pt x="1100098" y="46352"/>
                </a:cubicBezTo>
                <a:lnTo>
                  <a:pt x="1100420" y="46352"/>
                </a:lnTo>
                <a:cubicBezTo>
                  <a:pt x="1101761" y="43548"/>
                  <a:pt x="1103290" y="41161"/>
                  <a:pt x="1105007" y="39193"/>
                </a:cubicBezTo>
                <a:cubicBezTo>
                  <a:pt x="1106723" y="37225"/>
                  <a:pt x="1108681" y="35607"/>
                  <a:pt x="1110881" y="34339"/>
                </a:cubicBezTo>
                <a:cubicBezTo>
                  <a:pt x="1113081" y="33072"/>
                  <a:pt x="1115535" y="32156"/>
                  <a:pt x="1118244" y="31591"/>
                </a:cubicBezTo>
                <a:cubicBezTo>
                  <a:pt x="1120954" y="31024"/>
                  <a:pt x="1123998" y="30741"/>
                  <a:pt x="1127378" y="30741"/>
                </a:cubicBezTo>
                <a:cubicBezTo>
                  <a:pt x="1133387" y="30741"/>
                  <a:pt x="1138443" y="31814"/>
                  <a:pt x="1142547" y="33962"/>
                </a:cubicBezTo>
                <a:cubicBezTo>
                  <a:pt x="1146651" y="36110"/>
                  <a:pt x="1149951" y="39130"/>
                  <a:pt x="1152445" y="43023"/>
                </a:cubicBezTo>
                <a:cubicBezTo>
                  <a:pt x="1154940" y="46916"/>
                  <a:pt x="1156724" y="51614"/>
                  <a:pt x="1157797" y="57118"/>
                </a:cubicBezTo>
                <a:cubicBezTo>
                  <a:pt x="1158870" y="62622"/>
                  <a:pt x="1159406" y="68731"/>
                  <a:pt x="1159406" y="75443"/>
                </a:cubicBezTo>
                <a:moveTo>
                  <a:pt x="1144197" y="75765"/>
                </a:moveTo>
                <a:cubicBezTo>
                  <a:pt x="1144197" y="70407"/>
                  <a:pt x="1143875" y="65638"/>
                  <a:pt x="1143231" y="61459"/>
                </a:cubicBezTo>
                <a:cubicBezTo>
                  <a:pt x="1142587" y="57279"/>
                  <a:pt x="1141474" y="53742"/>
                  <a:pt x="1139892" y="50849"/>
                </a:cubicBezTo>
                <a:cubicBezTo>
                  <a:pt x="1138309" y="47955"/>
                  <a:pt x="1136203" y="45758"/>
                  <a:pt x="1133574" y="44258"/>
                </a:cubicBezTo>
                <a:cubicBezTo>
                  <a:pt x="1130946" y="42757"/>
                  <a:pt x="1127646" y="42007"/>
                  <a:pt x="1123676" y="42007"/>
                </a:cubicBezTo>
                <a:cubicBezTo>
                  <a:pt x="1120457" y="42007"/>
                  <a:pt x="1117426" y="42463"/>
                  <a:pt x="1114583" y="43375"/>
                </a:cubicBezTo>
                <a:cubicBezTo>
                  <a:pt x="1111739" y="44285"/>
                  <a:pt x="1109258" y="46026"/>
                  <a:pt x="1107139" y="48598"/>
                </a:cubicBezTo>
                <a:cubicBezTo>
                  <a:pt x="1105020" y="51170"/>
                  <a:pt x="1103343" y="54720"/>
                  <a:pt x="1102110" y="59248"/>
                </a:cubicBezTo>
                <a:cubicBezTo>
                  <a:pt x="1100876" y="63776"/>
                  <a:pt x="1100259" y="69658"/>
                  <a:pt x="1100259" y="76892"/>
                </a:cubicBezTo>
                <a:cubicBezTo>
                  <a:pt x="1100259" y="83053"/>
                  <a:pt x="1100768" y="88264"/>
                  <a:pt x="1101788" y="92524"/>
                </a:cubicBezTo>
                <a:cubicBezTo>
                  <a:pt x="1102807" y="96784"/>
                  <a:pt x="1104296" y="100227"/>
                  <a:pt x="1106254" y="102854"/>
                </a:cubicBezTo>
                <a:cubicBezTo>
                  <a:pt x="1108212" y="105480"/>
                  <a:pt x="1110640" y="107368"/>
                  <a:pt x="1113537" y="108520"/>
                </a:cubicBezTo>
                <a:cubicBezTo>
                  <a:pt x="1116434" y="109672"/>
                  <a:pt x="1119760" y="110248"/>
                  <a:pt x="1123515" y="110248"/>
                </a:cubicBezTo>
                <a:cubicBezTo>
                  <a:pt x="1127539" y="110248"/>
                  <a:pt x="1130879" y="109471"/>
                  <a:pt x="1133534" y="107917"/>
                </a:cubicBezTo>
                <a:cubicBezTo>
                  <a:pt x="1136190" y="106362"/>
                  <a:pt x="1138309" y="104112"/>
                  <a:pt x="1139892" y="101164"/>
                </a:cubicBezTo>
                <a:cubicBezTo>
                  <a:pt x="1141474" y="98217"/>
                  <a:pt x="1142587" y="94613"/>
                  <a:pt x="1143231" y="90353"/>
                </a:cubicBezTo>
                <a:cubicBezTo>
                  <a:pt x="1143875" y="86093"/>
                  <a:pt x="1144197" y="81231"/>
                  <a:pt x="1144197" y="75765"/>
                </a:cubicBezTo>
                <a:close/>
                <a:moveTo>
                  <a:pt x="1188513" y="78863"/>
                </a:moveTo>
                <a:cubicBezTo>
                  <a:pt x="1188513" y="83424"/>
                  <a:pt x="1188982" y="87622"/>
                  <a:pt x="1189921" y="91457"/>
                </a:cubicBezTo>
                <a:cubicBezTo>
                  <a:pt x="1190860" y="95293"/>
                  <a:pt x="1192308" y="98593"/>
                  <a:pt x="1194267" y="101356"/>
                </a:cubicBezTo>
                <a:cubicBezTo>
                  <a:pt x="1196225" y="104118"/>
                  <a:pt x="1198733" y="106264"/>
                  <a:pt x="1201791" y="107793"/>
                </a:cubicBezTo>
                <a:cubicBezTo>
                  <a:pt x="1204849" y="109322"/>
                  <a:pt x="1208524" y="110087"/>
                  <a:pt x="1212816" y="110087"/>
                </a:cubicBezTo>
                <a:cubicBezTo>
                  <a:pt x="1219092" y="110087"/>
                  <a:pt x="1224122" y="108826"/>
                  <a:pt x="1227904" y="106305"/>
                </a:cubicBezTo>
                <a:cubicBezTo>
                  <a:pt x="1231686" y="103783"/>
                  <a:pt x="1234248" y="100591"/>
                  <a:pt x="1235589" y="96728"/>
                </a:cubicBezTo>
                <a:lnTo>
                  <a:pt x="1248304" y="100362"/>
                </a:lnTo>
                <a:cubicBezTo>
                  <a:pt x="1247392" y="102785"/>
                  <a:pt x="1246118" y="105221"/>
                  <a:pt x="1244482" y="107670"/>
                </a:cubicBezTo>
                <a:cubicBezTo>
                  <a:pt x="1242845" y="110118"/>
                  <a:pt x="1240659" y="112324"/>
                  <a:pt x="1237923" y="114289"/>
                </a:cubicBezTo>
                <a:cubicBezTo>
                  <a:pt x="1235187" y="116254"/>
                  <a:pt x="1231767" y="117869"/>
                  <a:pt x="1227663" y="119135"/>
                </a:cubicBezTo>
                <a:cubicBezTo>
                  <a:pt x="1223559" y="120399"/>
                  <a:pt x="1218610" y="121031"/>
                  <a:pt x="1212816" y="121031"/>
                </a:cubicBezTo>
                <a:cubicBezTo>
                  <a:pt x="1199940" y="121031"/>
                  <a:pt x="1190136" y="117195"/>
                  <a:pt x="1183403" y="109524"/>
                </a:cubicBezTo>
                <a:cubicBezTo>
                  <a:pt x="1176670" y="101852"/>
                  <a:pt x="1173303" y="90451"/>
                  <a:pt x="1173303" y="75323"/>
                </a:cubicBezTo>
                <a:cubicBezTo>
                  <a:pt x="1173303" y="67168"/>
                  <a:pt x="1174323" y="60261"/>
                  <a:pt x="1176361" y="54601"/>
                </a:cubicBezTo>
                <a:cubicBezTo>
                  <a:pt x="1178400" y="48941"/>
                  <a:pt x="1181190" y="44341"/>
                  <a:pt x="1184731" y="40800"/>
                </a:cubicBezTo>
                <a:cubicBezTo>
                  <a:pt x="1188271" y="37259"/>
                  <a:pt x="1192402" y="34697"/>
                  <a:pt x="1197123" y="33115"/>
                </a:cubicBezTo>
                <a:cubicBezTo>
                  <a:pt x="1201844" y="31532"/>
                  <a:pt x="1206887" y="30741"/>
                  <a:pt x="1212252" y="30741"/>
                </a:cubicBezTo>
                <a:cubicBezTo>
                  <a:pt x="1219548" y="30741"/>
                  <a:pt x="1225651" y="31919"/>
                  <a:pt x="1230560" y="34276"/>
                </a:cubicBezTo>
                <a:cubicBezTo>
                  <a:pt x="1235469" y="36632"/>
                  <a:pt x="1239412" y="39885"/>
                  <a:pt x="1242389" y="44036"/>
                </a:cubicBezTo>
                <a:cubicBezTo>
                  <a:pt x="1245367" y="48187"/>
                  <a:pt x="1247486" y="53075"/>
                  <a:pt x="1248747" y="58700"/>
                </a:cubicBezTo>
                <a:cubicBezTo>
                  <a:pt x="1250007" y="64323"/>
                  <a:pt x="1250638" y="70401"/>
                  <a:pt x="1250638" y="76935"/>
                </a:cubicBezTo>
                <a:lnTo>
                  <a:pt x="1250638" y="78863"/>
                </a:lnTo>
                <a:lnTo>
                  <a:pt x="1188513" y="78863"/>
                </a:lnTo>
                <a:moveTo>
                  <a:pt x="1235670" y="67758"/>
                </a:moveTo>
                <a:cubicBezTo>
                  <a:pt x="1234865" y="58640"/>
                  <a:pt x="1232531" y="51988"/>
                  <a:pt x="1228669" y="47803"/>
                </a:cubicBezTo>
                <a:cubicBezTo>
                  <a:pt x="1224806" y="43617"/>
                  <a:pt x="1219253" y="41524"/>
                  <a:pt x="1212011" y="41524"/>
                </a:cubicBezTo>
                <a:cubicBezTo>
                  <a:pt x="1209597" y="41524"/>
                  <a:pt x="1207062" y="41910"/>
                  <a:pt x="1204406" y="42683"/>
                </a:cubicBezTo>
                <a:cubicBezTo>
                  <a:pt x="1201751" y="43456"/>
                  <a:pt x="1199296" y="44829"/>
                  <a:pt x="1197043" y="46802"/>
                </a:cubicBezTo>
                <a:cubicBezTo>
                  <a:pt x="1194790" y="48776"/>
                  <a:pt x="1192885" y="51456"/>
                  <a:pt x="1191329" y="54842"/>
                </a:cubicBezTo>
                <a:cubicBezTo>
                  <a:pt x="1189774" y="58227"/>
                  <a:pt x="1188888" y="62532"/>
                  <a:pt x="1188674" y="67758"/>
                </a:cubicBezTo>
                <a:lnTo>
                  <a:pt x="1235670" y="67758"/>
                </a:lnTo>
                <a:close/>
                <a:moveTo>
                  <a:pt x="1272984" y="49088"/>
                </a:moveTo>
                <a:lnTo>
                  <a:pt x="1272984" y="32350"/>
                </a:lnTo>
                <a:lnTo>
                  <a:pt x="1288676" y="32350"/>
                </a:lnTo>
                <a:lnTo>
                  <a:pt x="1288676" y="49088"/>
                </a:lnTo>
                <a:lnTo>
                  <a:pt x="1272984" y="49088"/>
                </a:lnTo>
                <a:moveTo>
                  <a:pt x="1272984" y="119422"/>
                </a:moveTo>
                <a:lnTo>
                  <a:pt x="1272984" y="102683"/>
                </a:lnTo>
                <a:lnTo>
                  <a:pt x="1288676" y="102683"/>
                </a:lnTo>
                <a:lnTo>
                  <a:pt x="1288676" y="119422"/>
                </a:lnTo>
                <a:lnTo>
                  <a:pt x="1272984" y="119422"/>
                </a:lnTo>
                <a:close/>
                <a:moveTo>
                  <a:pt x="1362122" y="119422"/>
                </a:moveTo>
                <a:lnTo>
                  <a:pt x="1362122" y="107029"/>
                </a:lnTo>
                <a:lnTo>
                  <a:pt x="1391012" y="107029"/>
                </a:lnTo>
                <a:lnTo>
                  <a:pt x="1391012" y="19796"/>
                </a:lnTo>
                <a:lnTo>
                  <a:pt x="1365422" y="37983"/>
                </a:lnTo>
                <a:lnTo>
                  <a:pt x="1365422" y="24303"/>
                </a:lnTo>
                <a:lnTo>
                  <a:pt x="1392219" y="5955"/>
                </a:lnTo>
                <a:lnTo>
                  <a:pt x="1405577" y="5955"/>
                </a:lnTo>
                <a:lnTo>
                  <a:pt x="1405577" y="107029"/>
                </a:lnTo>
                <a:lnTo>
                  <a:pt x="1433180" y="107029"/>
                </a:lnTo>
                <a:lnTo>
                  <a:pt x="1433180" y="119422"/>
                </a:lnTo>
                <a:lnTo>
                  <a:pt x="1362122" y="119422"/>
                </a:lnTo>
                <a:close/>
                <a:moveTo>
                  <a:pt x="1448525" y="82082"/>
                </a:moveTo>
                <a:lnTo>
                  <a:pt x="1448525" y="69207"/>
                </a:lnTo>
                <a:lnTo>
                  <a:pt x="1488762" y="69207"/>
                </a:lnTo>
                <a:lnTo>
                  <a:pt x="1488762" y="82082"/>
                </a:lnTo>
                <a:lnTo>
                  <a:pt x="1448525" y="82082"/>
                </a:lnTo>
                <a:close/>
                <a:moveTo>
                  <a:pt x="1566979" y="93670"/>
                </a:moveTo>
                <a:lnTo>
                  <a:pt x="1566979" y="119422"/>
                </a:lnTo>
                <a:lnTo>
                  <a:pt x="1553299" y="119422"/>
                </a:lnTo>
                <a:lnTo>
                  <a:pt x="1553299" y="93670"/>
                </a:lnTo>
                <a:lnTo>
                  <a:pt x="1499865" y="93670"/>
                </a:lnTo>
                <a:lnTo>
                  <a:pt x="1499865" y="82404"/>
                </a:lnTo>
                <a:lnTo>
                  <a:pt x="1551770" y="5955"/>
                </a:lnTo>
                <a:lnTo>
                  <a:pt x="1566979" y="5955"/>
                </a:lnTo>
                <a:lnTo>
                  <a:pt x="1566979" y="82243"/>
                </a:lnTo>
                <a:lnTo>
                  <a:pt x="1582913" y="82243"/>
                </a:lnTo>
                <a:lnTo>
                  <a:pt x="1582913" y="93670"/>
                </a:lnTo>
                <a:lnTo>
                  <a:pt x="1566979" y="93670"/>
                </a:lnTo>
                <a:moveTo>
                  <a:pt x="1553299" y="22291"/>
                </a:moveTo>
                <a:cubicBezTo>
                  <a:pt x="1553191" y="22559"/>
                  <a:pt x="1552923" y="23082"/>
                  <a:pt x="1552494" y="23860"/>
                </a:cubicBezTo>
                <a:cubicBezTo>
                  <a:pt x="1552065" y="24638"/>
                  <a:pt x="1551582" y="25510"/>
                  <a:pt x="1551045" y="26476"/>
                </a:cubicBezTo>
                <a:cubicBezTo>
                  <a:pt x="1550509" y="27441"/>
                  <a:pt x="1549959" y="28420"/>
                  <a:pt x="1549396" y="29413"/>
                </a:cubicBezTo>
                <a:cubicBezTo>
                  <a:pt x="1548832" y="30405"/>
                  <a:pt x="1548336" y="31223"/>
                  <a:pt x="1547907" y="31867"/>
                </a:cubicBezTo>
                <a:lnTo>
                  <a:pt x="1518856" y="74679"/>
                </a:lnTo>
                <a:cubicBezTo>
                  <a:pt x="1518588" y="75108"/>
                  <a:pt x="1518199" y="75671"/>
                  <a:pt x="1517689" y="76369"/>
                </a:cubicBezTo>
                <a:cubicBezTo>
                  <a:pt x="1517180" y="77066"/>
                  <a:pt x="1516657" y="77777"/>
                  <a:pt x="1516120" y="78501"/>
                </a:cubicBezTo>
                <a:cubicBezTo>
                  <a:pt x="1515584" y="79226"/>
                  <a:pt x="1515047" y="79936"/>
                  <a:pt x="1514511" y="80634"/>
                </a:cubicBezTo>
                <a:cubicBezTo>
                  <a:pt x="1513974" y="81331"/>
                  <a:pt x="1513545" y="81868"/>
                  <a:pt x="1513223" y="82243"/>
                </a:cubicBezTo>
                <a:lnTo>
                  <a:pt x="1553299" y="82243"/>
                </a:lnTo>
                <a:lnTo>
                  <a:pt x="1553299" y="222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2BB4D-E520-4C49-B629-D7CCC42A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031" y="3196718"/>
            <a:ext cx="3296168" cy="274681"/>
          </a:xfrm>
          <a:custGeom xmlns:a="http://schemas.openxmlformats.org/drawingml/2006/main">
            <a:pathLst>
              <a:path w="3296168" h="274681">
                <a:moveTo>
                  <a:pt x="41203" y="0"/>
                </a:moveTo>
                <a:lnTo>
                  <a:pt x="3254966" y="0"/>
                </a:lnTo>
                <a:cubicBezTo>
                  <a:pt x="3260429" y="0"/>
                  <a:pt x="3265685" y="1045"/>
                  <a:pt x="3270732" y="3136"/>
                </a:cubicBezTo>
                <a:cubicBezTo>
                  <a:pt x="3275780" y="5227"/>
                  <a:pt x="3280235" y="8204"/>
                  <a:pt x="3284100" y="12068"/>
                </a:cubicBezTo>
                <a:cubicBezTo>
                  <a:pt x="3287963" y="15931"/>
                  <a:pt x="3290939" y="20387"/>
                  <a:pt x="3293030" y="25435"/>
                </a:cubicBezTo>
                <a:cubicBezTo>
                  <a:pt x="3295121" y="30482"/>
                  <a:pt x="3296168" y="35738"/>
                  <a:pt x="3296168" y="41202"/>
                </a:cubicBezTo>
                <a:lnTo>
                  <a:pt x="3296168" y="233479"/>
                </a:lnTo>
                <a:cubicBezTo>
                  <a:pt x="3296168" y="238942"/>
                  <a:pt x="3295123" y="244198"/>
                  <a:pt x="3293031" y="249245"/>
                </a:cubicBezTo>
                <a:cubicBezTo>
                  <a:pt x="3290939" y="254293"/>
                  <a:pt x="3287963" y="258749"/>
                  <a:pt x="3284100" y="262613"/>
                </a:cubicBezTo>
                <a:cubicBezTo>
                  <a:pt x="3280235" y="266476"/>
                  <a:pt x="3275780" y="269453"/>
                  <a:pt x="3270732" y="271544"/>
                </a:cubicBezTo>
                <a:cubicBezTo>
                  <a:pt x="3265685" y="273635"/>
                  <a:pt x="3260429" y="274680"/>
                  <a:pt x="3254966" y="274681"/>
                </a:cubicBezTo>
                <a:lnTo>
                  <a:pt x="41203" y="274681"/>
                </a:lnTo>
                <a:cubicBezTo>
                  <a:pt x="35738" y="274680"/>
                  <a:pt x="30482" y="273635"/>
                  <a:pt x="25435" y="271544"/>
                </a:cubicBezTo>
                <a:cubicBezTo>
                  <a:pt x="20386" y="269453"/>
                  <a:pt x="15931" y="266476"/>
                  <a:pt x="12069" y="262613"/>
                </a:cubicBezTo>
                <a:cubicBezTo>
                  <a:pt x="8205" y="258749"/>
                  <a:pt x="5227" y="254293"/>
                  <a:pt x="3136" y="249245"/>
                </a:cubicBezTo>
                <a:cubicBezTo>
                  <a:pt x="1045" y="244198"/>
                  <a:pt x="0" y="238942"/>
                  <a:pt x="1" y="233479"/>
                </a:cubicBezTo>
                <a:lnTo>
                  <a:pt x="1" y="41202"/>
                </a:lnTo>
                <a:cubicBezTo>
                  <a:pt x="0" y="35738"/>
                  <a:pt x="1045" y="30482"/>
                  <a:pt x="3136" y="25435"/>
                </a:cubicBezTo>
                <a:cubicBezTo>
                  <a:pt x="5227" y="20387"/>
                  <a:pt x="8205" y="15931"/>
                  <a:pt x="12069" y="12068"/>
                </a:cubicBezTo>
                <a:cubicBezTo>
                  <a:pt x="15931" y="8204"/>
                  <a:pt x="20386" y="5227"/>
                  <a:pt x="25435" y="3136"/>
                </a:cubicBezTo>
                <a:cubicBezTo>
                  <a:pt x="30482" y="1045"/>
                  <a:pt x="35738" y="0"/>
                  <a:pt x="4120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7C6D2-D306-4411-B9C6-6234B017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031" y="3196718"/>
            <a:ext cx="3296168" cy="274681"/>
          </a:xfrm>
          <a:custGeom xmlns:a="http://schemas.openxmlformats.org/drawingml/2006/main">
            <a:pathLst>
              <a:path w="3296168" h="274681" fill="none">
                <a:moveTo>
                  <a:pt x="41203" y="0"/>
                </a:moveTo>
                <a:lnTo>
                  <a:pt x="3254966" y="0"/>
                </a:lnTo>
                <a:cubicBezTo>
                  <a:pt x="3260429" y="0"/>
                  <a:pt x="3265685" y="1045"/>
                  <a:pt x="3270732" y="3136"/>
                </a:cubicBezTo>
                <a:cubicBezTo>
                  <a:pt x="3275780" y="5227"/>
                  <a:pt x="3280235" y="8204"/>
                  <a:pt x="3284100" y="12068"/>
                </a:cubicBezTo>
                <a:cubicBezTo>
                  <a:pt x="3287963" y="15931"/>
                  <a:pt x="3290939" y="20387"/>
                  <a:pt x="3293030" y="25435"/>
                </a:cubicBezTo>
                <a:cubicBezTo>
                  <a:pt x="3295121" y="30482"/>
                  <a:pt x="3296168" y="35738"/>
                  <a:pt x="3296168" y="41202"/>
                </a:cubicBezTo>
                <a:lnTo>
                  <a:pt x="3296168" y="233479"/>
                </a:lnTo>
                <a:cubicBezTo>
                  <a:pt x="3296168" y="238942"/>
                  <a:pt x="3295123" y="244198"/>
                  <a:pt x="3293031" y="249245"/>
                </a:cubicBezTo>
                <a:cubicBezTo>
                  <a:pt x="3290939" y="254293"/>
                  <a:pt x="3287963" y="258749"/>
                  <a:pt x="3284100" y="262613"/>
                </a:cubicBezTo>
                <a:cubicBezTo>
                  <a:pt x="3280235" y="266476"/>
                  <a:pt x="3275780" y="269453"/>
                  <a:pt x="3270732" y="271544"/>
                </a:cubicBezTo>
                <a:cubicBezTo>
                  <a:pt x="3265685" y="273635"/>
                  <a:pt x="3260429" y="274680"/>
                  <a:pt x="3254966" y="274681"/>
                </a:cubicBezTo>
                <a:lnTo>
                  <a:pt x="41203" y="274681"/>
                </a:lnTo>
                <a:cubicBezTo>
                  <a:pt x="35738" y="274680"/>
                  <a:pt x="30482" y="273635"/>
                  <a:pt x="25435" y="271544"/>
                </a:cubicBezTo>
                <a:cubicBezTo>
                  <a:pt x="20386" y="269453"/>
                  <a:pt x="15931" y="266476"/>
                  <a:pt x="12069" y="262613"/>
                </a:cubicBezTo>
                <a:cubicBezTo>
                  <a:pt x="8205" y="258749"/>
                  <a:pt x="5227" y="254293"/>
                  <a:pt x="3136" y="249245"/>
                </a:cubicBezTo>
                <a:cubicBezTo>
                  <a:pt x="1045" y="244198"/>
                  <a:pt x="0" y="238942"/>
                  <a:pt x="1" y="233479"/>
                </a:cubicBezTo>
                <a:lnTo>
                  <a:pt x="1" y="41202"/>
                </a:lnTo>
                <a:cubicBezTo>
                  <a:pt x="0" y="35738"/>
                  <a:pt x="1045" y="30482"/>
                  <a:pt x="3136" y="25435"/>
                </a:cubicBezTo>
                <a:cubicBezTo>
                  <a:pt x="5227" y="20387"/>
                  <a:pt x="8205" y="15931"/>
                  <a:pt x="12069" y="12068"/>
                </a:cubicBezTo>
                <a:cubicBezTo>
                  <a:pt x="15931" y="8204"/>
                  <a:pt x="20386" y="5227"/>
                  <a:pt x="25435" y="3136"/>
                </a:cubicBezTo>
                <a:cubicBezTo>
                  <a:pt x="30482" y="1045"/>
                  <a:pt x="35738" y="0"/>
                  <a:pt x="4120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59" name="Text Thecivilengagementisnotgreat.">
            <a:extLst xmlns:a="http://schemas.openxmlformats.org/drawingml/2006/main">
              <a:ext uri="{FF2B5EF4-FFF2-40B4-BE49-F238E27FC236}">
                <a16:creationId xmlns:a16="http://schemas.microsoft.com/office/drawing/2014/main" id="{53086CC8-FB5D-429B-8C91-8CF284B7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028" y="3262706"/>
            <a:ext cx="2454499" cy="153703"/>
          </a:xfrm>
          <a:custGeom xmlns:a="http://schemas.openxmlformats.org/drawingml/2006/main">
            <a:pathLst>
              <a:path w="2454499" h="153703">
                <a:moveTo>
                  <a:pt x="54239" y="18509"/>
                </a:moveTo>
                <a:lnTo>
                  <a:pt x="54239" y="119422"/>
                </a:lnTo>
                <a:lnTo>
                  <a:pt x="38949" y="119422"/>
                </a:lnTo>
                <a:lnTo>
                  <a:pt x="38949" y="18509"/>
                </a:lnTo>
                <a:lnTo>
                  <a:pt x="0" y="18509"/>
                </a:lnTo>
                <a:lnTo>
                  <a:pt x="0" y="5955"/>
                </a:lnTo>
                <a:lnTo>
                  <a:pt x="93188" y="5955"/>
                </a:lnTo>
                <a:lnTo>
                  <a:pt x="93188" y="18509"/>
                </a:lnTo>
                <a:lnTo>
                  <a:pt x="54239" y="18509"/>
                </a:lnTo>
                <a:close/>
                <a:moveTo>
                  <a:pt x="122506" y="47318"/>
                </a:moveTo>
                <a:cubicBezTo>
                  <a:pt x="124115" y="44352"/>
                  <a:pt x="125859" y="41832"/>
                  <a:pt x="127737" y="39756"/>
                </a:cubicBezTo>
                <a:cubicBezTo>
                  <a:pt x="129614" y="37681"/>
                  <a:pt x="131680" y="35970"/>
                  <a:pt x="133933" y="34623"/>
                </a:cubicBezTo>
                <a:cubicBezTo>
                  <a:pt x="136186" y="33276"/>
                  <a:pt x="138654" y="32291"/>
                  <a:pt x="141337" y="31671"/>
                </a:cubicBezTo>
                <a:cubicBezTo>
                  <a:pt x="144019" y="31051"/>
                  <a:pt x="147023" y="30741"/>
                  <a:pt x="150349" y="30741"/>
                </a:cubicBezTo>
                <a:cubicBezTo>
                  <a:pt x="155929" y="30741"/>
                  <a:pt x="160502" y="31492"/>
                  <a:pt x="164070" y="32994"/>
                </a:cubicBezTo>
                <a:cubicBezTo>
                  <a:pt x="167638" y="34496"/>
                  <a:pt x="170454" y="36602"/>
                  <a:pt x="172520" y="39311"/>
                </a:cubicBezTo>
                <a:cubicBezTo>
                  <a:pt x="174585" y="42020"/>
                  <a:pt x="176007" y="45253"/>
                  <a:pt x="176785" y="49008"/>
                </a:cubicBezTo>
                <a:cubicBezTo>
                  <a:pt x="177563" y="52763"/>
                  <a:pt x="177952" y="56894"/>
                  <a:pt x="177952" y="61401"/>
                </a:cubicBezTo>
                <a:lnTo>
                  <a:pt x="177952" y="119422"/>
                </a:lnTo>
                <a:lnTo>
                  <a:pt x="163386" y="119422"/>
                </a:lnTo>
                <a:lnTo>
                  <a:pt x="163386" y="64275"/>
                </a:lnTo>
                <a:cubicBezTo>
                  <a:pt x="163386" y="60577"/>
                  <a:pt x="163158" y="57334"/>
                  <a:pt x="162702" y="54548"/>
                </a:cubicBezTo>
                <a:cubicBezTo>
                  <a:pt x="162246" y="51762"/>
                  <a:pt x="161374" y="49444"/>
                  <a:pt x="160087" y="47595"/>
                </a:cubicBezTo>
                <a:cubicBezTo>
                  <a:pt x="158799" y="45745"/>
                  <a:pt x="156975" y="44352"/>
                  <a:pt x="154615" y="43415"/>
                </a:cubicBezTo>
                <a:cubicBezTo>
                  <a:pt x="152254" y="42476"/>
                  <a:pt x="149196" y="42007"/>
                  <a:pt x="145441" y="42007"/>
                </a:cubicBezTo>
                <a:cubicBezTo>
                  <a:pt x="142007" y="42007"/>
                  <a:pt x="138909" y="42623"/>
                  <a:pt x="136146" y="43855"/>
                </a:cubicBezTo>
                <a:cubicBezTo>
                  <a:pt x="133383" y="45087"/>
                  <a:pt x="131023" y="46829"/>
                  <a:pt x="129064" y="49081"/>
                </a:cubicBezTo>
                <a:cubicBezTo>
                  <a:pt x="127106" y="51332"/>
                  <a:pt x="125591" y="54066"/>
                  <a:pt x="124518" y="57282"/>
                </a:cubicBezTo>
                <a:cubicBezTo>
                  <a:pt x="123445" y="60497"/>
                  <a:pt x="122908" y="64114"/>
                  <a:pt x="122908" y="68133"/>
                </a:cubicBezTo>
                <a:lnTo>
                  <a:pt x="122908" y="119422"/>
                </a:lnTo>
                <a:lnTo>
                  <a:pt x="108423" y="119422"/>
                </a:lnTo>
                <a:lnTo>
                  <a:pt x="108423" y="0"/>
                </a:lnTo>
                <a:lnTo>
                  <a:pt x="122908" y="0"/>
                </a:lnTo>
                <a:lnTo>
                  <a:pt x="122908" y="31115"/>
                </a:lnTo>
                <a:cubicBezTo>
                  <a:pt x="122908" y="32889"/>
                  <a:pt x="122881" y="34663"/>
                  <a:pt x="122828" y="36437"/>
                </a:cubicBezTo>
                <a:cubicBezTo>
                  <a:pt x="122774" y="38209"/>
                  <a:pt x="122707" y="39847"/>
                  <a:pt x="122627" y="41353"/>
                </a:cubicBezTo>
                <a:cubicBezTo>
                  <a:pt x="122546" y="42857"/>
                  <a:pt x="122479" y="44133"/>
                  <a:pt x="122425" y="45183"/>
                </a:cubicBezTo>
                <a:cubicBezTo>
                  <a:pt x="122372" y="46231"/>
                  <a:pt x="122318" y="46942"/>
                  <a:pt x="122264" y="47318"/>
                </a:cubicBezTo>
                <a:lnTo>
                  <a:pt x="122506" y="47318"/>
                </a:lnTo>
                <a:close/>
                <a:moveTo>
                  <a:pt x="210839" y="78863"/>
                </a:moveTo>
                <a:cubicBezTo>
                  <a:pt x="210839" y="83424"/>
                  <a:pt x="211309" y="87622"/>
                  <a:pt x="212248" y="91457"/>
                </a:cubicBezTo>
                <a:cubicBezTo>
                  <a:pt x="213186" y="95293"/>
                  <a:pt x="214635" y="98593"/>
                  <a:pt x="216593" y="101356"/>
                </a:cubicBezTo>
                <a:cubicBezTo>
                  <a:pt x="218551" y="104118"/>
                  <a:pt x="221059" y="106264"/>
                  <a:pt x="224117" y="107793"/>
                </a:cubicBezTo>
                <a:cubicBezTo>
                  <a:pt x="227175" y="109322"/>
                  <a:pt x="230850" y="110087"/>
                  <a:pt x="235142" y="110087"/>
                </a:cubicBezTo>
                <a:cubicBezTo>
                  <a:pt x="241419" y="110087"/>
                  <a:pt x="246449" y="108826"/>
                  <a:pt x="250231" y="106305"/>
                </a:cubicBezTo>
                <a:cubicBezTo>
                  <a:pt x="254013" y="103783"/>
                  <a:pt x="256575" y="100591"/>
                  <a:pt x="257916" y="96728"/>
                </a:cubicBezTo>
                <a:lnTo>
                  <a:pt x="270631" y="100362"/>
                </a:lnTo>
                <a:cubicBezTo>
                  <a:pt x="269719" y="102785"/>
                  <a:pt x="268444" y="105221"/>
                  <a:pt x="266808" y="107670"/>
                </a:cubicBezTo>
                <a:cubicBezTo>
                  <a:pt x="265172" y="110118"/>
                  <a:pt x="262986" y="112324"/>
                  <a:pt x="260250" y="114289"/>
                </a:cubicBezTo>
                <a:cubicBezTo>
                  <a:pt x="257514" y="116254"/>
                  <a:pt x="254094" y="117869"/>
                  <a:pt x="249989" y="119135"/>
                </a:cubicBezTo>
                <a:cubicBezTo>
                  <a:pt x="245885" y="120399"/>
                  <a:pt x="240936" y="121031"/>
                  <a:pt x="235142" y="121031"/>
                </a:cubicBezTo>
                <a:cubicBezTo>
                  <a:pt x="222267" y="121031"/>
                  <a:pt x="212462" y="117195"/>
                  <a:pt x="205729" y="109524"/>
                </a:cubicBezTo>
                <a:cubicBezTo>
                  <a:pt x="198996" y="101852"/>
                  <a:pt x="195630" y="90451"/>
                  <a:pt x="195630" y="75323"/>
                </a:cubicBezTo>
                <a:cubicBezTo>
                  <a:pt x="195630" y="67168"/>
                  <a:pt x="196649" y="60261"/>
                  <a:pt x="198688" y="54601"/>
                </a:cubicBezTo>
                <a:cubicBezTo>
                  <a:pt x="200727" y="48941"/>
                  <a:pt x="203516" y="44341"/>
                  <a:pt x="207057" y="40800"/>
                </a:cubicBezTo>
                <a:cubicBezTo>
                  <a:pt x="210598" y="37259"/>
                  <a:pt x="214729" y="34697"/>
                  <a:pt x="219450" y="33115"/>
                </a:cubicBezTo>
                <a:cubicBezTo>
                  <a:pt x="224171" y="31532"/>
                  <a:pt x="229214" y="30741"/>
                  <a:pt x="234579" y="30741"/>
                </a:cubicBezTo>
                <a:cubicBezTo>
                  <a:pt x="241875" y="30741"/>
                  <a:pt x="247978" y="31919"/>
                  <a:pt x="252886" y="34276"/>
                </a:cubicBezTo>
                <a:cubicBezTo>
                  <a:pt x="257795" y="36632"/>
                  <a:pt x="261738" y="39885"/>
                  <a:pt x="264716" y="44036"/>
                </a:cubicBezTo>
                <a:cubicBezTo>
                  <a:pt x="267693" y="48187"/>
                  <a:pt x="269813" y="53075"/>
                  <a:pt x="271073" y="58700"/>
                </a:cubicBezTo>
                <a:cubicBezTo>
                  <a:pt x="272334" y="64323"/>
                  <a:pt x="272964" y="70401"/>
                  <a:pt x="272964" y="76935"/>
                </a:cubicBezTo>
                <a:lnTo>
                  <a:pt x="272964" y="78863"/>
                </a:lnTo>
                <a:lnTo>
                  <a:pt x="210839" y="78863"/>
                </a:lnTo>
                <a:moveTo>
                  <a:pt x="257996" y="67758"/>
                </a:moveTo>
                <a:cubicBezTo>
                  <a:pt x="257192" y="58640"/>
                  <a:pt x="254858" y="51988"/>
                  <a:pt x="250995" y="47803"/>
                </a:cubicBezTo>
                <a:cubicBezTo>
                  <a:pt x="247133" y="43617"/>
                  <a:pt x="241580" y="41524"/>
                  <a:pt x="234337" y="41524"/>
                </a:cubicBezTo>
                <a:cubicBezTo>
                  <a:pt x="231923" y="41524"/>
                  <a:pt x="229388" y="41910"/>
                  <a:pt x="226733" y="42683"/>
                </a:cubicBezTo>
                <a:cubicBezTo>
                  <a:pt x="224077" y="43456"/>
                  <a:pt x="221623" y="44829"/>
                  <a:pt x="219369" y="46802"/>
                </a:cubicBezTo>
                <a:cubicBezTo>
                  <a:pt x="217116" y="48776"/>
                  <a:pt x="215212" y="51456"/>
                  <a:pt x="213656" y="54842"/>
                </a:cubicBezTo>
                <a:cubicBezTo>
                  <a:pt x="212100" y="58227"/>
                  <a:pt x="211215" y="62532"/>
                  <a:pt x="211000" y="67758"/>
                </a:cubicBezTo>
                <a:lnTo>
                  <a:pt x="257996" y="67758"/>
                </a:lnTo>
                <a:close/>
                <a:moveTo>
                  <a:pt x="348209" y="75524"/>
                </a:moveTo>
                <a:cubicBezTo>
                  <a:pt x="348209" y="80508"/>
                  <a:pt x="348571" y="85090"/>
                  <a:pt x="349296" y="89270"/>
                </a:cubicBezTo>
                <a:cubicBezTo>
                  <a:pt x="350020" y="93449"/>
                  <a:pt x="351240" y="97053"/>
                  <a:pt x="352957" y="100081"/>
                </a:cubicBezTo>
                <a:cubicBezTo>
                  <a:pt x="354674" y="103107"/>
                  <a:pt x="356941" y="105450"/>
                  <a:pt x="359757" y="107112"/>
                </a:cubicBezTo>
                <a:cubicBezTo>
                  <a:pt x="362574" y="108773"/>
                  <a:pt x="366047" y="109604"/>
                  <a:pt x="370178" y="109604"/>
                </a:cubicBezTo>
                <a:cubicBezTo>
                  <a:pt x="375329" y="109604"/>
                  <a:pt x="379634" y="108209"/>
                  <a:pt x="383094" y="105419"/>
                </a:cubicBezTo>
                <a:cubicBezTo>
                  <a:pt x="386555" y="102630"/>
                  <a:pt x="388687" y="98338"/>
                  <a:pt x="389492" y="92544"/>
                </a:cubicBezTo>
                <a:lnTo>
                  <a:pt x="404138" y="93509"/>
                </a:lnTo>
                <a:cubicBezTo>
                  <a:pt x="403655" y="97104"/>
                  <a:pt x="402609" y="100564"/>
                  <a:pt x="400999" y="103890"/>
                </a:cubicBezTo>
                <a:cubicBezTo>
                  <a:pt x="399390" y="107217"/>
                  <a:pt x="397204" y="110140"/>
                  <a:pt x="394441" y="112662"/>
                </a:cubicBezTo>
                <a:cubicBezTo>
                  <a:pt x="391678" y="115183"/>
                  <a:pt x="388312" y="117209"/>
                  <a:pt x="384342" y="118738"/>
                </a:cubicBezTo>
                <a:cubicBezTo>
                  <a:pt x="380372" y="120267"/>
                  <a:pt x="375785" y="121031"/>
                  <a:pt x="370581" y="121031"/>
                </a:cubicBezTo>
                <a:cubicBezTo>
                  <a:pt x="363767" y="121031"/>
                  <a:pt x="357973" y="119878"/>
                  <a:pt x="353199" y="117571"/>
                </a:cubicBezTo>
                <a:cubicBezTo>
                  <a:pt x="348424" y="115264"/>
                  <a:pt x="344548" y="112085"/>
                  <a:pt x="341570" y="108035"/>
                </a:cubicBezTo>
                <a:cubicBezTo>
                  <a:pt x="338593" y="103984"/>
                  <a:pt x="336433" y="99210"/>
                  <a:pt x="335092" y="93711"/>
                </a:cubicBezTo>
                <a:cubicBezTo>
                  <a:pt x="333751" y="88212"/>
                  <a:pt x="333080" y="82243"/>
                  <a:pt x="333080" y="75805"/>
                </a:cubicBezTo>
                <a:cubicBezTo>
                  <a:pt x="333080" y="69958"/>
                  <a:pt x="333563" y="64794"/>
                  <a:pt x="334529" y="60314"/>
                </a:cubicBezTo>
                <a:cubicBezTo>
                  <a:pt x="335495" y="55835"/>
                  <a:pt x="336849" y="51918"/>
                  <a:pt x="338593" y="48565"/>
                </a:cubicBezTo>
                <a:cubicBezTo>
                  <a:pt x="340336" y="45212"/>
                  <a:pt x="342388" y="42396"/>
                  <a:pt x="344749" y="40116"/>
                </a:cubicBezTo>
                <a:cubicBezTo>
                  <a:pt x="347109" y="37836"/>
                  <a:pt x="349671" y="36012"/>
                  <a:pt x="352434" y="34644"/>
                </a:cubicBezTo>
                <a:cubicBezTo>
                  <a:pt x="355197" y="33276"/>
                  <a:pt x="358107" y="32283"/>
                  <a:pt x="361165" y="31666"/>
                </a:cubicBezTo>
                <a:cubicBezTo>
                  <a:pt x="364223" y="31049"/>
                  <a:pt x="367308" y="30741"/>
                  <a:pt x="370420" y="30741"/>
                </a:cubicBezTo>
                <a:cubicBezTo>
                  <a:pt x="375302" y="30741"/>
                  <a:pt x="379647" y="31410"/>
                  <a:pt x="383456" y="32747"/>
                </a:cubicBezTo>
                <a:cubicBezTo>
                  <a:pt x="387265" y="34084"/>
                  <a:pt x="390551" y="35915"/>
                  <a:pt x="393314" y="38242"/>
                </a:cubicBezTo>
                <a:cubicBezTo>
                  <a:pt x="396077" y="40569"/>
                  <a:pt x="398317" y="43311"/>
                  <a:pt x="400034" y="46468"/>
                </a:cubicBezTo>
                <a:cubicBezTo>
                  <a:pt x="401750" y="49623"/>
                  <a:pt x="402958" y="53019"/>
                  <a:pt x="403655" y="56655"/>
                </a:cubicBezTo>
                <a:lnTo>
                  <a:pt x="388768" y="57779"/>
                </a:lnTo>
                <a:cubicBezTo>
                  <a:pt x="388016" y="53000"/>
                  <a:pt x="386112" y="49203"/>
                  <a:pt x="383054" y="46390"/>
                </a:cubicBezTo>
                <a:cubicBezTo>
                  <a:pt x="379996" y="43575"/>
                  <a:pt x="375650" y="42168"/>
                  <a:pt x="370017" y="42168"/>
                </a:cubicBezTo>
                <a:cubicBezTo>
                  <a:pt x="365886" y="42168"/>
                  <a:pt x="362439" y="42851"/>
                  <a:pt x="359677" y="44217"/>
                </a:cubicBezTo>
                <a:cubicBezTo>
                  <a:pt x="356914" y="45584"/>
                  <a:pt x="354674" y="47647"/>
                  <a:pt x="352957" y="50406"/>
                </a:cubicBezTo>
                <a:cubicBezTo>
                  <a:pt x="351240" y="53166"/>
                  <a:pt x="350020" y="56635"/>
                  <a:pt x="349296" y="60815"/>
                </a:cubicBezTo>
                <a:cubicBezTo>
                  <a:pt x="348571" y="64994"/>
                  <a:pt x="348209" y="69897"/>
                  <a:pt x="348209" y="75524"/>
                </a:cubicBezTo>
                <a:close/>
                <a:moveTo>
                  <a:pt x="419508" y="13841"/>
                </a:moveTo>
                <a:lnTo>
                  <a:pt x="419508" y="0"/>
                </a:lnTo>
                <a:lnTo>
                  <a:pt x="433993" y="0"/>
                </a:lnTo>
                <a:lnTo>
                  <a:pt x="433993" y="13841"/>
                </a:lnTo>
                <a:lnTo>
                  <a:pt x="419508" y="13841"/>
                </a:lnTo>
                <a:moveTo>
                  <a:pt x="419508" y="119422"/>
                </a:moveTo>
                <a:lnTo>
                  <a:pt x="419508" y="32350"/>
                </a:lnTo>
                <a:lnTo>
                  <a:pt x="433993" y="32350"/>
                </a:lnTo>
                <a:lnTo>
                  <a:pt x="433993" y="119422"/>
                </a:lnTo>
                <a:lnTo>
                  <a:pt x="419508" y="119422"/>
                </a:lnTo>
                <a:close/>
                <a:moveTo>
                  <a:pt x="494401" y="119422"/>
                </a:moveTo>
                <a:lnTo>
                  <a:pt x="477261" y="119422"/>
                </a:lnTo>
                <a:lnTo>
                  <a:pt x="445635" y="32350"/>
                </a:lnTo>
                <a:lnTo>
                  <a:pt x="461086" y="32350"/>
                </a:lnTo>
                <a:lnTo>
                  <a:pt x="480238" y="89003"/>
                </a:lnTo>
                <a:cubicBezTo>
                  <a:pt x="480614" y="90183"/>
                  <a:pt x="481056" y="91618"/>
                  <a:pt x="481566" y="93308"/>
                </a:cubicBezTo>
                <a:cubicBezTo>
                  <a:pt x="482076" y="94998"/>
                  <a:pt x="482599" y="96755"/>
                  <a:pt x="483135" y="98579"/>
                </a:cubicBezTo>
                <a:cubicBezTo>
                  <a:pt x="483672" y="100403"/>
                  <a:pt x="484168" y="102160"/>
                  <a:pt x="484624" y="103850"/>
                </a:cubicBezTo>
                <a:cubicBezTo>
                  <a:pt x="485080" y="105540"/>
                  <a:pt x="485469" y="106948"/>
                  <a:pt x="485791" y="108075"/>
                </a:cubicBezTo>
                <a:cubicBezTo>
                  <a:pt x="486113" y="106948"/>
                  <a:pt x="486528" y="105540"/>
                  <a:pt x="487038" y="103850"/>
                </a:cubicBezTo>
                <a:cubicBezTo>
                  <a:pt x="487548" y="102160"/>
                  <a:pt x="488071" y="100430"/>
                  <a:pt x="488607" y="98660"/>
                </a:cubicBezTo>
                <a:cubicBezTo>
                  <a:pt x="489144" y="96889"/>
                  <a:pt x="489694" y="95159"/>
                  <a:pt x="490257" y="93469"/>
                </a:cubicBezTo>
                <a:cubicBezTo>
                  <a:pt x="490820" y="91779"/>
                  <a:pt x="491317" y="90344"/>
                  <a:pt x="491746" y="89164"/>
                </a:cubicBezTo>
                <a:lnTo>
                  <a:pt x="511542" y="32350"/>
                </a:lnTo>
                <a:lnTo>
                  <a:pt x="526912" y="32350"/>
                </a:lnTo>
                <a:lnTo>
                  <a:pt x="494401" y="119422"/>
                </a:lnTo>
                <a:close/>
                <a:moveTo>
                  <a:pt x="538500" y="13841"/>
                </a:moveTo>
                <a:lnTo>
                  <a:pt x="538500" y="0"/>
                </a:lnTo>
                <a:lnTo>
                  <a:pt x="552985" y="0"/>
                </a:lnTo>
                <a:lnTo>
                  <a:pt x="552985" y="13841"/>
                </a:lnTo>
                <a:lnTo>
                  <a:pt x="538500" y="13841"/>
                </a:lnTo>
                <a:moveTo>
                  <a:pt x="538500" y="119422"/>
                </a:moveTo>
                <a:lnTo>
                  <a:pt x="538500" y="32350"/>
                </a:lnTo>
                <a:lnTo>
                  <a:pt x="552985" y="32350"/>
                </a:lnTo>
                <a:lnTo>
                  <a:pt x="552985" y="119422"/>
                </a:lnTo>
                <a:lnTo>
                  <a:pt x="538500" y="119422"/>
                </a:lnTo>
                <a:close/>
                <a:moveTo>
                  <a:pt x="575168" y="119422"/>
                </a:moveTo>
                <a:lnTo>
                  <a:pt x="575168" y="0"/>
                </a:lnTo>
                <a:lnTo>
                  <a:pt x="589654" y="0"/>
                </a:lnTo>
                <a:lnTo>
                  <a:pt x="589654" y="119422"/>
                </a:lnTo>
                <a:lnTo>
                  <a:pt x="575168" y="119422"/>
                </a:lnTo>
                <a:close/>
                <a:moveTo>
                  <a:pt x="668678" y="78863"/>
                </a:moveTo>
                <a:cubicBezTo>
                  <a:pt x="668678" y="83424"/>
                  <a:pt x="669147" y="87622"/>
                  <a:pt x="670086" y="91457"/>
                </a:cubicBezTo>
                <a:cubicBezTo>
                  <a:pt x="671025" y="95293"/>
                  <a:pt x="672474" y="98593"/>
                  <a:pt x="674432" y="101356"/>
                </a:cubicBezTo>
                <a:cubicBezTo>
                  <a:pt x="676390" y="104118"/>
                  <a:pt x="678898" y="106264"/>
                  <a:pt x="681956" y="107793"/>
                </a:cubicBezTo>
                <a:cubicBezTo>
                  <a:pt x="685014" y="109322"/>
                  <a:pt x="688689" y="110087"/>
                  <a:pt x="692981" y="110087"/>
                </a:cubicBezTo>
                <a:cubicBezTo>
                  <a:pt x="699258" y="110087"/>
                  <a:pt x="704287" y="108826"/>
                  <a:pt x="708069" y="106305"/>
                </a:cubicBezTo>
                <a:cubicBezTo>
                  <a:pt x="711852" y="103783"/>
                  <a:pt x="714413" y="100591"/>
                  <a:pt x="715755" y="96728"/>
                </a:cubicBezTo>
                <a:lnTo>
                  <a:pt x="728469" y="100362"/>
                </a:lnTo>
                <a:cubicBezTo>
                  <a:pt x="727557" y="102785"/>
                  <a:pt x="726283" y="105221"/>
                  <a:pt x="724647" y="107670"/>
                </a:cubicBezTo>
                <a:cubicBezTo>
                  <a:pt x="723011" y="110118"/>
                  <a:pt x="720824" y="112324"/>
                  <a:pt x="718088" y="114289"/>
                </a:cubicBezTo>
                <a:cubicBezTo>
                  <a:pt x="715352" y="116254"/>
                  <a:pt x="711932" y="117869"/>
                  <a:pt x="707828" y="119135"/>
                </a:cubicBezTo>
                <a:cubicBezTo>
                  <a:pt x="703724" y="120399"/>
                  <a:pt x="698775" y="121031"/>
                  <a:pt x="692981" y="121031"/>
                </a:cubicBezTo>
                <a:cubicBezTo>
                  <a:pt x="680105" y="121031"/>
                  <a:pt x="670301" y="117195"/>
                  <a:pt x="663568" y="109524"/>
                </a:cubicBezTo>
                <a:cubicBezTo>
                  <a:pt x="656835" y="101852"/>
                  <a:pt x="653469" y="90451"/>
                  <a:pt x="653469" y="75323"/>
                </a:cubicBezTo>
                <a:cubicBezTo>
                  <a:pt x="653469" y="67168"/>
                  <a:pt x="654488" y="60261"/>
                  <a:pt x="656527" y="54601"/>
                </a:cubicBezTo>
                <a:cubicBezTo>
                  <a:pt x="658565" y="48941"/>
                  <a:pt x="661355" y="44341"/>
                  <a:pt x="664896" y="40800"/>
                </a:cubicBezTo>
                <a:cubicBezTo>
                  <a:pt x="668437" y="37259"/>
                  <a:pt x="672568" y="34697"/>
                  <a:pt x="677289" y="33115"/>
                </a:cubicBezTo>
                <a:cubicBezTo>
                  <a:pt x="682010" y="31532"/>
                  <a:pt x="687053" y="30741"/>
                  <a:pt x="692417" y="30741"/>
                </a:cubicBezTo>
                <a:cubicBezTo>
                  <a:pt x="699714" y="30741"/>
                  <a:pt x="705816" y="31919"/>
                  <a:pt x="710725" y="34276"/>
                </a:cubicBezTo>
                <a:cubicBezTo>
                  <a:pt x="715634" y="36632"/>
                  <a:pt x="719577" y="39885"/>
                  <a:pt x="722555" y="44036"/>
                </a:cubicBezTo>
                <a:cubicBezTo>
                  <a:pt x="725532" y="48187"/>
                  <a:pt x="727651" y="53075"/>
                  <a:pt x="728912" y="58700"/>
                </a:cubicBezTo>
                <a:cubicBezTo>
                  <a:pt x="730173" y="64323"/>
                  <a:pt x="730803" y="70401"/>
                  <a:pt x="730803" y="76935"/>
                </a:cubicBezTo>
                <a:lnTo>
                  <a:pt x="730803" y="78863"/>
                </a:lnTo>
                <a:lnTo>
                  <a:pt x="668678" y="78863"/>
                </a:lnTo>
                <a:moveTo>
                  <a:pt x="715835" y="67758"/>
                </a:moveTo>
                <a:cubicBezTo>
                  <a:pt x="715030" y="58640"/>
                  <a:pt x="712697" y="51988"/>
                  <a:pt x="708834" y="47803"/>
                </a:cubicBezTo>
                <a:cubicBezTo>
                  <a:pt x="704971" y="43617"/>
                  <a:pt x="699419" y="41524"/>
                  <a:pt x="692176" y="41524"/>
                </a:cubicBezTo>
                <a:cubicBezTo>
                  <a:pt x="689762" y="41524"/>
                  <a:pt x="687227" y="41910"/>
                  <a:pt x="684571" y="42683"/>
                </a:cubicBezTo>
                <a:cubicBezTo>
                  <a:pt x="681916" y="43456"/>
                  <a:pt x="679461" y="44829"/>
                  <a:pt x="677208" y="46802"/>
                </a:cubicBezTo>
                <a:cubicBezTo>
                  <a:pt x="674955" y="48776"/>
                  <a:pt x="673050" y="51456"/>
                  <a:pt x="671495" y="54842"/>
                </a:cubicBezTo>
                <a:cubicBezTo>
                  <a:pt x="669939" y="58227"/>
                  <a:pt x="669054" y="62532"/>
                  <a:pt x="668839" y="67758"/>
                </a:cubicBezTo>
                <a:lnTo>
                  <a:pt x="715835" y="67758"/>
                </a:lnTo>
                <a:close/>
                <a:moveTo>
                  <a:pt x="804490" y="119422"/>
                </a:moveTo>
                <a:lnTo>
                  <a:pt x="804490" y="64275"/>
                </a:lnTo>
                <a:cubicBezTo>
                  <a:pt x="804490" y="60040"/>
                  <a:pt x="804182" y="56503"/>
                  <a:pt x="803565" y="53663"/>
                </a:cubicBezTo>
                <a:cubicBezTo>
                  <a:pt x="802948" y="50823"/>
                  <a:pt x="801942" y="48532"/>
                  <a:pt x="800547" y="46790"/>
                </a:cubicBezTo>
                <a:cubicBezTo>
                  <a:pt x="799152" y="45048"/>
                  <a:pt x="797315" y="43816"/>
                  <a:pt x="795035" y="43093"/>
                </a:cubicBezTo>
                <a:cubicBezTo>
                  <a:pt x="792755" y="42369"/>
                  <a:pt x="789925" y="42007"/>
                  <a:pt x="786545" y="42007"/>
                </a:cubicBezTo>
                <a:cubicBezTo>
                  <a:pt x="783112" y="42007"/>
                  <a:pt x="780013" y="42610"/>
                  <a:pt x="777250" y="43817"/>
                </a:cubicBezTo>
                <a:cubicBezTo>
                  <a:pt x="774488" y="45023"/>
                  <a:pt x="772127" y="46765"/>
                  <a:pt x="770169" y="49043"/>
                </a:cubicBezTo>
                <a:cubicBezTo>
                  <a:pt x="768211" y="51320"/>
                  <a:pt x="766695" y="54133"/>
                  <a:pt x="765622" y="57483"/>
                </a:cubicBezTo>
                <a:cubicBezTo>
                  <a:pt x="764549" y="60832"/>
                  <a:pt x="764013" y="64678"/>
                  <a:pt x="764013" y="69018"/>
                </a:cubicBezTo>
                <a:lnTo>
                  <a:pt x="764013" y="119422"/>
                </a:lnTo>
                <a:lnTo>
                  <a:pt x="749528" y="119422"/>
                </a:lnTo>
                <a:lnTo>
                  <a:pt x="749528" y="50939"/>
                </a:lnTo>
                <a:cubicBezTo>
                  <a:pt x="749528" y="49115"/>
                  <a:pt x="749514" y="47197"/>
                  <a:pt x="749487" y="45185"/>
                </a:cubicBezTo>
                <a:cubicBezTo>
                  <a:pt x="749460" y="43174"/>
                  <a:pt x="749420" y="41269"/>
                  <a:pt x="749367" y="39472"/>
                </a:cubicBezTo>
                <a:cubicBezTo>
                  <a:pt x="749313" y="37675"/>
                  <a:pt x="749259" y="36132"/>
                  <a:pt x="749206" y="34845"/>
                </a:cubicBezTo>
                <a:cubicBezTo>
                  <a:pt x="749152" y="33557"/>
                  <a:pt x="749098" y="32726"/>
                  <a:pt x="749045" y="32350"/>
                </a:cubicBezTo>
                <a:lnTo>
                  <a:pt x="762725" y="32350"/>
                </a:lnTo>
                <a:cubicBezTo>
                  <a:pt x="762779" y="32620"/>
                  <a:pt x="762832" y="33348"/>
                  <a:pt x="762886" y="34535"/>
                </a:cubicBezTo>
                <a:cubicBezTo>
                  <a:pt x="762940" y="35721"/>
                  <a:pt x="763007" y="37082"/>
                  <a:pt x="763087" y="38619"/>
                </a:cubicBezTo>
                <a:cubicBezTo>
                  <a:pt x="763168" y="40157"/>
                  <a:pt x="763235" y="41722"/>
                  <a:pt x="763288" y="43315"/>
                </a:cubicBezTo>
                <a:cubicBezTo>
                  <a:pt x="763342" y="44906"/>
                  <a:pt x="763369" y="46240"/>
                  <a:pt x="763369" y="47318"/>
                </a:cubicBezTo>
                <a:lnTo>
                  <a:pt x="763610" y="47318"/>
                </a:lnTo>
                <a:cubicBezTo>
                  <a:pt x="765005" y="44785"/>
                  <a:pt x="766534" y="42494"/>
                  <a:pt x="768197" y="40445"/>
                </a:cubicBezTo>
                <a:cubicBezTo>
                  <a:pt x="769860" y="38396"/>
                  <a:pt x="771792" y="36658"/>
                  <a:pt x="773991" y="35230"/>
                </a:cubicBezTo>
                <a:cubicBezTo>
                  <a:pt x="776191" y="33801"/>
                  <a:pt x="778712" y="32696"/>
                  <a:pt x="781556" y="31915"/>
                </a:cubicBezTo>
                <a:cubicBezTo>
                  <a:pt x="784399" y="31132"/>
                  <a:pt x="787698" y="30741"/>
                  <a:pt x="791454" y="30741"/>
                </a:cubicBezTo>
                <a:cubicBezTo>
                  <a:pt x="796282" y="30741"/>
                  <a:pt x="800440" y="31331"/>
                  <a:pt x="803927" y="32511"/>
                </a:cubicBezTo>
                <a:cubicBezTo>
                  <a:pt x="807414" y="33691"/>
                  <a:pt x="810285" y="35515"/>
                  <a:pt x="812538" y="37983"/>
                </a:cubicBezTo>
                <a:cubicBezTo>
                  <a:pt x="814791" y="40451"/>
                  <a:pt x="816441" y="43630"/>
                  <a:pt x="817487" y="47519"/>
                </a:cubicBezTo>
                <a:cubicBezTo>
                  <a:pt x="818533" y="51409"/>
                  <a:pt x="819056" y="56036"/>
                  <a:pt x="819056" y="61401"/>
                </a:cubicBezTo>
                <a:lnTo>
                  <a:pt x="819056" y="119422"/>
                </a:lnTo>
                <a:lnTo>
                  <a:pt x="804490" y="119422"/>
                </a:lnTo>
                <a:close/>
                <a:moveTo>
                  <a:pt x="873833" y="153703"/>
                </a:moveTo>
                <a:cubicBezTo>
                  <a:pt x="868843" y="153703"/>
                  <a:pt x="864417" y="153193"/>
                  <a:pt x="860555" y="152174"/>
                </a:cubicBezTo>
                <a:cubicBezTo>
                  <a:pt x="856692" y="151155"/>
                  <a:pt x="853393" y="149693"/>
                  <a:pt x="850656" y="147788"/>
                </a:cubicBezTo>
                <a:cubicBezTo>
                  <a:pt x="847920" y="145884"/>
                  <a:pt x="845694" y="143617"/>
                  <a:pt x="843977" y="140988"/>
                </a:cubicBezTo>
                <a:cubicBezTo>
                  <a:pt x="842260" y="138360"/>
                  <a:pt x="841027" y="135436"/>
                  <a:pt x="840276" y="132217"/>
                </a:cubicBezTo>
                <a:lnTo>
                  <a:pt x="854841" y="130125"/>
                </a:lnTo>
                <a:cubicBezTo>
                  <a:pt x="855807" y="134123"/>
                  <a:pt x="857939" y="137201"/>
                  <a:pt x="861239" y="139359"/>
                </a:cubicBezTo>
                <a:cubicBezTo>
                  <a:pt x="864538" y="141518"/>
                  <a:pt x="868870" y="142598"/>
                  <a:pt x="874235" y="142598"/>
                </a:cubicBezTo>
                <a:cubicBezTo>
                  <a:pt x="877508" y="142598"/>
                  <a:pt x="880485" y="142141"/>
                  <a:pt x="883168" y="141227"/>
                </a:cubicBezTo>
                <a:cubicBezTo>
                  <a:pt x="885850" y="140314"/>
                  <a:pt x="888130" y="138848"/>
                  <a:pt x="890008" y="136831"/>
                </a:cubicBezTo>
                <a:cubicBezTo>
                  <a:pt x="891885" y="134816"/>
                  <a:pt x="893334" y="132196"/>
                  <a:pt x="894353" y="128970"/>
                </a:cubicBezTo>
                <a:cubicBezTo>
                  <a:pt x="895373" y="125745"/>
                  <a:pt x="895882" y="121820"/>
                  <a:pt x="895882" y="117196"/>
                </a:cubicBezTo>
                <a:lnTo>
                  <a:pt x="895882" y="103166"/>
                </a:lnTo>
                <a:lnTo>
                  <a:pt x="895721" y="103166"/>
                </a:lnTo>
                <a:cubicBezTo>
                  <a:pt x="894648" y="105376"/>
                  <a:pt x="893321" y="107492"/>
                  <a:pt x="891738" y="109513"/>
                </a:cubicBezTo>
                <a:cubicBezTo>
                  <a:pt x="890155" y="111535"/>
                  <a:pt x="888224" y="113328"/>
                  <a:pt x="885944" y="114893"/>
                </a:cubicBezTo>
                <a:cubicBezTo>
                  <a:pt x="883664" y="116455"/>
                  <a:pt x="881022" y="117708"/>
                  <a:pt x="878017" y="118652"/>
                </a:cubicBezTo>
                <a:cubicBezTo>
                  <a:pt x="875013" y="119594"/>
                  <a:pt x="871579" y="120065"/>
                  <a:pt x="867717" y="120065"/>
                </a:cubicBezTo>
                <a:cubicBezTo>
                  <a:pt x="862191" y="120065"/>
                  <a:pt x="857456" y="119139"/>
                  <a:pt x="853513" y="117287"/>
                </a:cubicBezTo>
                <a:cubicBezTo>
                  <a:pt x="849570" y="115434"/>
                  <a:pt x="846351" y="112655"/>
                  <a:pt x="843857" y="108950"/>
                </a:cubicBezTo>
                <a:cubicBezTo>
                  <a:pt x="841362" y="105245"/>
                  <a:pt x="839538" y="100640"/>
                  <a:pt x="838384" y="95136"/>
                </a:cubicBezTo>
                <a:cubicBezTo>
                  <a:pt x="837231" y="89632"/>
                  <a:pt x="836654" y="83256"/>
                  <a:pt x="836654" y="76007"/>
                </a:cubicBezTo>
                <a:cubicBezTo>
                  <a:pt x="836654" y="69026"/>
                  <a:pt x="837231" y="62743"/>
                  <a:pt x="838384" y="57158"/>
                </a:cubicBezTo>
                <a:cubicBezTo>
                  <a:pt x="839538" y="51574"/>
                  <a:pt x="841416" y="46835"/>
                  <a:pt x="844017" y="42942"/>
                </a:cubicBezTo>
                <a:cubicBezTo>
                  <a:pt x="846619" y="39049"/>
                  <a:pt x="849999" y="36069"/>
                  <a:pt x="854157" y="34002"/>
                </a:cubicBezTo>
                <a:cubicBezTo>
                  <a:pt x="858315" y="31935"/>
                  <a:pt x="863371" y="30902"/>
                  <a:pt x="869326" y="30902"/>
                </a:cubicBezTo>
                <a:cubicBezTo>
                  <a:pt x="875496" y="30902"/>
                  <a:pt x="880847" y="32310"/>
                  <a:pt x="885381" y="35126"/>
                </a:cubicBezTo>
                <a:cubicBezTo>
                  <a:pt x="889914" y="37943"/>
                  <a:pt x="893414" y="41953"/>
                  <a:pt x="895882" y="47157"/>
                </a:cubicBezTo>
                <a:lnTo>
                  <a:pt x="896043" y="47157"/>
                </a:lnTo>
                <a:cubicBezTo>
                  <a:pt x="896043" y="45823"/>
                  <a:pt x="896083" y="44329"/>
                  <a:pt x="896164" y="42676"/>
                </a:cubicBezTo>
                <a:cubicBezTo>
                  <a:pt x="896244" y="41021"/>
                  <a:pt x="896325" y="39460"/>
                  <a:pt x="896405" y="37993"/>
                </a:cubicBezTo>
                <a:cubicBezTo>
                  <a:pt x="896486" y="36526"/>
                  <a:pt x="896580" y="35259"/>
                  <a:pt x="896687" y="34191"/>
                </a:cubicBezTo>
                <a:cubicBezTo>
                  <a:pt x="896794" y="33123"/>
                  <a:pt x="896902" y="32509"/>
                  <a:pt x="897009" y="32350"/>
                </a:cubicBezTo>
                <a:lnTo>
                  <a:pt x="910770" y="32350"/>
                </a:lnTo>
                <a:cubicBezTo>
                  <a:pt x="910716" y="32833"/>
                  <a:pt x="910662" y="33652"/>
                  <a:pt x="910609" y="34807"/>
                </a:cubicBezTo>
                <a:cubicBezTo>
                  <a:pt x="910555" y="35960"/>
                  <a:pt x="910501" y="37343"/>
                  <a:pt x="910448" y="38954"/>
                </a:cubicBezTo>
                <a:cubicBezTo>
                  <a:pt x="910394" y="40563"/>
                  <a:pt x="910354" y="42348"/>
                  <a:pt x="910327" y="44308"/>
                </a:cubicBezTo>
                <a:cubicBezTo>
                  <a:pt x="910300" y="46268"/>
                  <a:pt x="910287" y="48295"/>
                  <a:pt x="910287" y="50389"/>
                </a:cubicBezTo>
                <a:lnTo>
                  <a:pt x="910287" y="116982"/>
                </a:lnTo>
                <a:cubicBezTo>
                  <a:pt x="910287" y="129169"/>
                  <a:pt x="907296" y="138335"/>
                  <a:pt x="901314" y="144481"/>
                </a:cubicBezTo>
                <a:cubicBezTo>
                  <a:pt x="895332" y="150629"/>
                  <a:pt x="886172" y="153703"/>
                  <a:pt x="873833" y="153703"/>
                </a:cubicBezTo>
                <a:moveTo>
                  <a:pt x="895882" y="75805"/>
                </a:moveTo>
                <a:cubicBezTo>
                  <a:pt x="895882" y="69743"/>
                  <a:pt x="895225" y="64553"/>
                  <a:pt x="893911" y="60234"/>
                </a:cubicBezTo>
                <a:cubicBezTo>
                  <a:pt x="892596" y="55915"/>
                  <a:pt x="890866" y="52388"/>
                  <a:pt x="888720" y="49652"/>
                </a:cubicBezTo>
                <a:cubicBezTo>
                  <a:pt x="886574" y="46916"/>
                  <a:pt x="884120" y="44904"/>
                  <a:pt x="881357" y="43616"/>
                </a:cubicBezTo>
                <a:cubicBezTo>
                  <a:pt x="878594" y="42329"/>
                  <a:pt x="875764" y="41685"/>
                  <a:pt x="872867" y="41685"/>
                </a:cubicBezTo>
                <a:cubicBezTo>
                  <a:pt x="869165" y="41685"/>
                  <a:pt x="865987" y="42329"/>
                  <a:pt x="863331" y="43616"/>
                </a:cubicBezTo>
                <a:cubicBezTo>
                  <a:pt x="860675" y="44904"/>
                  <a:pt x="858476" y="46929"/>
                  <a:pt x="856732" y="49692"/>
                </a:cubicBezTo>
                <a:cubicBezTo>
                  <a:pt x="854989" y="52455"/>
                  <a:pt x="853701" y="55996"/>
                  <a:pt x="852869" y="60314"/>
                </a:cubicBezTo>
                <a:cubicBezTo>
                  <a:pt x="852038" y="64633"/>
                  <a:pt x="851622" y="69797"/>
                  <a:pt x="851622" y="75805"/>
                </a:cubicBezTo>
                <a:cubicBezTo>
                  <a:pt x="851622" y="82082"/>
                  <a:pt x="852038" y="87353"/>
                  <a:pt x="852869" y="91618"/>
                </a:cubicBezTo>
                <a:cubicBezTo>
                  <a:pt x="853701" y="95883"/>
                  <a:pt x="854975" y="99330"/>
                  <a:pt x="856692" y="101959"/>
                </a:cubicBezTo>
                <a:cubicBezTo>
                  <a:pt x="858409" y="104588"/>
                  <a:pt x="860581" y="106466"/>
                  <a:pt x="863210" y="107592"/>
                </a:cubicBezTo>
                <a:cubicBezTo>
                  <a:pt x="865839" y="108719"/>
                  <a:pt x="868977" y="109282"/>
                  <a:pt x="872626" y="109282"/>
                </a:cubicBezTo>
                <a:cubicBezTo>
                  <a:pt x="875523" y="109282"/>
                  <a:pt x="878353" y="108665"/>
                  <a:pt x="881115" y="107431"/>
                </a:cubicBezTo>
                <a:cubicBezTo>
                  <a:pt x="883878" y="106197"/>
                  <a:pt x="886360" y="104239"/>
                  <a:pt x="888559" y="101557"/>
                </a:cubicBezTo>
                <a:cubicBezTo>
                  <a:pt x="890759" y="98874"/>
                  <a:pt x="892529" y="95414"/>
                  <a:pt x="893870" y="91176"/>
                </a:cubicBezTo>
                <a:cubicBezTo>
                  <a:pt x="895212" y="86937"/>
                  <a:pt x="895882" y="81814"/>
                  <a:pt x="895882" y="75805"/>
                </a:cubicBezTo>
                <a:close/>
                <a:moveTo>
                  <a:pt x="954683" y="121031"/>
                </a:moveTo>
                <a:cubicBezTo>
                  <a:pt x="945939" y="121031"/>
                  <a:pt x="939367" y="118724"/>
                  <a:pt x="934967" y="114110"/>
                </a:cubicBezTo>
                <a:cubicBezTo>
                  <a:pt x="930568" y="109497"/>
                  <a:pt x="928369" y="103166"/>
                  <a:pt x="928369" y="95119"/>
                </a:cubicBezTo>
                <a:cubicBezTo>
                  <a:pt x="928369" y="89378"/>
                  <a:pt x="929455" y="84671"/>
                  <a:pt x="931628" y="80996"/>
                </a:cubicBezTo>
                <a:cubicBezTo>
                  <a:pt x="933801" y="77321"/>
                  <a:pt x="936644" y="74437"/>
                  <a:pt x="940158" y="72345"/>
                </a:cubicBezTo>
                <a:cubicBezTo>
                  <a:pt x="943672" y="70253"/>
                  <a:pt x="947682" y="68804"/>
                  <a:pt x="952189" y="68000"/>
                </a:cubicBezTo>
                <a:cubicBezTo>
                  <a:pt x="956695" y="67195"/>
                  <a:pt x="961282" y="66739"/>
                  <a:pt x="965950" y="66632"/>
                </a:cubicBezTo>
                <a:lnTo>
                  <a:pt x="985504" y="66310"/>
                </a:lnTo>
                <a:lnTo>
                  <a:pt x="985504" y="61577"/>
                </a:lnTo>
                <a:cubicBezTo>
                  <a:pt x="985504" y="57994"/>
                  <a:pt x="985129" y="54946"/>
                  <a:pt x="984378" y="52433"/>
                </a:cubicBezTo>
                <a:cubicBezTo>
                  <a:pt x="983627" y="49920"/>
                  <a:pt x="982473" y="47888"/>
                  <a:pt x="980917" y="46337"/>
                </a:cubicBezTo>
                <a:cubicBezTo>
                  <a:pt x="979362" y="44786"/>
                  <a:pt x="977417" y="43651"/>
                  <a:pt x="975083" y="42930"/>
                </a:cubicBezTo>
                <a:cubicBezTo>
                  <a:pt x="972749" y="42207"/>
                  <a:pt x="970000" y="41846"/>
                  <a:pt x="966835" y="41846"/>
                </a:cubicBezTo>
                <a:cubicBezTo>
                  <a:pt x="964045" y="41846"/>
                  <a:pt x="961524" y="42045"/>
                  <a:pt x="959270" y="42442"/>
                </a:cubicBezTo>
                <a:cubicBezTo>
                  <a:pt x="957017" y="42839"/>
                  <a:pt x="955059" y="43555"/>
                  <a:pt x="953396" y="44589"/>
                </a:cubicBezTo>
                <a:cubicBezTo>
                  <a:pt x="951733" y="45624"/>
                  <a:pt x="950391" y="47030"/>
                  <a:pt x="949372" y="48807"/>
                </a:cubicBezTo>
                <a:cubicBezTo>
                  <a:pt x="948353" y="50582"/>
                  <a:pt x="947682" y="52822"/>
                  <a:pt x="947360" y="55526"/>
                </a:cubicBezTo>
                <a:lnTo>
                  <a:pt x="932231" y="54163"/>
                </a:lnTo>
                <a:cubicBezTo>
                  <a:pt x="932768" y="50740"/>
                  <a:pt x="933787" y="47598"/>
                  <a:pt x="935289" y="44738"/>
                </a:cubicBezTo>
                <a:cubicBezTo>
                  <a:pt x="936792" y="41876"/>
                  <a:pt x="938924" y="39403"/>
                  <a:pt x="941687" y="37319"/>
                </a:cubicBezTo>
                <a:cubicBezTo>
                  <a:pt x="944450" y="35234"/>
                  <a:pt x="947910" y="33616"/>
                  <a:pt x="952068" y="32466"/>
                </a:cubicBezTo>
                <a:cubicBezTo>
                  <a:pt x="956226" y="31316"/>
                  <a:pt x="961255" y="30741"/>
                  <a:pt x="967157" y="30741"/>
                </a:cubicBezTo>
                <a:cubicBezTo>
                  <a:pt x="978101" y="30741"/>
                  <a:pt x="986336" y="33246"/>
                  <a:pt x="991862" y="38257"/>
                </a:cubicBezTo>
                <a:cubicBezTo>
                  <a:pt x="997388" y="43268"/>
                  <a:pt x="1000150" y="50517"/>
                  <a:pt x="1000150" y="60003"/>
                </a:cubicBezTo>
                <a:lnTo>
                  <a:pt x="1000150" y="97465"/>
                </a:lnTo>
                <a:cubicBezTo>
                  <a:pt x="1000150" y="101754"/>
                  <a:pt x="1000714" y="104984"/>
                  <a:pt x="1001840" y="107155"/>
                </a:cubicBezTo>
                <a:cubicBezTo>
                  <a:pt x="1002967" y="109324"/>
                  <a:pt x="1005113" y="110409"/>
                  <a:pt x="1008278" y="110409"/>
                </a:cubicBezTo>
                <a:cubicBezTo>
                  <a:pt x="1009083" y="110409"/>
                  <a:pt x="1009888" y="110355"/>
                  <a:pt x="1010692" y="110248"/>
                </a:cubicBezTo>
                <a:cubicBezTo>
                  <a:pt x="1011497" y="110140"/>
                  <a:pt x="1012275" y="110006"/>
                  <a:pt x="1013026" y="109845"/>
                </a:cubicBezTo>
                <a:lnTo>
                  <a:pt x="1013026" y="118929"/>
                </a:lnTo>
                <a:cubicBezTo>
                  <a:pt x="1011202" y="119361"/>
                  <a:pt x="1009391" y="119686"/>
                  <a:pt x="1007594" y="119902"/>
                </a:cubicBezTo>
                <a:cubicBezTo>
                  <a:pt x="1005797" y="120118"/>
                  <a:pt x="1003879" y="120226"/>
                  <a:pt x="1001840" y="120226"/>
                </a:cubicBezTo>
                <a:cubicBezTo>
                  <a:pt x="999104" y="120226"/>
                  <a:pt x="996757" y="119863"/>
                  <a:pt x="994799" y="119135"/>
                </a:cubicBezTo>
                <a:cubicBezTo>
                  <a:pt x="992841" y="118407"/>
                  <a:pt x="991245" y="117303"/>
                  <a:pt x="990011" y="115821"/>
                </a:cubicBezTo>
                <a:cubicBezTo>
                  <a:pt x="988777" y="114338"/>
                  <a:pt x="987838" y="112506"/>
                  <a:pt x="987194" y="110323"/>
                </a:cubicBezTo>
                <a:cubicBezTo>
                  <a:pt x="986551" y="108140"/>
                  <a:pt x="986148" y="105594"/>
                  <a:pt x="985987" y="102683"/>
                </a:cubicBezTo>
                <a:lnTo>
                  <a:pt x="985504" y="102683"/>
                </a:lnTo>
                <a:cubicBezTo>
                  <a:pt x="983949" y="105485"/>
                  <a:pt x="982245" y="108017"/>
                  <a:pt x="980394" y="110280"/>
                </a:cubicBezTo>
                <a:cubicBezTo>
                  <a:pt x="978544" y="112544"/>
                  <a:pt x="976384" y="114470"/>
                  <a:pt x="973916" y="116059"/>
                </a:cubicBezTo>
                <a:cubicBezTo>
                  <a:pt x="971449" y="117649"/>
                  <a:pt x="968645" y="118874"/>
                  <a:pt x="965507" y="119736"/>
                </a:cubicBezTo>
                <a:cubicBezTo>
                  <a:pt x="962368" y="120599"/>
                  <a:pt x="958761" y="121031"/>
                  <a:pt x="954683" y="121031"/>
                </a:cubicBezTo>
                <a:moveTo>
                  <a:pt x="957983" y="110087"/>
                </a:moveTo>
                <a:cubicBezTo>
                  <a:pt x="962596" y="110087"/>
                  <a:pt x="966634" y="109244"/>
                  <a:pt x="970094" y="107559"/>
                </a:cubicBezTo>
                <a:cubicBezTo>
                  <a:pt x="973554" y="105873"/>
                  <a:pt x="976424" y="103719"/>
                  <a:pt x="978704" y="101097"/>
                </a:cubicBezTo>
                <a:cubicBezTo>
                  <a:pt x="980985" y="98473"/>
                  <a:pt x="982688" y="95609"/>
                  <a:pt x="983815" y="92506"/>
                </a:cubicBezTo>
                <a:cubicBezTo>
                  <a:pt x="984941" y="89401"/>
                  <a:pt x="985504" y="86430"/>
                  <a:pt x="985504" y="83594"/>
                </a:cubicBezTo>
                <a:lnTo>
                  <a:pt x="985504" y="76449"/>
                </a:lnTo>
                <a:lnTo>
                  <a:pt x="969651" y="76771"/>
                </a:lnTo>
                <a:cubicBezTo>
                  <a:pt x="966110" y="76825"/>
                  <a:pt x="962744" y="77079"/>
                  <a:pt x="959552" y="77533"/>
                </a:cubicBezTo>
                <a:cubicBezTo>
                  <a:pt x="956360" y="77987"/>
                  <a:pt x="953557" y="78884"/>
                  <a:pt x="951143" y="80224"/>
                </a:cubicBezTo>
                <a:cubicBezTo>
                  <a:pt x="948728" y="81562"/>
                  <a:pt x="946810" y="83435"/>
                  <a:pt x="945389" y="85844"/>
                </a:cubicBezTo>
                <a:cubicBezTo>
                  <a:pt x="943967" y="88252"/>
                  <a:pt x="943256" y="91409"/>
                  <a:pt x="943256" y="95315"/>
                </a:cubicBezTo>
                <a:cubicBezTo>
                  <a:pt x="943256" y="100024"/>
                  <a:pt x="944530" y="103664"/>
                  <a:pt x="947079" y="106234"/>
                </a:cubicBezTo>
                <a:cubicBezTo>
                  <a:pt x="949627" y="108803"/>
                  <a:pt x="953262" y="110087"/>
                  <a:pt x="957983" y="110087"/>
                </a:cubicBezTo>
                <a:close/>
                <a:moveTo>
                  <a:pt x="1057100" y="153703"/>
                </a:moveTo>
                <a:cubicBezTo>
                  <a:pt x="1052110" y="153703"/>
                  <a:pt x="1047684" y="153193"/>
                  <a:pt x="1043822" y="152174"/>
                </a:cubicBezTo>
                <a:cubicBezTo>
                  <a:pt x="1039959" y="151155"/>
                  <a:pt x="1036659" y="149693"/>
                  <a:pt x="1033923" y="147788"/>
                </a:cubicBezTo>
                <a:cubicBezTo>
                  <a:pt x="1031187" y="145884"/>
                  <a:pt x="1028961" y="143617"/>
                  <a:pt x="1027244" y="140988"/>
                </a:cubicBezTo>
                <a:cubicBezTo>
                  <a:pt x="1025527" y="138360"/>
                  <a:pt x="1024293" y="135436"/>
                  <a:pt x="1023542" y="132217"/>
                </a:cubicBezTo>
                <a:lnTo>
                  <a:pt x="1038108" y="130125"/>
                </a:lnTo>
                <a:cubicBezTo>
                  <a:pt x="1039074" y="134123"/>
                  <a:pt x="1041206" y="137201"/>
                  <a:pt x="1044506" y="139359"/>
                </a:cubicBezTo>
                <a:cubicBezTo>
                  <a:pt x="1047805" y="141518"/>
                  <a:pt x="1052137" y="142598"/>
                  <a:pt x="1057502" y="142598"/>
                </a:cubicBezTo>
                <a:cubicBezTo>
                  <a:pt x="1060775" y="142598"/>
                  <a:pt x="1063752" y="142141"/>
                  <a:pt x="1066434" y="141227"/>
                </a:cubicBezTo>
                <a:cubicBezTo>
                  <a:pt x="1069117" y="140314"/>
                  <a:pt x="1071397" y="138848"/>
                  <a:pt x="1073275" y="136831"/>
                </a:cubicBezTo>
                <a:cubicBezTo>
                  <a:pt x="1075152" y="134816"/>
                  <a:pt x="1076601" y="132196"/>
                  <a:pt x="1077620" y="128970"/>
                </a:cubicBezTo>
                <a:cubicBezTo>
                  <a:pt x="1078639" y="125745"/>
                  <a:pt x="1079149" y="121820"/>
                  <a:pt x="1079149" y="117196"/>
                </a:cubicBezTo>
                <a:lnTo>
                  <a:pt x="1079149" y="103166"/>
                </a:lnTo>
                <a:lnTo>
                  <a:pt x="1078988" y="103166"/>
                </a:lnTo>
                <a:cubicBezTo>
                  <a:pt x="1077915" y="105376"/>
                  <a:pt x="1076587" y="107492"/>
                  <a:pt x="1075005" y="109513"/>
                </a:cubicBezTo>
                <a:cubicBezTo>
                  <a:pt x="1073422" y="111535"/>
                  <a:pt x="1071491" y="113328"/>
                  <a:pt x="1069211" y="114893"/>
                </a:cubicBezTo>
                <a:cubicBezTo>
                  <a:pt x="1066931" y="116455"/>
                  <a:pt x="1064288" y="117708"/>
                  <a:pt x="1061284" y="118652"/>
                </a:cubicBezTo>
                <a:cubicBezTo>
                  <a:pt x="1058280" y="119594"/>
                  <a:pt x="1054846" y="120065"/>
                  <a:pt x="1050984" y="120065"/>
                </a:cubicBezTo>
                <a:cubicBezTo>
                  <a:pt x="1045458" y="120065"/>
                  <a:pt x="1040723" y="119139"/>
                  <a:pt x="1036780" y="117287"/>
                </a:cubicBezTo>
                <a:cubicBezTo>
                  <a:pt x="1032837" y="115434"/>
                  <a:pt x="1029618" y="112655"/>
                  <a:pt x="1027123" y="108950"/>
                </a:cubicBezTo>
                <a:cubicBezTo>
                  <a:pt x="1024629" y="105245"/>
                  <a:pt x="1022805" y="100640"/>
                  <a:pt x="1021651" y="95136"/>
                </a:cubicBezTo>
                <a:cubicBezTo>
                  <a:pt x="1020498" y="89632"/>
                  <a:pt x="1019921" y="83256"/>
                  <a:pt x="1019921" y="76007"/>
                </a:cubicBezTo>
                <a:cubicBezTo>
                  <a:pt x="1019921" y="69026"/>
                  <a:pt x="1020498" y="62743"/>
                  <a:pt x="1021651" y="57158"/>
                </a:cubicBezTo>
                <a:cubicBezTo>
                  <a:pt x="1022805" y="51574"/>
                  <a:pt x="1024682" y="46835"/>
                  <a:pt x="1027284" y="42942"/>
                </a:cubicBezTo>
                <a:cubicBezTo>
                  <a:pt x="1029886" y="39049"/>
                  <a:pt x="1033266" y="36069"/>
                  <a:pt x="1037424" y="34002"/>
                </a:cubicBezTo>
                <a:cubicBezTo>
                  <a:pt x="1041582" y="31935"/>
                  <a:pt x="1046638" y="30902"/>
                  <a:pt x="1052593" y="30902"/>
                </a:cubicBezTo>
                <a:cubicBezTo>
                  <a:pt x="1058763" y="30902"/>
                  <a:pt x="1064114" y="32310"/>
                  <a:pt x="1068647" y="35126"/>
                </a:cubicBezTo>
                <a:cubicBezTo>
                  <a:pt x="1073181" y="37943"/>
                  <a:pt x="1076681" y="41953"/>
                  <a:pt x="1079149" y="47157"/>
                </a:cubicBezTo>
                <a:lnTo>
                  <a:pt x="1079310" y="47157"/>
                </a:lnTo>
                <a:cubicBezTo>
                  <a:pt x="1079310" y="45823"/>
                  <a:pt x="1079350" y="44329"/>
                  <a:pt x="1079431" y="42676"/>
                </a:cubicBezTo>
                <a:cubicBezTo>
                  <a:pt x="1079511" y="41021"/>
                  <a:pt x="1079592" y="39460"/>
                  <a:pt x="1079672" y="37993"/>
                </a:cubicBezTo>
                <a:cubicBezTo>
                  <a:pt x="1079753" y="36526"/>
                  <a:pt x="1079847" y="35259"/>
                  <a:pt x="1079954" y="34191"/>
                </a:cubicBezTo>
                <a:cubicBezTo>
                  <a:pt x="1080061" y="33123"/>
                  <a:pt x="1080168" y="32509"/>
                  <a:pt x="1080276" y="32350"/>
                </a:cubicBezTo>
                <a:lnTo>
                  <a:pt x="1094037" y="32350"/>
                </a:lnTo>
                <a:cubicBezTo>
                  <a:pt x="1093983" y="32833"/>
                  <a:pt x="1093929" y="33652"/>
                  <a:pt x="1093876" y="34807"/>
                </a:cubicBezTo>
                <a:cubicBezTo>
                  <a:pt x="1093822" y="35960"/>
                  <a:pt x="1093768" y="37343"/>
                  <a:pt x="1093715" y="38954"/>
                </a:cubicBezTo>
                <a:cubicBezTo>
                  <a:pt x="1093661" y="40563"/>
                  <a:pt x="1093621" y="42348"/>
                  <a:pt x="1093594" y="44308"/>
                </a:cubicBezTo>
                <a:cubicBezTo>
                  <a:pt x="1093567" y="46268"/>
                  <a:pt x="1093554" y="48295"/>
                  <a:pt x="1093554" y="50389"/>
                </a:cubicBezTo>
                <a:lnTo>
                  <a:pt x="1093554" y="116982"/>
                </a:lnTo>
                <a:cubicBezTo>
                  <a:pt x="1093554" y="129169"/>
                  <a:pt x="1090563" y="138335"/>
                  <a:pt x="1084581" y="144481"/>
                </a:cubicBezTo>
                <a:cubicBezTo>
                  <a:pt x="1078599" y="150629"/>
                  <a:pt x="1069439" y="153703"/>
                  <a:pt x="1057100" y="153703"/>
                </a:cubicBezTo>
                <a:moveTo>
                  <a:pt x="1079149" y="75805"/>
                </a:moveTo>
                <a:cubicBezTo>
                  <a:pt x="1079149" y="69743"/>
                  <a:pt x="1078492" y="64553"/>
                  <a:pt x="1077178" y="60234"/>
                </a:cubicBezTo>
                <a:cubicBezTo>
                  <a:pt x="1075863" y="55915"/>
                  <a:pt x="1074133" y="52388"/>
                  <a:pt x="1071987" y="49652"/>
                </a:cubicBezTo>
                <a:cubicBezTo>
                  <a:pt x="1069841" y="46916"/>
                  <a:pt x="1067387" y="44904"/>
                  <a:pt x="1064624" y="43616"/>
                </a:cubicBezTo>
                <a:cubicBezTo>
                  <a:pt x="1061861" y="42329"/>
                  <a:pt x="1059031" y="41685"/>
                  <a:pt x="1056134" y="41685"/>
                </a:cubicBezTo>
                <a:cubicBezTo>
                  <a:pt x="1052432" y="41685"/>
                  <a:pt x="1049253" y="42329"/>
                  <a:pt x="1046598" y="43616"/>
                </a:cubicBezTo>
                <a:cubicBezTo>
                  <a:pt x="1043942" y="44904"/>
                  <a:pt x="1041743" y="46929"/>
                  <a:pt x="1039999" y="49692"/>
                </a:cubicBezTo>
                <a:cubicBezTo>
                  <a:pt x="1038256" y="52455"/>
                  <a:pt x="1036968" y="55996"/>
                  <a:pt x="1036136" y="60314"/>
                </a:cubicBezTo>
                <a:cubicBezTo>
                  <a:pt x="1035305" y="64633"/>
                  <a:pt x="1034889" y="69797"/>
                  <a:pt x="1034889" y="75805"/>
                </a:cubicBezTo>
                <a:cubicBezTo>
                  <a:pt x="1034889" y="82082"/>
                  <a:pt x="1035305" y="87353"/>
                  <a:pt x="1036136" y="91618"/>
                </a:cubicBezTo>
                <a:cubicBezTo>
                  <a:pt x="1036968" y="95883"/>
                  <a:pt x="1038242" y="99330"/>
                  <a:pt x="1039959" y="101959"/>
                </a:cubicBezTo>
                <a:cubicBezTo>
                  <a:pt x="1041676" y="104588"/>
                  <a:pt x="1043848" y="106466"/>
                  <a:pt x="1046477" y="107592"/>
                </a:cubicBezTo>
                <a:cubicBezTo>
                  <a:pt x="1049106" y="108719"/>
                  <a:pt x="1052244" y="109282"/>
                  <a:pt x="1055892" y="109282"/>
                </a:cubicBezTo>
                <a:cubicBezTo>
                  <a:pt x="1058790" y="109282"/>
                  <a:pt x="1061619" y="108665"/>
                  <a:pt x="1064382" y="107431"/>
                </a:cubicBezTo>
                <a:cubicBezTo>
                  <a:pt x="1067145" y="106197"/>
                  <a:pt x="1069627" y="104239"/>
                  <a:pt x="1071826" y="101557"/>
                </a:cubicBezTo>
                <a:cubicBezTo>
                  <a:pt x="1074026" y="98874"/>
                  <a:pt x="1075796" y="95414"/>
                  <a:pt x="1077137" y="91176"/>
                </a:cubicBezTo>
                <a:cubicBezTo>
                  <a:pt x="1078479" y="86937"/>
                  <a:pt x="1079149" y="81814"/>
                  <a:pt x="1079149" y="75805"/>
                </a:cubicBezTo>
                <a:close/>
                <a:moveTo>
                  <a:pt x="1126844" y="78863"/>
                </a:moveTo>
                <a:cubicBezTo>
                  <a:pt x="1126844" y="83424"/>
                  <a:pt x="1127314" y="87622"/>
                  <a:pt x="1128253" y="91457"/>
                </a:cubicBezTo>
                <a:cubicBezTo>
                  <a:pt x="1129192" y="95293"/>
                  <a:pt x="1130640" y="98593"/>
                  <a:pt x="1132598" y="101356"/>
                </a:cubicBezTo>
                <a:cubicBezTo>
                  <a:pt x="1134556" y="104118"/>
                  <a:pt x="1137064" y="106264"/>
                  <a:pt x="1140122" y="107793"/>
                </a:cubicBezTo>
                <a:cubicBezTo>
                  <a:pt x="1143180" y="109322"/>
                  <a:pt x="1146855" y="110087"/>
                  <a:pt x="1151147" y="110087"/>
                </a:cubicBezTo>
                <a:cubicBezTo>
                  <a:pt x="1157424" y="110087"/>
                  <a:pt x="1162454" y="108826"/>
                  <a:pt x="1166236" y="106305"/>
                </a:cubicBezTo>
                <a:cubicBezTo>
                  <a:pt x="1170018" y="103783"/>
                  <a:pt x="1172580" y="100591"/>
                  <a:pt x="1173921" y="96728"/>
                </a:cubicBezTo>
                <a:lnTo>
                  <a:pt x="1186636" y="100362"/>
                </a:lnTo>
                <a:cubicBezTo>
                  <a:pt x="1185724" y="102785"/>
                  <a:pt x="1184450" y="105221"/>
                  <a:pt x="1182813" y="107670"/>
                </a:cubicBezTo>
                <a:cubicBezTo>
                  <a:pt x="1181177" y="110118"/>
                  <a:pt x="1178991" y="112324"/>
                  <a:pt x="1176255" y="114289"/>
                </a:cubicBezTo>
                <a:cubicBezTo>
                  <a:pt x="1173519" y="116254"/>
                  <a:pt x="1170099" y="117869"/>
                  <a:pt x="1165994" y="119135"/>
                </a:cubicBezTo>
                <a:cubicBezTo>
                  <a:pt x="1161890" y="120399"/>
                  <a:pt x="1156941" y="121031"/>
                  <a:pt x="1151147" y="121031"/>
                </a:cubicBezTo>
                <a:cubicBezTo>
                  <a:pt x="1138272" y="121031"/>
                  <a:pt x="1128467" y="117195"/>
                  <a:pt x="1121734" y="109524"/>
                </a:cubicBezTo>
                <a:cubicBezTo>
                  <a:pt x="1115002" y="101852"/>
                  <a:pt x="1111635" y="90451"/>
                  <a:pt x="1111635" y="75323"/>
                </a:cubicBezTo>
                <a:cubicBezTo>
                  <a:pt x="1111635" y="67168"/>
                  <a:pt x="1112654" y="60261"/>
                  <a:pt x="1114693" y="54601"/>
                </a:cubicBezTo>
                <a:cubicBezTo>
                  <a:pt x="1116732" y="48941"/>
                  <a:pt x="1119521" y="44341"/>
                  <a:pt x="1123062" y="40800"/>
                </a:cubicBezTo>
                <a:cubicBezTo>
                  <a:pt x="1126603" y="37259"/>
                  <a:pt x="1130734" y="34697"/>
                  <a:pt x="1135455" y="33115"/>
                </a:cubicBezTo>
                <a:cubicBezTo>
                  <a:pt x="1140176" y="31532"/>
                  <a:pt x="1145219" y="30741"/>
                  <a:pt x="1150584" y="30741"/>
                </a:cubicBezTo>
                <a:cubicBezTo>
                  <a:pt x="1157880" y="30741"/>
                  <a:pt x="1163983" y="31919"/>
                  <a:pt x="1168891" y="34276"/>
                </a:cubicBezTo>
                <a:cubicBezTo>
                  <a:pt x="1173800" y="36632"/>
                  <a:pt x="1177743" y="39885"/>
                  <a:pt x="1180721" y="44036"/>
                </a:cubicBezTo>
                <a:cubicBezTo>
                  <a:pt x="1183698" y="48187"/>
                  <a:pt x="1185818" y="53075"/>
                  <a:pt x="1187078" y="58700"/>
                </a:cubicBezTo>
                <a:cubicBezTo>
                  <a:pt x="1188339" y="64323"/>
                  <a:pt x="1188969" y="70401"/>
                  <a:pt x="1188969" y="76935"/>
                </a:cubicBezTo>
                <a:lnTo>
                  <a:pt x="1188969" y="78863"/>
                </a:lnTo>
                <a:lnTo>
                  <a:pt x="1126844" y="78863"/>
                </a:lnTo>
                <a:moveTo>
                  <a:pt x="1174001" y="67758"/>
                </a:moveTo>
                <a:cubicBezTo>
                  <a:pt x="1173197" y="58640"/>
                  <a:pt x="1170863" y="51988"/>
                  <a:pt x="1167000" y="47803"/>
                </a:cubicBezTo>
                <a:cubicBezTo>
                  <a:pt x="1163138" y="43617"/>
                  <a:pt x="1157585" y="41524"/>
                  <a:pt x="1150342" y="41524"/>
                </a:cubicBezTo>
                <a:cubicBezTo>
                  <a:pt x="1147928" y="41524"/>
                  <a:pt x="1145393" y="41910"/>
                  <a:pt x="1142738" y="42683"/>
                </a:cubicBezTo>
                <a:cubicBezTo>
                  <a:pt x="1140082" y="43456"/>
                  <a:pt x="1137628" y="44829"/>
                  <a:pt x="1135375" y="46802"/>
                </a:cubicBezTo>
                <a:cubicBezTo>
                  <a:pt x="1133121" y="48776"/>
                  <a:pt x="1131217" y="51456"/>
                  <a:pt x="1129661" y="54842"/>
                </a:cubicBezTo>
                <a:cubicBezTo>
                  <a:pt x="1128105" y="58227"/>
                  <a:pt x="1127220" y="62532"/>
                  <a:pt x="1127005" y="67758"/>
                </a:cubicBezTo>
                <a:lnTo>
                  <a:pt x="1174001" y="67758"/>
                </a:lnTo>
                <a:close/>
                <a:moveTo>
                  <a:pt x="1258071" y="119422"/>
                </a:moveTo>
                <a:lnTo>
                  <a:pt x="1258071" y="64275"/>
                </a:lnTo>
                <a:cubicBezTo>
                  <a:pt x="1258071" y="60040"/>
                  <a:pt x="1257803" y="56503"/>
                  <a:pt x="1257266" y="53663"/>
                </a:cubicBezTo>
                <a:cubicBezTo>
                  <a:pt x="1256730" y="50823"/>
                  <a:pt x="1255831" y="48532"/>
                  <a:pt x="1254571" y="46790"/>
                </a:cubicBezTo>
                <a:cubicBezTo>
                  <a:pt x="1253310" y="45048"/>
                  <a:pt x="1251660" y="43816"/>
                  <a:pt x="1249621" y="43093"/>
                </a:cubicBezTo>
                <a:cubicBezTo>
                  <a:pt x="1247583" y="42369"/>
                  <a:pt x="1245088" y="42007"/>
                  <a:pt x="1242137" y="42007"/>
                </a:cubicBezTo>
                <a:cubicBezTo>
                  <a:pt x="1239079" y="42007"/>
                  <a:pt x="1236317" y="42610"/>
                  <a:pt x="1233849" y="43817"/>
                </a:cubicBezTo>
                <a:cubicBezTo>
                  <a:pt x="1231381" y="45023"/>
                  <a:pt x="1229275" y="46765"/>
                  <a:pt x="1227532" y="49043"/>
                </a:cubicBezTo>
                <a:cubicBezTo>
                  <a:pt x="1225788" y="51320"/>
                  <a:pt x="1224447" y="54133"/>
                  <a:pt x="1223508" y="57483"/>
                </a:cubicBezTo>
                <a:cubicBezTo>
                  <a:pt x="1222569" y="60832"/>
                  <a:pt x="1222100" y="64678"/>
                  <a:pt x="1222100" y="69018"/>
                </a:cubicBezTo>
                <a:lnTo>
                  <a:pt x="1222100" y="119422"/>
                </a:lnTo>
                <a:lnTo>
                  <a:pt x="1207695" y="119422"/>
                </a:lnTo>
                <a:lnTo>
                  <a:pt x="1207695" y="50939"/>
                </a:lnTo>
                <a:cubicBezTo>
                  <a:pt x="1207695" y="49115"/>
                  <a:pt x="1207682" y="47197"/>
                  <a:pt x="1207655" y="45185"/>
                </a:cubicBezTo>
                <a:cubicBezTo>
                  <a:pt x="1207628" y="43174"/>
                  <a:pt x="1207588" y="41269"/>
                  <a:pt x="1207534" y="39472"/>
                </a:cubicBezTo>
                <a:cubicBezTo>
                  <a:pt x="1207480" y="37675"/>
                  <a:pt x="1207427" y="36132"/>
                  <a:pt x="1207373" y="34845"/>
                </a:cubicBezTo>
                <a:cubicBezTo>
                  <a:pt x="1207320" y="33557"/>
                  <a:pt x="1207266" y="32726"/>
                  <a:pt x="1207212" y="32350"/>
                </a:cubicBezTo>
                <a:lnTo>
                  <a:pt x="1220893" y="32350"/>
                </a:lnTo>
                <a:cubicBezTo>
                  <a:pt x="1220946" y="32620"/>
                  <a:pt x="1221000" y="33348"/>
                  <a:pt x="1221054" y="34535"/>
                </a:cubicBezTo>
                <a:cubicBezTo>
                  <a:pt x="1221107" y="35721"/>
                  <a:pt x="1221174" y="37082"/>
                  <a:pt x="1221255" y="38619"/>
                </a:cubicBezTo>
                <a:cubicBezTo>
                  <a:pt x="1221335" y="40157"/>
                  <a:pt x="1221402" y="41722"/>
                  <a:pt x="1221456" y="43315"/>
                </a:cubicBezTo>
                <a:cubicBezTo>
                  <a:pt x="1221510" y="44906"/>
                  <a:pt x="1221536" y="46240"/>
                  <a:pt x="1221536" y="47318"/>
                </a:cubicBezTo>
                <a:lnTo>
                  <a:pt x="1221778" y="47318"/>
                </a:lnTo>
                <a:cubicBezTo>
                  <a:pt x="1223065" y="44785"/>
                  <a:pt x="1224460" y="42494"/>
                  <a:pt x="1225962" y="40445"/>
                </a:cubicBezTo>
                <a:cubicBezTo>
                  <a:pt x="1227465" y="38396"/>
                  <a:pt x="1229222" y="36658"/>
                  <a:pt x="1231233" y="35230"/>
                </a:cubicBezTo>
                <a:cubicBezTo>
                  <a:pt x="1233245" y="33801"/>
                  <a:pt x="1235552" y="32696"/>
                  <a:pt x="1238154" y="31915"/>
                </a:cubicBezTo>
                <a:cubicBezTo>
                  <a:pt x="1240756" y="31132"/>
                  <a:pt x="1243774" y="30741"/>
                  <a:pt x="1247207" y="30741"/>
                </a:cubicBezTo>
                <a:cubicBezTo>
                  <a:pt x="1253806" y="30741"/>
                  <a:pt x="1259023" y="32062"/>
                  <a:pt x="1262859" y="34704"/>
                </a:cubicBezTo>
                <a:cubicBezTo>
                  <a:pt x="1266695" y="37344"/>
                  <a:pt x="1269364" y="41549"/>
                  <a:pt x="1270866" y="47318"/>
                </a:cubicBezTo>
                <a:lnTo>
                  <a:pt x="1271108" y="47318"/>
                </a:lnTo>
                <a:cubicBezTo>
                  <a:pt x="1272395" y="44785"/>
                  <a:pt x="1273844" y="42494"/>
                  <a:pt x="1275453" y="40445"/>
                </a:cubicBezTo>
                <a:cubicBezTo>
                  <a:pt x="1277063" y="38396"/>
                  <a:pt x="1278940" y="36658"/>
                  <a:pt x="1281086" y="35230"/>
                </a:cubicBezTo>
                <a:cubicBezTo>
                  <a:pt x="1283232" y="33801"/>
                  <a:pt x="1285646" y="32696"/>
                  <a:pt x="1288329" y="31915"/>
                </a:cubicBezTo>
                <a:cubicBezTo>
                  <a:pt x="1291011" y="31132"/>
                  <a:pt x="1294069" y="30741"/>
                  <a:pt x="1297503" y="30741"/>
                </a:cubicBezTo>
                <a:cubicBezTo>
                  <a:pt x="1301902" y="30741"/>
                  <a:pt x="1305698" y="31331"/>
                  <a:pt x="1308890" y="32511"/>
                </a:cubicBezTo>
                <a:cubicBezTo>
                  <a:pt x="1312082" y="33691"/>
                  <a:pt x="1314697" y="35515"/>
                  <a:pt x="1316736" y="37983"/>
                </a:cubicBezTo>
                <a:cubicBezTo>
                  <a:pt x="1318774" y="40451"/>
                  <a:pt x="1320277" y="43630"/>
                  <a:pt x="1321242" y="47519"/>
                </a:cubicBezTo>
                <a:cubicBezTo>
                  <a:pt x="1322208" y="51409"/>
                  <a:pt x="1322691" y="56036"/>
                  <a:pt x="1322691" y="61401"/>
                </a:cubicBezTo>
                <a:lnTo>
                  <a:pt x="1322691" y="119422"/>
                </a:lnTo>
                <a:lnTo>
                  <a:pt x="1308367" y="119422"/>
                </a:lnTo>
                <a:lnTo>
                  <a:pt x="1308367" y="64275"/>
                </a:lnTo>
                <a:cubicBezTo>
                  <a:pt x="1308367" y="60040"/>
                  <a:pt x="1308098" y="56503"/>
                  <a:pt x="1307562" y="53663"/>
                </a:cubicBezTo>
                <a:cubicBezTo>
                  <a:pt x="1307025" y="50823"/>
                  <a:pt x="1306127" y="48532"/>
                  <a:pt x="1304866" y="46790"/>
                </a:cubicBezTo>
                <a:cubicBezTo>
                  <a:pt x="1303605" y="45048"/>
                  <a:pt x="1301956" y="43816"/>
                  <a:pt x="1299917" y="43093"/>
                </a:cubicBezTo>
                <a:cubicBezTo>
                  <a:pt x="1297878" y="42369"/>
                  <a:pt x="1295384" y="42007"/>
                  <a:pt x="1292433" y="42007"/>
                </a:cubicBezTo>
                <a:cubicBezTo>
                  <a:pt x="1289375" y="42007"/>
                  <a:pt x="1286612" y="42584"/>
                  <a:pt x="1284144" y="43737"/>
                </a:cubicBezTo>
                <a:cubicBezTo>
                  <a:pt x="1281676" y="44889"/>
                  <a:pt x="1279571" y="46590"/>
                  <a:pt x="1277827" y="48842"/>
                </a:cubicBezTo>
                <a:cubicBezTo>
                  <a:pt x="1276084" y="51092"/>
                  <a:pt x="1274742" y="53905"/>
                  <a:pt x="1273804" y="57282"/>
                </a:cubicBezTo>
                <a:cubicBezTo>
                  <a:pt x="1272865" y="60658"/>
                  <a:pt x="1272395" y="64570"/>
                  <a:pt x="1272395" y="69018"/>
                </a:cubicBezTo>
                <a:lnTo>
                  <a:pt x="1272395" y="119422"/>
                </a:lnTo>
                <a:lnTo>
                  <a:pt x="1258071" y="119422"/>
                </a:lnTo>
                <a:close/>
                <a:moveTo>
                  <a:pt x="1355764" y="78863"/>
                </a:moveTo>
                <a:cubicBezTo>
                  <a:pt x="1355764" y="83424"/>
                  <a:pt x="1356233" y="87622"/>
                  <a:pt x="1357172" y="91457"/>
                </a:cubicBezTo>
                <a:cubicBezTo>
                  <a:pt x="1358111" y="95293"/>
                  <a:pt x="1359559" y="98593"/>
                  <a:pt x="1361517" y="101356"/>
                </a:cubicBezTo>
                <a:cubicBezTo>
                  <a:pt x="1363476" y="104118"/>
                  <a:pt x="1365984" y="106264"/>
                  <a:pt x="1369042" y="107793"/>
                </a:cubicBezTo>
                <a:cubicBezTo>
                  <a:pt x="1372100" y="109322"/>
                  <a:pt x="1375775" y="110087"/>
                  <a:pt x="1380066" y="110087"/>
                </a:cubicBezTo>
                <a:cubicBezTo>
                  <a:pt x="1386343" y="110087"/>
                  <a:pt x="1391373" y="108826"/>
                  <a:pt x="1395155" y="106305"/>
                </a:cubicBezTo>
                <a:cubicBezTo>
                  <a:pt x="1398937" y="103783"/>
                  <a:pt x="1401499" y="100591"/>
                  <a:pt x="1402840" y="96728"/>
                </a:cubicBezTo>
                <a:lnTo>
                  <a:pt x="1415555" y="100362"/>
                </a:lnTo>
                <a:cubicBezTo>
                  <a:pt x="1414643" y="102785"/>
                  <a:pt x="1413369" y="105221"/>
                  <a:pt x="1411732" y="107670"/>
                </a:cubicBezTo>
                <a:cubicBezTo>
                  <a:pt x="1410096" y="110118"/>
                  <a:pt x="1407910" y="112324"/>
                  <a:pt x="1405174" y="114289"/>
                </a:cubicBezTo>
                <a:cubicBezTo>
                  <a:pt x="1402438" y="116254"/>
                  <a:pt x="1399018" y="117869"/>
                  <a:pt x="1394914" y="119135"/>
                </a:cubicBezTo>
                <a:cubicBezTo>
                  <a:pt x="1390810" y="120399"/>
                  <a:pt x="1385860" y="121031"/>
                  <a:pt x="1380066" y="121031"/>
                </a:cubicBezTo>
                <a:cubicBezTo>
                  <a:pt x="1367191" y="121031"/>
                  <a:pt x="1357386" y="117195"/>
                  <a:pt x="1350654" y="109524"/>
                </a:cubicBezTo>
                <a:cubicBezTo>
                  <a:pt x="1343921" y="101852"/>
                  <a:pt x="1340554" y="90451"/>
                  <a:pt x="1340554" y="75323"/>
                </a:cubicBezTo>
                <a:cubicBezTo>
                  <a:pt x="1340554" y="67168"/>
                  <a:pt x="1341574" y="60261"/>
                  <a:pt x="1343612" y="54601"/>
                </a:cubicBezTo>
                <a:cubicBezTo>
                  <a:pt x="1345651" y="48941"/>
                  <a:pt x="1348441" y="44341"/>
                  <a:pt x="1351981" y="40800"/>
                </a:cubicBezTo>
                <a:cubicBezTo>
                  <a:pt x="1355522" y="37259"/>
                  <a:pt x="1359653" y="34697"/>
                  <a:pt x="1364374" y="33115"/>
                </a:cubicBezTo>
                <a:cubicBezTo>
                  <a:pt x="1369095" y="31532"/>
                  <a:pt x="1374138" y="30741"/>
                  <a:pt x="1379503" y="30741"/>
                </a:cubicBezTo>
                <a:cubicBezTo>
                  <a:pt x="1386799" y="30741"/>
                  <a:pt x="1392902" y="31919"/>
                  <a:pt x="1397811" y="34276"/>
                </a:cubicBezTo>
                <a:cubicBezTo>
                  <a:pt x="1402719" y="36632"/>
                  <a:pt x="1406663" y="39885"/>
                  <a:pt x="1409640" y="44036"/>
                </a:cubicBezTo>
                <a:cubicBezTo>
                  <a:pt x="1412618" y="48187"/>
                  <a:pt x="1414737" y="53075"/>
                  <a:pt x="1415998" y="58700"/>
                </a:cubicBezTo>
                <a:cubicBezTo>
                  <a:pt x="1417258" y="64323"/>
                  <a:pt x="1417889" y="70401"/>
                  <a:pt x="1417889" y="76935"/>
                </a:cubicBezTo>
                <a:lnTo>
                  <a:pt x="1417889" y="78863"/>
                </a:lnTo>
                <a:lnTo>
                  <a:pt x="1355764" y="78863"/>
                </a:lnTo>
                <a:moveTo>
                  <a:pt x="1402921" y="67758"/>
                </a:moveTo>
                <a:cubicBezTo>
                  <a:pt x="1402116" y="58640"/>
                  <a:pt x="1399782" y="51988"/>
                  <a:pt x="1395920" y="47803"/>
                </a:cubicBezTo>
                <a:cubicBezTo>
                  <a:pt x="1392057" y="43617"/>
                  <a:pt x="1386504" y="41524"/>
                  <a:pt x="1379262" y="41524"/>
                </a:cubicBezTo>
                <a:cubicBezTo>
                  <a:pt x="1376847" y="41524"/>
                  <a:pt x="1374313" y="41910"/>
                  <a:pt x="1371657" y="42683"/>
                </a:cubicBezTo>
                <a:cubicBezTo>
                  <a:pt x="1369001" y="43456"/>
                  <a:pt x="1366547" y="44829"/>
                  <a:pt x="1364294" y="46802"/>
                </a:cubicBezTo>
                <a:cubicBezTo>
                  <a:pt x="1362040" y="48776"/>
                  <a:pt x="1360136" y="51456"/>
                  <a:pt x="1358580" y="54842"/>
                </a:cubicBezTo>
                <a:cubicBezTo>
                  <a:pt x="1357024" y="58227"/>
                  <a:pt x="1356139" y="62532"/>
                  <a:pt x="1355925" y="67758"/>
                </a:cubicBezTo>
                <a:lnTo>
                  <a:pt x="1402921" y="67758"/>
                </a:lnTo>
                <a:close/>
                <a:moveTo>
                  <a:pt x="1491576" y="119422"/>
                </a:moveTo>
                <a:lnTo>
                  <a:pt x="1491576" y="64275"/>
                </a:lnTo>
                <a:cubicBezTo>
                  <a:pt x="1491576" y="60040"/>
                  <a:pt x="1491268" y="56503"/>
                  <a:pt x="1490651" y="53663"/>
                </a:cubicBezTo>
                <a:cubicBezTo>
                  <a:pt x="1490034" y="50823"/>
                  <a:pt x="1489028" y="48532"/>
                  <a:pt x="1487633" y="46790"/>
                </a:cubicBezTo>
                <a:cubicBezTo>
                  <a:pt x="1486238" y="45048"/>
                  <a:pt x="1484401" y="43816"/>
                  <a:pt x="1482121" y="43093"/>
                </a:cubicBezTo>
                <a:cubicBezTo>
                  <a:pt x="1479840" y="42369"/>
                  <a:pt x="1477010" y="42007"/>
                  <a:pt x="1473631" y="42007"/>
                </a:cubicBezTo>
                <a:cubicBezTo>
                  <a:pt x="1470197" y="42007"/>
                  <a:pt x="1467099" y="42610"/>
                  <a:pt x="1464336" y="43817"/>
                </a:cubicBezTo>
                <a:cubicBezTo>
                  <a:pt x="1461573" y="45023"/>
                  <a:pt x="1459213" y="46765"/>
                  <a:pt x="1457254" y="49043"/>
                </a:cubicBezTo>
                <a:cubicBezTo>
                  <a:pt x="1455296" y="51320"/>
                  <a:pt x="1453781" y="54133"/>
                  <a:pt x="1452708" y="57483"/>
                </a:cubicBezTo>
                <a:cubicBezTo>
                  <a:pt x="1451635" y="60832"/>
                  <a:pt x="1451098" y="64678"/>
                  <a:pt x="1451098" y="69018"/>
                </a:cubicBezTo>
                <a:lnTo>
                  <a:pt x="1451098" y="119422"/>
                </a:lnTo>
                <a:lnTo>
                  <a:pt x="1436613" y="119422"/>
                </a:lnTo>
                <a:lnTo>
                  <a:pt x="1436613" y="50939"/>
                </a:lnTo>
                <a:cubicBezTo>
                  <a:pt x="1436613" y="49115"/>
                  <a:pt x="1436600" y="47197"/>
                  <a:pt x="1436573" y="45185"/>
                </a:cubicBezTo>
                <a:cubicBezTo>
                  <a:pt x="1436546" y="43174"/>
                  <a:pt x="1436506" y="41269"/>
                  <a:pt x="1436452" y="39472"/>
                </a:cubicBezTo>
                <a:cubicBezTo>
                  <a:pt x="1436399" y="37675"/>
                  <a:pt x="1436345" y="36132"/>
                  <a:pt x="1436291" y="34845"/>
                </a:cubicBezTo>
                <a:cubicBezTo>
                  <a:pt x="1436238" y="33557"/>
                  <a:pt x="1436184" y="32726"/>
                  <a:pt x="1436130" y="32350"/>
                </a:cubicBezTo>
                <a:lnTo>
                  <a:pt x="1449811" y="32350"/>
                </a:lnTo>
                <a:cubicBezTo>
                  <a:pt x="1449864" y="32620"/>
                  <a:pt x="1449918" y="33348"/>
                  <a:pt x="1449972" y="34535"/>
                </a:cubicBezTo>
                <a:cubicBezTo>
                  <a:pt x="1450025" y="35721"/>
                  <a:pt x="1450092" y="37082"/>
                  <a:pt x="1450173" y="38619"/>
                </a:cubicBezTo>
                <a:cubicBezTo>
                  <a:pt x="1450253" y="40157"/>
                  <a:pt x="1450320" y="41722"/>
                  <a:pt x="1450374" y="43315"/>
                </a:cubicBezTo>
                <a:cubicBezTo>
                  <a:pt x="1450428" y="44906"/>
                  <a:pt x="1450454" y="46240"/>
                  <a:pt x="1450454" y="47318"/>
                </a:cubicBezTo>
                <a:lnTo>
                  <a:pt x="1450696" y="47318"/>
                </a:lnTo>
                <a:cubicBezTo>
                  <a:pt x="1452091" y="44785"/>
                  <a:pt x="1453620" y="42494"/>
                  <a:pt x="1455283" y="40445"/>
                </a:cubicBezTo>
                <a:cubicBezTo>
                  <a:pt x="1456946" y="38396"/>
                  <a:pt x="1458877" y="36658"/>
                  <a:pt x="1461077" y="35230"/>
                </a:cubicBezTo>
                <a:cubicBezTo>
                  <a:pt x="1463276" y="33801"/>
                  <a:pt x="1465798" y="32696"/>
                  <a:pt x="1468641" y="31915"/>
                </a:cubicBezTo>
                <a:cubicBezTo>
                  <a:pt x="1471485" y="31132"/>
                  <a:pt x="1474784" y="30741"/>
                  <a:pt x="1478539" y="30741"/>
                </a:cubicBezTo>
                <a:cubicBezTo>
                  <a:pt x="1483368" y="30741"/>
                  <a:pt x="1487526" y="31331"/>
                  <a:pt x="1491013" y="32511"/>
                </a:cubicBezTo>
                <a:cubicBezTo>
                  <a:pt x="1494500" y="33691"/>
                  <a:pt x="1497370" y="35515"/>
                  <a:pt x="1499623" y="37983"/>
                </a:cubicBezTo>
                <a:cubicBezTo>
                  <a:pt x="1501877" y="40451"/>
                  <a:pt x="1503526" y="43630"/>
                  <a:pt x="1504572" y="47519"/>
                </a:cubicBezTo>
                <a:cubicBezTo>
                  <a:pt x="1505619" y="51409"/>
                  <a:pt x="1506142" y="56036"/>
                  <a:pt x="1506142" y="61401"/>
                </a:cubicBezTo>
                <a:lnTo>
                  <a:pt x="1506142" y="119422"/>
                </a:lnTo>
                <a:lnTo>
                  <a:pt x="1491576" y="119422"/>
                </a:lnTo>
                <a:close/>
                <a:moveTo>
                  <a:pt x="1561401" y="118765"/>
                </a:moveTo>
                <a:cubicBezTo>
                  <a:pt x="1559202" y="119359"/>
                  <a:pt x="1556962" y="119831"/>
                  <a:pt x="1554682" y="120181"/>
                </a:cubicBezTo>
                <a:cubicBezTo>
                  <a:pt x="1552402" y="120533"/>
                  <a:pt x="1549759" y="120709"/>
                  <a:pt x="1546755" y="120709"/>
                </a:cubicBezTo>
                <a:cubicBezTo>
                  <a:pt x="1535167" y="120709"/>
                  <a:pt x="1529373" y="114144"/>
                  <a:pt x="1529373" y="101014"/>
                </a:cubicBezTo>
                <a:lnTo>
                  <a:pt x="1529373" y="42972"/>
                </a:lnTo>
                <a:lnTo>
                  <a:pt x="1519314" y="42972"/>
                </a:lnTo>
                <a:lnTo>
                  <a:pt x="1519314" y="32350"/>
                </a:lnTo>
                <a:lnTo>
                  <a:pt x="1529936" y="32350"/>
                </a:lnTo>
                <a:lnTo>
                  <a:pt x="1534201" y="12876"/>
                </a:lnTo>
                <a:lnTo>
                  <a:pt x="1543858" y="12876"/>
                </a:lnTo>
                <a:lnTo>
                  <a:pt x="1543858" y="32350"/>
                </a:lnTo>
                <a:lnTo>
                  <a:pt x="1559953" y="32350"/>
                </a:lnTo>
                <a:lnTo>
                  <a:pt x="1559953" y="42972"/>
                </a:lnTo>
                <a:lnTo>
                  <a:pt x="1543858" y="42972"/>
                </a:lnTo>
                <a:lnTo>
                  <a:pt x="1543858" y="97802"/>
                </a:lnTo>
                <a:cubicBezTo>
                  <a:pt x="1543858" y="101977"/>
                  <a:pt x="1544542" y="104907"/>
                  <a:pt x="1545910" y="106594"/>
                </a:cubicBezTo>
                <a:cubicBezTo>
                  <a:pt x="1547278" y="108279"/>
                  <a:pt x="1549652" y="109121"/>
                  <a:pt x="1553032" y="109121"/>
                </a:cubicBezTo>
                <a:cubicBezTo>
                  <a:pt x="1554427" y="109121"/>
                  <a:pt x="1555781" y="109014"/>
                  <a:pt x="1557096" y="108799"/>
                </a:cubicBezTo>
                <a:cubicBezTo>
                  <a:pt x="1558410" y="108585"/>
                  <a:pt x="1559845" y="108316"/>
                  <a:pt x="1561401" y="107995"/>
                </a:cubicBezTo>
                <a:lnTo>
                  <a:pt x="1561401" y="118765"/>
                </a:lnTo>
                <a:close/>
                <a:moveTo>
                  <a:pt x="1619478" y="13841"/>
                </a:moveTo>
                <a:lnTo>
                  <a:pt x="1619478" y="0"/>
                </a:lnTo>
                <a:lnTo>
                  <a:pt x="1633963" y="0"/>
                </a:lnTo>
                <a:lnTo>
                  <a:pt x="1633963" y="13841"/>
                </a:lnTo>
                <a:lnTo>
                  <a:pt x="1619478" y="13841"/>
                </a:lnTo>
                <a:moveTo>
                  <a:pt x="1619478" y="119422"/>
                </a:moveTo>
                <a:lnTo>
                  <a:pt x="1619478" y="32350"/>
                </a:lnTo>
                <a:lnTo>
                  <a:pt x="1633963" y="32350"/>
                </a:lnTo>
                <a:lnTo>
                  <a:pt x="1633963" y="119422"/>
                </a:lnTo>
                <a:lnTo>
                  <a:pt x="1619478" y="119422"/>
                </a:lnTo>
                <a:close/>
                <a:moveTo>
                  <a:pt x="1721490" y="95338"/>
                </a:moveTo>
                <a:cubicBezTo>
                  <a:pt x="1721490" y="99418"/>
                  <a:pt x="1720698" y="103056"/>
                  <a:pt x="1719116" y="106252"/>
                </a:cubicBezTo>
                <a:cubicBezTo>
                  <a:pt x="1717533" y="109446"/>
                  <a:pt x="1715239" y="112131"/>
                  <a:pt x="1712235" y="114307"/>
                </a:cubicBezTo>
                <a:cubicBezTo>
                  <a:pt x="1709231" y="116481"/>
                  <a:pt x="1705542" y="118146"/>
                  <a:pt x="1701170" y="119301"/>
                </a:cubicBezTo>
                <a:cubicBezTo>
                  <a:pt x="1696798" y="120454"/>
                  <a:pt x="1691795" y="121031"/>
                  <a:pt x="1686162" y="121031"/>
                </a:cubicBezTo>
                <a:cubicBezTo>
                  <a:pt x="1681119" y="121031"/>
                  <a:pt x="1676572" y="120641"/>
                  <a:pt x="1672522" y="119859"/>
                </a:cubicBezTo>
                <a:cubicBezTo>
                  <a:pt x="1668471" y="119080"/>
                  <a:pt x="1664917" y="117829"/>
                  <a:pt x="1661859" y="116107"/>
                </a:cubicBezTo>
                <a:cubicBezTo>
                  <a:pt x="1658801" y="114384"/>
                  <a:pt x="1656239" y="112110"/>
                  <a:pt x="1654174" y="109285"/>
                </a:cubicBezTo>
                <a:cubicBezTo>
                  <a:pt x="1652109" y="106458"/>
                  <a:pt x="1650593" y="102999"/>
                  <a:pt x="1649627" y="98909"/>
                </a:cubicBezTo>
                <a:lnTo>
                  <a:pt x="1662422" y="96406"/>
                </a:lnTo>
                <a:cubicBezTo>
                  <a:pt x="1663656" y="101074"/>
                  <a:pt x="1666205" y="104494"/>
                  <a:pt x="1670067" y="106667"/>
                </a:cubicBezTo>
                <a:cubicBezTo>
                  <a:pt x="1673930" y="108840"/>
                  <a:pt x="1679295" y="109926"/>
                  <a:pt x="1686162" y="109926"/>
                </a:cubicBezTo>
                <a:cubicBezTo>
                  <a:pt x="1689274" y="109926"/>
                  <a:pt x="1692130" y="109712"/>
                  <a:pt x="1694732" y="109285"/>
                </a:cubicBezTo>
                <a:cubicBezTo>
                  <a:pt x="1697334" y="108857"/>
                  <a:pt x="1699574" y="108123"/>
                  <a:pt x="1701452" y="107082"/>
                </a:cubicBezTo>
                <a:cubicBezTo>
                  <a:pt x="1703329" y="106041"/>
                  <a:pt x="1704791" y="104652"/>
                  <a:pt x="1705838" y="102915"/>
                </a:cubicBezTo>
                <a:cubicBezTo>
                  <a:pt x="1706884" y="101178"/>
                  <a:pt x="1707407" y="99028"/>
                  <a:pt x="1707407" y="96464"/>
                </a:cubicBezTo>
                <a:cubicBezTo>
                  <a:pt x="1707407" y="93834"/>
                  <a:pt x="1706790" y="91673"/>
                  <a:pt x="1705556" y="89981"/>
                </a:cubicBezTo>
                <a:cubicBezTo>
                  <a:pt x="1704322" y="88290"/>
                  <a:pt x="1702605" y="86880"/>
                  <a:pt x="1700406" y="85754"/>
                </a:cubicBezTo>
                <a:cubicBezTo>
                  <a:pt x="1698206" y="84626"/>
                  <a:pt x="1695537" y="83646"/>
                  <a:pt x="1692399" y="82814"/>
                </a:cubicBezTo>
                <a:cubicBezTo>
                  <a:pt x="1689260" y="81981"/>
                  <a:pt x="1685813" y="81054"/>
                  <a:pt x="1682058" y="80033"/>
                </a:cubicBezTo>
                <a:cubicBezTo>
                  <a:pt x="1678571" y="79121"/>
                  <a:pt x="1675110" y="78101"/>
                  <a:pt x="1671677" y="76975"/>
                </a:cubicBezTo>
                <a:cubicBezTo>
                  <a:pt x="1668243" y="75846"/>
                  <a:pt x="1665145" y="74356"/>
                  <a:pt x="1662382" y="72504"/>
                </a:cubicBezTo>
                <a:cubicBezTo>
                  <a:pt x="1659619" y="70651"/>
                  <a:pt x="1657379" y="68356"/>
                  <a:pt x="1655663" y="65618"/>
                </a:cubicBezTo>
                <a:cubicBezTo>
                  <a:pt x="1653946" y="62879"/>
                  <a:pt x="1653088" y="59442"/>
                  <a:pt x="1653088" y="55307"/>
                </a:cubicBezTo>
                <a:cubicBezTo>
                  <a:pt x="1653088" y="47359"/>
                  <a:pt x="1655918" y="41304"/>
                  <a:pt x="1661577" y="37143"/>
                </a:cubicBezTo>
                <a:cubicBezTo>
                  <a:pt x="1667237" y="32982"/>
                  <a:pt x="1675486" y="30902"/>
                  <a:pt x="1686323" y="30902"/>
                </a:cubicBezTo>
                <a:cubicBezTo>
                  <a:pt x="1695926" y="30902"/>
                  <a:pt x="1703557" y="32586"/>
                  <a:pt x="1709217" y="35954"/>
                </a:cubicBezTo>
                <a:cubicBezTo>
                  <a:pt x="1714877" y="39322"/>
                  <a:pt x="1718458" y="44721"/>
                  <a:pt x="1719961" y="52151"/>
                </a:cubicBezTo>
                <a:lnTo>
                  <a:pt x="1706924" y="53756"/>
                </a:lnTo>
                <a:cubicBezTo>
                  <a:pt x="1706441" y="51518"/>
                  <a:pt x="1705556" y="49639"/>
                  <a:pt x="1704268" y="48120"/>
                </a:cubicBezTo>
                <a:cubicBezTo>
                  <a:pt x="1702981" y="46601"/>
                  <a:pt x="1701425" y="45376"/>
                  <a:pt x="1699601" y="44444"/>
                </a:cubicBezTo>
                <a:cubicBezTo>
                  <a:pt x="1697777" y="43511"/>
                  <a:pt x="1695725" y="42846"/>
                  <a:pt x="1693445" y="42447"/>
                </a:cubicBezTo>
                <a:cubicBezTo>
                  <a:pt x="1691165" y="42046"/>
                  <a:pt x="1688791" y="41846"/>
                  <a:pt x="1686323" y="41846"/>
                </a:cubicBezTo>
                <a:cubicBezTo>
                  <a:pt x="1679778" y="41846"/>
                  <a:pt x="1674949" y="42840"/>
                  <a:pt x="1671838" y="44828"/>
                </a:cubicBezTo>
                <a:cubicBezTo>
                  <a:pt x="1668726" y="46817"/>
                  <a:pt x="1667170" y="49826"/>
                  <a:pt x="1667170" y="53856"/>
                </a:cubicBezTo>
                <a:cubicBezTo>
                  <a:pt x="1667170" y="56219"/>
                  <a:pt x="1667747" y="58165"/>
                  <a:pt x="1668901" y="59696"/>
                </a:cubicBezTo>
                <a:cubicBezTo>
                  <a:pt x="1670054" y="61226"/>
                  <a:pt x="1671663" y="62516"/>
                  <a:pt x="1673729" y="63563"/>
                </a:cubicBezTo>
                <a:cubicBezTo>
                  <a:pt x="1675794" y="64610"/>
                  <a:pt x="1678276" y="65522"/>
                  <a:pt x="1681173" y="66302"/>
                </a:cubicBezTo>
                <a:cubicBezTo>
                  <a:pt x="1684070" y="67080"/>
                  <a:pt x="1687262" y="67898"/>
                  <a:pt x="1690749" y="68756"/>
                </a:cubicBezTo>
                <a:cubicBezTo>
                  <a:pt x="1693056" y="69348"/>
                  <a:pt x="1695416" y="69980"/>
                  <a:pt x="1697830" y="70650"/>
                </a:cubicBezTo>
                <a:cubicBezTo>
                  <a:pt x="1700245" y="71321"/>
                  <a:pt x="1702592" y="72126"/>
                  <a:pt x="1704872" y="73067"/>
                </a:cubicBezTo>
                <a:cubicBezTo>
                  <a:pt x="1707152" y="74006"/>
                  <a:pt x="1709298" y="75106"/>
                  <a:pt x="1711310" y="76369"/>
                </a:cubicBezTo>
                <a:cubicBezTo>
                  <a:pt x="1713322" y="77631"/>
                  <a:pt x="1715079" y="79148"/>
                  <a:pt x="1716581" y="80920"/>
                </a:cubicBezTo>
                <a:cubicBezTo>
                  <a:pt x="1718083" y="82693"/>
                  <a:pt x="1719277" y="84760"/>
                  <a:pt x="1720162" y="87122"/>
                </a:cubicBezTo>
                <a:cubicBezTo>
                  <a:pt x="1721047" y="89484"/>
                  <a:pt x="1721490" y="92223"/>
                  <a:pt x="1721490" y="95338"/>
                </a:cubicBezTo>
                <a:close/>
                <a:moveTo>
                  <a:pt x="1839651" y="119422"/>
                </a:moveTo>
                <a:lnTo>
                  <a:pt x="1839651" y="64275"/>
                </a:lnTo>
                <a:cubicBezTo>
                  <a:pt x="1839651" y="60040"/>
                  <a:pt x="1839343" y="56503"/>
                  <a:pt x="1838726" y="53663"/>
                </a:cubicBezTo>
                <a:cubicBezTo>
                  <a:pt x="1838109" y="50823"/>
                  <a:pt x="1837103" y="48532"/>
                  <a:pt x="1835708" y="46790"/>
                </a:cubicBezTo>
                <a:cubicBezTo>
                  <a:pt x="1834313" y="45048"/>
                  <a:pt x="1832476" y="43816"/>
                  <a:pt x="1830196" y="43093"/>
                </a:cubicBezTo>
                <a:cubicBezTo>
                  <a:pt x="1827916" y="42369"/>
                  <a:pt x="1825086" y="42007"/>
                  <a:pt x="1821706" y="42007"/>
                </a:cubicBezTo>
                <a:cubicBezTo>
                  <a:pt x="1818272" y="42007"/>
                  <a:pt x="1815174" y="42610"/>
                  <a:pt x="1812411" y="43817"/>
                </a:cubicBezTo>
                <a:cubicBezTo>
                  <a:pt x="1809648" y="45023"/>
                  <a:pt x="1807288" y="46765"/>
                  <a:pt x="1805330" y="49043"/>
                </a:cubicBezTo>
                <a:cubicBezTo>
                  <a:pt x="1803371" y="51320"/>
                  <a:pt x="1801856" y="54133"/>
                  <a:pt x="1800783" y="57483"/>
                </a:cubicBezTo>
                <a:cubicBezTo>
                  <a:pt x="1799710" y="60832"/>
                  <a:pt x="1799173" y="64678"/>
                  <a:pt x="1799173" y="69018"/>
                </a:cubicBezTo>
                <a:lnTo>
                  <a:pt x="1799173" y="119422"/>
                </a:lnTo>
                <a:lnTo>
                  <a:pt x="1784688" y="119422"/>
                </a:lnTo>
                <a:lnTo>
                  <a:pt x="1784688" y="50939"/>
                </a:lnTo>
                <a:cubicBezTo>
                  <a:pt x="1784688" y="49115"/>
                  <a:pt x="1784675" y="47197"/>
                  <a:pt x="1784648" y="45185"/>
                </a:cubicBezTo>
                <a:cubicBezTo>
                  <a:pt x="1784621" y="43174"/>
                  <a:pt x="1784581" y="41269"/>
                  <a:pt x="1784527" y="39472"/>
                </a:cubicBezTo>
                <a:cubicBezTo>
                  <a:pt x="1784474" y="37675"/>
                  <a:pt x="1784420" y="36132"/>
                  <a:pt x="1784366" y="34845"/>
                </a:cubicBezTo>
                <a:cubicBezTo>
                  <a:pt x="1784313" y="33557"/>
                  <a:pt x="1784259" y="32726"/>
                  <a:pt x="1784206" y="32350"/>
                </a:cubicBezTo>
                <a:lnTo>
                  <a:pt x="1797886" y="32350"/>
                </a:lnTo>
                <a:cubicBezTo>
                  <a:pt x="1797940" y="32620"/>
                  <a:pt x="1797993" y="33348"/>
                  <a:pt x="1798047" y="34535"/>
                </a:cubicBezTo>
                <a:cubicBezTo>
                  <a:pt x="1798100" y="35721"/>
                  <a:pt x="1798168" y="37082"/>
                  <a:pt x="1798248" y="38619"/>
                </a:cubicBezTo>
                <a:cubicBezTo>
                  <a:pt x="1798328" y="40157"/>
                  <a:pt x="1798396" y="41722"/>
                  <a:pt x="1798449" y="43315"/>
                </a:cubicBezTo>
                <a:cubicBezTo>
                  <a:pt x="1798503" y="44906"/>
                  <a:pt x="1798530" y="46240"/>
                  <a:pt x="1798530" y="47318"/>
                </a:cubicBezTo>
                <a:lnTo>
                  <a:pt x="1798771" y="47318"/>
                </a:lnTo>
                <a:cubicBezTo>
                  <a:pt x="1800166" y="44785"/>
                  <a:pt x="1801695" y="42494"/>
                  <a:pt x="1803358" y="40445"/>
                </a:cubicBezTo>
                <a:cubicBezTo>
                  <a:pt x="1805021" y="38396"/>
                  <a:pt x="1806952" y="36658"/>
                  <a:pt x="1809152" y="35230"/>
                </a:cubicBezTo>
                <a:cubicBezTo>
                  <a:pt x="1811352" y="33801"/>
                  <a:pt x="1813873" y="32696"/>
                  <a:pt x="1816717" y="31915"/>
                </a:cubicBezTo>
                <a:cubicBezTo>
                  <a:pt x="1819560" y="31132"/>
                  <a:pt x="1822859" y="30741"/>
                  <a:pt x="1826615" y="30741"/>
                </a:cubicBezTo>
                <a:cubicBezTo>
                  <a:pt x="1831443" y="30741"/>
                  <a:pt x="1835601" y="31331"/>
                  <a:pt x="1839088" y="32511"/>
                </a:cubicBezTo>
                <a:cubicBezTo>
                  <a:pt x="1842575" y="33691"/>
                  <a:pt x="1845445" y="35515"/>
                  <a:pt x="1847699" y="37983"/>
                </a:cubicBezTo>
                <a:cubicBezTo>
                  <a:pt x="1849952" y="40451"/>
                  <a:pt x="1851602" y="43630"/>
                  <a:pt x="1852648" y="47519"/>
                </a:cubicBezTo>
                <a:cubicBezTo>
                  <a:pt x="1853694" y="51409"/>
                  <a:pt x="1854217" y="56036"/>
                  <a:pt x="1854217" y="61401"/>
                </a:cubicBezTo>
                <a:lnTo>
                  <a:pt x="1854217" y="119422"/>
                </a:lnTo>
                <a:lnTo>
                  <a:pt x="1839651" y="119422"/>
                </a:lnTo>
                <a:close/>
                <a:moveTo>
                  <a:pt x="1949633" y="75805"/>
                </a:moveTo>
                <a:cubicBezTo>
                  <a:pt x="1949633" y="91042"/>
                  <a:pt x="1946280" y="102388"/>
                  <a:pt x="1939573" y="109845"/>
                </a:cubicBezTo>
                <a:cubicBezTo>
                  <a:pt x="1932867" y="117303"/>
                  <a:pt x="1923130" y="121031"/>
                  <a:pt x="1910362" y="121031"/>
                </a:cubicBezTo>
                <a:cubicBezTo>
                  <a:pt x="1904300" y="121031"/>
                  <a:pt x="1898881" y="120119"/>
                  <a:pt x="1894106" y="118295"/>
                </a:cubicBezTo>
                <a:cubicBezTo>
                  <a:pt x="1889332" y="116471"/>
                  <a:pt x="1885295" y="113681"/>
                  <a:pt x="1881995" y="109926"/>
                </a:cubicBezTo>
                <a:cubicBezTo>
                  <a:pt x="1878696" y="106170"/>
                  <a:pt x="1876174" y="101463"/>
                  <a:pt x="1874431" y="95803"/>
                </a:cubicBezTo>
                <a:cubicBezTo>
                  <a:pt x="1872687" y="90143"/>
                  <a:pt x="1871815" y="83477"/>
                  <a:pt x="1871815" y="75805"/>
                </a:cubicBezTo>
                <a:cubicBezTo>
                  <a:pt x="1871815" y="45762"/>
                  <a:pt x="1884825" y="30741"/>
                  <a:pt x="1910845" y="30741"/>
                </a:cubicBezTo>
                <a:cubicBezTo>
                  <a:pt x="1917604" y="30741"/>
                  <a:pt x="1923439" y="31679"/>
                  <a:pt x="1928347" y="33557"/>
                </a:cubicBezTo>
                <a:cubicBezTo>
                  <a:pt x="1933256" y="35435"/>
                  <a:pt x="1937280" y="38251"/>
                  <a:pt x="1940418" y="42007"/>
                </a:cubicBezTo>
                <a:cubicBezTo>
                  <a:pt x="1943557" y="45762"/>
                  <a:pt x="1945877" y="50456"/>
                  <a:pt x="1947379" y="56090"/>
                </a:cubicBezTo>
                <a:cubicBezTo>
                  <a:pt x="1948881" y="61723"/>
                  <a:pt x="1949633" y="68295"/>
                  <a:pt x="1949633" y="75805"/>
                </a:cubicBezTo>
                <a:moveTo>
                  <a:pt x="1934423" y="75805"/>
                </a:moveTo>
                <a:cubicBezTo>
                  <a:pt x="1934423" y="69061"/>
                  <a:pt x="1933900" y="63495"/>
                  <a:pt x="1932854" y="59107"/>
                </a:cubicBezTo>
                <a:cubicBezTo>
                  <a:pt x="1931808" y="54718"/>
                  <a:pt x="1930279" y="51213"/>
                  <a:pt x="1928267" y="48591"/>
                </a:cubicBezTo>
                <a:cubicBezTo>
                  <a:pt x="1926255" y="45967"/>
                  <a:pt x="1923801" y="44133"/>
                  <a:pt x="1920904" y="43091"/>
                </a:cubicBezTo>
                <a:cubicBezTo>
                  <a:pt x="1918007" y="42046"/>
                  <a:pt x="1914734" y="41524"/>
                  <a:pt x="1911086" y="41524"/>
                </a:cubicBezTo>
                <a:cubicBezTo>
                  <a:pt x="1907384" y="41524"/>
                  <a:pt x="1904045" y="42073"/>
                  <a:pt x="1901067" y="43171"/>
                </a:cubicBezTo>
                <a:cubicBezTo>
                  <a:pt x="1898090" y="44268"/>
                  <a:pt x="1895555" y="46141"/>
                  <a:pt x="1893463" y="48792"/>
                </a:cubicBezTo>
                <a:cubicBezTo>
                  <a:pt x="1891370" y="51441"/>
                  <a:pt x="1889774" y="54960"/>
                  <a:pt x="1888674" y="59349"/>
                </a:cubicBezTo>
                <a:cubicBezTo>
                  <a:pt x="1887575" y="63736"/>
                  <a:pt x="1887025" y="69222"/>
                  <a:pt x="1887025" y="75805"/>
                </a:cubicBezTo>
                <a:cubicBezTo>
                  <a:pt x="1887025" y="82550"/>
                  <a:pt x="1887615" y="88130"/>
                  <a:pt x="1888795" y="92546"/>
                </a:cubicBezTo>
                <a:cubicBezTo>
                  <a:pt x="1889975" y="96961"/>
                  <a:pt x="1891598" y="100480"/>
                  <a:pt x="1893664" y="103103"/>
                </a:cubicBezTo>
                <a:cubicBezTo>
                  <a:pt x="1895729" y="105725"/>
                  <a:pt x="1898170" y="107572"/>
                  <a:pt x="1900987" y="108643"/>
                </a:cubicBezTo>
                <a:cubicBezTo>
                  <a:pt x="1903803" y="109713"/>
                  <a:pt x="1906875" y="110248"/>
                  <a:pt x="1910201" y="110248"/>
                </a:cubicBezTo>
                <a:cubicBezTo>
                  <a:pt x="1913903" y="110248"/>
                  <a:pt x="1917256" y="109726"/>
                  <a:pt x="1920260" y="108684"/>
                </a:cubicBezTo>
                <a:cubicBezTo>
                  <a:pt x="1923264" y="107639"/>
                  <a:pt x="1925813" y="105806"/>
                  <a:pt x="1927905" y="103184"/>
                </a:cubicBezTo>
                <a:cubicBezTo>
                  <a:pt x="1929997" y="100560"/>
                  <a:pt x="1931607" y="97028"/>
                  <a:pt x="1932733" y="92587"/>
                </a:cubicBezTo>
                <a:cubicBezTo>
                  <a:pt x="1933860" y="88144"/>
                  <a:pt x="1934423" y="82550"/>
                  <a:pt x="1934423" y="75805"/>
                </a:cubicBezTo>
                <a:close/>
                <a:moveTo>
                  <a:pt x="2001110" y="118765"/>
                </a:moveTo>
                <a:cubicBezTo>
                  <a:pt x="1998910" y="119359"/>
                  <a:pt x="1996670" y="119831"/>
                  <a:pt x="1994390" y="120181"/>
                </a:cubicBezTo>
                <a:cubicBezTo>
                  <a:pt x="1992110" y="120533"/>
                  <a:pt x="1989468" y="120709"/>
                  <a:pt x="1986464" y="120709"/>
                </a:cubicBezTo>
                <a:cubicBezTo>
                  <a:pt x="1974876" y="120709"/>
                  <a:pt x="1969082" y="114144"/>
                  <a:pt x="1969082" y="101014"/>
                </a:cubicBezTo>
                <a:lnTo>
                  <a:pt x="1969082" y="42972"/>
                </a:lnTo>
                <a:lnTo>
                  <a:pt x="1959022" y="42972"/>
                </a:lnTo>
                <a:lnTo>
                  <a:pt x="1959022" y="32350"/>
                </a:lnTo>
                <a:lnTo>
                  <a:pt x="1969645" y="32350"/>
                </a:lnTo>
                <a:lnTo>
                  <a:pt x="1973910" y="12876"/>
                </a:lnTo>
                <a:lnTo>
                  <a:pt x="1983567" y="12876"/>
                </a:lnTo>
                <a:lnTo>
                  <a:pt x="1983567" y="32350"/>
                </a:lnTo>
                <a:lnTo>
                  <a:pt x="1999661" y="32350"/>
                </a:lnTo>
                <a:lnTo>
                  <a:pt x="1999661" y="42972"/>
                </a:lnTo>
                <a:lnTo>
                  <a:pt x="1983567" y="42972"/>
                </a:lnTo>
                <a:lnTo>
                  <a:pt x="1983567" y="97802"/>
                </a:lnTo>
                <a:cubicBezTo>
                  <a:pt x="1983567" y="101977"/>
                  <a:pt x="1984251" y="104907"/>
                  <a:pt x="1985619" y="106594"/>
                </a:cubicBezTo>
                <a:cubicBezTo>
                  <a:pt x="1986987" y="108279"/>
                  <a:pt x="1989361" y="109121"/>
                  <a:pt x="1992741" y="109121"/>
                </a:cubicBezTo>
                <a:cubicBezTo>
                  <a:pt x="1994135" y="109121"/>
                  <a:pt x="1995490" y="109014"/>
                  <a:pt x="1996804" y="108799"/>
                </a:cubicBezTo>
                <a:cubicBezTo>
                  <a:pt x="1998119" y="108585"/>
                  <a:pt x="1999554" y="108316"/>
                  <a:pt x="2001110" y="107995"/>
                </a:cubicBezTo>
                <a:lnTo>
                  <a:pt x="2001110" y="118765"/>
                </a:lnTo>
                <a:close/>
                <a:moveTo>
                  <a:pt x="2092260" y="153703"/>
                </a:moveTo>
                <a:cubicBezTo>
                  <a:pt x="2087271" y="153703"/>
                  <a:pt x="2082845" y="153193"/>
                  <a:pt x="2078982" y="152174"/>
                </a:cubicBezTo>
                <a:cubicBezTo>
                  <a:pt x="2075120" y="151155"/>
                  <a:pt x="2071820" y="149693"/>
                  <a:pt x="2069084" y="147788"/>
                </a:cubicBezTo>
                <a:cubicBezTo>
                  <a:pt x="2066348" y="145884"/>
                  <a:pt x="2064122" y="143617"/>
                  <a:pt x="2062405" y="140988"/>
                </a:cubicBezTo>
                <a:cubicBezTo>
                  <a:pt x="2060688" y="138360"/>
                  <a:pt x="2059454" y="135436"/>
                  <a:pt x="2058703" y="132217"/>
                </a:cubicBezTo>
                <a:lnTo>
                  <a:pt x="2073269" y="130125"/>
                </a:lnTo>
                <a:cubicBezTo>
                  <a:pt x="2074234" y="134123"/>
                  <a:pt x="2076367" y="137201"/>
                  <a:pt x="2079666" y="139359"/>
                </a:cubicBezTo>
                <a:cubicBezTo>
                  <a:pt x="2082966" y="141518"/>
                  <a:pt x="2087298" y="142598"/>
                  <a:pt x="2092663" y="142598"/>
                </a:cubicBezTo>
                <a:cubicBezTo>
                  <a:pt x="2095935" y="142598"/>
                  <a:pt x="2098913" y="142141"/>
                  <a:pt x="2101595" y="141227"/>
                </a:cubicBezTo>
                <a:cubicBezTo>
                  <a:pt x="2104278" y="140314"/>
                  <a:pt x="2106558" y="138848"/>
                  <a:pt x="2108435" y="136831"/>
                </a:cubicBezTo>
                <a:cubicBezTo>
                  <a:pt x="2110313" y="134816"/>
                  <a:pt x="2111762" y="132196"/>
                  <a:pt x="2112781" y="128970"/>
                </a:cubicBezTo>
                <a:cubicBezTo>
                  <a:pt x="2113800" y="125745"/>
                  <a:pt x="2114310" y="121820"/>
                  <a:pt x="2114310" y="117196"/>
                </a:cubicBezTo>
                <a:lnTo>
                  <a:pt x="2114310" y="103166"/>
                </a:lnTo>
                <a:lnTo>
                  <a:pt x="2114149" y="103166"/>
                </a:lnTo>
                <a:cubicBezTo>
                  <a:pt x="2113076" y="105376"/>
                  <a:pt x="2111748" y="107492"/>
                  <a:pt x="2110166" y="109513"/>
                </a:cubicBezTo>
                <a:cubicBezTo>
                  <a:pt x="2108583" y="111535"/>
                  <a:pt x="2106652" y="113328"/>
                  <a:pt x="2104372" y="114893"/>
                </a:cubicBezTo>
                <a:cubicBezTo>
                  <a:pt x="2102091" y="116455"/>
                  <a:pt x="2099449" y="117708"/>
                  <a:pt x="2096445" y="118652"/>
                </a:cubicBezTo>
                <a:cubicBezTo>
                  <a:pt x="2093441" y="119594"/>
                  <a:pt x="2090007" y="120065"/>
                  <a:pt x="2086144" y="120065"/>
                </a:cubicBezTo>
                <a:cubicBezTo>
                  <a:pt x="2080619" y="120065"/>
                  <a:pt x="2075884" y="119139"/>
                  <a:pt x="2071941" y="117287"/>
                </a:cubicBezTo>
                <a:cubicBezTo>
                  <a:pt x="2067998" y="115434"/>
                  <a:pt x="2064779" y="112655"/>
                  <a:pt x="2062284" y="108950"/>
                </a:cubicBezTo>
                <a:cubicBezTo>
                  <a:pt x="2059790" y="105245"/>
                  <a:pt x="2057966" y="100640"/>
                  <a:pt x="2056812" y="95136"/>
                </a:cubicBezTo>
                <a:cubicBezTo>
                  <a:pt x="2055659" y="89632"/>
                  <a:pt x="2055082" y="83256"/>
                  <a:pt x="2055082" y="76007"/>
                </a:cubicBezTo>
                <a:cubicBezTo>
                  <a:pt x="2055082" y="69026"/>
                  <a:pt x="2055659" y="62743"/>
                  <a:pt x="2056812" y="57158"/>
                </a:cubicBezTo>
                <a:cubicBezTo>
                  <a:pt x="2057966" y="51574"/>
                  <a:pt x="2059843" y="46835"/>
                  <a:pt x="2062445" y="42942"/>
                </a:cubicBezTo>
                <a:cubicBezTo>
                  <a:pt x="2065047" y="39049"/>
                  <a:pt x="2068427" y="36069"/>
                  <a:pt x="2072585" y="34002"/>
                </a:cubicBezTo>
                <a:cubicBezTo>
                  <a:pt x="2076743" y="31935"/>
                  <a:pt x="2081799" y="30902"/>
                  <a:pt x="2087754" y="30902"/>
                </a:cubicBezTo>
                <a:cubicBezTo>
                  <a:pt x="2093923" y="30902"/>
                  <a:pt x="2099275" y="32310"/>
                  <a:pt x="2103808" y="35126"/>
                </a:cubicBezTo>
                <a:cubicBezTo>
                  <a:pt x="2108342" y="37943"/>
                  <a:pt x="2111842" y="41953"/>
                  <a:pt x="2114310" y="47157"/>
                </a:cubicBezTo>
                <a:lnTo>
                  <a:pt x="2114471" y="47157"/>
                </a:lnTo>
                <a:cubicBezTo>
                  <a:pt x="2114471" y="45823"/>
                  <a:pt x="2114511" y="44329"/>
                  <a:pt x="2114592" y="42676"/>
                </a:cubicBezTo>
                <a:cubicBezTo>
                  <a:pt x="2114672" y="41021"/>
                  <a:pt x="2114753" y="39460"/>
                  <a:pt x="2114833" y="37993"/>
                </a:cubicBezTo>
                <a:cubicBezTo>
                  <a:pt x="2114913" y="36526"/>
                  <a:pt x="2115007" y="35259"/>
                  <a:pt x="2115115" y="34191"/>
                </a:cubicBezTo>
                <a:cubicBezTo>
                  <a:pt x="2115222" y="33123"/>
                  <a:pt x="2115329" y="32509"/>
                  <a:pt x="2115437" y="32350"/>
                </a:cubicBezTo>
                <a:lnTo>
                  <a:pt x="2129197" y="32350"/>
                </a:lnTo>
                <a:cubicBezTo>
                  <a:pt x="2129144" y="32833"/>
                  <a:pt x="2129090" y="33652"/>
                  <a:pt x="2129036" y="34807"/>
                </a:cubicBezTo>
                <a:cubicBezTo>
                  <a:pt x="2128983" y="35960"/>
                  <a:pt x="2128929" y="37343"/>
                  <a:pt x="2128876" y="38954"/>
                </a:cubicBezTo>
                <a:cubicBezTo>
                  <a:pt x="2128822" y="40563"/>
                  <a:pt x="2128782" y="42348"/>
                  <a:pt x="2128755" y="44308"/>
                </a:cubicBezTo>
                <a:cubicBezTo>
                  <a:pt x="2128728" y="46268"/>
                  <a:pt x="2128715" y="48295"/>
                  <a:pt x="2128715" y="50389"/>
                </a:cubicBezTo>
                <a:lnTo>
                  <a:pt x="2128715" y="116982"/>
                </a:lnTo>
                <a:cubicBezTo>
                  <a:pt x="2128715" y="129169"/>
                  <a:pt x="2125724" y="138335"/>
                  <a:pt x="2119742" y="144481"/>
                </a:cubicBezTo>
                <a:cubicBezTo>
                  <a:pt x="2113760" y="150629"/>
                  <a:pt x="2104600" y="153703"/>
                  <a:pt x="2092260" y="153703"/>
                </a:cubicBezTo>
                <a:moveTo>
                  <a:pt x="2114310" y="75805"/>
                </a:moveTo>
                <a:cubicBezTo>
                  <a:pt x="2114310" y="69743"/>
                  <a:pt x="2113653" y="64553"/>
                  <a:pt x="2112338" y="60234"/>
                </a:cubicBezTo>
                <a:cubicBezTo>
                  <a:pt x="2111024" y="55915"/>
                  <a:pt x="2109294" y="52388"/>
                  <a:pt x="2107148" y="49652"/>
                </a:cubicBezTo>
                <a:cubicBezTo>
                  <a:pt x="2105002" y="46916"/>
                  <a:pt x="2102547" y="44904"/>
                  <a:pt x="2099785" y="43616"/>
                </a:cubicBezTo>
                <a:cubicBezTo>
                  <a:pt x="2097022" y="42329"/>
                  <a:pt x="2094192" y="41685"/>
                  <a:pt x="2091295" y="41685"/>
                </a:cubicBezTo>
                <a:cubicBezTo>
                  <a:pt x="2087593" y="41685"/>
                  <a:pt x="2084414" y="42329"/>
                  <a:pt x="2081759" y="43616"/>
                </a:cubicBezTo>
                <a:cubicBezTo>
                  <a:pt x="2079103" y="44904"/>
                  <a:pt x="2076903" y="46929"/>
                  <a:pt x="2075160" y="49692"/>
                </a:cubicBezTo>
                <a:cubicBezTo>
                  <a:pt x="2073416" y="52455"/>
                  <a:pt x="2072129" y="55996"/>
                  <a:pt x="2071297" y="60314"/>
                </a:cubicBezTo>
                <a:cubicBezTo>
                  <a:pt x="2070466" y="64633"/>
                  <a:pt x="2070050" y="69797"/>
                  <a:pt x="2070050" y="75805"/>
                </a:cubicBezTo>
                <a:cubicBezTo>
                  <a:pt x="2070050" y="82082"/>
                  <a:pt x="2070466" y="87353"/>
                  <a:pt x="2071297" y="91618"/>
                </a:cubicBezTo>
                <a:cubicBezTo>
                  <a:pt x="2072129" y="95883"/>
                  <a:pt x="2073403" y="99330"/>
                  <a:pt x="2075120" y="101959"/>
                </a:cubicBezTo>
                <a:cubicBezTo>
                  <a:pt x="2076836" y="104588"/>
                  <a:pt x="2079009" y="106466"/>
                  <a:pt x="2081638" y="107592"/>
                </a:cubicBezTo>
                <a:cubicBezTo>
                  <a:pt x="2084267" y="108719"/>
                  <a:pt x="2087405" y="109282"/>
                  <a:pt x="2091053" y="109282"/>
                </a:cubicBezTo>
                <a:cubicBezTo>
                  <a:pt x="2093950" y="109282"/>
                  <a:pt x="2096780" y="108665"/>
                  <a:pt x="2099543" y="107431"/>
                </a:cubicBezTo>
                <a:cubicBezTo>
                  <a:pt x="2102306" y="106197"/>
                  <a:pt x="2104787" y="104239"/>
                  <a:pt x="2106987" y="101557"/>
                </a:cubicBezTo>
                <a:cubicBezTo>
                  <a:pt x="2109187" y="98874"/>
                  <a:pt x="2110957" y="95414"/>
                  <a:pt x="2112298" y="91176"/>
                </a:cubicBezTo>
                <a:cubicBezTo>
                  <a:pt x="2113639" y="86937"/>
                  <a:pt x="2114310" y="81814"/>
                  <a:pt x="2114310" y="75805"/>
                </a:cubicBezTo>
                <a:close/>
                <a:moveTo>
                  <a:pt x="2151222" y="119422"/>
                </a:moveTo>
                <a:lnTo>
                  <a:pt x="2151222" y="52629"/>
                </a:lnTo>
                <a:cubicBezTo>
                  <a:pt x="2151222" y="50805"/>
                  <a:pt x="2151208" y="48941"/>
                  <a:pt x="2151182" y="47036"/>
                </a:cubicBezTo>
                <a:cubicBezTo>
                  <a:pt x="2151155" y="45132"/>
                  <a:pt x="2151115" y="43294"/>
                  <a:pt x="2151061" y="41524"/>
                </a:cubicBezTo>
                <a:cubicBezTo>
                  <a:pt x="2151007" y="39754"/>
                  <a:pt x="2150954" y="38090"/>
                  <a:pt x="2150900" y="36535"/>
                </a:cubicBezTo>
                <a:cubicBezTo>
                  <a:pt x="2150846" y="34979"/>
                  <a:pt x="2150793" y="33584"/>
                  <a:pt x="2150739" y="32350"/>
                </a:cubicBezTo>
                <a:lnTo>
                  <a:pt x="2164419" y="32350"/>
                </a:lnTo>
                <a:cubicBezTo>
                  <a:pt x="2164473" y="33584"/>
                  <a:pt x="2164540" y="34992"/>
                  <a:pt x="2164621" y="36575"/>
                </a:cubicBezTo>
                <a:cubicBezTo>
                  <a:pt x="2164701" y="38158"/>
                  <a:pt x="2164782" y="39780"/>
                  <a:pt x="2164862" y="41444"/>
                </a:cubicBezTo>
                <a:cubicBezTo>
                  <a:pt x="2164942" y="43107"/>
                  <a:pt x="2164996" y="44703"/>
                  <a:pt x="2165023" y="46232"/>
                </a:cubicBezTo>
                <a:cubicBezTo>
                  <a:pt x="2165050" y="47761"/>
                  <a:pt x="2165063" y="49062"/>
                  <a:pt x="2165063" y="50135"/>
                </a:cubicBezTo>
                <a:lnTo>
                  <a:pt x="2165385" y="50135"/>
                </a:lnTo>
                <a:cubicBezTo>
                  <a:pt x="2166404" y="46808"/>
                  <a:pt x="2167491" y="43925"/>
                  <a:pt x="2168644" y="41484"/>
                </a:cubicBezTo>
                <a:cubicBezTo>
                  <a:pt x="2169798" y="39043"/>
                  <a:pt x="2171152" y="37031"/>
                  <a:pt x="2172708" y="35448"/>
                </a:cubicBezTo>
                <a:cubicBezTo>
                  <a:pt x="2174264" y="33866"/>
                  <a:pt x="2176115" y="32685"/>
                  <a:pt x="2178261" y="31907"/>
                </a:cubicBezTo>
                <a:cubicBezTo>
                  <a:pt x="2180407" y="31130"/>
                  <a:pt x="2183009" y="30741"/>
                  <a:pt x="2186067" y="30741"/>
                </a:cubicBezTo>
                <a:cubicBezTo>
                  <a:pt x="2187247" y="30741"/>
                  <a:pt x="2188373" y="30835"/>
                  <a:pt x="2189446" y="31025"/>
                </a:cubicBezTo>
                <a:cubicBezTo>
                  <a:pt x="2190519" y="31213"/>
                  <a:pt x="2191351" y="31388"/>
                  <a:pt x="2191941" y="31550"/>
                </a:cubicBezTo>
                <a:lnTo>
                  <a:pt x="2191941" y="44904"/>
                </a:lnTo>
                <a:cubicBezTo>
                  <a:pt x="2190975" y="44636"/>
                  <a:pt x="2189849" y="44434"/>
                  <a:pt x="2188561" y="44300"/>
                </a:cubicBezTo>
                <a:cubicBezTo>
                  <a:pt x="2187274" y="44166"/>
                  <a:pt x="2185825" y="44099"/>
                  <a:pt x="2184216" y="44099"/>
                </a:cubicBezTo>
                <a:cubicBezTo>
                  <a:pt x="2180890" y="44099"/>
                  <a:pt x="2178060" y="44849"/>
                  <a:pt x="2175726" y="46350"/>
                </a:cubicBezTo>
                <a:cubicBezTo>
                  <a:pt x="2173392" y="47850"/>
                  <a:pt x="2171488" y="49928"/>
                  <a:pt x="2170012" y="52581"/>
                </a:cubicBezTo>
                <a:cubicBezTo>
                  <a:pt x="2168537" y="55234"/>
                  <a:pt x="2167451" y="58396"/>
                  <a:pt x="2166753" y="62067"/>
                </a:cubicBezTo>
                <a:cubicBezTo>
                  <a:pt x="2166056" y="65737"/>
                  <a:pt x="2165707" y="69742"/>
                  <a:pt x="2165707" y="74083"/>
                </a:cubicBezTo>
                <a:lnTo>
                  <a:pt x="2165707" y="119422"/>
                </a:lnTo>
                <a:lnTo>
                  <a:pt x="2151222" y="119422"/>
                </a:lnTo>
                <a:close/>
                <a:moveTo>
                  <a:pt x="2216886" y="78863"/>
                </a:moveTo>
                <a:cubicBezTo>
                  <a:pt x="2216886" y="83424"/>
                  <a:pt x="2217356" y="87622"/>
                  <a:pt x="2218295" y="91457"/>
                </a:cubicBezTo>
                <a:cubicBezTo>
                  <a:pt x="2219233" y="95293"/>
                  <a:pt x="2220682" y="98593"/>
                  <a:pt x="2222640" y="101356"/>
                </a:cubicBezTo>
                <a:cubicBezTo>
                  <a:pt x="2224598" y="104118"/>
                  <a:pt x="2227106" y="106264"/>
                  <a:pt x="2230164" y="107793"/>
                </a:cubicBezTo>
                <a:cubicBezTo>
                  <a:pt x="2233222" y="109322"/>
                  <a:pt x="2236897" y="110087"/>
                  <a:pt x="2241189" y="110087"/>
                </a:cubicBezTo>
                <a:cubicBezTo>
                  <a:pt x="2247466" y="110087"/>
                  <a:pt x="2252496" y="108826"/>
                  <a:pt x="2256278" y="106305"/>
                </a:cubicBezTo>
                <a:cubicBezTo>
                  <a:pt x="2260060" y="103783"/>
                  <a:pt x="2262622" y="100591"/>
                  <a:pt x="2263963" y="96728"/>
                </a:cubicBezTo>
                <a:lnTo>
                  <a:pt x="2276678" y="100362"/>
                </a:lnTo>
                <a:cubicBezTo>
                  <a:pt x="2275766" y="102785"/>
                  <a:pt x="2274492" y="105221"/>
                  <a:pt x="2272855" y="107670"/>
                </a:cubicBezTo>
                <a:cubicBezTo>
                  <a:pt x="2271219" y="110118"/>
                  <a:pt x="2269033" y="112324"/>
                  <a:pt x="2266297" y="114289"/>
                </a:cubicBezTo>
                <a:cubicBezTo>
                  <a:pt x="2263561" y="116254"/>
                  <a:pt x="2260141" y="117869"/>
                  <a:pt x="2256036" y="119135"/>
                </a:cubicBezTo>
                <a:cubicBezTo>
                  <a:pt x="2251932" y="120399"/>
                  <a:pt x="2246983" y="121031"/>
                  <a:pt x="2241189" y="121031"/>
                </a:cubicBezTo>
                <a:cubicBezTo>
                  <a:pt x="2228314" y="121031"/>
                  <a:pt x="2218509" y="117195"/>
                  <a:pt x="2211776" y="109524"/>
                </a:cubicBezTo>
                <a:cubicBezTo>
                  <a:pt x="2205043" y="101852"/>
                  <a:pt x="2201677" y="90451"/>
                  <a:pt x="2201677" y="75323"/>
                </a:cubicBezTo>
                <a:cubicBezTo>
                  <a:pt x="2201677" y="67168"/>
                  <a:pt x="2202696" y="60261"/>
                  <a:pt x="2204735" y="54601"/>
                </a:cubicBezTo>
                <a:cubicBezTo>
                  <a:pt x="2206774" y="48941"/>
                  <a:pt x="2209563" y="44341"/>
                  <a:pt x="2213104" y="40800"/>
                </a:cubicBezTo>
                <a:cubicBezTo>
                  <a:pt x="2216645" y="37259"/>
                  <a:pt x="2220776" y="34697"/>
                  <a:pt x="2225497" y="33115"/>
                </a:cubicBezTo>
                <a:cubicBezTo>
                  <a:pt x="2230218" y="31532"/>
                  <a:pt x="2235261" y="30741"/>
                  <a:pt x="2240626" y="30741"/>
                </a:cubicBezTo>
                <a:cubicBezTo>
                  <a:pt x="2247922" y="30741"/>
                  <a:pt x="2254025" y="31919"/>
                  <a:pt x="2258933" y="34276"/>
                </a:cubicBezTo>
                <a:cubicBezTo>
                  <a:pt x="2263842" y="36632"/>
                  <a:pt x="2267785" y="39885"/>
                  <a:pt x="2270763" y="44036"/>
                </a:cubicBezTo>
                <a:cubicBezTo>
                  <a:pt x="2273740" y="48187"/>
                  <a:pt x="2275860" y="53075"/>
                  <a:pt x="2277120" y="58700"/>
                </a:cubicBezTo>
                <a:cubicBezTo>
                  <a:pt x="2278381" y="64323"/>
                  <a:pt x="2279011" y="70401"/>
                  <a:pt x="2279011" y="76935"/>
                </a:cubicBezTo>
                <a:lnTo>
                  <a:pt x="2279011" y="78863"/>
                </a:lnTo>
                <a:lnTo>
                  <a:pt x="2216886" y="78863"/>
                </a:lnTo>
                <a:moveTo>
                  <a:pt x="2264043" y="67758"/>
                </a:moveTo>
                <a:cubicBezTo>
                  <a:pt x="2263239" y="58640"/>
                  <a:pt x="2260905" y="51988"/>
                  <a:pt x="2257042" y="47803"/>
                </a:cubicBezTo>
                <a:cubicBezTo>
                  <a:pt x="2253180" y="43617"/>
                  <a:pt x="2247627" y="41524"/>
                  <a:pt x="2240384" y="41524"/>
                </a:cubicBezTo>
                <a:cubicBezTo>
                  <a:pt x="2237970" y="41524"/>
                  <a:pt x="2235435" y="41910"/>
                  <a:pt x="2232780" y="42683"/>
                </a:cubicBezTo>
                <a:cubicBezTo>
                  <a:pt x="2230124" y="43456"/>
                  <a:pt x="2227670" y="44829"/>
                  <a:pt x="2225416" y="46802"/>
                </a:cubicBezTo>
                <a:cubicBezTo>
                  <a:pt x="2223163" y="48776"/>
                  <a:pt x="2221259" y="51456"/>
                  <a:pt x="2219703" y="54842"/>
                </a:cubicBezTo>
                <a:cubicBezTo>
                  <a:pt x="2218147" y="58227"/>
                  <a:pt x="2217262" y="62532"/>
                  <a:pt x="2217047" y="67758"/>
                </a:cubicBezTo>
                <a:lnTo>
                  <a:pt x="2264043" y="67758"/>
                </a:lnTo>
                <a:close/>
                <a:moveTo>
                  <a:pt x="2319624" y="121031"/>
                </a:moveTo>
                <a:cubicBezTo>
                  <a:pt x="2310879" y="121031"/>
                  <a:pt x="2304307" y="118724"/>
                  <a:pt x="2299908" y="114110"/>
                </a:cubicBezTo>
                <a:cubicBezTo>
                  <a:pt x="2295509" y="109497"/>
                  <a:pt x="2293309" y="103166"/>
                  <a:pt x="2293309" y="95119"/>
                </a:cubicBezTo>
                <a:cubicBezTo>
                  <a:pt x="2293309" y="89378"/>
                  <a:pt x="2294396" y="84671"/>
                  <a:pt x="2296568" y="80996"/>
                </a:cubicBezTo>
                <a:cubicBezTo>
                  <a:pt x="2298741" y="77321"/>
                  <a:pt x="2301585" y="74437"/>
                  <a:pt x="2305099" y="72345"/>
                </a:cubicBezTo>
                <a:cubicBezTo>
                  <a:pt x="2308613" y="70253"/>
                  <a:pt x="2312623" y="68804"/>
                  <a:pt x="2317129" y="68000"/>
                </a:cubicBezTo>
                <a:cubicBezTo>
                  <a:pt x="2321636" y="67195"/>
                  <a:pt x="2326223" y="66739"/>
                  <a:pt x="2330890" y="66632"/>
                </a:cubicBezTo>
                <a:lnTo>
                  <a:pt x="2350445" y="66310"/>
                </a:lnTo>
                <a:lnTo>
                  <a:pt x="2350445" y="61577"/>
                </a:lnTo>
                <a:cubicBezTo>
                  <a:pt x="2350445" y="57994"/>
                  <a:pt x="2350069" y="54946"/>
                  <a:pt x="2349318" y="52433"/>
                </a:cubicBezTo>
                <a:cubicBezTo>
                  <a:pt x="2348567" y="49920"/>
                  <a:pt x="2347414" y="47888"/>
                  <a:pt x="2345858" y="46337"/>
                </a:cubicBezTo>
                <a:cubicBezTo>
                  <a:pt x="2344302" y="44786"/>
                  <a:pt x="2342358" y="43651"/>
                  <a:pt x="2340024" y="42930"/>
                </a:cubicBezTo>
                <a:cubicBezTo>
                  <a:pt x="2337690" y="42207"/>
                  <a:pt x="2334941" y="41846"/>
                  <a:pt x="2331775" y="41846"/>
                </a:cubicBezTo>
                <a:cubicBezTo>
                  <a:pt x="2328986" y="41846"/>
                  <a:pt x="2326464" y="42045"/>
                  <a:pt x="2324211" y="42442"/>
                </a:cubicBezTo>
                <a:cubicBezTo>
                  <a:pt x="2321958" y="42839"/>
                  <a:pt x="2319999" y="43555"/>
                  <a:pt x="2318336" y="44589"/>
                </a:cubicBezTo>
                <a:cubicBezTo>
                  <a:pt x="2316673" y="45624"/>
                  <a:pt x="2315332" y="47030"/>
                  <a:pt x="2314313" y="48807"/>
                </a:cubicBezTo>
                <a:cubicBezTo>
                  <a:pt x="2313293" y="50582"/>
                  <a:pt x="2312623" y="52822"/>
                  <a:pt x="2312301" y="55526"/>
                </a:cubicBezTo>
                <a:lnTo>
                  <a:pt x="2297172" y="54163"/>
                </a:lnTo>
                <a:cubicBezTo>
                  <a:pt x="2297708" y="50740"/>
                  <a:pt x="2298728" y="47598"/>
                  <a:pt x="2300230" y="44738"/>
                </a:cubicBezTo>
                <a:cubicBezTo>
                  <a:pt x="2301732" y="41876"/>
                  <a:pt x="2303865" y="39403"/>
                  <a:pt x="2306628" y="37319"/>
                </a:cubicBezTo>
                <a:cubicBezTo>
                  <a:pt x="2309390" y="35234"/>
                  <a:pt x="2312851" y="33616"/>
                  <a:pt x="2317009" y="32466"/>
                </a:cubicBezTo>
                <a:cubicBezTo>
                  <a:pt x="2321166" y="31316"/>
                  <a:pt x="2326196" y="30741"/>
                  <a:pt x="2332097" y="30741"/>
                </a:cubicBezTo>
                <a:cubicBezTo>
                  <a:pt x="2343042" y="30741"/>
                  <a:pt x="2351277" y="33246"/>
                  <a:pt x="2356802" y="38257"/>
                </a:cubicBezTo>
                <a:cubicBezTo>
                  <a:pt x="2362328" y="43268"/>
                  <a:pt x="2365091" y="50517"/>
                  <a:pt x="2365091" y="60003"/>
                </a:cubicBezTo>
                <a:lnTo>
                  <a:pt x="2365091" y="97465"/>
                </a:lnTo>
                <a:cubicBezTo>
                  <a:pt x="2365091" y="101754"/>
                  <a:pt x="2365654" y="104984"/>
                  <a:pt x="2366781" y="107155"/>
                </a:cubicBezTo>
                <a:cubicBezTo>
                  <a:pt x="2367908" y="109324"/>
                  <a:pt x="2370054" y="110409"/>
                  <a:pt x="2373219" y="110409"/>
                </a:cubicBezTo>
                <a:cubicBezTo>
                  <a:pt x="2374024" y="110409"/>
                  <a:pt x="2374828" y="110355"/>
                  <a:pt x="2375633" y="110248"/>
                </a:cubicBezTo>
                <a:cubicBezTo>
                  <a:pt x="2376438" y="110140"/>
                  <a:pt x="2377216" y="110006"/>
                  <a:pt x="2377967" y="109845"/>
                </a:cubicBezTo>
                <a:lnTo>
                  <a:pt x="2377967" y="118929"/>
                </a:lnTo>
                <a:cubicBezTo>
                  <a:pt x="2376143" y="119361"/>
                  <a:pt x="2374332" y="119686"/>
                  <a:pt x="2372535" y="119902"/>
                </a:cubicBezTo>
                <a:cubicBezTo>
                  <a:pt x="2370738" y="120118"/>
                  <a:pt x="2368820" y="120226"/>
                  <a:pt x="2366781" y="120226"/>
                </a:cubicBezTo>
                <a:cubicBezTo>
                  <a:pt x="2364045" y="120226"/>
                  <a:pt x="2361698" y="119863"/>
                  <a:pt x="2359740" y="119135"/>
                </a:cubicBezTo>
                <a:cubicBezTo>
                  <a:pt x="2357781" y="118407"/>
                  <a:pt x="2356185" y="117303"/>
                  <a:pt x="2354952" y="115821"/>
                </a:cubicBezTo>
                <a:cubicBezTo>
                  <a:pt x="2353718" y="114338"/>
                  <a:pt x="2352779" y="112506"/>
                  <a:pt x="2352135" y="110323"/>
                </a:cubicBezTo>
                <a:cubicBezTo>
                  <a:pt x="2351491" y="108140"/>
                  <a:pt x="2351089" y="105594"/>
                  <a:pt x="2350928" y="102683"/>
                </a:cubicBezTo>
                <a:lnTo>
                  <a:pt x="2350445" y="102683"/>
                </a:lnTo>
                <a:cubicBezTo>
                  <a:pt x="2348889" y="105485"/>
                  <a:pt x="2347186" y="108017"/>
                  <a:pt x="2345335" y="110280"/>
                </a:cubicBezTo>
                <a:cubicBezTo>
                  <a:pt x="2343484" y="112544"/>
                  <a:pt x="2341325" y="114470"/>
                  <a:pt x="2338857" y="116059"/>
                </a:cubicBezTo>
                <a:cubicBezTo>
                  <a:pt x="2336389" y="117649"/>
                  <a:pt x="2333586" y="118874"/>
                  <a:pt x="2330448" y="119736"/>
                </a:cubicBezTo>
                <a:cubicBezTo>
                  <a:pt x="2327309" y="120599"/>
                  <a:pt x="2323701" y="121031"/>
                  <a:pt x="2319624" y="121031"/>
                </a:cubicBezTo>
                <a:moveTo>
                  <a:pt x="2322923" y="110087"/>
                </a:moveTo>
                <a:cubicBezTo>
                  <a:pt x="2327537" y="110087"/>
                  <a:pt x="2331574" y="109244"/>
                  <a:pt x="2335034" y="107559"/>
                </a:cubicBezTo>
                <a:cubicBezTo>
                  <a:pt x="2338495" y="105873"/>
                  <a:pt x="2341365" y="103719"/>
                  <a:pt x="2343645" y="101097"/>
                </a:cubicBezTo>
                <a:cubicBezTo>
                  <a:pt x="2345925" y="98473"/>
                  <a:pt x="2347628" y="95609"/>
                  <a:pt x="2348755" y="92506"/>
                </a:cubicBezTo>
                <a:cubicBezTo>
                  <a:pt x="2349882" y="89401"/>
                  <a:pt x="2350445" y="86430"/>
                  <a:pt x="2350445" y="83594"/>
                </a:cubicBezTo>
                <a:lnTo>
                  <a:pt x="2350445" y="76449"/>
                </a:lnTo>
                <a:lnTo>
                  <a:pt x="2334592" y="76771"/>
                </a:lnTo>
                <a:cubicBezTo>
                  <a:pt x="2331051" y="76825"/>
                  <a:pt x="2327685" y="77079"/>
                  <a:pt x="2324493" y="77533"/>
                </a:cubicBezTo>
                <a:cubicBezTo>
                  <a:pt x="2321300" y="77987"/>
                  <a:pt x="2318497" y="78884"/>
                  <a:pt x="2316083" y="80224"/>
                </a:cubicBezTo>
                <a:cubicBezTo>
                  <a:pt x="2313669" y="81562"/>
                  <a:pt x="2311751" y="83435"/>
                  <a:pt x="2310329" y="85844"/>
                </a:cubicBezTo>
                <a:cubicBezTo>
                  <a:pt x="2308908" y="88252"/>
                  <a:pt x="2308197" y="91409"/>
                  <a:pt x="2308197" y="95315"/>
                </a:cubicBezTo>
                <a:cubicBezTo>
                  <a:pt x="2308197" y="100024"/>
                  <a:pt x="2309471" y="103664"/>
                  <a:pt x="2312019" y="106234"/>
                </a:cubicBezTo>
                <a:cubicBezTo>
                  <a:pt x="2314568" y="108803"/>
                  <a:pt x="2318202" y="110087"/>
                  <a:pt x="2322923" y="110087"/>
                </a:cubicBezTo>
                <a:close/>
                <a:moveTo>
                  <a:pt x="2422524" y="118765"/>
                </a:moveTo>
                <a:cubicBezTo>
                  <a:pt x="2420325" y="119359"/>
                  <a:pt x="2418085" y="119831"/>
                  <a:pt x="2415805" y="120181"/>
                </a:cubicBezTo>
                <a:cubicBezTo>
                  <a:pt x="2413525" y="120533"/>
                  <a:pt x="2410883" y="120709"/>
                  <a:pt x="2407878" y="120709"/>
                </a:cubicBezTo>
                <a:cubicBezTo>
                  <a:pt x="2396290" y="120709"/>
                  <a:pt x="2390496" y="114144"/>
                  <a:pt x="2390496" y="101014"/>
                </a:cubicBezTo>
                <a:lnTo>
                  <a:pt x="2390496" y="42972"/>
                </a:lnTo>
                <a:lnTo>
                  <a:pt x="2380437" y="42972"/>
                </a:lnTo>
                <a:lnTo>
                  <a:pt x="2380437" y="32350"/>
                </a:lnTo>
                <a:lnTo>
                  <a:pt x="2391060" y="32350"/>
                </a:lnTo>
                <a:lnTo>
                  <a:pt x="2395325" y="12876"/>
                </a:lnTo>
                <a:lnTo>
                  <a:pt x="2404981" y="12876"/>
                </a:lnTo>
                <a:lnTo>
                  <a:pt x="2404981" y="32350"/>
                </a:lnTo>
                <a:lnTo>
                  <a:pt x="2421076" y="32350"/>
                </a:lnTo>
                <a:lnTo>
                  <a:pt x="2421076" y="42972"/>
                </a:lnTo>
                <a:lnTo>
                  <a:pt x="2404981" y="42972"/>
                </a:lnTo>
                <a:lnTo>
                  <a:pt x="2404981" y="97802"/>
                </a:lnTo>
                <a:cubicBezTo>
                  <a:pt x="2404981" y="101977"/>
                  <a:pt x="2405665" y="104907"/>
                  <a:pt x="2407033" y="106594"/>
                </a:cubicBezTo>
                <a:cubicBezTo>
                  <a:pt x="2408401" y="108279"/>
                  <a:pt x="2410775" y="109121"/>
                  <a:pt x="2414155" y="109121"/>
                </a:cubicBezTo>
                <a:cubicBezTo>
                  <a:pt x="2415550" y="109121"/>
                  <a:pt x="2416905" y="109014"/>
                  <a:pt x="2418219" y="108799"/>
                </a:cubicBezTo>
                <a:cubicBezTo>
                  <a:pt x="2419534" y="108585"/>
                  <a:pt x="2420969" y="108316"/>
                  <a:pt x="2422524" y="107995"/>
                </a:cubicBezTo>
                <a:lnTo>
                  <a:pt x="2422524" y="118765"/>
                </a:lnTo>
                <a:close/>
                <a:moveTo>
                  <a:pt x="2438807" y="119422"/>
                </a:moveTo>
                <a:lnTo>
                  <a:pt x="2438807" y="101718"/>
                </a:lnTo>
                <a:lnTo>
                  <a:pt x="2454499" y="101718"/>
                </a:lnTo>
                <a:lnTo>
                  <a:pt x="2454499" y="119422"/>
                </a:lnTo>
                <a:lnTo>
                  <a:pt x="2438807" y="119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AAFBA7-7AAB-457A-8013-35F5E548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2962" y="1251293"/>
            <a:ext cx="686701" cy="274681"/>
          </a:xfrm>
          <a:custGeom xmlns:a="http://schemas.openxmlformats.org/drawingml/2006/main">
            <a:pathLst>
              <a:path w="686701" h="274681">
                <a:moveTo>
                  <a:pt x="0" y="0"/>
                </a:moveTo>
                <a:lnTo>
                  <a:pt x="549361" y="0"/>
                </a:lnTo>
                <a:cubicBezTo>
                  <a:pt x="640920" y="0"/>
                  <a:pt x="686701" y="45780"/>
                  <a:pt x="686701" y="137340"/>
                </a:cubicBezTo>
                <a:cubicBezTo>
                  <a:pt x="686701" y="228901"/>
                  <a:pt x="640920" y="274681"/>
                  <a:pt x="549361" y="274681"/>
                </a:cubicBezTo>
                <a:lnTo>
                  <a:pt x="0" y="2746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FC620-4C43-4A9F-B7F9-57C3909D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2962" y="1251293"/>
            <a:ext cx="686701" cy="274681"/>
          </a:xfrm>
          <a:custGeom xmlns:a="http://schemas.openxmlformats.org/drawingml/2006/main">
            <a:pathLst>
              <a:path w="686701" h="274681" fill="none">
                <a:moveTo>
                  <a:pt x="0" y="0"/>
                </a:moveTo>
                <a:lnTo>
                  <a:pt x="549361" y="0"/>
                </a:lnTo>
                <a:cubicBezTo>
                  <a:pt x="640920" y="0"/>
                  <a:pt x="686701" y="45780"/>
                  <a:pt x="686701" y="137340"/>
                </a:cubicBezTo>
                <a:cubicBezTo>
                  <a:pt x="686701" y="228901"/>
                  <a:pt x="640920" y="274681"/>
                  <a:pt x="549361" y="274681"/>
                </a:cubicBezTo>
                <a:lnTo>
                  <a:pt x="0" y="2746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82B366"/>
            </a:solidFill>
            <a:miter/>
          </a:ln>
        </p:spPr>
      </p:sp>
      <p:sp>
        <p:nvSpPr>
          <p:cNvPr id="62" name="Text Add">
            <a:extLst xmlns:a="http://schemas.openxmlformats.org/drawingml/2006/main">
              <a:ext uri="{FF2B5EF4-FFF2-40B4-BE49-F238E27FC236}">
                <a16:creationId xmlns:a16="http://schemas.microsoft.com/office/drawing/2014/main" id="{92258909-CBA9-46EC-B077-90ECA347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2985" y="1312474"/>
            <a:ext cx="282276" cy="121031"/>
          </a:xfrm>
          <a:custGeom xmlns:a="http://schemas.openxmlformats.org/drawingml/2006/main">
            <a:pathLst>
              <a:path w="282276" h="121031">
                <a:moveTo>
                  <a:pt x="93590" y="119422"/>
                </a:moveTo>
                <a:lnTo>
                  <a:pt x="80634" y="86267"/>
                </a:lnTo>
                <a:lnTo>
                  <a:pt x="28970" y="86267"/>
                </a:lnTo>
                <a:lnTo>
                  <a:pt x="15934" y="119422"/>
                </a:lnTo>
                <a:lnTo>
                  <a:pt x="0" y="119422"/>
                </a:lnTo>
                <a:lnTo>
                  <a:pt x="46272" y="5955"/>
                </a:lnTo>
                <a:lnTo>
                  <a:pt x="63734" y="5955"/>
                </a:lnTo>
                <a:lnTo>
                  <a:pt x="109282" y="119422"/>
                </a:lnTo>
                <a:lnTo>
                  <a:pt x="93590" y="119422"/>
                </a:lnTo>
                <a:moveTo>
                  <a:pt x="61481" y="36776"/>
                </a:moveTo>
                <a:cubicBezTo>
                  <a:pt x="60623" y="34630"/>
                  <a:pt x="59805" y="32457"/>
                  <a:pt x="59027" y="30258"/>
                </a:cubicBezTo>
                <a:cubicBezTo>
                  <a:pt x="58249" y="28058"/>
                  <a:pt x="57565" y="26060"/>
                  <a:pt x="56975" y="24263"/>
                </a:cubicBezTo>
                <a:cubicBezTo>
                  <a:pt x="56385" y="22465"/>
                  <a:pt x="55888" y="20963"/>
                  <a:pt x="55486" y="19756"/>
                </a:cubicBezTo>
                <a:cubicBezTo>
                  <a:pt x="55084" y="18549"/>
                  <a:pt x="54856" y="17811"/>
                  <a:pt x="54802" y="17543"/>
                </a:cubicBezTo>
                <a:cubicBezTo>
                  <a:pt x="54695" y="17811"/>
                  <a:pt x="54453" y="18562"/>
                  <a:pt x="54078" y="19796"/>
                </a:cubicBezTo>
                <a:cubicBezTo>
                  <a:pt x="53702" y="21030"/>
                  <a:pt x="53206" y="22559"/>
                  <a:pt x="52589" y="24383"/>
                </a:cubicBezTo>
                <a:cubicBezTo>
                  <a:pt x="51972" y="26207"/>
                  <a:pt x="51275" y="28219"/>
                  <a:pt x="50497" y="30419"/>
                </a:cubicBezTo>
                <a:cubicBezTo>
                  <a:pt x="49719" y="32618"/>
                  <a:pt x="48927" y="34791"/>
                  <a:pt x="48123" y="36937"/>
                </a:cubicBezTo>
                <a:lnTo>
                  <a:pt x="33638" y="74196"/>
                </a:lnTo>
                <a:lnTo>
                  <a:pt x="76047" y="74196"/>
                </a:lnTo>
                <a:lnTo>
                  <a:pt x="61481" y="36776"/>
                </a:lnTo>
                <a:close/>
                <a:moveTo>
                  <a:pt x="175674" y="105339"/>
                </a:moveTo>
                <a:cubicBezTo>
                  <a:pt x="172991" y="110947"/>
                  <a:pt x="169437" y="114965"/>
                  <a:pt x="165011" y="117392"/>
                </a:cubicBezTo>
                <a:cubicBezTo>
                  <a:pt x="160585" y="119818"/>
                  <a:pt x="155100" y="121031"/>
                  <a:pt x="148554" y="121031"/>
                </a:cubicBezTo>
                <a:cubicBezTo>
                  <a:pt x="137556" y="121031"/>
                  <a:pt x="129469" y="117329"/>
                  <a:pt x="124292" y="109926"/>
                </a:cubicBezTo>
                <a:cubicBezTo>
                  <a:pt x="119115" y="102522"/>
                  <a:pt x="116526" y="91310"/>
                  <a:pt x="116526" y="76288"/>
                </a:cubicBezTo>
                <a:cubicBezTo>
                  <a:pt x="116526" y="45923"/>
                  <a:pt x="127202" y="30741"/>
                  <a:pt x="148554" y="30741"/>
                </a:cubicBezTo>
                <a:cubicBezTo>
                  <a:pt x="155153" y="30741"/>
                  <a:pt x="160652" y="31954"/>
                  <a:pt x="165051" y="34382"/>
                </a:cubicBezTo>
                <a:cubicBezTo>
                  <a:pt x="169451" y="36808"/>
                  <a:pt x="172991" y="40664"/>
                  <a:pt x="175674" y="45950"/>
                </a:cubicBezTo>
                <a:lnTo>
                  <a:pt x="175835" y="45950"/>
                </a:lnTo>
                <a:cubicBezTo>
                  <a:pt x="175835" y="45412"/>
                  <a:pt x="175821" y="44565"/>
                  <a:pt x="175794" y="43410"/>
                </a:cubicBezTo>
                <a:cubicBezTo>
                  <a:pt x="175768" y="42255"/>
                  <a:pt x="175741" y="41046"/>
                  <a:pt x="175714" y="39784"/>
                </a:cubicBezTo>
                <a:cubicBezTo>
                  <a:pt x="175687" y="38520"/>
                  <a:pt x="175674" y="37323"/>
                  <a:pt x="175674" y="36195"/>
                </a:cubicBezTo>
                <a:cubicBezTo>
                  <a:pt x="175674" y="35067"/>
                  <a:pt x="175674" y="34261"/>
                  <a:pt x="175674" y="33778"/>
                </a:cubicBezTo>
                <a:lnTo>
                  <a:pt x="175674" y="0"/>
                </a:lnTo>
                <a:lnTo>
                  <a:pt x="190159" y="0"/>
                </a:lnTo>
                <a:lnTo>
                  <a:pt x="190159" y="101476"/>
                </a:lnTo>
                <a:cubicBezTo>
                  <a:pt x="190159" y="103569"/>
                  <a:pt x="190172" y="105580"/>
                  <a:pt x="190199" y="107512"/>
                </a:cubicBezTo>
                <a:cubicBezTo>
                  <a:pt x="190226" y="109443"/>
                  <a:pt x="190266" y="111213"/>
                  <a:pt x="190320" y="112823"/>
                </a:cubicBezTo>
                <a:cubicBezTo>
                  <a:pt x="190373" y="114432"/>
                  <a:pt x="190427" y="115814"/>
                  <a:pt x="190481" y="116967"/>
                </a:cubicBezTo>
                <a:cubicBezTo>
                  <a:pt x="190534" y="118121"/>
                  <a:pt x="190588" y="118939"/>
                  <a:pt x="190642" y="119422"/>
                </a:cubicBezTo>
                <a:lnTo>
                  <a:pt x="176800" y="119422"/>
                </a:lnTo>
                <a:cubicBezTo>
                  <a:pt x="176693" y="118882"/>
                  <a:pt x="176599" y="118113"/>
                  <a:pt x="176519" y="117116"/>
                </a:cubicBezTo>
                <a:cubicBezTo>
                  <a:pt x="176438" y="116116"/>
                  <a:pt x="176358" y="114970"/>
                  <a:pt x="176277" y="113675"/>
                </a:cubicBezTo>
                <a:cubicBezTo>
                  <a:pt x="176197" y="112381"/>
                  <a:pt x="176130" y="111019"/>
                  <a:pt x="176076" y="109589"/>
                </a:cubicBezTo>
                <a:cubicBezTo>
                  <a:pt x="176022" y="108159"/>
                  <a:pt x="175996" y="106742"/>
                  <a:pt x="175996" y="105339"/>
                </a:cubicBezTo>
                <a:lnTo>
                  <a:pt x="175674" y="105339"/>
                </a:lnTo>
                <a:moveTo>
                  <a:pt x="131736" y="75805"/>
                </a:moveTo>
                <a:cubicBezTo>
                  <a:pt x="131736" y="81799"/>
                  <a:pt x="132111" y="86937"/>
                  <a:pt x="132862" y="91218"/>
                </a:cubicBezTo>
                <a:cubicBezTo>
                  <a:pt x="133613" y="95500"/>
                  <a:pt x="134820" y="99020"/>
                  <a:pt x="136483" y="101778"/>
                </a:cubicBezTo>
                <a:cubicBezTo>
                  <a:pt x="138147" y="104534"/>
                  <a:pt x="140266" y="106554"/>
                  <a:pt x="142841" y="107839"/>
                </a:cubicBezTo>
                <a:cubicBezTo>
                  <a:pt x="145416" y="109123"/>
                  <a:pt x="148554" y="109765"/>
                  <a:pt x="152256" y="109765"/>
                </a:cubicBezTo>
                <a:cubicBezTo>
                  <a:pt x="156065" y="109765"/>
                  <a:pt x="159432" y="109150"/>
                  <a:pt x="162356" y="107919"/>
                </a:cubicBezTo>
                <a:cubicBezTo>
                  <a:pt x="165279" y="106687"/>
                  <a:pt x="167720" y="104693"/>
                  <a:pt x="169679" y="101936"/>
                </a:cubicBezTo>
                <a:cubicBezTo>
                  <a:pt x="171637" y="99180"/>
                  <a:pt x="173125" y="95582"/>
                  <a:pt x="174145" y="91141"/>
                </a:cubicBezTo>
                <a:cubicBezTo>
                  <a:pt x="175164" y="86698"/>
                  <a:pt x="175674" y="81265"/>
                  <a:pt x="175674" y="74842"/>
                </a:cubicBezTo>
                <a:cubicBezTo>
                  <a:pt x="175674" y="68686"/>
                  <a:pt x="175164" y="63480"/>
                  <a:pt x="174145" y="59225"/>
                </a:cubicBezTo>
                <a:cubicBezTo>
                  <a:pt x="173125" y="54970"/>
                  <a:pt x="171623" y="51532"/>
                  <a:pt x="169638" y="48910"/>
                </a:cubicBezTo>
                <a:cubicBezTo>
                  <a:pt x="167653" y="46288"/>
                  <a:pt x="165226" y="44402"/>
                  <a:pt x="162356" y="43252"/>
                </a:cubicBezTo>
                <a:cubicBezTo>
                  <a:pt x="159485" y="42100"/>
                  <a:pt x="156173" y="41524"/>
                  <a:pt x="152417" y="41524"/>
                </a:cubicBezTo>
                <a:cubicBezTo>
                  <a:pt x="148876" y="41524"/>
                  <a:pt x="145818" y="42140"/>
                  <a:pt x="143243" y="43372"/>
                </a:cubicBezTo>
                <a:cubicBezTo>
                  <a:pt x="140668" y="44603"/>
                  <a:pt x="138522" y="46583"/>
                  <a:pt x="136805" y="49312"/>
                </a:cubicBezTo>
                <a:cubicBezTo>
                  <a:pt x="135089" y="52042"/>
                  <a:pt x="133814" y="55587"/>
                  <a:pt x="132983" y="59950"/>
                </a:cubicBezTo>
                <a:cubicBezTo>
                  <a:pt x="132151" y="64312"/>
                  <a:pt x="131736" y="69597"/>
                  <a:pt x="131736" y="75805"/>
                </a:cubicBezTo>
                <a:close/>
                <a:moveTo>
                  <a:pt x="267308" y="105339"/>
                </a:moveTo>
                <a:cubicBezTo>
                  <a:pt x="264625" y="110947"/>
                  <a:pt x="261071" y="114965"/>
                  <a:pt x="256645" y="117392"/>
                </a:cubicBezTo>
                <a:cubicBezTo>
                  <a:pt x="252219" y="119818"/>
                  <a:pt x="246734" y="121031"/>
                  <a:pt x="240188" y="121031"/>
                </a:cubicBezTo>
                <a:cubicBezTo>
                  <a:pt x="229190" y="121031"/>
                  <a:pt x="221103" y="117329"/>
                  <a:pt x="215926" y="109926"/>
                </a:cubicBezTo>
                <a:cubicBezTo>
                  <a:pt x="210749" y="102522"/>
                  <a:pt x="208160" y="91310"/>
                  <a:pt x="208160" y="76288"/>
                </a:cubicBezTo>
                <a:cubicBezTo>
                  <a:pt x="208160" y="45923"/>
                  <a:pt x="218836" y="30741"/>
                  <a:pt x="240188" y="30741"/>
                </a:cubicBezTo>
                <a:cubicBezTo>
                  <a:pt x="246787" y="30741"/>
                  <a:pt x="252286" y="31954"/>
                  <a:pt x="256685" y="34382"/>
                </a:cubicBezTo>
                <a:cubicBezTo>
                  <a:pt x="261085" y="36808"/>
                  <a:pt x="264625" y="40664"/>
                  <a:pt x="267308" y="45950"/>
                </a:cubicBezTo>
                <a:lnTo>
                  <a:pt x="267469" y="45950"/>
                </a:lnTo>
                <a:cubicBezTo>
                  <a:pt x="267469" y="45412"/>
                  <a:pt x="267455" y="44565"/>
                  <a:pt x="267428" y="43410"/>
                </a:cubicBezTo>
                <a:cubicBezTo>
                  <a:pt x="267402" y="42255"/>
                  <a:pt x="267375" y="41046"/>
                  <a:pt x="267348" y="39784"/>
                </a:cubicBezTo>
                <a:cubicBezTo>
                  <a:pt x="267321" y="38520"/>
                  <a:pt x="267308" y="37323"/>
                  <a:pt x="267308" y="36195"/>
                </a:cubicBezTo>
                <a:cubicBezTo>
                  <a:pt x="267308" y="35067"/>
                  <a:pt x="267308" y="34261"/>
                  <a:pt x="267308" y="33778"/>
                </a:cubicBezTo>
                <a:lnTo>
                  <a:pt x="267308" y="0"/>
                </a:lnTo>
                <a:lnTo>
                  <a:pt x="281793" y="0"/>
                </a:lnTo>
                <a:lnTo>
                  <a:pt x="281793" y="101476"/>
                </a:lnTo>
                <a:cubicBezTo>
                  <a:pt x="281793" y="103569"/>
                  <a:pt x="281806" y="105580"/>
                  <a:pt x="281833" y="107512"/>
                </a:cubicBezTo>
                <a:cubicBezTo>
                  <a:pt x="281860" y="109443"/>
                  <a:pt x="281900" y="111213"/>
                  <a:pt x="281954" y="112823"/>
                </a:cubicBezTo>
                <a:cubicBezTo>
                  <a:pt x="282007" y="114432"/>
                  <a:pt x="282061" y="115814"/>
                  <a:pt x="282115" y="116967"/>
                </a:cubicBezTo>
                <a:cubicBezTo>
                  <a:pt x="282168" y="118121"/>
                  <a:pt x="282222" y="118939"/>
                  <a:pt x="282276" y="119422"/>
                </a:cubicBezTo>
                <a:lnTo>
                  <a:pt x="268434" y="119422"/>
                </a:lnTo>
                <a:cubicBezTo>
                  <a:pt x="268327" y="118882"/>
                  <a:pt x="268233" y="118113"/>
                  <a:pt x="268153" y="117116"/>
                </a:cubicBezTo>
                <a:cubicBezTo>
                  <a:pt x="268072" y="116116"/>
                  <a:pt x="267992" y="114970"/>
                  <a:pt x="267911" y="113675"/>
                </a:cubicBezTo>
                <a:cubicBezTo>
                  <a:pt x="267831" y="112381"/>
                  <a:pt x="267764" y="111019"/>
                  <a:pt x="267710" y="109589"/>
                </a:cubicBezTo>
                <a:cubicBezTo>
                  <a:pt x="267656" y="108159"/>
                  <a:pt x="267630" y="106742"/>
                  <a:pt x="267630" y="105339"/>
                </a:cubicBezTo>
                <a:lnTo>
                  <a:pt x="267308" y="105339"/>
                </a:lnTo>
                <a:moveTo>
                  <a:pt x="223370" y="75805"/>
                </a:moveTo>
                <a:cubicBezTo>
                  <a:pt x="223370" y="81799"/>
                  <a:pt x="223745" y="86937"/>
                  <a:pt x="224496" y="91218"/>
                </a:cubicBezTo>
                <a:cubicBezTo>
                  <a:pt x="225247" y="95500"/>
                  <a:pt x="226454" y="99020"/>
                  <a:pt x="228118" y="101778"/>
                </a:cubicBezTo>
                <a:cubicBezTo>
                  <a:pt x="229781" y="104534"/>
                  <a:pt x="231900" y="106554"/>
                  <a:pt x="234475" y="107839"/>
                </a:cubicBezTo>
                <a:cubicBezTo>
                  <a:pt x="237050" y="109123"/>
                  <a:pt x="240188" y="109765"/>
                  <a:pt x="243890" y="109765"/>
                </a:cubicBezTo>
                <a:cubicBezTo>
                  <a:pt x="247699" y="109765"/>
                  <a:pt x="251066" y="109150"/>
                  <a:pt x="253990" y="107919"/>
                </a:cubicBezTo>
                <a:cubicBezTo>
                  <a:pt x="256913" y="106687"/>
                  <a:pt x="259354" y="104693"/>
                  <a:pt x="261313" y="101936"/>
                </a:cubicBezTo>
                <a:cubicBezTo>
                  <a:pt x="263271" y="99180"/>
                  <a:pt x="264759" y="95582"/>
                  <a:pt x="265779" y="91141"/>
                </a:cubicBezTo>
                <a:cubicBezTo>
                  <a:pt x="266798" y="86698"/>
                  <a:pt x="267308" y="81265"/>
                  <a:pt x="267308" y="74842"/>
                </a:cubicBezTo>
                <a:cubicBezTo>
                  <a:pt x="267308" y="68686"/>
                  <a:pt x="266798" y="63480"/>
                  <a:pt x="265779" y="59225"/>
                </a:cubicBezTo>
                <a:cubicBezTo>
                  <a:pt x="264759" y="54970"/>
                  <a:pt x="263257" y="51532"/>
                  <a:pt x="261272" y="48910"/>
                </a:cubicBezTo>
                <a:cubicBezTo>
                  <a:pt x="259287" y="46288"/>
                  <a:pt x="256860" y="44402"/>
                  <a:pt x="253990" y="43252"/>
                </a:cubicBezTo>
                <a:cubicBezTo>
                  <a:pt x="251119" y="42100"/>
                  <a:pt x="247807" y="41524"/>
                  <a:pt x="244051" y="41524"/>
                </a:cubicBezTo>
                <a:cubicBezTo>
                  <a:pt x="240510" y="41524"/>
                  <a:pt x="237452" y="42140"/>
                  <a:pt x="234877" y="43372"/>
                </a:cubicBezTo>
                <a:cubicBezTo>
                  <a:pt x="232302" y="44603"/>
                  <a:pt x="230156" y="46583"/>
                  <a:pt x="228439" y="49312"/>
                </a:cubicBezTo>
                <a:cubicBezTo>
                  <a:pt x="226723" y="52042"/>
                  <a:pt x="225448" y="55587"/>
                  <a:pt x="224617" y="59950"/>
                </a:cubicBezTo>
                <a:cubicBezTo>
                  <a:pt x="223785" y="64312"/>
                  <a:pt x="223370" y="69597"/>
                  <a:pt x="223370" y="758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14E36-6BE0-4E7E-80FE-4653AD44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484" y="2757229"/>
            <a:ext cx="233479" cy="554168"/>
          </a:xfrm>
          <a:custGeom xmlns:a="http://schemas.openxmlformats.org/drawingml/2006/main">
            <a:pathLst>
              <a:path w="233479" h="554168" fill="none">
                <a:moveTo>
                  <a:pt x="0" y="0"/>
                </a:moveTo>
                <a:lnTo>
                  <a:pt x="233479" y="554168"/>
                </a:ln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D7D86-3738-4CBA-A2A8-79071F84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0814" y="1388633"/>
            <a:ext cx="302149" cy="613224"/>
          </a:xfrm>
          <a:custGeom xmlns:a="http://schemas.openxmlformats.org/drawingml/2006/main">
            <a:pathLst>
              <a:path w="302149" h="613224" fill="none">
                <a:moveTo>
                  <a:pt x="0" y="613224"/>
                </a:moveTo>
                <a:lnTo>
                  <a:pt x="3021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155D1-C2AC-4261-B6CA-A7E78185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421" y="2070528"/>
            <a:ext cx="1236063" cy="686701"/>
          </a:xfrm>
          <a:custGeom xmlns:a="http://schemas.openxmlformats.org/drawingml/2006/main">
            <a:pathLst>
              <a:path w="1236063" h="686701">
                <a:moveTo>
                  <a:pt x="0" y="0"/>
                </a:moveTo>
                <a:lnTo>
                  <a:pt x="1236063" y="0"/>
                </a:lnTo>
                <a:lnTo>
                  <a:pt x="1236063" y="686701"/>
                </a:lnTo>
                <a:lnTo>
                  <a:pt x="0" y="6867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E051D3-9ECF-4136-A8BE-E154FBFE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421" y="2070528"/>
            <a:ext cx="1236063" cy="686701"/>
          </a:xfrm>
          <a:custGeom xmlns:a="http://schemas.openxmlformats.org/drawingml/2006/main">
            <a:pathLst>
              <a:path w="1236063" h="686701" fill="none">
                <a:moveTo>
                  <a:pt x="0" y="0"/>
                </a:moveTo>
                <a:lnTo>
                  <a:pt x="1236063" y="0"/>
                </a:lnTo>
                <a:lnTo>
                  <a:pt x="1236063" y="686701"/>
                </a:lnTo>
                <a:lnTo>
                  <a:pt x="0" y="6867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71216E-680F-4155-AB38-4E714DFF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751" y="2001857"/>
            <a:ext cx="1236063" cy="686701"/>
          </a:xfrm>
          <a:custGeom xmlns:a="http://schemas.openxmlformats.org/drawingml/2006/main">
            <a:pathLst>
              <a:path w="1236063" h="686701">
                <a:moveTo>
                  <a:pt x="0" y="0"/>
                </a:moveTo>
                <a:lnTo>
                  <a:pt x="1236063" y="0"/>
                </a:lnTo>
                <a:lnTo>
                  <a:pt x="1236063" y="686701"/>
                </a:lnTo>
                <a:lnTo>
                  <a:pt x="0" y="6867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28925F-CB9C-4B95-8869-EB486E3D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751" y="2001857"/>
            <a:ext cx="1236063" cy="686701"/>
          </a:xfrm>
          <a:custGeom xmlns:a="http://schemas.openxmlformats.org/drawingml/2006/main">
            <a:pathLst>
              <a:path w="1236063" h="686701" fill="none">
                <a:moveTo>
                  <a:pt x="0" y="0"/>
                </a:moveTo>
                <a:lnTo>
                  <a:pt x="1236063" y="0"/>
                </a:lnTo>
                <a:lnTo>
                  <a:pt x="1236063" y="686701"/>
                </a:lnTo>
                <a:lnTo>
                  <a:pt x="0" y="6867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F6776-35B8-4CF2-B9F3-0C0D65A7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81" y="1933187"/>
            <a:ext cx="1236063" cy="686701"/>
          </a:xfrm>
          <a:custGeom xmlns:a="http://schemas.openxmlformats.org/drawingml/2006/main">
            <a:pathLst>
              <a:path w="1236063" h="686701">
                <a:moveTo>
                  <a:pt x="0" y="0"/>
                </a:moveTo>
                <a:lnTo>
                  <a:pt x="1236063" y="0"/>
                </a:lnTo>
                <a:lnTo>
                  <a:pt x="1236063" y="686701"/>
                </a:lnTo>
                <a:lnTo>
                  <a:pt x="0" y="6867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46484-4178-4B98-BA4C-C0634F11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081" y="1933187"/>
            <a:ext cx="1236063" cy="686701"/>
          </a:xfrm>
          <a:custGeom xmlns:a="http://schemas.openxmlformats.org/drawingml/2006/main">
            <a:pathLst>
              <a:path w="1236063" h="686701" fill="none">
                <a:moveTo>
                  <a:pt x="0" y="0"/>
                </a:moveTo>
                <a:lnTo>
                  <a:pt x="1236063" y="0"/>
                </a:lnTo>
                <a:lnTo>
                  <a:pt x="1236063" y="686701"/>
                </a:lnTo>
                <a:lnTo>
                  <a:pt x="0" y="6867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71" name="Text retrieved">
            <a:extLst xmlns:a="http://schemas.openxmlformats.org/drawingml/2006/main">
              <a:ext uri="{FF2B5EF4-FFF2-40B4-BE49-F238E27FC236}">
                <a16:creationId xmlns:a16="http://schemas.microsoft.com/office/drawing/2014/main" id="{6AF3871E-C498-4401-95C2-89EC57F9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787" y="2026643"/>
            <a:ext cx="619562" cy="121031"/>
          </a:xfrm>
          <a:custGeom xmlns:a="http://schemas.openxmlformats.org/drawingml/2006/main">
            <a:pathLst>
              <a:path w="619562" h="121031">
                <a:moveTo>
                  <a:pt x="483" y="119422"/>
                </a:moveTo>
                <a:lnTo>
                  <a:pt x="483" y="52629"/>
                </a:lnTo>
                <a:cubicBezTo>
                  <a:pt x="483" y="50805"/>
                  <a:pt x="469" y="48941"/>
                  <a:pt x="443" y="47036"/>
                </a:cubicBezTo>
                <a:cubicBezTo>
                  <a:pt x="416" y="45132"/>
                  <a:pt x="376" y="43294"/>
                  <a:pt x="322" y="41524"/>
                </a:cubicBezTo>
                <a:cubicBezTo>
                  <a:pt x="268" y="39754"/>
                  <a:pt x="215" y="38090"/>
                  <a:pt x="161" y="36535"/>
                </a:cubicBezTo>
                <a:cubicBezTo>
                  <a:pt x="107" y="34979"/>
                  <a:pt x="54" y="33584"/>
                  <a:pt x="0" y="32350"/>
                </a:cubicBezTo>
                <a:lnTo>
                  <a:pt x="13680" y="32350"/>
                </a:lnTo>
                <a:cubicBezTo>
                  <a:pt x="13734" y="33584"/>
                  <a:pt x="13801" y="34992"/>
                  <a:pt x="13882" y="36575"/>
                </a:cubicBezTo>
                <a:cubicBezTo>
                  <a:pt x="13962" y="38158"/>
                  <a:pt x="14043" y="39780"/>
                  <a:pt x="14123" y="41444"/>
                </a:cubicBezTo>
                <a:cubicBezTo>
                  <a:pt x="14203" y="43107"/>
                  <a:pt x="14257" y="44703"/>
                  <a:pt x="14284" y="46232"/>
                </a:cubicBezTo>
                <a:cubicBezTo>
                  <a:pt x="14311" y="47761"/>
                  <a:pt x="14324" y="49062"/>
                  <a:pt x="14324" y="50135"/>
                </a:cubicBezTo>
                <a:lnTo>
                  <a:pt x="14646" y="50135"/>
                </a:lnTo>
                <a:cubicBezTo>
                  <a:pt x="15665" y="46808"/>
                  <a:pt x="16752" y="43925"/>
                  <a:pt x="17905" y="41484"/>
                </a:cubicBezTo>
                <a:cubicBezTo>
                  <a:pt x="19059" y="39043"/>
                  <a:pt x="20413" y="37031"/>
                  <a:pt x="21969" y="35448"/>
                </a:cubicBezTo>
                <a:cubicBezTo>
                  <a:pt x="23525" y="33866"/>
                  <a:pt x="25376" y="32685"/>
                  <a:pt x="27522" y="31907"/>
                </a:cubicBezTo>
                <a:cubicBezTo>
                  <a:pt x="29668" y="31130"/>
                  <a:pt x="32270" y="30741"/>
                  <a:pt x="35328" y="30741"/>
                </a:cubicBezTo>
                <a:cubicBezTo>
                  <a:pt x="36508" y="30741"/>
                  <a:pt x="37634" y="30835"/>
                  <a:pt x="38707" y="31025"/>
                </a:cubicBezTo>
                <a:cubicBezTo>
                  <a:pt x="39780" y="31213"/>
                  <a:pt x="40612" y="31388"/>
                  <a:pt x="41202" y="31550"/>
                </a:cubicBezTo>
                <a:lnTo>
                  <a:pt x="41202" y="44904"/>
                </a:lnTo>
                <a:cubicBezTo>
                  <a:pt x="40236" y="44636"/>
                  <a:pt x="39110" y="44434"/>
                  <a:pt x="37822" y="44300"/>
                </a:cubicBezTo>
                <a:cubicBezTo>
                  <a:pt x="36535" y="44166"/>
                  <a:pt x="35086" y="44099"/>
                  <a:pt x="33477" y="44099"/>
                </a:cubicBezTo>
                <a:cubicBezTo>
                  <a:pt x="30150" y="44099"/>
                  <a:pt x="27321" y="44849"/>
                  <a:pt x="24987" y="46350"/>
                </a:cubicBezTo>
                <a:cubicBezTo>
                  <a:pt x="22653" y="47850"/>
                  <a:pt x="20749" y="49928"/>
                  <a:pt x="19273" y="52581"/>
                </a:cubicBezTo>
                <a:cubicBezTo>
                  <a:pt x="17798" y="55234"/>
                  <a:pt x="16712" y="58396"/>
                  <a:pt x="16014" y="62067"/>
                </a:cubicBezTo>
                <a:cubicBezTo>
                  <a:pt x="15317" y="65737"/>
                  <a:pt x="14968" y="69742"/>
                  <a:pt x="14968" y="74083"/>
                </a:cubicBezTo>
                <a:lnTo>
                  <a:pt x="14968" y="119422"/>
                </a:lnTo>
                <a:lnTo>
                  <a:pt x="483" y="119422"/>
                </a:lnTo>
                <a:close/>
                <a:moveTo>
                  <a:pt x="66147" y="78863"/>
                </a:moveTo>
                <a:cubicBezTo>
                  <a:pt x="66147" y="83424"/>
                  <a:pt x="66616" y="87622"/>
                  <a:pt x="67555" y="91457"/>
                </a:cubicBezTo>
                <a:cubicBezTo>
                  <a:pt x="68494" y="95293"/>
                  <a:pt x="69943" y="98593"/>
                  <a:pt x="71901" y="101356"/>
                </a:cubicBezTo>
                <a:cubicBezTo>
                  <a:pt x="73859" y="104118"/>
                  <a:pt x="76367" y="106264"/>
                  <a:pt x="79425" y="107793"/>
                </a:cubicBezTo>
                <a:cubicBezTo>
                  <a:pt x="82483" y="109322"/>
                  <a:pt x="86158" y="110087"/>
                  <a:pt x="90450" y="110087"/>
                </a:cubicBezTo>
                <a:cubicBezTo>
                  <a:pt x="96727" y="110087"/>
                  <a:pt x="101756" y="108826"/>
                  <a:pt x="105539" y="106305"/>
                </a:cubicBezTo>
                <a:cubicBezTo>
                  <a:pt x="109321" y="103783"/>
                  <a:pt x="111882" y="100591"/>
                  <a:pt x="113224" y="96728"/>
                </a:cubicBezTo>
                <a:lnTo>
                  <a:pt x="125938" y="100362"/>
                </a:lnTo>
                <a:cubicBezTo>
                  <a:pt x="125026" y="102785"/>
                  <a:pt x="123752" y="105221"/>
                  <a:pt x="122116" y="107670"/>
                </a:cubicBezTo>
                <a:cubicBezTo>
                  <a:pt x="120480" y="110118"/>
                  <a:pt x="118293" y="112324"/>
                  <a:pt x="115557" y="114289"/>
                </a:cubicBezTo>
                <a:cubicBezTo>
                  <a:pt x="112821" y="116254"/>
                  <a:pt x="109401" y="117869"/>
                  <a:pt x="105297" y="119135"/>
                </a:cubicBezTo>
                <a:cubicBezTo>
                  <a:pt x="101193" y="120399"/>
                  <a:pt x="96244" y="121031"/>
                  <a:pt x="90450" y="121031"/>
                </a:cubicBezTo>
                <a:cubicBezTo>
                  <a:pt x="77574" y="121031"/>
                  <a:pt x="67770" y="117195"/>
                  <a:pt x="61037" y="109524"/>
                </a:cubicBezTo>
                <a:cubicBezTo>
                  <a:pt x="54304" y="101852"/>
                  <a:pt x="50938" y="90451"/>
                  <a:pt x="50938" y="75323"/>
                </a:cubicBezTo>
                <a:cubicBezTo>
                  <a:pt x="50938" y="67168"/>
                  <a:pt x="51957" y="60261"/>
                  <a:pt x="53996" y="54601"/>
                </a:cubicBezTo>
                <a:cubicBezTo>
                  <a:pt x="56034" y="48941"/>
                  <a:pt x="58824" y="44341"/>
                  <a:pt x="62365" y="40800"/>
                </a:cubicBezTo>
                <a:cubicBezTo>
                  <a:pt x="65906" y="37259"/>
                  <a:pt x="70037" y="34697"/>
                  <a:pt x="74758" y="33115"/>
                </a:cubicBezTo>
                <a:cubicBezTo>
                  <a:pt x="79479" y="31532"/>
                  <a:pt x="84522" y="30741"/>
                  <a:pt x="89887" y="30741"/>
                </a:cubicBezTo>
                <a:cubicBezTo>
                  <a:pt x="97183" y="30741"/>
                  <a:pt x="103285" y="31919"/>
                  <a:pt x="108194" y="34276"/>
                </a:cubicBezTo>
                <a:cubicBezTo>
                  <a:pt x="113103" y="36632"/>
                  <a:pt x="117046" y="39885"/>
                  <a:pt x="120024" y="44036"/>
                </a:cubicBezTo>
                <a:cubicBezTo>
                  <a:pt x="123001" y="48187"/>
                  <a:pt x="125120" y="53075"/>
                  <a:pt x="126381" y="58700"/>
                </a:cubicBezTo>
                <a:cubicBezTo>
                  <a:pt x="127642" y="64323"/>
                  <a:pt x="128272" y="70401"/>
                  <a:pt x="128272" y="76935"/>
                </a:cubicBezTo>
                <a:lnTo>
                  <a:pt x="128272" y="78863"/>
                </a:lnTo>
                <a:lnTo>
                  <a:pt x="66147" y="78863"/>
                </a:lnTo>
                <a:moveTo>
                  <a:pt x="113304" y="67758"/>
                </a:moveTo>
                <a:cubicBezTo>
                  <a:pt x="112499" y="58640"/>
                  <a:pt x="110166" y="51988"/>
                  <a:pt x="106303" y="47803"/>
                </a:cubicBezTo>
                <a:cubicBezTo>
                  <a:pt x="102440" y="43617"/>
                  <a:pt x="96888" y="41524"/>
                  <a:pt x="89645" y="41524"/>
                </a:cubicBezTo>
                <a:cubicBezTo>
                  <a:pt x="87231" y="41524"/>
                  <a:pt x="84696" y="41910"/>
                  <a:pt x="82040" y="42683"/>
                </a:cubicBezTo>
                <a:cubicBezTo>
                  <a:pt x="79385" y="43456"/>
                  <a:pt x="76930" y="44829"/>
                  <a:pt x="74677" y="46802"/>
                </a:cubicBezTo>
                <a:cubicBezTo>
                  <a:pt x="72424" y="48776"/>
                  <a:pt x="70519" y="51456"/>
                  <a:pt x="68964" y="54842"/>
                </a:cubicBezTo>
                <a:cubicBezTo>
                  <a:pt x="67408" y="58227"/>
                  <a:pt x="66523" y="62532"/>
                  <a:pt x="66308" y="67758"/>
                </a:cubicBezTo>
                <a:lnTo>
                  <a:pt x="113304" y="67758"/>
                </a:lnTo>
                <a:close/>
                <a:moveTo>
                  <a:pt x="180153" y="118765"/>
                </a:moveTo>
                <a:cubicBezTo>
                  <a:pt x="177953" y="119359"/>
                  <a:pt x="175713" y="119831"/>
                  <a:pt x="173433" y="120181"/>
                </a:cubicBezTo>
                <a:cubicBezTo>
                  <a:pt x="171153" y="120533"/>
                  <a:pt x="168511" y="120709"/>
                  <a:pt x="165506" y="120709"/>
                </a:cubicBezTo>
                <a:cubicBezTo>
                  <a:pt x="153918" y="120709"/>
                  <a:pt x="148124" y="114144"/>
                  <a:pt x="148124" y="101014"/>
                </a:cubicBezTo>
                <a:lnTo>
                  <a:pt x="148124" y="42972"/>
                </a:lnTo>
                <a:lnTo>
                  <a:pt x="138065" y="42972"/>
                </a:lnTo>
                <a:lnTo>
                  <a:pt x="138065" y="32350"/>
                </a:lnTo>
                <a:lnTo>
                  <a:pt x="148688" y="32350"/>
                </a:lnTo>
                <a:lnTo>
                  <a:pt x="152953" y="12876"/>
                </a:lnTo>
                <a:lnTo>
                  <a:pt x="162609" y="12876"/>
                </a:lnTo>
                <a:lnTo>
                  <a:pt x="162609" y="32350"/>
                </a:lnTo>
                <a:lnTo>
                  <a:pt x="178704" y="32350"/>
                </a:lnTo>
                <a:lnTo>
                  <a:pt x="178704" y="42972"/>
                </a:lnTo>
                <a:lnTo>
                  <a:pt x="162609" y="42972"/>
                </a:lnTo>
                <a:lnTo>
                  <a:pt x="162609" y="97802"/>
                </a:lnTo>
                <a:cubicBezTo>
                  <a:pt x="162609" y="101977"/>
                  <a:pt x="163293" y="104907"/>
                  <a:pt x="164662" y="106594"/>
                </a:cubicBezTo>
                <a:cubicBezTo>
                  <a:pt x="166030" y="108279"/>
                  <a:pt x="168403" y="109121"/>
                  <a:pt x="171783" y="109121"/>
                </a:cubicBezTo>
                <a:cubicBezTo>
                  <a:pt x="173178" y="109121"/>
                  <a:pt x="174533" y="109014"/>
                  <a:pt x="175847" y="108799"/>
                </a:cubicBezTo>
                <a:cubicBezTo>
                  <a:pt x="177162" y="108585"/>
                  <a:pt x="178597" y="108316"/>
                  <a:pt x="180153" y="107995"/>
                </a:cubicBezTo>
                <a:lnTo>
                  <a:pt x="180153" y="118765"/>
                </a:lnTo>
                <a:close/>
                <a:moveTo>
                  <a:pt x="192814" y="119422"/>
                </a:moveTo>
                <a:lnTo>
                  <a:pt x="192814" y="52629"/>
                </a:lnTo>
                <a:cubicBezTo>
                  <a:pt x="192814" y="50805"/>
                  <a:pt x="192800" y="48941"/>
                  <a:pt x="192773" y="47036"/>
                </a:cubicBezTo>
                <a:cubicBezTo>
                  <a:pt x="192747" y="45132"/>
                  <a:pt x="192706" y="43294"/>
                  <a:pt x="192653" y="41524"/>
                </a:cubicBezTo>
                <a:cubicBezTo>
                  <a:pt x="192599" y="39754"/>
                  <a:pt x="192545" y="38090"/>
                  <a:pt x="192492" y="36535"/>
                </a:cubicBezTo>
                <a:cubicBezTo>
                  <a:pt x="192438" y="34979"/>
                  <a:pt x="192385" y="33584"/>
                  <a:pt x="192331" y="32350"/>
                </a:cubicBezTo>
                <a:lnTo>
                  <a:pt x="206011" y="32350"/>
                </a:lnTo>
                <a:cubicBezTo>
                  <a:pt x="206065" y="33584"/>
                  <a:pt x="206132" y="34992"/>
                  <a:pt x="206212" y="36575"/>
                </a:cubicBezTo>
                <a:cubicBezTo>
                  <a:pt x="206293" y="38158"/>
                  <a:pt x="206373" y="39780"/>
                  <a:pt x="206454" y="41444"/>
                </a:cubicBezTo>
                <a:cubicBezTo>
                  <a:pt x="206534" y="43107"/>
                  <a:pt x="206588" y="44703"/>
                  <a:pt x="206615" y="46232"/>
                </a:cubicBezTo>
                <a:cubicBezTo>
                  <a:pt x="206642" y="47761"/>
                  <a:pt x="206655" y="49062"/>
                  <a:pt x="206655" y="50135"/>
                </a:cubicBezTo>
                <a:lnTo>
                  <a:pt x="206977" y="50135"/>
                </a:lnTo>
                <a:cubicBezTo>
                  <a:pt x="207996" y="46808"/>
                  <a:pt x="209083" y="43925"/>
                  <a:pt x="210236" y="41484"/>
                </a:cubicBezTo>
                <a:cubicBezTo>
                  <a:pt x="211390" y="39043"/>
                  <a:pt x="212744" y="37031"/>
                  <a:pt x="214300" y="35448"/>
                </a:cubicBezTo>
                <a:cubicBezTo>
                  <a:pt x="215856" y="33866"/>
                  <a:pt x="217707" y="32685"/>
                  <a:pt x="219853" y="31907"/>
                </a:cubicBezTo>
                <a:cubicBezTo>
                  <a:pt x="221999" y="31130"/>
                  <a:pt x="224601" y="30741"/>
                  <a:pt x="227658" y="30741"/>
                </a:cubicBezTo>
                <a:cubicBezTo>
                  <a:pt x="228839" y="30741"/>
                  <a:pt x="229965" y="30835"/>
                  <a:pt x="231038" y="31025"/>
                </a:cubicBezTo>
                <a:cubicBezTo>
                  <a:pt x="232111" y="31213"/>
                  <a:pt x="232943" y="31388"/>
                  <a:pt x="233533" y="31550"/>
                </a:cubicBezTo>
                <a:lnTo>
                  <a:pt x="233533" y="44904"/>
                </a:lnTo>
                <a:cubicBezTo>
                  <a:pt x="232567" y="44636"/>
                  <a:pt x="231441" y="44434"/>
                  <a:pt x="230153" y="44300"/>
                </a:cubicBezTo>
                <a:cubicBezTo>
                  <a:pt x="228866" y="44166"/>
                  <a:pt x="227417" y="44099"/>
                  <a:pt x="225808" y="44099"/>
                </a:cubicBezTo>
                <a:cubicBezTo>
                  <a:pt x="222481" y="44099"/>
                  <a:pt x="219651" y="44849"/>
                  <a:pt x="217318" y="46350"/>
                </a:cubicBezTo>
                <a:cubicBezTo>
                  <a:pt x="214984" y="47850"/>
                  <a:pt x="213079" y="49928"/>
                  <a:pt x="211604" y="52581"/>
                </a:cubicBezTo>
                <a:cubicBezTo>
                  <a:pt x="210129" y="55234"/>
                  <a:pt x="209042" y="58396"/>
                  <a:pt x="208345" y="62067"/>
                </a:cubicBezTo>
                <a:cubicBezTo>
                  <a:pt x="207648" y="65737"/>
                  <a:pt x="207299" y="69742"/>
                  <a:pt x="207299" y="74083"/>
                </a:cubicBezTo>
                <a:lnTo>
                  <a:pt x="207299" y="119422"/>
                </a:lnTo>
                <a:lnTo>
                  <a:pt x="192814" y="119422"/>
                </a:lnTo>
                <a:close/>
                <a:moveTo>
                  <a:pt x="247292" y="13841"/>
                </a:moveTo>
                <a:lnTo>
                  <a:pt x="247292" y="0"/>
                </a:lnTo>
                <a:lnTo>
                  <a:pt x="261777" y="0"/>
                </a:lnTo>
                <a:lnTo>
                  <a:pt x="261777" y="13841"/>
                </a:lnTo>
                <a:lnTo>
                  <a:pt x="247292" y="13841"/>
                </a:lnTo>
                <a:moveTo>
                  <a:pt x="247292" y="119422"/>
                </a:moveTo>
                <a:lnTo>
                  <a:pt x="247292" y="32350"/>
                </a:lnTo>
                <a:lnTo>
                  <a:pt x="261777" y="32350"/>
                </a:lnTo>
                <a:lnTo>
                  <a:pt x="261777" y="119422"/>
                </a:lnTo>
                <a:lnTo>
                  <a:pt x="247292" y="119422"/>
                </a:lnTo>
                <a:close/>
                <a:moveTo>
                  <a:pt x="295065" y="78863"/>
                </a:moveTo>
                <a:cubicBezTo>
                  <a:pt x="295065" y="83424"/>
                  <a:pt x="295534" y="87622"/>
                  <a:pt x="296473" y="91457"/>
                </a:cubicBezTo>
                <a:cubicBezTo>
                  <a:pt x="297412" y="95293"/>
                  <a:pt x="298860" y="98593"/>
                  <a:pt x="300819" y="101356"/>
                </a:cubicBezTo>
                <a:cubicBezTo>
                  <a:pt x="302777" y="104118"/>
                  <a:pt x="305285" y="106264"/>
                  <a:pt x="308343" y="107793"/>
                </a:cubicBezTo>
                <a:cubicBezTo>
                  <a:pt x="311401" y="109322"/>
                  <a:pt x="315076" y="110087"/>
                  <a:pt x="319368" y="110087"/>
                </a:cubicBezTo>
                <a:cubicBezTo>
                  <a:pt x="325644" y="110087"/>
                  <a:pt x="330674" y="108826"/>
                  <a:pt x="334456" y="106305"/>
                </a:cubicBezTo>
                <a:cubicBezTo>
                  <a:pt x="338238" y="103783"/>
                  <a:pt x="340800" y="100591"/>
                  <a:pt x="342141" y="96728"/>
                </a:cubicBezTo>
                <a:lnTo>
                  <a:pt x="354856" y="100362"/>
                </a:lnTo>
                <a:cubicBezTo>
                  <a:pt x="353944" y="102785"/>
                  <a:pt x="352670" y="105221"/>
                  <a:pt x="351034" y="107670"/>
                </a:cubicBezTo>
                <a:cubicBezTo>
                  <a:pt x="349397" y="110118"/>
                  <a:pt x="347211" y="112324"/>
                  <a:pt x="344475" y="114289"/>
                </a:cubicBezTo>
                <a:cubicBezTo>
                  <a:pt x="341739" y="116254"/>
                  <a:pt x="338319" y="117869"/>
                  <a:pt x="334215" y="119135"/>
                </a:cubicBezTo>
                <a:cubicBezTo>
                  <a:pt x="330111" y="120399"/>
                  <a:pt x="325162" y="121031"/>
                  <a:pt x="319368" y="121031"/>
                </a:cubicBezTo>
                <a:cubicBezTo>
                  <a:pt x="306492" y="121031"/>
                  <a:pt x="296688" y="117195"/>
                  <a:pt x="289955" y="109524"/>
                </a:cubicBezTo>
                <a:cubicBezTo>
                  <a:pt x="283222" y="101852"/>
                  <a:pt x="279855" y="90451"/>
                  <a:pt x="279855" y="75323"/>
                </a:cubicBezTo>
                <a:cubicBezTo>
                  <a:pt x="279855" y="67168"/>
                  <a:pt x="280875" y="60261"/>
                  <a:pt x="282913" y="54601"/>
                </a:cubicBezTo>
                <a:cubicBezTo>
                  <a:pt x="284952" y="48941"/>
                  <a:pt x="287742" y="44341"/>
                  <a:pt x="291283" y="40800"/>
                </a:cubicBezTo>
                <a:cubicBezTo>
                  <a:pt x="294823" y="37259"/>
                  <a:pt x="298954" y="34697"/>
                  <a:pt x="303675" y="33115"/>
                </a:cubicBezTo>
                <a:cubicBezTo>
                  <a:pt x="308396" y="31532"/>
                  <a:pt x="313439" y="30741"/>
                  <a:pt x="318804" y="30741"/>
                </a:cubicBezTo>
                <a:cubicBezTo>
                  <a:pt x="326101" y="30741"/>
                  <a:pt x="332203" y="31919"/>
                  <a:pt x="337112" y="34276"/>
                </a:cubicBezTo>
                <a:cubicBezTo>
                  <a:pt x="342021" y="36632"/>
                  <a:pt x="345964" y="39885"/>
                  <a:pt x="348941" y="44036"/>
                </a:cubicBezTo>
                <a:cubicBezTo>
                  <a:pt x="351919" y="48187"/>
                  <a:pt x="354038" y="53075"/>
                  <a:pt x="355299" y="58700"/>
                </a:cubicBezTo>
                <a:cubicBezTo>
                  <a:pt x="356559" y="64323"/>
                  <a:pt x="357190" y="70401"/>
                  <a:pt x="357190" y="76935"/>
                </a:cubicBezTo>
                <a:lnTo>
                  <a:pt x="357190" y="78863"/>
                </a:lnTo>
                <a:lnTo>
                  <a:pt x="295065" y="78863"/>
                </a:lnTo>
                <a:moveTo>
                  <a:pt x="342222" y="67758"/>
                </a:moveTo>
                <a:cubicBezTo>
                  <a:pt x="341417" y="58640"/>
                  <a:pt x="339083" y="51988"/>
                  <a:pt x="335221" y="47803"/>
                </a:cubicBezTo>
                <a:cubicBezTo>
                  <a:pt x="331358" y="43617"/>
                  <a:pt x="325805" y="41524"/>
                  <a:pt x="318563" y="41524"/>
                </a:cubicBezTo>
                <a:cubicBezTo>
                  <a:pt x="316149" y="41524"/>
                  <a:pt x="313614" y="41910"/>
                  <a:pt x="310958" y="42683"/>
                </a:cubicBezTo>
                <a:cubicBezTo>
                  <a:pt x="308303" y="43456"/>
                  <a:pt x="305848" y="44829"/>
                  <a:pt x="303595" y="46802"/>
                </a:cubicBezTo>
                <a:cubicBezTo>
                  <a:pt x="301342" y="48776"/>
                  <a:pt x="299437" y="51456"/>
                  <a:pt x="297881" y="54842"/>
                </a:cubicBezTo>
                <a:cubicBezTo>
                  <a:pt x="296326" y="58227"/>
                  <a:pt x="295440" y="62532"/>
                  <a:pt x="295226" y="67758"/>
                </a:cubicBezTo>
                <a:lnTo>
                  <a:pt x="342222" y="67758"/>
                </a:lnTo>
                <a:close/>
                <a:moveTo>
                  <a:pt x="413818" y="119422"/>
                </a:moveTo>
                <a:lnTo>
                  <a:pt x="396678" y="119422"/>
                </a:lnTo>
                <a:lnTo>
                  <a:pt x="365052" y="32350"/>
                </a:lnTo>
                <a:lnTo>
                  <a:pt x="380503" y="32350"/>
                </a:lnTo>
                <a:lnTo>
                  <a:pt x="399655" y="89003"/>
                </a:lnTo>
                <a:cubicBezTo>
                  <a:pt x="400031" y="90183"/>
                  <a:pt x="400473" y="91618"/>
                  <a:pt x="400983" y="93308"/>
                </a:cubicBezTo>
                <a:cubicBezTo>
                  <a:pt x="401493" y="94998"/>
                  <a:pt x="402016" y="96755"/>
                  <a:pt x="402552" y="98579"/>
                </a:cubicBezTo>
                <a:cubicBezTo>
                  <a:pt x="403089" y="100403"/>
                  <a:pt x="403585" y="102160"/>
                  <a:pt x="404041" y="103850"/>
                </a:cubicBezTo>
                <a:cubicBezTo>
                  <a:pt x="404497" y="105540"/>
                  <a:pt x="404886" y="106948"/>
                  <a:pt x="405208" y="108075"/>
                </a:cubicBezTo>
                <a:cubicBezTo>
                  <a:pt x="405530" y="106948"/>
                  <a:pt x="405946" y="105540"/>
                  <a:pt x="406455" y="103850"/>
                </a:cubicBezTo>
                <a:cubicBezTo>
                  <a:pt x="406965" y="102160"/>
                  <a:pt x="407488" y="100430"/>
                  <a:pt x="408024" y="98660"/>
                </a:cubicBezTo>
                <a:cubicBezTo>
                  <a:pt x="408561" y="96889"/>
                  <a:pt x="409111" y="95159"/>
                  <a:pt x="409674" y="93469"/>
                </a:cubicBezTo>
                <a:cubicBezTo>
                  <a:pt x="410237" y="91779"/>
                  <a:pt x="410734" y="90344"/>
                  <a:pt x="411163" y="89164"/>
                </a:cubicBezTo>
                <a:lnTo>
                  <a:pt x="430959" y="32350"/>
                </a:lnTo>
                <a:lnTo>
                  <a:pt x="446329" y="32350"/>
                </a:lnTo>
                <a:lnTo>
                  <a:pt x="413818" y="119422"/>
                </a:lnTo>
                <a:close/>
                <a:moveTo>
                  <a:pt x="469104" y="78863"/>
                </a:moveTo>
                <a:cubicBezTo>
                  <a:pt x="469104" y="83424"/>
                  <a:pt x="469573" y="87622"/>
                  <a:pt x="470512" y="91457"/>
                </a:cubicBezTo>
                <a:cubicBezTo>
                  <a:pt x="471451" y="95293"/>
                  <a:pt x="472899" y="98593"/>
                  <a:pt x="474858" y="101356"/>
                </a:cubicBezTo>
                <a:cubicBezTo>
                  <a:pt x="476816" y="104118"/>
                  <a:pt x="479324" y="106264"/>
                  <a:pt x="482382" y="107793"/>
                </a:cubicBezTo>
                <a:cubicBezTo>
                  <a:pt x="485440" y="109322"/>
                  <a:pt x="489115" y="110087"/>
                  <a:pt x="493407" y="110087"/>
                </a:cubicBezTo>
                <a:cubicBezTo>
                  <a:pt x="499683" y="110087"/>
                  <a:pt x="504713" y="108826"/>
                  <a:pt x="508495" y="106305"/>
                </a:cubicBezTo>
                <a:cubicBezTo>
                  <a:pt x="512277" y="103783"/>
                  <a:pt x="514839" y="100591"/>
                  <a:pt x="516180" y="96728"/>
                </a:cubicBezTo>
                <a:lnTo>
                  <a:pt x="528895" y="100362"/>
                </a:lnTo>
                <a:cubicBezTo>
                  <a:pt x="527983" y="102785"/>
                  <a:pt x="526709" y="105221"/>
                  <a:pt x="525073" y="107670"/>
                </a:cubicBezTo>
                <a:cubicBezTo>
                  <a:pt x="523436" y="110118"/>
                  <a:pt x="521250" y="112324"/>
                  <a:pt x="518514" y="114289"/>
                </a:cubicBezTo>
                <a:cubicBezTo>
                  <a:pt x="515778" y="116254"/>
                  <a:pt x="512358" y="117869"/>
                  <a:pt x="508254" y="119135"/>
                </a:cubicBezTo>
                <a:cubicBezTo>
                  <a:pt x="504150" y="120399"/>
                  <a:pt x="499201" y="121031"/>
                  <a:pt x="493407" y="121031"/>
                </a:cubicBezTo>
                <a:cubicBezTo>
                  <a:pt x="480531" y="121031"/>
                  <a:pt x="470727" y="117195"/>
                  <a:pt x="463994" y="109524"/>
                </a:cubicBezTo>
                <a:cubicBezTo>
                  <a:pt x="457261" y="101852"/>
                  <a:pt x="453894" y="90451"/>
                  <a:pt x="453894" y="75323"/>
                </a:cubicBezTo>
                <a:cubicBezTo>
                  <a:pt x="453894" y="67168"/>
                  <a:pt x="454914" y="60261"/>
                  <a:pt x="456952" y="54601"/>
                </a:cubicBezTo>
                <a:cubicBezTo>
                  <a:pt x="458991" y="48941"/>
                  <a:pt x="461781" y="44341"/>
                  <a:pt x="465321" y="40800"/>
                </a:cubicBezTo>
                <a:cubicBezTo>
                  <a:pt x="468862" y="37259"/>
                  <a:pt x="472993" y="34697"/>
                  <a:pt x="477714" y="33115"/>
                </a:cubicBezTo>
                <a:cubicBezTo>
                  <a:pt x="482435" y="31532"/>
                  <a:pt x="487478" y="30741"/>
                  <a:pt x="492843" y="30741"/>
                </a:cubicBezTo>
                <a:cubicBezTo>
                  <a:pt x="500139" y="30741"/>
                  <a:pt x="506242" y="31919"/>
                  <a:pt x="511151" y="34276"/>
                </a:cubicBezTo>
                <a:cubicBezTo>
                  <a:pt x="516060" y="36632"/>
                  <a:pt x="520003" y="39885"/>
                  <a:pt x="522980" y="44036"/>
                </a:cubicBezTo>
                <a:cubicBezTo>
                  <a:pt x="525958" y="48187"/>
                  <a:pt x="528077" y="53075"/>
                  <a:pt x="529338" y="58700"/>
                </a:cubicBezTo>
                <a:cubicBezTo>
                  <a:pt x="530598" y="64323"/>
                  <a:pt x="531229" y="70401"/>
                  <a:pt x="531229" y="76935"/>
                </a:cubicBezTo>
                <a:lnTo>
                  <a:pt x="531229" y="78863"/>
                </a:lnTo>
                <a:lnTo>
                  <a:pt x="469104" y="78863"/>
                </a:lnTo>
                <a:moveTo>
                  <a:pt x="516261" y="67758"/>
                </a:moveTo>
                <a:cubicBezTo>
                  <a:pt x="515456" y="58640"/>
                  <a:pt x="513122" y="51988"/>
                  <a:pt x="509260" y="47803"/>
                </a:cubicBezTo>
                <a:cubicBezTo>
                  <a:pt x="505397" y="43617"/>
                  <a:pt x="499844" y="41524"/>
                  <a:pt x="492602" y="41524"/>
                </a:cubicBezTo>
                <a:cubicBezTo>
                  <a:pt x="490188" y="41524"/>
                  <a:pt x="487653" y="41910"/>
                  <a:pt x="484997" y="42683"/>
                </a:cubicBezTo>
                <a:cubicBezTo>
                  <a:pt x="482341" y="43456"/>
                  <a:pt x="479887" y="44829"/>
                  <a:pt x="477634" y="46802"/>
                </a:cubicBezTo>
                <a:cubicBezTo>
                  <a:pt x="475381" y="48776"/>
                  <a:pt x="473476" y="51456"/>
                  <a:pt x="471920" y="54842"/>
                </a:cubicBezTo>
                <a:cubicBezTo>
                  <a:pt x="470364" y="58227"/>
                  <a:pt x="469479" y="62532"/>
                  <a:pt x="469265" y="67758"/>
                </a:cubicBezTo>
                <a:lnTo>
                  <a:pt x="516261" y="67758"/>
                </a:lnTo>
                <a:close/>
                <a:moveTo>
                  <a:pt x="604594" y="105339"/>
                </a:moveTo>
                <a:cubicBezTo>
                  <a:pt x="601912" y="110947"/>
                  <a:pt x="598358" y="114965"/>
                  <a:pt x="593932" y="117392"/>
                </a:cubicBezTo>
                <a:cubicBezTo>
                  <a:pt x="589506" y="119818"/>
                  <a:pt x="584020" y="121031"/>
                  <a:pt x="577475" y="121031"/>
                </a:cubicBezTo>
                <a:cubicBezTo>
                  <a:pt x="566477" y="121031"/>
                  <a:pt x="558389" y="117329"/>
                  <a:pt x="553212" y="109926"/>
                </a:cubicBezTo>
                <a:cubicBezTo>
                  <a:pt x="548035" y="102522"/>
                  <a:pt x="545447" y="91310"/>
                  <a:pt x="545447" y="76288"/>
                </a:cubicBezTo>
                <a:cubicBezTo>
                  <a:pt x="545447" y="45923"/>
                  <a:pt x="556123" y="30741"/>
                  <a:pt x="577475" y="30741"/>
                </a:cubicBezTo>
                <a:cubicBezTo>
                  <a:pt x="584074" y="30741"/>
                  <a:pt x="589573" y="31954"/>
                  <a:pt x="593972" y="34382"/>
                </a:cubicBezTo>
                <a:cubicBezTo>
                  <a:pt x="598371" y="36808"/>
                  <a:pt x="601912" y="40664"/>
                  <a:pt x="604594" y="45950"/>
                </a:cubicBezTo>
                <a:lnTo>
                  <a:pt x="604755" y="45950"/>
                </a:lnTo>
                <a:cubicBezTo>
                  <a:pt x="604755" y="45412"/>
                  <a:pt x="604742" y="44565"/>
                  <a:pt x="604715" y="43410"/>
                </a:cubicBezTo>
                <a:cubicBezTo>
                  <a:pt x="604688" y="42255"/>
                  <a:pt x="604661" y="41046"/>
                  <a:pt x="604635" y="39784"/>
                </a:cubicBezTo>
                <a:cubicBezTo>
                  <a:pt x="604608" y="38520"/>
                  <a:pt x="604594" y="37323"/>
                  <a:pt x="604594" y="36195"/>
                </a:cubicBezTo>
                <a:cubicBezTo>
                  <a:pt x="604594" y="35067"/>
                  <a:pt x="604594" y="34261"/>
                  <a:pt x="604594" y="33778"/>
                </a:cubicBezTo>
                <a:lnTo>
                  <a:pt x="604594" y="0"/>
                </a:lnTo>
                <a:lnTo>
                  <a:pt x="619079" y="0"/>
                </a:lnTo>
                <a:lnTo>
                  <a:pt x="619079" y="101476"/>
                </a:lnTo>
                <a:cubicBezTo>
                  <a:pt x="619079" y="103569"/>
                  <a:pt x="619093" y="105580"/>
                  <a:pt x="619120" y="107512"/>
                </a:cubicBezTo>
                <a:cubicBezTo>
                  <a:pt x="619146" y="109443"/>
                  <a:pt x="619187" y="111213"/>
                  <a:pt x="619240" y="112823"/>
                </a:cubicBezTo>
                <a:cubicBezTo>
                  <a:pt x="619294" y="114432"/>
                  <a:pt x="619348" y="115814"/>
                  <a:pt x="619401" y="116967"/>
                </a:cubicBezTo>
                <a:cubicBezTo>
                  <a:pt x="619455" y="118121"/>
                  <a:pt x="619509" y="118939"/>
                  <a:pt x="619562" y="119422"/>
                </a:cubicBezTo>
                <a:lnTo>
                  <a:pt x="605721" y="119422"/>
                </a:lnTo>
                <a:cubicBezTo>
                  <a:pt x="605614" y="118882"/>
                  <a:pt x="605520" y="118113"/>
                  <a:pt x="605439" y="117116"/>
                </a:cubicBezTo>
                <a:cubicBezTo>
                  <a:pt x="605359" y="116116"/>
                  <a:pt x="605278" y="114970"/>
                  <a:pt x="605198" y="113675"/>
                </a:cubicBezTo>
                <a:cubicBezTo>
                  <a:pt x="605117" y="112381"/>
                  <a:pt x="605050" y="111019"/>
                  <a:pt x="604997" y="109589"/>
                </a:cubicBezTo>
                <a:cubicBezTo>
                  <a:pt x="604943" y="108159"/>
                  <a:pt x="604916" y="106742"/>
                  <a:pt x="604916" y="105339"/>
                </a:cubicBezTo>
                <a:lnTo>
                  <a:pt x="604594" y="105339"/>
                </a:lnTo>
                <a:moveTo>
                  <a:pt x="560656" y="75805"/>
                </a:moveTo>
                <a:cubicBezTo>
                  <a:pt x="560656" y="81799"/>
                  <a:pt x="561032" y="86937"/>
                  <a:pt x="561783" y="91218"/>
                </a:cubicBezTo>
                <a:cubicBezTo>
                  <a:pt x="562534" y="95500"/>
                  <a:pt x="563741" y="99020"/>
                  <a:pt x="565404" y="101778"/>
                </a:cubicBezTo>
                <a:cubicBezTo>
                  <a:pt x="567067" y="104534"/>
                  <a:pt x="569186" y="106554"/>
                  <a:pt x="571761" y="107839"/>
                </a:cubicBezTo>
                <a:cubicBezTo>
                  <a:pt x="574336" y="109123"/>
                  <a:pt x="577475" y="109765"/>
                  <a:pt x="581177" y="109765"/>
                </a:cubicBezTo>
                <a:cubicBezTo>
                  <a:pt x="584986" y="109765"/>
                  <a:pt x="588352" y="109150"/>
                  <a:pt x="591276" y="107919"/>
                </a:cubicBezTo>
                <a:cubicBezTo>
                  <a:pt x="594200" y="106687"/>
                  <a:pt x="596641" y="104693"/>
                  <a:pt x="598599" y="101936"/>
                </a:cubicBezTo>
                <a:cubicBezTo>
                  <a:pt x="600557" y="99180"/>
                  <a:pt x="602046" y="95582"/>
                  <a:pt x="603065" y="91141"/>
                </a:cubicBezTo>
                <a:cubicBezTo>
                  <a:pt x="604085" y="86698"/>
                  <a:pt x="604594" y="81265"/>
                  <a:pt x="604594" y="74842"/>
                </a:cubicBezTo>
                <a:cubicBezTo>
                  <a:pt x="604594" y="68686"/>
                  <a:pt x="604085" y="63480"/>
                  <a:pt x="603065" y="59225"/>
                </a:cubicBezTo>
                <a:cubicBezTo>
                  <a:pt x="602046" y="54970"/>
                  <a:pt x="600544" y="51532"/>
                  <a:pt x="598559" y="48910"/>
                </a:cubicBezTo>
                <a:cubicBezTo>
                  <a:pt x="596574" y="46288"/>
                  <a:pt x="594146" y="44402"/>
                  <a:pt x="591276" y="43252"/>
                </a:cubicBezTo>
                <a:cubicBezTo>
                  <a:pt x="588406" y="42100"/>
                  <a:pt x="585093" y="41524"/>
                  <a:pt x="581338" y="41524"/>
                </a:cubicBezTo>
                <a:cubicBezTo>
                  <a:pt x="577797" y="41524"/>
                  <a:pt x="574739" y="42140"/>
                  <a:pt x="572164" y="43372"/>
                </a:cubicBezTo>
                <a:cubicBezTo>
                  <a:pt x="569589" y="44603"/>
                  <a:pt x="567443" y="46583"/>
                  <a:pt x="565726" y="49312"/>
                </a:cubicBezTo>
                <a:cubicBezTo>
                  <a:pt x="564009" y="52042"/>
                  <a:pt x="562735" y="55587"/>
                  <a:pt x="561903" y="59950"/>
                </a:cubicBezTo>
                <a:cubicBezTo>
                  <a:pt x="561072" y="64312"/>
                  <a:pt x="560656" y="69597"/>
                  <a:pt x="560656" y="758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memory">
            <a:extLst xmlns:a="http://schemas.openxmlformats.org/drawingml/2006/main">
              <a:ext uri="{FF2B5EF4-FFF2-40B4-BE49-F238E27FC236}">
                <a16:creationId xmlns:a16="http://schemas.microsoft.com/office/drawing/2014/main" id="{615FAC85-4BCD-4226-AFE7-A9A2E0FC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749" y="2249660"/>
            <a:ext cx="583855" cy="122962"/>
          </a:xfrm>
          <a:custGeom xmlns:a="http://schemas.openxmlformats.org/drawingml/2006/main">
            <a:pathLst>
              <a:path w="583855" h="122962">
                <a:moveTo>
                  <a:pt x="50859" y="88681"/>
                </a:moveTo>
                <a:lnTo>
                  <a:pt x="50859" y="33535"/>
                </a:lnTo>
                <a:cubicBezTo>
                  <a:pt x="50859" y="29300"/>
                  <a:pt x="50591" y="25762"/>
                  <a:pt x="50054" y="22922"/>
                </a:cubicBezTo>
                <a:cubicBezTo>
                  <a:pt x="49518" y="20082"/>
                  <a:pt x="48619" y="17791"/>
                  <a:pt x="47358" y="16049"/>
                </a:cubicBezTo>
                <a:cubicBezTo>
                  <a:pt x="46098" y="14307"/>
                  <a:pt x="44448" y="13075"/>
                  <a:pt x="42409" y="12353"/>
                </a:cubicBezTo>
                <a:cubicBezTo>
                  <a:pt x="40371" y="11628"/>
                  <a:pt x="37876" y="11266"/>
                  <a:pt x="34925" y="11266"/>
                </a:cubicBezTo>
                <a:cubicBezTo>
                  <a:pt x="31867" y="11266"/>
                  <a:pt x="29104" y="11870"/>
                  <a:pt x="26637" y="13077"/>
                </a:cubicBezTo>
                <a:cubicBezTo>
                  <a:pt x="24169" y="14282"/>
                  <a:pt x="22063" y="16024"/>
                  <a:pt x="20319" y="18303"/>
                </a:cubicBezTo>
                <a:cubicBezTo>
                  <a:pt x="18576" y="20579"/>
                  <a:pt x="17235" y="23392"/>
                  <a:pt x="16296" y="26742"/>
                </a:cubicBezTo>
                <a:cubicBezTo>
                  <a:pt x="15357" y="30092"/>
                  <a:pt x="14887" y="33937"/>
                  <a:pt x="14887" y="38277"/>
                </a:cubicBezTo>
                <a:lnTo>
                  <a:pt x="14887" y="88681"/>
                </a:lnTo>
                <a:lnTo>
                  <a:pt x="483" y="88681"/>
                </a:lnTo>
                <a:lnTo>
                  <a:pt x="483" y="20199"/>
                </a:lnTo>
                <a:cubicBezTo>
                  <a:pt x="483" y="18375"/>
                  <a:pt x="469" y="16457"/>
                  <a:pt x="443" y="14445"/>
                </a:cubicBezTo>
                <a:cubicBezTo>
                  <a:pt x="416" y="12433"/>
                  <a:pt x="376" y="10529"/>
                  <a:pt x="322" y="8731"/>
                </a:cubicBezTo>
                <a:cubicBezTo>
                  <a:pt x="268" y="6934"/>
                  <a:pt x="215" y="5392"/>
                  <a:pt x="161" y="4104"/>
                </a:cubicBezTo>
                <a:cubicBezTo>
                  <a:pt x="107" y="2817"/>
                  <a:pt x="54" y="1985"/>
                  <a:pt x="0" y="1609"/>
                </a:cubicBezTo>
                <a:lnTo>
                  <a:pt x="13680" y="1609"/>
                </a:lnTo>
                <a:cubicBezTo>
                  <a:pt x="13734" y="1879"/>
                  <a:pt x="13788" y="2608"/>
                  <a:pt x="13841" y="3795"/>
                </a:cubicBezTo>
                <a:cubicBezTo>
                  <a:pt x="13895" y="4980"/>
                  <a:pt x="13962" y="6341"/>
                  <a:pt x="14043" y="7879"/>
                </a:cubicBezTo>
                <a:cubicBezTo>
                  <a:pt x="14123" y="9416"/>
                  <a:pt x="14190" y="10981"/>
                  <a:pt x="14244" y="12574"/>
                </a:cubicBezTo>
                <a:cubicBezTo>
                  <a:pt x="14297" y="14165"/>
                  <a:pt x="14324" y="15499"/>
                  <a:pt x="14324" y="16577"/>
                </a:cubicBezTo>
                <a:lnTo>
                  <a:pt x="14566" y="16577"/>
                </a:lnTo>
                <a:cubicBezTo>
                  <a:pt x="15853" y="14044"/>
                  <a:pt x="17248" y="11753"/>
                  <a:pt x="18750" y="9705"/>
                </a:cubicBezTo>
                <a:cubicBezTo>
                  <a:pt x="20252" y="7656"/>
                  <a:pt x="22009" y="5917"/>
                  <a:pt x="24021" y="4489"/>
                </a:cubicBezTo>
                <a:cubicBezTo>
                  <a:pt x="26033" y="3060"/>
                  <a:pt x="28340" y="1956"/>
                  <a:pt x="30942" y="1174"/>
                </a:cubicBezTo>
                <a:cubicBezTo>
                  <a:pt x="33544" y="391"/>
                  <a:pt x="36561" y="0"/>
                  <a:pt x="39995" y="0"/>
                </a:cubicBezTo>
                <a:cubicBezTo>
                  <a:pt x="46594" y="0"/>
                  <a:pt x="51811" y="1321"/>
                  <a:pt x="55647" y="3963"/>
                </a:cubicBezTo>
                <a:cubicBezTo>
                  <a:pt x="59483" y="6604"/>
                  <a:pt x="62152" y="10809"/>
                  <a:pt x="63654" y="16577"/>
                </a:cubicBezTo>
                <a:lnTo>
                  <a:pt x="63895" y="16577"/>
                </a:lnTo>
                <a:cubicBezTo>
                  <a:pt x="65183" y="14044"/>
                  <a:pt x="66632" y="11753"/>
                  <a:pt x="68241" y="9705"/>
                </a:cubicBezTo>
                <a:cubicBezTo>
                  <a:pt x="69850" y="7656"/>
                  <a:pt x="71728" y="5917"/>
                  <a:pt x="73874" y="4489"/>
                </a:cubicBezTo>
                <a:cubicBezTo>
                  <a:pt x="76020" y="3060"/>
                  <a:pt x="78434" y="1956"/>
                  <a:pt x="81117" y="1174"/>
                </a:cubicBezTo>
                <a:cubicBezTo>
                  <a:pt x="83799" y="391"/>
                  <a:pt x="86857" y="0"/>
                  <a:pt x="90291" y="0"/>
                </a:cubicBezTo>
                <a:cubicBezTo>
                  <a:pt x="94690" y="0"/>
                  <a:pt x="98485" y="590"/>
                  <a:pt x="101677" y="1770"/>
                </a:cubicBezTo>
                <a:cubicBezTo>
                  <a:pt x="104870" y="2951"/>
                  <a:pt x="107485" y="4775"/>
                  <a:pt x="109524" y="7243"/>
                </a:cubicBezTo>
                <a:cubicBezTo>
                  <a:pt x="111562" y="9710"/>
                  <a:pt x="113064" y="12889"/>
                  <a:pt x="114030" y="16779"/>
                </a:cubicBezTo>
                <a:cubicBezTo>
                  <a:pt x="114996" y="20668"/>
                  <a:pt x="115479" y="25295"/>
                  <a:pt x="115479" y="30660"/>
                </a:cubicBezTo>
                <a:lnTo>
                  <a:pt x="115479" y="88681"/>
                </a:lnTo>
                <a:lnTo>
                  <a:pt x="101154" y="88681"/>
                </a:lnTo>
                <a:lnTo>
                  <a:pt x="101154" y="33535"/>
                </a:lnTo>
                <a:cubicBezTo>
                  <a:pt x="101154" y="29300"/>
                  <a:pt x="100886" y="25762"/>
                  <a:pt x="100350" y="22922"/>
                </a:cubicBezTo>
                <a:cubicBezTo>
                  <a:pt x="99813" y="20082"/>
                  <a:pt x="98915" y="17791"/>
                  <a:pt x="97654" y="16049"/>
                </a:cubicBezTo>
                <a:cubicBezTo>
                  <a:pt x="96393" y="14307"/>
                  <a:pt x="94743" y="13075"/>
                  <a:pt x="92705" y="12353"/>
                </a:cubicBezTo>
                <a:cubicBezTo>
                  <a:pt x="90666" y="11628"/>
                  <a:pt x="88171" y="11266"/>
                  <a:pt x="85221" y="11266"/>
                </a:cubicBezTo>
                <a:cubicBezTo>
                  <a:pt x="82163" y="11266"/>
                  <a:pt x="79400" y="11843"/>
                  <a:pt x="76932" y="12996"/>
                </a:cubicBezTo>
                <a:cubicBezTo>
                  <a:pt x="74464" y="14148"/>
                  <a:pt x="72358" y="15850"/>
                  <a:pt x="70615" y="18101"/>
                </a:cubicBezTo>
                <a:cubicBezTo>
                  <a:pt x="68871" y="20351"/>
                  <a:pt x="67530" y="23164"/>
                  <a:pt x="66591" y="26541"/>
                </a:cubicBezTo>
                <a:cubicBezTo>
                  <a:pt x="65652" y="29917"/>
                  <a:pt x="65183" y="33830"/>
                  <a:pt x="65183" y="38277"/>
                </a:cubicBezTo>
                <a:lnTo>
                  <a:pt x="65183" y="88681"/>
                </a:lnTo>
                <a:lnTo>
                  <a:pt x="50859" y="88681"/>
                </a:lnTo>
                <a:close/>
                <a:moveTo>
                  <a:pt x="148551" y="48123"/>
                </a:moveTo>
                <a:cubicBezTo>
                  <a:pt x="148551" y="52683"/>
                  <a:pt x="149021" y="56881"/>
                  <a:pt x="149960" y="60717"/>
                </a:cubicBezTo>
                <a:cubicBezTo>
                  <a:pt x="150898" y="64553"/>
                  <a:pt x="152347" y="67852"/>
                  <a:pt x="154305" y="70615"/>
                </a:cubicBezTo>
                <a:cubicBezTo>
                  <a:pt x="156263" y="73378"/>
                  <a:pt x="158771" y="75524"/>
                  <a:pt x="161829" y="77053"/>
                </a:cubicBezTo>
                <a:cubicBezTo>
                  <a:pt x="164887" y="78582"/>
                  <a:pt x="168562" y="79346"/>
                  <a:pt x="172854" y="79346"/>
                </a:cubicBezTo>
                <a:cubicBezTo>
                  <a:pt x="179131" y="79346"/>
                  <a:pt x="184161" y="78085"/>
                  <a:pt x="187943" y="75564"/>
                </a:cubicBezTo>
                <a:cubicBezTo>
                  <a:pt x="191725" y="73043"/>
                  <a:pt x="194287" y="69850"/>
                  <a:pt x="195628" y="65988"/>
                </a:cubicBezTo>
                <a:lnTo>
                  <a:pt x="208343" y="69622"/>
                </a:lnTo>
                <a:cubicBezTo>
                  <a:pt x="207431" y="72044"/>
                  <a:pt x="206156" y="74480"/>
                  <a:pt x="204520" y="76930"/>
                </a:cubicBezTo>
                <a:cubicBezTo>
                  <a:pt x="202884" y="79377"/>
                  <a:pt x="200698" y="81584"/>
                  <a:pt x="197962" y="83548"/>
                </a:cubicBezTo>
                <a:cubicBezTo>
                  <a:pt x="195226" y="85513"/>
                  <a:pt x="191806" y="87129"/>
                  <a:pt x="187701" y="88394"/>
                </a:cubicBezTo>
                <a:cubicBezTo>
                  <a:pt x="183597" y="89658"/>
                  <a:pt x="178648" y="90291"/>
                  <a:pt x="172854" y="90291"/>
                </a:cubicBezTo>
                <a:cubicBezTo>
                  <a:pt x="159978" y="90291"/>
                  <a:pt x="150174" y="86455"/>
                  <a:pt x="143441" y="78783"/>
                </a:cubicBezTo>
                <a:cubicBezTo>
                  <a:pt x="136708" y="71111"/>
                  <a:pt x="133342" y="59711"/>
                  <a:pt x="133342" y="44582"/>
                </a:cubicBezTo>
                <a:cubicBezTo>
                  <a:pt x="133342" y="36427"/>
                  <a:pt x="134361" y="29520"/>
                  <a:pt x="136400" y="23860"/>
                </a:cubicBezTo>
                <a:cubicBezTo>
                  <a:pt x="138439" y="18200"/>
                  <a:pt x="141228" y="13600"/>
                  <a:pt x="144769" y="10059"/>
                </a:cubicBezTo>
                <a:cubicBezTo>
                  <a:pt x="148310" y="6518"/>
                  <a:pt x="152441" y="3957"/>
                  <a:pt x="157162" y="2374"/>
                </a:cubicBezTo>
                <a:cubicBezTo>
                  <a:pt x="161883" y="791"/>
                  <a:pt x="166926" y="0"/>
                  <a:pt x="172291" y="0"/>
                </a:cubicBezTo>
                <a:cubicBezTo>
                  <a:pt x="179587" y="0"/>
                  <a:pt x="185690" y="1179"/>
                  <a:pt x="190598" y="3536"/>
                </a:cubicBezTo>
                <a:cubicBezTo>
                  <a:pt x="195507" y="5891"/>
                  <a:pt x="199450" y="9145"/>
                  <a:pt x="202428" y="13296"/>
                </a:cubicBezTo>
                <a:cubicBezTo>
                  <a:pt x="205405" y="17447"/>
                  <a:pt x="207525" y="22335"/>
                  <a:pt x="208785" y="27959"/>
                </a:cubicBezTo>
                <a:cubicBezTo>
                  <a:pt x="210046" y="33582"/>
                  <a:pt x="210676" y="39661"/>
                  <a:pt x="210676" y="46194"/>
                </a:cubicBezTo>
                <a:lnTo>
                  <a:pt x="210676" y="48123"/>
                </a:lnTo>
                <a:lnTo>
                  <a:pt x="148551" y="48123"/>
                </a:lnTo>
                <a:moveTo>
                  <a:pt x="195708" y="37018"/>
                </a:moveTo>
                <a:cubicBezTo>
                  <a:pt x="194904" y="27899"/>
                  <a:pt x="192570" y="21247"/>
                  <a:pt x="188707" y="17063"/>
                </a:cubicBezTo>
                <a:cubicBezTo>
                  <a:pt x="184845" y="12876"/>
                  <a:pt x="179292" y="10783"/>
                  <a:pt x="172049" y="10783"/>
                </a:cubicBezTo>
                <a:cubicBezTo>
                  <a:pt x="169635" y="10783"/>
                  <a:pt x="167100" y="11170"/>
                  <a:pt x="164445" y="11943"/>
                </a:cubicBezTo>
                <a:cubicBezTo>
                  <a:pt x="161789" y="12716"/>
                  <a:pt x="159335" y="14089"/>
                  <a:pt x="157081" y="16062"/>
                </a:cubicBezTo>
                <a:cubicBezTo>
                  <a:pt x="154828" y="18035"/>
                  <a:pt x="152924" y="20715"/>
                  <a:pt x="151368" y="24102"/>
                </a:cubicBezTo>
                <a:cubicBezTo>
                  <a:pt x="149812" y="27487"/>
                  <a:pt x="148927" y="31792"/>
                  <a:pt x="148712" y="37018"/>
                </a:cubicBezTo>
                <a:lnTo>
                  <a:pt x="195708" y="37018"/>
                </a:lnTo>
                <a:close/>
                <a:moveTo>
                  <a:pt x="279777" y="88681"/>
                </a:moveTo>
                <a:lnTo>
                  <a:pt x="279777" y="33535"/>
                </a:lnTo>
                <a:cubicBezTo>
                  <a:pt x="279777" y="29300"/>
                  <a:pt x="279509" y="25762"/>
                  <a:pt x="278972" y="22922"/>
                </a:cubicBezTo>
                <a:cubicBezTo>
                  <a:pt x="278436" y="20082"/>
                  <a:pt x="277537" y="17791"/>
                  <a:pt x="276276" y="16049"/>
                </a:cubicBezTo>
                <a:cubicBezTo>
                  <a:pt x="275016" y="14307"/>
                  <a:pt x="273366" y="13075"/>
                  <a:pt x="271327" y="12353"/>
                </a:cubicBezTo>
                <a:cubicBezTo>
                  <a:pt x="269289" y="11628"/>
                  <a:pt x="266794" y="11266"/>
                  <a:pt x="263843" y="11266"/>
                </a:cubicBezTo>
                <a:cubicBezTo>
                  <a:pt x="260785" y="11266"/>
                  <a:pt x="258022" y="11870"/>
                  <a:pt x="255555" y="13077"/>
                </a:cubicBezTo>
                <a:cubicBezTo>
                  <a:pt x="253087" y="14282"/>
                  <a:pt x="250981" y="16024"/>
                  <a:pt x="249237" y="18303"/>
                </a:cubicBezTo>
                <a:cubicBezTo>
                  <a:pt x="247494" y="20579"/>
                  <a:pt x="246153" y="23392"/>
                  <a:pt x="245214" y="26742"/>
                </a:cubicBezTo>
                <a:cubicBezTo>
                  <a:pt x="244275" y="30092"/>
                  <a:pt x="243806" y="33937"/>
                  <a:pt x="243806" y="38277"/>
                </a:cubicBezTo>
                <a:lnTo>
                  <a:pt x="243806" y="88681"/>
                </a:lnTo>
                <a:lnTo>
                  <a:pt x="229401" y="88681"/>
                </a:lnTo>
                <a:lnTo>
                  <a:pt x="229401" y="20199"/>
                </a:lnTo>
                <a:cubicBezTo>
                  <a:pt x="229401" y="18375"/>
                  <a:pt x="229387" y="16457"/>
                  <a:pt x="229361" y="14445"/>
                </a:cubicBezTo>
                <a:cubicBezTo>
                  <a:pt x="229334" y="12433"/>
                  <a:pt x="229294" y="10529"/>
                  <a:pt x="229240" y="8731"/>
                </a:cubicBezTo>
                <a:cubicBezTo>
                  <a:pt x="229186" y="6934"/>
                  <a:pt x="229133" y="5392"/>
                  <a:pt x="229079" y="4104"/>
                </a:cubicBezTo>
                <a:cubicBezTo>
                  <a:pt x="229025" y="2817"/>
                  <a:pt x="228972" y="1985"/>
                  <a:pt x="228918" y="1609"/>
                </a:cubicBezTo>
                <a:lnTo>
                  <a:pt x="242598" y="1609"/>
                </a:lnTo>
                <a:cubicBezTo>
                  <a:pt x="242652" y="1879"/>
                  <a:pt x="242706" y="2608"/>
                  <a:pt x="242759" y="3795"/>
                </a:cubicBezTo>
                <a:cubicBezTo>
                  <a:pt x="242813" y="4980"/>
                  <a:pt x="242880" y="6341"/>
                  <a:pt x="242961" y="7879"/>
                </a:cubicBezTo>
                <a:cubicBezTo>
                  <a:pt x="243041" y="9416"/>
                  <a:pt x="243108" y="10981"/>
                  <a:pt x="243162" y="12574"/>
                </a:cubicBezTo>
                <a:cubicBezTo>
                  <a:pt x="243215" y="14165"/>
                  <a:pt x="243242" y="15499"/>
                  <a:pt x="243242" y="16577"/>
                </a:cubicBezTo>
                <a:lnTo>
                  <a:pt x="243484" y="16577"/>
                </a:lnTo>
                <a:cubicBezTo>
                  <a:pt x="244771" y="14044"/>
                  <a:pt x="246166" y="11753"/>
                  <a:pt x="247668" y="9705"/>
                </a:cubicBezTo>
                <a:cubicBezTo>
                  <a:pt x="249170" y="7656"/>
                  <a:pt x="250927" y="5917"/>
                  <a:pt x="252939" y="4489"/>
                </a:cubicBezTo>
                <a:cubicBezTo>
                  <a:pt x="254951" y="3060"/>
                  <a:pt x="257258" y="1956"/>
                  <a:pt x="259860" y="1174"/>
                </a:cubicBezTo>
                <a:cubicBezTo>
                  <a:pt x="262462" y="391"/>
                  <a:pt x="265480" y="0"/>
                  <a:pt x="268913" y="0"/>
                </a:cubicBezTo>
                <a:cubicBezTo>
                  <a:pt x="275512" y="0"/>
                  <a:pt x="280729" y="1321"/>
                  <a:pt x="284565" y="3963"/>
                </a:cubicBezTo>
                <a:cubicBezTo>
                  <a:pt x="288401" y="6604"/>
                  <a:pt x="291070" y="10809"/>
                  <a:pt x="292572" y="16577"/>
                </a:cubicBezTo>
                <a:lnTo>
                  <a:pt x="292813" y="16577"/>
                </a:lnTo>
                <a:cubicBezTo>
                  <a:pt x="294101" y="14044"/>
                  <a:pt x="295550" y="11753"/>
                  <a:pt x="297159" y="9705"/>
                </a:cubicBezTo>
                <a:cubicBezTo>
                  <a:pt x="298768" y="7656"/>
                  <a:pt x="300646" y="5917"/>
                  <a:pt x="302792" y="4489"/>
                </a:cubicBezTo>
                <a:cubicBezTo>
                  <a:pt x="304938" y="3060"/>
                  <a:pt x="307352" y="1956"/>
                  <a:pt x="310035" y="1174"/>
                </a:cubicBezTo>
                <a:cubicBezTo>
                  <a:pt x="312717" y="391"/>
                  <a:pt x="315775" y="0"/>
                  <a:pt x="319209" y="0"/>
                </a:cubicBezTo>
                <a:cubicBezTo>
                  <a:pt x="323608" y="0"/>
                  <a:pt x="327403" y="590"/>
                  <a:pt x="330595" y="1770"/>
                </a:cubicBezTo>
                <a:cubicBezTo>
                  <a:pt x="333788" y="2951"/>
                  <a:pt x="336403" y="4775"/>
                  <a:pt x="338442" y="7243"/>
                </a:cubicBezTo>
                <a:cubicBezTo>
                  <a:pt x="340480" y="9710"/>
                  <a:pt x="341982" y="12889"/>
                  <a:pt x="342948" y="16779"/>
                </a:cubicBezTo>
                <a:cubicBezTo>
                  <a:pt x="343914" y="20668"/>
                  <a:pt x="344397" y="25295"/>
                  <a:pt x="344397" y="30660"/>
                </a:cubicBezTo>
                <a:lnTo>
                  <a:pt x="344397" y="88681"/>
                </a:lnTo>
                <a:lnTo>
                  <a:pt x="330072" y="88681"/>
                </a:lnTo>
                <a:lnTo>
                  <a:pt x="330072" y="33535"/>
                </a:lnTo>
                <a:cubicBezTo>
                  <a:pt x="330072" y="29300"/>
                  <a:pt x="329804" y="25762"/>
                  <a:pt x="329268" y="22922"/>
                </a:cubicBezTo>
                <a:cubicBezTo>
                  <a:pt x="328731" y="20082"/>
                  <a:pt x="327833" y="17791"/>
                  <a:pt x="326572" y="16049"/>
                </a:cubicBezTo>
                <a:cubicBezTo>
                  <a:pt x="325311" y="14307"/>
                  <a:pt x="323661" y="13075"/>
                  <a:pt x="321623" y="12353"/>
                </a:cubicBezTo>
                <a:cubicBezTo>
                  <a:pt x="319584" y="11628"/>
                  <a:pt x="317089" y="11266"/>
                  <a:pt x="314139" y="11266"/>
                </a:cubicBezTo>
                <a:cubicBezTo>
                  <a:pt x="311081" y="11266"/>
                  <a:pt x="308318" y="11843"/>
                  <a:pt x="305850" y="12996"/>
                </a:cubicBezTo>
                <a:cubicBezTo>
                  <a:pt x="303382" y="14148"/>
                  <a:pt x="301277" y="15850"/>
                  <a:pt x="299533" y="18101"/>
                </a:cubicBezTo>
                <a:cubicBezTo>
                  <a:pt x="297789" y="20351"/>
                  <a:pt x="296448" y="23164"/>
                  <a:pt x="295509" y="26541"/>
                </a:cubicBezTo>
                <a:cubicBezTo>
                  <a:pt x="294570" y="29917"/>
                  <a:pt x="294101" y="33830"/>
                  <a:pt x="294101" y="38277"/>
                </a:cubicBezTo>
                <a:lnTo>
                  <a:pt x="294101" y="88681"/>
                </a:lnTo>
                <a:lnTo>
                  <a:pt x="279777" y="88681"/>
                </a:lnTo>
                <a:close/>
                <a:moveTo>
                  <a:pt x="439997" y="45065"/>
                </a:moveTo>
                <a:cubicBezTo>
                  <a:pt x="439997" y="60301"/>
                  <a:pt x="436644" y="71648"/>
                  <a:pt x="429938" y="79105"/>
                </a:cubicBezTo>
                <a:cubicBezTo>
                  <a:pt x="423232" y="86562"/>
                  <a:pt x="413495" y="90291"/>
                  <a:pt x="400726" y="90291"/>
                </a:cubicBezTo>
                <a:cubicBezTo>
                  <a:pt x="394664" y="90291"/>
                  <a:pt x="389246" y="89378"/>
                  <a:pt x="384471" y="87554"/>
                </a:cubicBezTo>
                <a:cubicBezTo>
                  <a:pt x="379696" y="85730"/>
                  <a:pt x="375659" y="82941"/>
                  <a:pt x="372360" y="79185"/>
                </a:cubicBezTo>
                <a:cubicBezTo>
                  <a:pt x="369060" y="75430"/>
                  <a:pt x="366539" y="70722"/>
                  <a:pt x="364795" y="65062"/>
                </a:cubicBezTo>
                <a:cubicBezTo>
                  <a:pt x="363052" y="59402"/>
                  <a:pt x="362180" y="52737"/>
                  <a:pt x="362180" y="45065"/>
                </a:cubicBezTo>
                <a:cubicBezTo>
                  <a:pt x="362180" y="15022"/>
                  <a:pt x="375190" y="0"/>
                  <a:pt x="401209" y="0"/>
                </a:cubicBezTo>
                <a:cubicBezTo>
                  <a:pt x="407969" y="0"/>
                  <a:pt x="413803" y="939"/>
                  <a:pt x="418712" y="2817"/>
                </a:cubicBezTo>
                <a:cubicBezTo>
                  <a:pt x="423621" y="4694"/>
                  <a:pt x="427644" y="7511"/>
                  <a:pt x="430783" y="11266"/>
                </a:cubicBezTo>
                <a:cubicBezTo>
                  <a:pt x="433921" y="15022"/>
                  <a:pt x="436242" y="19716"/>
                  <a:pt x="437744" y="25349"/>
                </a:cubicBezTo>
                <a:cubicBezTo>
                  <a:pt x="439246" y="30982"/>
                  <a:pt x="439997" y="37554"/>
                  <a:pt x="439997" y="45065"/>
                </a:cubicBezTo>
                <a:moveTo>
                  <a:pt x="424788" y="45065"/>
                </a:moveTo>
                <a:cubicBezTo>
                  <a:pt x="424788" y="38320"/>
                  <a:pt x="424265" y="32754"/>
                  <a:pt x="423218" y="28367"/>
                </a:cubicBezTo>
                <a:cubicBezTo>
                  <a:pt x="422172" y="23978"/>
                  <a:pt x="420643" y="20472"/>
                  <a:pt x="418632" y="17850"/>
                </a:cubicBezTo>
                <a:cubicBezTo>
                  <a:pt x="416620" y="15226"/>
                  <a:pt x="414165" y="13393"/>
                  <a:pt x="411268" y="12350"/>
                </a:cubicBezTo>
                <a:cubicBezTo>
                  <a:pt x="408371" y="11306"/>
                  <a:pt x="405099" y="10783"/>
                  <a:pt x="401451" y="10783"/>
                </a:cubicBezTo>
                <a:cubicBezTo>
                  <a:pt x="397749" y="10783"/>
                  <a:pt x="394409" y="11332"/>
                  <a:pt x="391432" y="12431"/>
                </a:cubicBezTo>
                <a:cubicBezTo>
                  <a:pt x="388454" y="13527"/>
                  <a:pt x="385919" y="15400"/>
                  <a:pt x="383827" y="18051"/>
                </a:cubicBezTo>
                <a:cubicBezTo>
                  <a:pt x="381735" y="20700"/>
                  <a:pt x="380139" y="24219"/>
                  <a:pt x="379039" y="28608"/>
                </a:cubicBezTo>
                <a:cubicBezTo>
                  <a:pt x="377939" y="32996"/>
                  <a:pt x="377389" y="38481"/>
                  <a:pt x="377389" y="45065"/>
                </a:cubicBezTo>
                <a:cubicBezTo>
                  <a:pt x="377389" y="51809"/>
                  <a:pt x="377979" y="57390"/>
                  <a:pt x="379160" y="61806"/>
                </a:cubicBezTo>
                <a:cubicBezTo>
                  <a:pt x="380340" y="66220"/>
                  <a:pt x="381963" y="69739"/>
                  <a:pt x="384028" y="72363"/>
                </a:cubicBezTo>
                <a:cubicBezTo>
                  <a:pt x="386094" y="74985"/>
                  <a:pt x="388535" y="76831"/>
                  <a:pt x="391351" y="77903"/>
                </a:cubicBezTo>
                <a:cubicBezTo>
                  <a:pt x="394168" y="78972"/>
                  <a:pt x="397239" y="79507"/>
                  <a:pt x="400565" y="79507"/>
                </a:cubicBezTo>
                <a:cubicBezTo>
                  <a:pt x="404267" y="79507"/>
                  <a:pt x="407620" y="78986"/>
                  <a:pt x="410624" y="77943"/>
                </a:cubicBezTo>
                <a:cubicBezTo>
                  <a:pt x="413629" y="76898"/>
                  <a:pt x="416177" y="75065"/>
                  <a:pt x="418269" y="72443"/>
                </a:cubicBezTo>
                <a:cubicBezTo>
                  <a:pt x="420362" y="69819"/>
                  <a:pt x="421971" y="66287"/>
                  <a:pt x="423098" y="61846"/>
                </a:cubicBezTo>
                <a:cubicBezTo>
                  <a:pt x="424224" y="57403"/>
                  <a:pt x="424788" y="51809"/>
                  <a:pt x="424788" y="45065"/>
                </a:cubicBezTo>
                <a:close/>
                <a:moveTo>
                  <a:pt x="458319" y="88681"/>
                </a:moveTo>
                <a:lnTo>
                  <a:pt x="458319" y="21889"/>
                </a:lnTo>
                <a:cubicBezTo>
                  <a:pt x="458319" y="20065"/>
                  <a:pt x="458305" y="18200"/>
                  <a:pt x="458278" y="16296"/>
                </a:cubicBezTo>
                <a:cubicBezTo>
                  <a:pt x="458252" y="14391"/>
                  <a:pt x="458211" y="12554"/>
                  <a:pt x="458158" y="10783"/>
                </a:cubicBezTo>
                <a:cubicBezTo>
                  <a:pt x="458104" y="9013"/>
                  <a:pt x="458050" y="7350"/>
                  <a:pt x="457997" y="5794"/>
                </a:cubicBezTo>
                <a:cubicBezTo>
                  <a:pt x="457943" y="4238"/>
                  <a:pt x="457889" y="2843"/>
                  <a:pt x="457836" y="1609"/>
                </a:cubicBezTo>
                <a:lnTo>
                  <a:pt x="471516" y="1609"/>
                </a:lnTo>
                <a:cubicBezTo>
                  <a:pt x="471570" y="2843"/>
                  <a:pt x="471637" y="4252"/>
                  <a:pt x="471717" y="5834"/>
                </a:cubicBezTo>
                <a:cubicBezTo>
                  <a:pt x="471798" y="7417"/>
                  <a:pt x="471878" y="9040"/>
                  <a:pt x="471959" y="10703"/>
                </a:cubicBezTo>
                <a:cubicBezTo>
                  <a:pt x="472039" y="12366"/>
                  <a:pt x="472093" y="13962"/>
                  <a:pt x="472120" y="15491"/>
                </a:cubicBezTo>
                <a:cubicBezTo>
                  <a:pt x="472147" y="17020"/>
                  <a:pt x="472160" y="18321"/>
                  <a:pt x="472160" y="19394"/>
                </a:cubicBezTo>
                <a:lnTo>
                  <a:pt x="472482" y="19394"/>
                </a:lnTo>
                <a:cubicBezTo>
                  <a:pt x="473501" y="16068"/>
                  <a:pt x="474588" y="13184"/>
                  <a:pt x="475741" y="10743"/>
                </a:cubicBezTo>
                <a:cubicBezTo>
                  <a:pt x="476894" y="8302"/>
                  <a:pt x="478249" y="6290"/>
                  <a:pt x="479805" y="4708"/>
                </a:cubicBezTo>
                <a:cubicBezTo>
                  <a:pt x="481361" y="3125"/>
                  <a:pt x="483212" y="1945"/>
                  <a:pt x="485358" y="1167"/>
                </a:cubicBezTo>
                <a:cubicBezTo>
                  <a:pt x="487503" y="389"/>
                  <a:pt x="490105" y="0"/>
                  <a:pt x="493163" y="0"/>
                </a:cubicBezTo>
                <a:cubicBezTo>
                  <a:pt x="494344" y="0"/>
                  <a:pt x="495470" y="95"/>
                  <a:pt x="496543" y="284"/>
                </a:cubicBezTo>
                <a:cubicBezTo>
                  <a:pt x="497616" y="472"/>
                  <a:pt x="498448" y="647"/>
                  <a:pt x="499038" y="810"/>
                </a:cubicBezTo>
                <a:lnTo>
                  <a:pt x="499038" y="14163"/>
                </a:lnTo>
                <a:cubicBezTo>
                  <a:pt x="498072" y="13895"/>
                  <a:pt x="496946" y="13694"/>
                  <a:pt x="495658" y="13560"/>
                </a:cubicBezTo>
                <a:cubicBezTo>
                  <a:pt x="494370" y="13426"/>
                  <a:pt x="492922" y="13358"/>
                  <a:pt x="491312" y="13358"/>
                </a:cubicBezTo>
                <a:cubicBezTo>
                  <a:pt x="487986" y="13358"/>
                  <a:pt x="485156" y="14109"/>
                  <a:pt x="482823" y="15609"/>
                </a:cubicBezTo>
                <a:cubicBezTo>
                  <a:pt x="480489" y="17110"/>
                  <a:pt x="478584" y="19187"/>
                  <a:pt x="477109" y="21841"/>
                </a:cubicBezTo>
                <a:cubicBezTo>
                  <a:pt x="475634" y="24493"/>
                  <a:pt x="474547" y="27655"/>
                  <a:pt x="473850" y="31327"/>
                </a:cubicBezTo>
                <a:cubicBezTo>
                  <a:pt x="473152" y="34996"/>
                  <a:pt x="472804" y="39002"/>
                  <a:pt x="472804" y="43342"/>
                </a:cubicBezTo>
                <a:lnTo>
                  <a:pt x="472804" y="88681"/>
                </a:lnTo>
                <a:lnTo>
                  <a:pt x="458319" y="88681"/>
                </a:lnTo>
                <a:close/>
                <a:moveTo>
                  <a:pt x="550378" y="88681"/>
                </a:moveTo>
                <a:cubicBezTo>
                  <a:pt x="548340" y="93950"/>
                  <a:pt x="546261" y="98696"/>
                  <a:pt x="544142" y="102917"/>
                </a:cubicBezTo>
                <a:cubicBezTo>
                  <a:pt x="542022" y="107139"/>
                  <a:pt x="539649" y="110742"/>
                  <a:pt x="537020" y="113726"/>
                </a:cubicBezTo>
                <a:cubicBezTo>
                  <a:pt x="534391" y="116712"/>
                  <a:pt x="531467" y="118998"/>
                  <a:pt x="528248" y="120584"/>
                </a:cubicBezTo>
                <a:cubicBezTo>
                  <a:pt x="525029" y="122169"/>
                  <a:pt x="521328" y="122962"/>
                  <a:pt x="517143" y="122962"/>
                </a:cubicBezTo>
                <a:cubicBezTo>
                  <a:pt x="515319" y="122962"/>
                  <a:pt x="513629" y="122909"/>
                  <a:pt x="512073" y="122802"/>
                </a:cubicBezTo>
                <a:cubicBezTo>
                  <a:pt x="510517" y="122694"/>
                  <a:pt x="508881" y="122453"/>
                  <a:pt x="507164" y="122077"/>
                </a:cubicBezTo>
                <a:lnTo>
                  <a:pt x="507164" y="111213"/>
                </a:lnTo>
                <a:cubicBezTo>
                  <a:pt x="508184" y="111374"/>
                  <a:pt x="509337" y="111495"/>
                  <a:pt x="510625" y="111576"/>
                </a:cubicBezTo>
                <a:cubicBezTo>
                  <a:pt x="511912" y="111656"/>
                  <a:pt x="513012" y="111696"/>
                  <a:pt x="513924" y="111696"/>
                </a:cubicBezTo>
                <a:cubicBezTo>
                  <a:pt x="518162" y="111696"/>
                  <a:pt x="522105" y="110108"/>
                  <a:pt x="525754" y="106931"/>
                </a:cubicBezTo>
                <a:cubicBezTo>
                  <a:pt x="529402" y="103755"/>
                  <a:pt x="532594" y="98696"/>
                  <a:pt x="535330" y="91752"/>
                </a:cubicBezTo>
                <a:lnTo>
                  <a:pt x="536698" y="88279"/>
                </a:lnTo>
                <a:lnTo>
                  <a:pt x="502175" y="1609"/>
                </a:lnTo>
                <a:lnTo>
                  <a:pt x="517626" y="1609"/>
                </a:lnTo>
                <a:lnTo>
                  <a:pt x="535974" y="49732"/>
                </a:lnTo>
                <a:cubicBezTo>
                  <a:pt x="536510" y="51181"/>
                  <a:pt x="537194" y="53112"/>
                  <a:pt x="538026" y="55526"/>
                </a:cubicBezTo>
                <a:cubicBezTo>
                  <a:pt x="538857" y="57940"/>
                  <a:pt x="539689" y="60355"/>
                  <a:pt x="540520" y="62769"/>
                </a:cubicBezTo>
                <a:cubicBezTo>
                  <a:pt x="541352" y="65183"/>
                  <a:pt x="542090" y="67356"/>
                  <a:pt x="542733" y="69287"/>
                </a:cubicBezTo>
                <a:cubicBezTo>
                  <a:pt x="543377" y="71218"/>
                  <a:pt x="543753" y="72426"/>
                  <a:pt x="543860" y="72908"/>
                </a:cubicBezTo>
                <a:cubicBezTo>
                  <a:pt x="544021" y="72318"/>
                  <a:pt x="544410" y="71151"/>
                  <a:pt x="545027" y="69408"/>
                </a:cubicBezTo>
                <a:cubicBezTo>
                  <a:pt x="545644" y="67664"/>
                  <a:pt x="546341" y="65719"/>
                  <a:pt x="547119" y="63574"/>
                </a:cubicBezTo>
                <a:cubicBezTo>
                  <a:pt x="547897" y="61428"/>
                  <a:pt x="548688" y="59255"/>
                  <a:pt x="549493" y="57055"/>
                </a:cubicBezTo>
                <a:cubicBezTo>
                  <a:pt x="550298" y="54856"/>
                  <a:pt x="550968" y="52951"/>
                  <a:pt x="551505" y="51342"/>
                </a:cubicBezTo>
                <a:lnTo>
                  <a:pt x="568565" y="1609"/>
                </a:lnTo>
                <a:lnTo>
                  <a:pt x="583855" y="1609"/>
                </a:lnTo>
                <a:lnTo>
                  <a:pt x="550378" y="886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claims">
            <a:extLst xmlns:a="http://schemas.openxmlformats.org/drawingml/2006/main">
              <a:ext uri="{FF2B5EF4-FFF2-40B4-BE49-F238E27FC236}">
                <a16:creationId xmlns:a16="http://schemas.microsoft.com/office/drawing/2014/main" id="{89763B1A-E43D-46DF-9352-93AAD8C7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755" y="2424930"/>
            <a:ext cx="453945" cy="121031"/>
          </a:xfrm>
          <a:custGeom xmlns:a="http://schemas.openxmlformats.org/drawingml/2006/main">
            <a:pathLst>
              <a:path w="453945" h="121031">
                <a:moveTo>
                  <a:pt x="15129" y="75524"/>
                </a:moveTo>
                <a:cubicBezTo>
                  <a:pt x="15129" y="80508"/>
                  <a:pt x="15491" y="85090"/>
                  <a:pt x="16215" y="89270"/>
                </a:cubicBezTo>
                <a:cubicBezTo>
                  <a:pt x="16940" y="93449"/>
                  <a:pt x="18160" y="97053"/>
                  <a:pt x="19877" y="100081"/>
                </a:cubicBezTo>
                <a:cubicBezTo>
                  <a:pt x="21594" y="103107"/>
                  <a:pt x="23860" y="105450"/>
                  <a:pt x="26677" y="107112"/>
                </a:cubicBezTo>
                <a:cubicBezTo>
                  <a:pt x="29493" y="108773"/>
                  <a:pt x="32967" y="109604"/>
                  <a:pt x="37098" y="109604"/>
                </a:cubicBezTo>
                <a:cubicBezTo>
                  <a:pt x="42248" y="109604"/>
                  <a:pt x="46554" y="108209"/>
                  <a:pt x="50014" y="105419"/>
                </a:cubicBezTo>
                <a:cubicBezTo>
                  <a:pt x="53474" y="102630"/>
                  <a:pt x="55607" y="98338"/>
                  <a:pt x="56411" y="92544"/>
                </a:cubicBezTo>
                <a:lnTo>
                  <a:pt x="71058" y="93509"/>
                </a:lnTo>
                <a:cubicBezTo>
                  <a:pt x="70575" y="97104"/>
                  <a:pt x="69529" y="100564"/>
                  <a:pt x="67919" y="103890"/>
                </a:cubicBezTo>
                <a:cubicBezTo>
                  <a:pt x="66310" y="107217"/>
                  <a:pt x="64123" y="110140"/>
                  <a:pt x="61361" y="112662"/>
                </a:cubicBezTo>
                <a:cubicBezTo>
                  <a:pt x="58598" y="115183"/>
                  <a:pt x="55231" y="117209"/>
                  <a:pt x="51261" y="118738"/>
                </a:cubicBezTo>
                <a:cubicBezTo>
                  <a:pt x="47291" y="120267"/>
                  <a:pt x="42704" y="121031"/>
                  <a:pt x="37500" y="121031"/>
                </a:cubicBezTo>
                <a:cubicBezTo>
                  <a:pt x="30687" y="121031"/>
                  <a:pt x="24893" y="119878"/>
                  <a:pt x="20118" y="117571"/>
                </a:cubicBezTo>
                <a:cubicBezTo>
                  <a:pt x="15343" y="115264"/>
                  <a:pt x="11467" y="112085"/>
                  <a:pt x="8490" y="108035"/>
                </a:cubicBezTo>
                <a:cubicBezTo>
                  <a:pt x="5512" y="103984"/>
                  <a:pt x="3353" y="99210"/>
                  <a:pt x="2012" y="93711"/>
                </a:cubicBezTo>
                <a:cubicBezTo>
                  <a:pt x="671" y="88212"/>
                  <a:pt x="0" y="82243"/>
                  <a:pt x="0" y="75805"/>
                </a:cubicBezTo>
                <a:cubicBezTo>
                  <a:pt x="0" y="69958"/>
                  <a:pt x="483" y="64794"/>
                  <a:pt x="1449" y="60314"/>
                </a:cubicBezTo>
                <a:cubicBezTo>
                  <a:pt x="2414" y="55835"/>
                  <a:pt x="3769" y="51918"/>
                  <a:pt x="5512" y="48565"/>
                </a:cubicBezTo>
                <a:cubicBezTo>
                  <a:pt x="7256" y="45212"/>
                  <a:pt x="9308" y="42396"/>
                  <a:pt x="11669" y="40116"/>
                </a:cubicBezTo>
                <a:cubicBezTo>
                  <a:pt x="14029" y="37836"/>
                  <a:pt x="16591" y="36012"/>
                  <a:pt x="19354" y="34644"/>
                </a:cubicBezTo>
                <a:cubicBezTo>
                  <a:pt x="22117" y="33276"/>
                  <a:pt x="25027" y="32283"/>
                  <a:pt x="28085" y="31666"/>
                </a:cubicBezTo>
                <a:cubicBezTo>
                  <a:pt x="31143" y="31049"/>
                  <a:pt x="34228" y="30741"/>
                  <a:pt x="37339" y="30741"/>
                </a:cubicBezTo>
                <a:cubicBezTo>
                  <a:pt x="42221" y="30741"/>
                  <a:pt x="46567" y="31410"/>
                  <a:pt x="50376" y="32747"/>
                </a:cubicBezTo>
                <a:cubicBezTo>
                  <a:pt x="54185" y="34084"/>
                  <a:pt x="57471" y="35915"/>
                  <a:pt x="60234" y="38242"/>
                </a:cubicBezTo>
                <a:cubicBezTo>
                  <a:pt x="62997" y="40569"/>
                  <a:pt x="65237" y="43311"/>
                  <a:pt x="66953" y="46468"/>
                </a:cubicBezTo>
                <a:cubicBezTo>
                  <a:pt x="68670" y="49623"/>
                  <a:pt x="69877" y="53019"/>
                  <a:pt x="70575" y="56655"/>
                </a:cubicBezTo>
                <a:lnTo>
                  <a:pt x="55687" y="57779"/>
                </a:lnTo>
                <a:cubicBezTo>
                  <a:pt x="54936" y="53000"/>
                  <a:pt x="53032" y="49203"/>
                  <a:pt x="49974" y="46390"/>
                </a:cubicBezTo>
                <a:cubicBezTo>
                  <a:pt x="46916" y="43575"/>
                  <a:pt x="42570" y="42168"/>
                  <a:pt x="36937" y="42168"/>
                </a:cubicBezTo>
                <a:cubicBezTo>
                  <a:pt x="32806" y="42168"/>
                  <a:pt x="29359" y="42851"/>
                  <a:pt x="26596" y="44217"/>
                </a:cubicBezTo>
                <a:cubicBezTo>
                  <a:pt x="23833" y="45584"/>
                  <a:pt x="21594" y="47647"/>
                  <a:pt x="19877" y="50406"/>
                </a:cubicBezTo>
                <a:cubicBezTo>
                  <a:pt x="18160" y="53166"/>
                  <a:pt x="16940" y="56635"/>
                  <a:pt x="16215" y="60815"/>
                </a:cubicBezTo>
                <a:cubicBezTo>
                  <a:pt x="15491" y="64994"/>
                  <a:pt x="15129" y="69897"/>
                  <a:pt x="15129" y="75524"/>
                </a:cubicBezTo>
                <a:close/>
                <a:moveTo>
                  <a:pt x="86508" y="119422"/>
                </a:moveTo>
                <a:lnTo>
                  <a:pt x="86508" y="0"/>
                </a:lnTo>
                <a:lnTo>
                  <a:pt x="100994" y="0"/>
                </a:lnTo>
                <a:lnTo>
                  <a:pt x="100994" y="119422"/>
                </a:lnTo>
                <a:lnTo>
                  <a:pt x="86508" y="119422"/>
                </a:lnTo>
                <a:close/>
                <a:moveTo>
                  <a:pt x="145306" y="121031"/>
                </a:moveTo>
                <a:cubicBezTo>
                  <a:pt x="136562" y="121031"/>
                  <a:pt x="129990" y="118724"/>
                  <a:pt x="125591" y="114110"/>
                </a:cubicBezTo>
                <a:cubicBezTo>
                  <a:pt x="121191" y="109497"/>
                  <a:pt x="118992" y="103166"/>
                  <a:pt x="118992" y="95119"/>
                </a:cubicBezTo>
                <a:cubicBezTo>
                  <a:pt x="118992" y="89378"/>
                  <a:pt x="120078" y="84671"/>
                  <a:pt x="122251" y="80996"/>
                </a:cubicBezTo>
                <a:cubicBezTo>
                  <a:pt x="124424" y="77321"/>
                  <a:pt x="127267" y="74437"/>
                  <a:pt x="130781" y="72345"/>
                </a:cubicBezTo>
                <a:cubicBezTo>
                  <a:pt x="134295" y="70253"/>
                  <a:pt x="138305" y="68804"/>
                  <a:pt x="142812" y="68000"/>
                </a:cubicBezTo>
                <a:cubicBezTo>
                  <a:pt x="147318" y="67195"/>
                  <a:pt x="151905" y="66739"/>
                  <a:pt x="156573" y="66632"/>
                </a:cubicBezTo>
                <a:lnTo>
                  <a:pt x="176127" y="66310"/>
                </a:lnTo>
                <a:lnTo>
                  <a:pt x="176127" y="61577"/>
                </a:lnTo>
                <a:cubicBezTo>
                  <a:pt x="176127" y="57994"/>
                  <a:pt x="175752" y="54946"/>
                  <a:pt x="175001" y="52433"/>
                </a:cubicBezTo>
                <a:cubicBezTo>
                  <a:pt x="174250" y="49920"/>
                  <a:pt x="173096" y="47888"/>
                  <a:pt x="171540" y="46337"/>
                </a:cubicBezTo>
                <a:cubicBezTo>
                  <a:pt x="169985" y="44786"/>
                  <a:pt x="168040" y="43651"/>
                  <a:pt x="165706" y="42930"/>
                </a:cubicBezTo>
                <a:cubicBezTo>
                  <a:pt x="163372" y="42207"/>
                  <a:pt x="160623" y="41846"/>
                  <a:pt x="157458" y="41846"/>
                </a:cubicBezTo>
                <a:cubicBezTo>
                  <a:pt x="154668" y="41846"/>
                  <a:pt x="152147" y="42045"/>
                  <a:pt x="149893" y="42442"/>
                </a:cubicBezTo>
                <a:cubicBezTo>
                  <a:pt x="147640" y="42839"/>
                  <a:pt x="145682" y="43555"/>
                  <a:pt x="144019" y="44589"/>
                </a:cubicBezTo>
                <a:cubicBezTo>
                  <a:pt x="142356" y="45624"/>
                  <a:pt x="141014" y="47030"/>
                  <a:pt x="139995" y="48807"/>
                </a:cubicBezTo>
                <a:cubicBezTo>
                  <a:pt x="138976" y="50582"/>
                  <a:pt x="138305" y="52822"/>
                  <a:pt x="137983" y="55526"/>
                </a:cubicBezTo>
                <a:lnTo>
                  <a:pt x="122854" y="54163"/>
                </a:lnTo>
                <a:cubicBezTo>
                  <a:pt x="123391" y="50740"/>
                  <a:pt x="124410" y="47598"/>
                  <a:pt x="125912" y="44738"/>
                </a:cubicBezTo>
                <a:cubicBezTo>
                  <a:pt x="127415" y="41876"/>
                  <a:pt x="129547" y="39403"/>
                  <a:pt x="132310" y="37319"/>
                </a:cubicBezTo>
                <a:cubicBezTo>
                  <a:pt x="135073" y="35234"/>
                  <a:pt x="138533" y="33616"/>
                  <a:pt x="142691" y="32466"/>
                </a:cubicBezTo>
                <a:cubicBezTo>
                  <a:pt x="146849" y="31316"/>
                  <a:pt x="151878" y="30741"/>
                  <a:pt x="157780" y="30741"/>
                </a:cubicBezTo>
                <a:cubicBezTo>
                  <a:pt x="168724" y="30741"/>
                  <a:pt x="176959" y="33246"/>
                  <a:pt x="182485" y="38257"/>
                </a:cubicBezTo>
                <a:cubicBezTo>
                  <a:pt x="188011" y="43268"/>
                  <a:pt x="190773" y="50517"/>
                  <a:pt x="190773" y="60003"/>
                </a:cubicBezTo>
                <a:lnTo>
                  <a:pt x="190773" y="97465"/>
                </a:lnTo>
                <a:cubicBezTo>
                  <a:pt x="190773" y="101754"/>
                  <a:pt x="191337" y="104984"/>
                  <a:pt x="192463" y="107155"/>
                </a:cubicBezTo>
                <a:cubicBezTo>
                  <a:pt x="193590" y="109324"/>
                  <a:pt x="195736" y="110409"/>
                  <a:pt x="198901" y="110409"/>
                </a:cubicBezTo>
                <a:cubicBezTo>
                  <a:pt x="199706" y="110409"/>
                  <a:pt x="200511" y="110355"/>
                  <a:pt x="201315" y="110248"/>
                </a:cubicBezTo>
                <a:cubicBezTo>
                  <a:pt x="202120" y="110140"/>
                  <a:pt x="202898" y="110006"/>
                  <a:pt x="203649" y="109845"/>
                </a:cubicBezTo>
                <a:lnTo>
                  <a:pt x="203649" y="118929"/>
                </a:lnTo>
                <a:cubicBezTo>
                  <a:pt x="201825" y="119361"/>
                  <a:pt x="200014" y="119686"/>
                  <a:pt x="198217" y="119902"/>
                </a:cubicBezTo>
                <a:cubicBezTo>
                  <a:pt x="196420" y="120118"/>
                  <a:pt x="194502" y="120226"/>
                  <a:pt x="192463" y="120226"/>
                </a:cubicBezTo>
                <a:cubicBezTo>
                  <a:pt x="189727" y="120226"/>
                  <a:pt x="187380" y="119863"/>
                  <a:pt x="185422" y="119135"/>
                </a:cubicBezTo>
                <a:cubicBezTo>
                  <a:pt x="183464" y="118407"/>
                  <a:pt x="181868" y="117303"/>
                  <a:pt x="180634" y="115821"/>
                </a:cubicBezTo>
                <a:cubicBezTo>
                  <a:pt x="179400" y="114338"/>
                  <a:pt x="178461" y="112506"/>
                  <a:pt x="177817" y="110323"/>
                </a:cubicBezTo>
                <a:cubicBezTo>
                  <a:pt x="177174" y="108140"/>
                  <a:pt x="176771" y="105594"/>
                  <a:pt x="176610" y="102683"/>
                </a:cubicBezTo>
                <a:lnTo>
                  <a:pt x="176127" y="102683"/>
                </a:lnTo>
                <a:cubicBezTo>
                  <a:pt x="174572" y="105485"/>
                  <a:pt x="172868" y="108017"/>
                  <a:pt x="171017" y="110280"/>
                </a:cubicBezTo>
                <a:cubicBezTo>
                  <a:pt x="169167" y="112544"/>
                  <a:pt x="167007" y="114470"/>
                  <a:pt x="164539" y="116059"/>
                </a:cubicBezTo>
                <a:cubicBezTo>
                  <a:pt x="162072" y="117649"/>
                  <a:pt x="159268" y="118874"/>
                  <a:pt x="156130" y="119736"/>
                </a:cubicBezTo>
                <a:cubicBezTo>
                  <a:pt x="152992" y="120599"/>
                  <a:pt x="149384" y="121031"/>
                  <a:pt x="145306" y="121031"/>
                </a:cubicBezTo>
                <a:moveTo>
                  <a:pt x="148606" y="110087"/>
                </a:moveTo>
                <a:cubicBezTo>
                  <a:pt x="153220" y="110087"/>
                  <a:pt x="157257" y="109244"/>
                  <a:pt x="160717" y="107559"/>
                </a:cubicBezTo>
                <a:cubicBezTo>
                  <a:pt x="164177" y="105873"/>
                  <a:pt x="167047" y="103719"/>
                  <a:pt x="169327" y="101097"/>
                </a:cubicBezTo>
                <a:cubicBezTo>
                  <a:pt x="171608" y="98473"/>
                  <a:pt x="173311" y="95609"/>
                  <a:pt x="174438" y="92506"/>
                </a:cubicBezTo>
                <a:cubicBezTo>
                  <a:pt x="175564" y="89401"/>
                  <a:pt x="176127" y="86430"/>
                  <a:pt x="176127" y="83594"/>
                </a:cubicBezTo>
                <a:lnTo>
                  <a:pt x="176127" y="76449"/>
                </a:lnTo>
                <a:lnTo>
                  <a:pt x="160274" y="76771"/>
                </a:lnTo>
                <a:cubicBezTo>
                  <a:pt x="156733" y="76825"/>
                  <a:pt x="153367" y="77079"/>
                  <a:pt x="150175" y="77533"/>
                </a:cubicBezTo>
                <a:cubicBezTo>
                  <a:pt x="146983" y="77987"/>
                  <a:pt x="144180" y="78884"/>
                  <a:pt x="141766" y="80224"/>
                </a:cubicBezTo>
                <a:cubicBezTo>
                  <a:pt x="139351" y="81562"/>
                  <a:pt x="137433" y="83435"/>
                  <a:pt x="136012" y="85844"/>
                </a:cubicBezTo>
                <a:cubicBezTo>
                  <a:pt x="134590" y="88252"/>
                  <a:pt x="133879" y="91409"/>
                  <a:pt x="133879" y="95315"/>
                </a:cubicBezTo>
                <a:cubicBezTo>
                  <a:pt x="133879" y="100024"/>
                  <a:pt x="135153" y="103664"/>
                  <a:pt x="137702" y="106234"/>
                </a:cubicBezTo>
                <a:cubicBezTo>
                  <a:pt x="140250" y="108803"/>
                  <a:pt x="143885" y="110087"/>
                  <a:pt x="148606" y="110087"/>
                </a:cubicBezTo>
                <a:close/>
                <a:moveTo>
                  <a:pt x="214648" y="13841"/>
                </a:moveTo>
                <a:lnTo>
                  <a:pt x="214648" y="0"/>
                </a:lnTo>
                <a:lnTo>
                  <a:pt x="229133" y="0"/>
                </a:lnTo>
                <a:lnTo>
                  <a:pt x="229133" y="13841"/>
                </a:lnTo>
                <a:lnTo>
                  <a:pt x="214648" y="13841"/>
                </a:lnTo>
                <a:moveTo>
                  <a:pt x="214648" y="119422"/>
                </a:moveTo>
                <a:lnTo>
                  <a:pt x="214648" y="32350"/>
                </a:lnTo>
                <a:lnTo>
                  <a:pt x="229133" y="32350"/>
                </a:lnTo>
                <a:lnTo>
                  <a:pt x="229133" y="119422"/>
                </a:lnTo>
                <a:lnTo>
                  <a:pt x="214648" y="119422"/>
                </a:lnTo>
                <a:close/>
                <a:moveTo>
                  <a:pt x="302015" y="119422"/>
                </a:moveTo>
                <a:lnTo>
                  <a:pt x="302015" y="64275"/>
                </a:lnTo>
                <a:cubicBezTo>
                  <a:pt x="302015" y="60040"/>
                  <a:pt x="301747" y="56503"/>
                  <a:pt x="301210" y="53663"/>
                </a:cubicBezTo>
                <a:cubicBezTo>
                  <a:pt x="300674" y="50823"/>
                  <a:pt x="299775" y="48532"/>
                  <a:pt x="298514" y="46790"/>
                </a:cubicBezTo>
                <a:cubicBezTo>
                  <a:pt x="297254" y="45048"/>
                  <a:pt x="295604" y="43816"/>
                  <a:pt x="293565" y="43093"/>
                </a:cubicBezTo>
                <a:cubicBezTo>
                  <a:pt x="291527" y="42369"/>
                  <a:pt x="289032" y="42007"/>
                  <a:pt x="286081" y="42007"/>
                </a:cubicBezTo>
                <a:cubicBezTo>
                  <a:pt x="283023" y="42007"/>
                  <a:pt x="280260" y="42610"/>
                  <a:pt x="277793" y="43817"/>
                </a:cubicBezTo>
                <a:cubicBezTo>
                  <a:pt x="275325" y="45023"/>
                  <a:pt x="273219" y="46765"/>
                  <a:pt x="271475" y="49043"/>
                </a:cubicBezTo>
                <a:cubicBezTo>
                  <a:pt x="269732" y="51320"/>
                  <a:pt x="268391" y="54133"/>
                  <a:pt x="267452" y="57483"/>
                </a:cubicBezTo>
                <a:cubicBezTo>
                  <a:pt x="266513" y="60832"/>
                  <a:pt x="266044" y="64678"/>
                  <a:pt x="266044" y="69018"/>
                </a:cubicBezTo>
                <a:lnTo>
                  <a:pt x="266044" y="119422"/>
                </a:lnTo>
                <a:lnTo>
                  <a:pt x="251639" y="119422"/>
                </a:lnTo>
                <a:lnTo>
                  <a:pt x="251639" y="50939"/>
                </a:lnTo>
                <a:cubicBezTo>
                  <a:pt x="251639" y="49115"/>
                  <a:pt x="251625" y="47197"/>
                  <a:pt x="251599" y="45185"/>
                </a:cubicBezTo>
                <a:cubicBezTo>
                  <a:pt x="251572" y="43174"/>
                  <a:pt x="251532" y="41269"/>
                  <a:pt x="251478" y="39472"/>
                </a:cubicBezTo>
                <a:cubicBezTo>
                  <a:pt x="251424" y="37675"/>
                  <a:pt x="251371" y="36132"/>
                  <a:pt x="251317" y="34845"/>
                </a:cubicBezTo>
                <a:cubicBezTo>
                  <a:pt x="251263" y="33557"/>
                  <a:pt x="251210" y="32726"/>
                  <a:pt x="251156" y="32350"/>
                </a:cubicBezTo>
                <a:lnTo>
                  <a:pt x="264836" y="32350"/>
                </a:lnTo>
                <a:cubicBezTo>
                  <a:pt x="264890" y="32620"/>
                  <a:pt x="264944" y="33348"/>
                  <a:pt x="264997" y="34535"/>
                </a:cubicBezTo>
                <a:cubicBezTo>
                  <a:pt x="265051" y="35721"/>
                  <a:pt x="265118" y="37082"/>
                  <a:pt x="265199" y="38619"/>
                </a:cubicBezTo>
                <a:cubicBezTo>
                  <a:pt x="265279" y="40157"/>
                  <a:pt x="265346" y="41722"/>
                  <a:pt x="265400" y="43315"/>
                </a:cubicBezTo>
                <a:cubicBezTo>
                  <a:pt x="265453" y="44906"/>
                  <a:pt x="265480" y="46240"/>
                  <a:pt x="265480" y="47318"/>
                </a:cubicBezTo>
                <a:lnTo>
                  <a:pt x="265722" y="47318"/>
                </a:lnTo>
                <a:cubicBezTo>
                  <a:pt x="267009" y="44785"/>
                  <a:pt x="268404" y="42494"/>
                  <a:pt x="269906" y="40445"/>
                </a:cubicBezTo>
                <a:cubicBezTo>
                  <a:pt x="271408" y="38396"/>
                  <a:pt x="273165" y="36658"/>
                  <a:pt x="275177" y="35230"/>
                </a:cubicBezTo>
                <a:cubicBezTo>
                  <a:pt x="277189" y="33801"/>
                  <a:pt x="279496" y="32696"/>
                  <a:pt x="282098" y="31915"/>
                </a:cubicBezTo>
                <a:cubicBezTo>
                  <a:pt x="284700" y="31132"/>
                  <a:pt x="287718" y="30741"/>
                  <a:pt x="291151" y="30741"/>
                </a:cubicBezTo>
                <a:cubicBezTo>
                  <a:pt x="297750" y="30741"/>
                  <a:pt x="302967" y="32062"/>
                  <a:pt x="306803" y="34704"/>
                </a:cubicBezTo>
                <a:cubicBezTo>
                  <a:pt x="310639" y="37344"/>
                  <a:pt x="313308" y="41549"/>
                  <a:pt x="314810" y="47318"/>
                </a:cubicBezTo>
                <a:lnTo>
                  <a:pt x="315051" y="47318"/>
                </a:lnTo>
                <a:cubicBezTo>
                  <a:pt x="316339" y="44785"/>
                  <a:pt x="317788" y="42494"/>
                  <a:pt x="319397" y="40445"/>
                </a:cubicBezTo>
                <a:cubicBezTo>
                  <a:pt x="321006" y="38396"/>
                  <a:pt x="322884" y="36658"/>
                  <a:pt x="325030" y="35230"/>
                </a:cubicBezTo>
                <a:cubicBezTo>
                  <a:pt x="327176" y="33801"/>
                  <a:pt x="329590" y="32696"/>
                  <a:pt x="332273" y="31915"/>
                </a:cubicBezTo>
                <a:cubicBezTo>
                  <a:pt x="334955" y="31132"/>
                  <a:pt x="338013" y="30741"/>
                  <a:pt x="341447" y="30741"/>
                </a:cubicBezTo>
                <a:cubicBezTo>
                  <a:pt x="345846" y="30741"/>
                  <a:pt x="349641" y="31331"/>
                  <a:pt x="352833" y="32511"/>
                </a:cubicBezTo>
                <a:cubicBezTo>
                  <a:pt x="356026" y="33691"/>
                  <a:pt x="358641" y="35515"/>
                  <a:pt x="360680" y="37983"/>
                </a:cubicBezTo>
                <a:cubicBezTo>
                  <a:pt x="362718" y="40451"/>
                  <a:pt x="364220" y="43630"/>
                  <a:pt x="365186" y="47519"/>
                </a:cubicBezTo>
                <a:cubicBezTo>
                  <a:pt x="366152" y="51409"/>
                  <a:pt x="366635" y="56036"/>
                  <a:pt x="366635" y="61401"/>
                </a:cubicBezTo>
                <a:lnTo>
                  <a:pt x="366635" y="119422"/>
                </a:lnTo>
                <a:lnTo>
                  <a:pt x="352310" y="119422"/>
                </a:lnTo>
                <a:lnTo>
                  <a:pt x="352310" y="64275"/>
                </a:lnTo>
                <a:cubicBezTo>
                  <a:pt x="352310" y="60040"/>
                  <a:pt x="352042" y="56503"/>
                  <a:pt x="351506" y="53663"/>
                </a:cubicBezTo>
                <a:cubicBezTo>
                  <a:pt x="350969" y="50823"/>
                  <a:pt x="350071" y="48532"/>
                  <a:pt x="348810" y="46790"/>
                </a:cubicBezTo>
                <a:cubicBezTo>
                  <a:pt x="347549" y="45048"/>
                  <a:pt x="345899" y="43816"/>
                  <a:pt x="343861" y="43093"/>
                </a:cubicBezTo>
                <a:cubicBezTo>
                  <a:pt x="341822" y="42369"/>
                  <a:pt x="339327" y="42007"/>
                  <a:pt x="336377" y="42007"/>
                </a:cubicBezTo>
                <a:cubicBezTo>
                  <a:pt x="333319" y="42007"/>
                  <a:pt x="330556" y="42584"/>
                  <a:pt x="328088" y="43737"/>
                </a:cubicBezTo>
                <a:cubicBezTo>
                  <a:pt x="325620" y="44889"/>
                  <a:pt x="323515" y="46590"/>
                  <a:pt x="321771" y="48842"/>
                </a:cubicBezTo>
                <a:cubicBezTo>
                  <a:pt x="320027" y="51092"/>
                  <a:pt x="318686" y="53905"/>
                  <a:pt x="317747" y="57282"/>
                </a:cubicBezTo>
                <a:cubicBezTo>
                  <a:pt x="316808" y="60658"/>
                  <a:pt x="316339" y="64570"/>
                  <a:pt x="316339" y="69018"/>
                </a:cubicBezTo>
                <a:lnTo>
                  <a:pt x="316339" y="119422"/>
                </a:lnTo>
                <a:lnTo>
                  <a:pt x="302015" y="119422"/>
                </a:lnTo>
                <a:close/>
                <a:moveTo>
                  <a:pt x="453945" y="95338"/>
                </a:moveTo>
                <a:cubicBezTo>
                  <a:pt x="453945" y="99418"/>
                  <a:pt x="453154" y="103056"/>
                  <a:pt x="451571" y="106252"/>
                </a:cubicBezTo>
                <a:cubicBezTo>
                  <a:pt x="449988" y="109446"/>
                  <a:pt x="447695" y="112131"/>
                  <a:pt x="444691" y="114307"/>
                </a:cubicBezTo>
                <a:cubicBezTo>
                  <a:pt x="441686" y="116481"/>
                  <a:pt x="437998" y="118146"/>
                  <a:pt x="433626" y="119301"/>
                </a:cubicBezTo>
                <a:cubicBezTo>
                  <a:pt x="429253" y="120454"/>
                  <a:pt x="424250" y="121031"/>
                  <a:pt x="418617" y="121031"/>
                </a:cubicBezTo>
                <a:cubicBezTo>
                  <a:pt x="413574" y="121031"/>
                  <a:pt x="409028" y="120641"/>
                  <a:pt x="404977" y="119859"/>
                </a:cubicBezTo>
                <a:cubicBezTo>
                  <a:pt x="400927" y="119080"/>
                  <a:pt x="397373" y="117829"/>
                  <a:pt x="394315" y="116107"/>
                </a:cubicBezTo>
                <a:cubicBezTo>
                  <a:pt x="391257" y="114384"/>
                  <a:pt x="388695" y="112110"/>
                  <a:pt x="386629" y="109285"/>
                </a:cubicBezTo>
                <a:cubicBezTo>
                  <a:pt x="384564" y="106458"/>
                  <a:pt x="383048" y="102999"/>
                  <a:pt x="382083" y="98909"/>
                </a:cubicBezTo>
                <a:lnTo>
                  <a:pt x="394878" y="96406"/>
                </a:lnTo>
                <a:cubicBezTo>
                  <a:pt x="396112" y="101074"/>
                  <a:pt x="398660" y="104494"/>
                  <a:pt x="402523" y="106667"/>
                </a:cubicBezTo>
                <a:cubicBezTo>
                  <a:pt x="406386" y="108840"/>
                  <a:pt x="411750" y="109926"/>
                  <a:pt x="418617" y="109926"/>
                </a:cubicBezTo>
                <a:cubicBezTo>
                  <a:pt x="421729" y="109926"/>
                  <a:pt x="424586" y="109712"/>
                  <a:pt x="427188" y="109285"/>
                </a:cubicBezTo>
                <a:cubicBezTo>
                  <a:pt x="429790" y="108857"/>
                  <a:pt x="432030" y="108123"/>
                  <a:pt x="433907" y="107082"/>
                </a:cubicBezTo>
                <a:cubicBezTo>
                  <a:pt x="435785" y="106041"/>
                  <a:pt x="437247" y="104652"/>
                  <a:pt x="438293" y="102915"/>
                </a:cubicBezTo>
                <a:cubicBezTo>
                  <a:pt x="439339" y="101178"/>
                  <a:pt x="439862" y="99028"/>
                  <a:pt x="439862" y="96464"/>
                </a:cubicBezTo>
                <a:cubicBezTo>
                  <a:pt x="439862" y="93834"/>
                  <a:pt x="439245" y="91673"/>
                  <a:pt x="438011" y="89981"/>
                </a:cubicBezTo>
                <a:cubicBezTo>
                  <a:pt x="436777" y="88290"/>
                  <a:pt x="435061" y="86880"/>
                  <a:pt x="432861" y="85754"/>
                </a:cubicBezTo>
                <a:cubicBezTo>
                  <a:pt x="430661" y="84626"/>
                  <a:pt x="427992" y="83646"/>
                  <a:pt x="424854" y="82814"/>
                </a:cubicBezTo>
                <a:cubicBezTo>
                  <a:pt x="421716" y="81981"/>
                  <a:pt x="418269" y="81054"/>
                  <a:pt x="414513" y="80033"/>
                </a:cubicBezTo>
                <a:cubicBezTo>
                  <a:pt x="411026" y="79121"/>
                  <a:pt x="407566" y="78101"/>
                  <a:pt x="404132" y="76975"/>
                </a:cubicBezTo>
                <a:cubicBezTo>
                  <a:pt x="400699" y="75846"/>
                  <a:pt x="397601" y="74356"/>
                  <a:pt x="394838" y="72504"/>
                </a:cubicBezTo>
                <a:cubicBezTo>
                  <a:pt x="392075" y="70651"/>
                  <a:pt x="389835" y="68356"/>
                  <a:pt x="388118" y="65618"/>
                </a:cubicBezTo>
                <a:cubicBezTo>
                  <a:pt x="386401" y="62879"/>
                  <a:pt x="385543" y="59442"/>
                  <a:pt x="385543" y="55307"/>
                </a:cubicBezTo>
                <a:cubicBezTo>
                  <a:pt x="385543" y="47359"/>
                  <a:pt x="388373" y="41304"/>
                  <a:pt x="394033" y="37143"/>
                </a:cubicBezTo>
                <a:cubicBezTo>
                  <a:pt x="399693" y="32982"/>
                  <a:pt x="407941" y="30902"/>
                  <a:pt x="418778" y="30902"/>
                </a:cubicBezTo>
                <a:cubicBezTo>
                  <a:pt x="428381" y="30902"/>
                  <a:pt x="436013" y="32586"/>
                  <a:pt x="441673" y="35954"/>
                </a:cubicBezTo>
                <a:cubicBezTo>
                  <a:pt x="447333" y="39322"/>
                  <a:pt x="450914" y="44721"/>
                  <a:pt x="452416" y="52151"/>
                </a:cubicBezTo>
                <a:lnTo>
                  <a:pt x="439379" y="53756"/>
                </a:lnTo>
                <a:cubicBezTo>
                  <a:pt x="438897" y="51518"/>
                  <a:pt x="438011" y="49639"/>
                  <a:pt x="436724" y="48120"/>
                </a:cubicBezTo>
                <a:cubicBezTo>
                  <a:pt x="435436" y="46601"/>
                  <a:pt x="433880" y="45376"/>
                  <a:pt x="432056" y="44444"/>
                </a:cubicBezTo>
                <a:cubicBezTo>
                  <a:pt x="430232" y="43511"/>
                  <a:pt x="428180" y="42846"/>
                  <a:pt x="425900" y="42447"/>
                </a:cubicBezTo>
                <a:cubicBezTo>
                  <a:pt x="423620" y="42046"/>
                  <a:pt x="421246" y="41846"/>
                  <a:pt x="418778" y="41846"/>
                </a:cubicBezTo>
                <a:cubicBezTo>
                  <a:pt x="412233" y="41846"/>
                  <a:pt x="407405" y="42840"/>
                  <a:pt x="404293" y="44828"/>
                </a:cubicBezTo>
                <a:cubicBezTo>
                  <a:pt x="401182" y="46817"/>
                  <a:pt x="399626" y="49826"/>
                  <a:pt x="399626" y="53856"/>
                </a:cubicBezTo>
                <a:cubicBezTo>
                  <a:pt x="399626" y="56219"/>
                  <a:pt x="400203" y="58165"/>
                  <a:pt x="401356" y="59696"/>
                </a:cubicBezTo>
                <a:cubicBezTo>
                  <a:pt x="402509" y="61226"/>
                  <a:pt x="404119" y="62516"/>
                  <a:pt x="406184" y="63563"/>
                </a:cubicBezTo>
                <a:cubicBezTo>
                  <a:pt x="408250" y="64610"/>
                  <a:pt x="410731" y="65522"/>
                  <a:pt x="413628" y="66302"/>
                </a:cubicBezTo>
                <a:cubicBezTo>
                  <a:pt x="416525" y="67080"/>
                  <a:pt x="419717" y="67898"/>
                  <a:pt x="423204" y="68756"/>
                </a:cubicBezTo>
                <a:cubicBezTo>
                  <a:pt x="425511" y="69348"/>
                  <a:pt x="427872" y="69980"/>
                  <a:pt x="430286" y="70650"/>
                </a:cubicBezTo>
                <a:cubicBezTo>
                  <a:pt x="432700" y="71321"/>
                  <a:pt x="435047" y="72126"/>
                  <a:pt x="437327" y="73067"/>
                </a:cubicBezTo>
                <a:cubicBezTo>
                  <a:pt x="439607" y="74006"/>
                  <a:pt x="441753" y="75106"/>
                  <a:pt x="443765" y="76369"/>
                </a:cubicBezTo>
                <a:cubicBezTo>
                  <a:pt x="445777" y="77631"/>
                  <a:pt x="447534" y="79148"/>
                  <a:pt x="449036" y="80920"/>
                </a:cubicBezTo>
                <a:cubicBezTo>
                  <a:pt x="450538" y="82693"/>
                  <a:pt x="451732" y="84760"/>
                  <a:pt x="452617" y="87122"/>
                </a:cubicBezTo>
                <a:cubicBezTo>
                  <a:pt x="453502" y="89484"/>
                  <a:pt x="453945" y="92223"/>
                  <a:pt x="453945" y="953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06027-C423-48A4-8FDE-1DCF49F3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8" y="2283405"/>
            <a:ext cx="228397" cy="10"/>
          </a:xfrm>
          <a:custGeom xmlns:a="http://schemas.openxmlformats.org/drawingml/2006/main">
            <a:pathLst>
              <a:path w="228397" h="1" fill="none">
                <a:moveTo>
                  <a:pt x="0" y="0"/>
                </a:moveTo>
                <a:lnTo>
                  <a:pt x="2283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4A4B3A-B811-48A5-A95D-A673F1C6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561" y="2235336"/>
            <a:ext cx="96138" cy="96138"/>
          </a:xfrm>
          <a:custGeom xmlns:a="http://schemas.openxmlformats.org/drawingml/2006/main">
            <a:pathLst>
              <a:path w="96138" h="96138">
                <a:moveTo>
                  <a:pt x="96138" y="48069"/>
                </a:moveTo>
                <a:lnTo>
                  <a:pt x="0" y="96138"/>
                </a:lnTo>
                <a:lnTo>
                  <a:pt x="24035" y="48069"/>
                </a:lnTo>
                <a:lnTo>
                  <a:pt x="0" y="0"/>
                </a:lnTo>
                <a:lnTo>
                  <a:pt x="96138" y="480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6613B-B1F6-4484-81FB-92434E9C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561" y="2235336"/>
            <a:ext cx="96138" cy="96138"/>
          </a:xfrm>
          <a:custGeom xmlns:a="http://schemas.openxmlformats.org/drawingml/2006/main">
            <a:pathLst>
              <a:path w="96138" h="96138" fill="none">
                <a:moveTo>
                  <a:pt x="96138" y="48069"/>
                </a:moveTo>
                <a:lnTo>
                  <a:pt x="0" y="96138"/>
                </a:lnTo>
                <a:lnTo>
                  <a:pt x="24035" y="48069"/>
                </a:lnTo>
                <a:lnTo>
                  <a:pt x="0" y="0"/>
                </a:lnTo>
                <a:lnTo>
                  <a:pt x="96138" y="480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EBC7F7-A819-43F4-A314-05D03F59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8" y="2699821"/>
            <a:ext cx="280449" cy="634238"/>
          </a:xfrm>
          <a:custGeom xmlns:a="http://schemas.openxmlformats.org/drawingml/2006/main">
            <a:pathLst>
              <a:path w="280449" h="634238" fill="none">
                <a:moveTo>
                  <a:pt x="0" y="634238"/>
                </a:moveTo>
                <a:lnTo>
                  <a:pt x="280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542EE-0710-4A95-825B-696B20C6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7084" y="2633898"/>
            <a:ext cx="87898" cy="107400"/>
          </a:xfrm>
          <a:custGeom xmlns:a="http://schemas.openxmlformats.org/drawingml/2006/main">
            <a:pathLst>
              <a:path w="87898" h="107400">
                <a:moveTo>
                  <a:pt x="82816" y="0"/>
                </a:moveTo>
                <a:lnTo>
                  <a:pt x="87898" y="107400"/>
                </a:lnTo>
                <a:lnTo>
                  <a:pt x="53563" y="65923"/>
                </a:lnTo>
                <a:lnTo>
                  <a:pt x="0" y="68533"/>
                </a:lnTo>
                <a:lnTo>
                  <a:pt x="8281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A945D-618A-4C7B-BC1C-0200D1CE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7084" y="2633898"/>
            <a:ext cx="87898" cy="107400"/>
          </a:xfrm>
          <a:custGeom xmlns:a="http://schemas.openxmlformats.org/drawingml/2006/main">
            <a:pathLst>
              <a:path w="87898" h="107400" fill="none">
                <a:moveTo>
                  <a:pt x="82816" y="0"/>
                </a:moveTo>
                <a:lnTo>
                  <a:pt x="87898" y="107400"/>
                </a:lnTo>
                <a:lnTo>
                  <a:pt x="53563" y="65923"/>
                </a:lnTo>
                <a:lnTo>
                  <a:pt x="0" y="68533"/>
                </a:lnTo>
                <a:lnTo>
                  <a:pt x="8281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307E4-790E-4B66-B811-9C3DCE19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8" y="1219018"/>
            <a:ext cx="280449" cy="634238"/>
          </a:xfrm>
          <a:custGeom xmlns:a="http://schemas.openxmlformats.org/drawingml/2006/main">
            <a:pathLst>
              <a:path w="280449" h="634238" fill="none">
                <a:moveTo>
                  <a:pt x="0" y="0"/>
                </a:moveTo>
                <a:lnTo>
                  <a:pt x="280449" y="634238"/>
                </a:ln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68AEB2-6F31-4189-B803-50E3D319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7084" y="1811779"/>
            <a:ext cx="87898" cy="107400"/>
          </a:xfrm>
          <a:custGeom xmlns:a="http://schemas.openxmlformats.org/drawingml/2006/main">
            <a:pathLst>
              <a:path w="87898" h="107400">
                <a:moveTo>
                  <a:pt x="82816" y="107400"/>
                </a:moveTo>
                <a:lnTo>
                  <a:pt x="0" y="38867"/>
                </a:lnTo>
                <a:lnTo>
                  <a:pt x="53563" y="41477"/>
                </a:lnTo>
                <a:lnTo>
                  <a:pt x="87898" y="0"/>
                </a:lnTo>
                <a:lnTo>
                  <a:pt x="82816" y="1074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D6BCE4-157F-4669-9A96-0E5195DD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7084" y="1811779"/>
            <a:ext cx="87898" cy="107400"/>
          </a:xfrm>
          <a:custGeom xmlns:a="http://schemas.openxmlformats.org/drawingml/2006/main">
            <a:pathLst>
              <a:path w="87898" h="107400" fill="none">
                <a:moveTo>
                  <a:pt x="82816" y="107400"/>
                </a:moveTo>
                <a:lnTo>
                  <a:pt x="0" y="38867"/>
                </a:lnTo>
                <a:lnTo>
                  <a:pt x="53563" y="41477"/>
                </a:lnTo>
                <a:lnTo>
                  <a:pt x="87898" y="0"/>
                </a:lnTo>
                <a:lnTo>
                  <a:pt x="82816" y="1074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6351A-903B-4921-8298-ACF64A6A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2832" y="2303182"/>
            <a:ext cx="594683" cy="1511"/>
          </a:xfrm>
          <a:custGeom xmlns:a="http://schemas.openxmlformats.org/drawingml/2006/main">
            <a:pathLst>
              <a:path w="594683" h="1511" fill="none">
                <a:moveTo>
                  <a:pt x="594683" y="1511"/>
                </a:moveTo>
                <a:lnTo>
                  <a:pt x="285668" y="82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46626-BD34-42FC-B907-E40F1E82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2962" y="2144142"/>
            <a:ext cx="686701" cy="274681"/>
          </a:xfrm>
          <a:custGeom xmlns:a="http://schemas.openxmlformats.org/drawingml/2006/main">
            <a:pathLst>
              <a:path w="686701" h="274681">
                <a:moveTo>
                  <a:pt x="0" y="0"/>
                </a:moveTo>
                <a:lnTo>
                  <a:pt x="549361" y="0"/>
                </a:lnTo>
                <a:cubicBezTo>
                  <a:pt x="640920" y="0"/>
                  <a:pt x="686701" y="45780"/>
                  <a:pt x="686701" y="137340"/>
                </a:cubicBezTo>
                <a:cubicBezTo>
                  <a:pt x="686701" y="228900"/>
                  <a:pt x="640920" y="274681"/>
                  <a:pt x="549361" y="274681"/>
                </a:cubicBezTo>
                <a:lnTo>
                  <a:pt x="0" y="2746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BBD76-CC8B-44FD-BF14-6F941CE1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2962" y="2144142"/>
            <a:ext cx="686701" cy="274681"/>
          </a:xfrm>
          <a:custGeom xmlns:a="http://schemas.openxmlformats.org/drawingml/2006/main">
            <a:pathLst>
              <a:path w="686701" h="274681" fill="none">
                <a:moveTo>
                  <a:pt x="0" y="0"/>
                </a:moveTo>
                <a:lnTo>
                  <a:pt x="549361" y="0"/>
                </a:lnTo>
                <a:cubicBezTo>
                  <a:pt x="640920" y="0"/>
                  <a:pt x="686701" y="45780"/>
                  <a:pt x="686701" y="137340"/>
                </a:cubicBezTo>
                <a:cubicBezTo>
                  <a:pt x="686701" y="228900"/>
                  <a:pt x="640920" y="274681"/>
                  <a:pt x="549361" y="274681"/>
                </a:cubicBezTo>
                <a:lnTo>
                  <a:pt x="0" y="2746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6C8EBF"/>
            </a:solidFill>
            <a:miter/>
          </a:ln>
        </p:spPr>
      </p:sp>
      <p:sp>
        <p:nvSpPr>
          <p:cNvPr id="86" name="Text Update">
            <a:extLst xmlns:a="http://schemas.openxmlformats.org/drawingml/2006/main">
              <a:ext uri="{FF2B5EF4-FFF2-40B4-BE49-F238E27FC236}">
                <a16:creationId xmlns:a16="http://schemas.microsoft.com/office/drawing/2014/main" id="{65894FA5-88B5-46C1-9507-02985FAC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278" y="2205185"/>
            <a:ext cx="511330" cy="153703"/>
          </a:xfrm>
          <a:custGeom xmlns:a="http://schemas.openxmlformats.org/drawingml/2006/main">
            <a:pathLst>
              <a:path w="511330" h="153703">
                <a:moveTo>
                  <a:pt x="46111" y="121031"/>
                </a:moveTo>
                <a:cubicBezTo>
                  <a:pt x="39888" y="121031"/>
                  <a:pt x="33986" y="120200"/>
                  <a:pt x="28407" y="118536"/>
                </a:cubicBezTo>
                <a:cubicBezTo>
                  <a:pt x="22827" y="116872"/>
                  <a:pt x="17932" y="114281"/>
                  <a:pt x="13721" y="110766"/>
                </a:cubicBezTo>
                <a:cubicBezTo>
                  <a:pt x="9509" y="107248"/>
                  <a:pt x="6170" y="102792"/>
                  <a:pt x="3702" y="97397"/>
                </a:cubicBezTo>
                <a:cubicBezTo>
                  <a:pt x="1234" y="92001"/>
                  <a:pt x="0" y="85598"/>
                  <a:pt x="0" y="78189"/>
                </a:cubicBezTo>
                <a:lnTo>
                  <a:pt x="0" y="5955"/>
                </a:lnTo>
                <a:lnTo>
                  <a:pt x="15370" y="5955"/>
                </a:lnTo>
                <a:lnTo>
                  <a:pt x="15370" y="76852"/>
                </a:lnTo>
                <a:cubicBezTo>
                  <a:pt x="15370" y="82592"/>
                  <a:pt x="16135" y="87461"/>
                  <a:pt x="17664" y="91457"/>
                </a:cubicBezTo>
                <a:cubicBezTo>
                  <a:pt x="19193" y="95454"/>
                  <a:pt x="21325" y="98713"/>
                  <a:pt x="24061" y="101235"/>
                </a:cubicBezTo>
                <a:cubicBezTo>
                  <a:pt x="26797" y="103756"/>
                  <a:pt x="30030" y="105594"/>
                  <a:pt x="33758" y="106747"/>
                </a:cubicBezTo>
                <a:cubicBezTo>
                  <a:pt x="37487" y="107901"/>
                  <a:pt x="41578" y="108477"/>
                  <a:pt x="46030" y="108477"/>
                </a:cubicBezTo>
                <a:cubicBezTo>
                  <a:pt x="50430" y="108477"/>
                  <a:pt x="54587" y="107887"/>
                  <a:pt x="58504" y="106707"/>
                </a:cubicBezTo>
                <a:cubicBezTo>
                  <a:pt x="62420" y="105527"/>
                  <a:pt x="65854" y="103649"/>
                  <a:pt x="68804" y="101074"/>
                </a:cubicBezTo>
                <a:cubicBezTo>
                  <a:pt x="71755" y="98499"/>
                  <a:pt x="74075" y="95132"/>
                  <a:pt x="75765" y="90975"/>
                </a:cubicBezTo>
                <a:cubicBezTo>
                  <a:pt x="77455" y="86817"/>
                  <a:pt x="78300" y="81760"/>
                  <a:pt x="78300" y="75805"/>
                </a:cubicBezTo>
                <a:lnTo>
                  <a:pt x="78300" y="5955"/>
                </a:lnTo>
                <a:lnTo>
                  <a:pt x="93590" y="5955"/>
                </a:lnTo>
                <a:lnTo>
                  <a:pt x="93590" y="76741"/>
                </a:lnTo>
                <a:cubicBezTo>
                  <a:pt x="93590" y="84310"/>
                  <a:pt x="92343" y="90873"/>
                  <a:pt x="89848" y="96429"/>
                </a:cubicBezTo>
                <a:cubicBezTo>
                  <a:pt x="87353" y="101985"/>
                  <a:pt x="83960" y="106589"/>
                  <a:pt x="79668" y="110240"/>
                </a:cubicBezTo>
                <a:cubicBezTo>
                  <a:pt x="75376" y="113892"/>
                  <a:pt x="70347" y="116603"/>
                  <a:pt x="64579" y="118376"/>
                </a:cubicBezTo>
                <a:cubicBezTo>
                  <a:pt x="58812" y="120146"/>
                  <a:pt x="52656" y="121031"/>
                  <a:pt x="46111" y="121031"/>
                </a:cubicBezTo>
                <a:close/>
                <a:moveTo>
                  <a:pt x="191014" y="75443"/>
                </a:moveTo>
                <a:cubicBezTo>
                  <a:pt x="191014" y="82047"/>
                  <a:pt x="190478" y="88141"/>
                  <a:pt x="189405" y="93726"/>
                </a:cubicBezTo>
                <a:cubicBezTo>
                  <a:pt x="188332" y="99310"/>
                  <a:pt x="186548" y="104117"/>
                  <a:pt x="184053" y="108145"/>
                </a:cubicBezTo>
                <a:cubicBezTo>
                  <a:pt x="181559" y="112172"/>
                  <a:pt x="178259" y="115327"/>
                  <a:pt x="174155" y="117609"/>
                </a:cubicBezTo>
                <a:cubicBezTo>
                  <a:pt x="170051" y="119890"/>
                  <a:pt x="164995" y="121031"/>
                  <a:pt x="158986" y="121031"/>
                </a:cubicBezTo>
                <a:cubicBezTo>
                  <a:pt x="152763" y="121031"/>
                  <a:pt x="147318" y="119845"/>
                  <a:pt x="142650" y="117473"/>
                </a:cubicBezTo>
                <a:cubicBezTo>
                  <a:pt x="137983" y="115099"/>
                  <a:pt x="134415" y="111215"/>
                  <a:pt x="131947" y="105822"/>
                </a:cubicBezTo>
                <a:lnTo>
                  <a:pt x="131545" y="105822"/>
                </a:lnTo>
                <a:cubicBezTo>
                  <a:pt x="131599" y="105929"/>
                  <a:pt x="131639" y="106414"/>
                  <a:pt x="131666" y="107275"/>
                </a:cubicBezTo>
                <a:cubicBezTo>
                  <a:pt x="131692" y="108137"/>
                  <a:pt x="131719" y="109214"/>
                  <a:pt x="131746" y="110507"/>
                </a:cubicBezTo>
                <a:cubicBezTo>
                  <a:pt x="131773" y="111798"/>
                  <a:pt x="131800" y="113237"/>
                  <a:pt x="131827" y="114825"/>
                </a:cubicBezTo>
                <a:cubicBezTo>
                  <a:pt x="131853" y="116412"/>
                  <a:pt x="131867" y="117987"/>
                  <a:pt x="131867" y="119547"/>
                </a:cubicBezTo>
                <a:lnTo>
                  <a:pt x="131867" y="153703"/>
                </a:lnTo>
                <a:lnTo>
                  <a:pt x="117382" y="153703"/>
                </a:lnTo>
                <a:lnTo>
                  <a:pt x="117382" y="50147"/>
                </a:lnTo>
                <a:cubicBezTo>
                  <a:pt x="117382" y="48053"/>
                  <a:pt x="117368" y="46040"/>
                  <a:pt x="117341" y="44107"/>
                </a:cubicBezTo>
                <a:cubicBezTo>
                  <a:pt x="117315" y="42174"/>
                  <a:pt x="117274" y="40416"/>
                  <a:pt x="117221" y="38833"/>
                </a:cubicBezTo>
                <a:cubicBezTo>
                  <a:pt x="117167" y="37249"/>
                  <a:pt x="117113" y="35893"/>
                  <a:pt x="117060" y="34767"/>
                </a:cubicBezTo>
                <a:cubicBezTo>
                  <a:pt x="117006" y="33638"/>
                  <a:pt x="116953" y="32833"/>
                  <a:pt x="116899" y="32350"/>
                </a:cubicBezTo>
                <a:lnTo>
                  <a:pt x="130901" y="32350"/>
                </a:lnTo>
                <a:cubicBezTo>
                  <a:pt x="130955" y="32511"/>
                  <a:pt x="131022" y="33074"/>
                  <a:pt x="131102" y="34040"/>
                </a:cubicBezTo>
                <a:cubicBezTo>
                  <a:pt x="131183" y="35006"/>
                  <a:pt x="131263" y="36173"/>
                  <a:pt x="131344" y="37541"/>
                </a:cubicBezTo>
                <a:cubicBezTo>
                  <a:pt x="131424" y="38909"/>
                  <a:pt x="131505" y="40371"/>
                  <a:pt x="131585" y="41926"/>
                </a:cubicBezTo>
                <a:cubicBezTo>
                  <a:pt x="131666" y="43482"/>
                  <a:pt x="131706" y="44957"/>
                  <a:pt x="131706" y="46352"/>
                </a:cubicBezTo>
                <a:lnTo>
                  <a:pt x="132028" y="46352"/>
                </a:lnTo>
                <a:cubicBezTo>
                  <a:pt x="133369" y="43548"/>
                  <a:pt x="134898" y="41161"/>
                  <a:pt x="136615" y="39193"/>
                </a:cubicBezTo>
                <a:cubicBezTo>
                  <a:pt x="138331" y="37225"/>
                  <a:pt x="140290" y="35607"/>
                  <a:pt x="142489" y="34339"/>
                </a:cubicBezTo>
                <a:cubicBezTo>
                  <a:pt x="144689" y="33072"/>
                  <a:pt x="147143" y="32156"/>
                  <a:pt x="149852" y="31591"/>
                </a:cubicBezTo>
                <a:cubicBezTo>
                  <a:pt x="152562" y="31024"/>
                  <a:pt x="155606" y="30741"/>
                  <a:pt x="158986" y="30741"/>
                </a:cubicBezTo>
                <a:cubicBezTo>
                  <a:pt x="164995" y="30741"/>
                  <a:pt x="170051" y="31814"/>
                  <a:pt x="174155" y="33962"/>
                </a:cubicBezTo>
                <a:cubicBezTo>
                  <a:pt x="178259" y="36110"/>
                  <a:pt x="181559" y="39130"/>
                  <a:pt x="184053" y="43023"/>
                </a:cubicBezTo>
                <a:cubicBezTo>
                  <a:pt x="186548" y="46916"/>
                  <a:pt x="188332" y="51614"/>
                  <a:pt x="189405" y="57118"/>
                </a:cubicBezTo>
                <a:cubicBezTo>
                  <a:pt x="190478" y="62622"/>
                  <a:pt x="191014" y="68731"/>
                  <a:pt x="191014" y="75443"/>
                </a:cubicBezTo>
                <a:moveTo>
                  <a:pt x="175805" y="75765"/>
                </a:moveTo>
                <a:cubicBezTo>
                  <a:pt x="175805" y="70407"/>
                  <a:pt x="175483" y="65638"/>
                  <a:pt x="174839" y="61459"/>
                </a:cubicBezTo>
                <a:cubicBezTo>
                  <a:pt x="174196" y="57279"/>
                  <a:pt x="173082" y="53742"/>
                  <a:pt x="171500" y="50849"/>
                </a:cubicBezTo>
                <a:cubicBezTo>
                  <a:pt x="169917" y="47955"/>
                  <a:pt x="167811" y="45758"/>
                  <a:pt x="165183" y="44258"/>
                </a:cubicBezTo>
                <a:cubicBezTo>
                  <a:pt x="162554" y="42757"/>
                  <a:pt x="159254" y="42007"/>
                  <a:pt x="155284" y="42007"/>
                </a:cubicBezTo>
                <a:cubicBezTo>
                  <a:pt x="152065" y="42007"/>
                  <a:pt x="149034" y="42463"/>
                  <a:pt x="146191" y="43375"/>
                </a:cubicBezTo>
                <a:cubicBezTo>
                  <a:pt x="143348" y="44285"/>
                  <a:pt x="140866" y="46026"/>
                  <a:pt x="138747" y="48598"/>
                </a:cubicBezTo>
                <a:cubicBezTo>
                  <a:pt x="136628" y="51170"/>
                  <a:pt x="134952" y="54720"/>
                  <a:pt x="133718" y="59248"/>
                </a:cubicBezTo>
                <a:cubicBezTo>
                  <a:pt x="132484" y="63776"/>
                  <a:pt x="131867" y="69658"/>
                  <a:pt x="131867" y="76892"/>
                </a:cubicBezTo>
                <a:cubicBezTo>
                  <a:pt x="131867" y="83053"/>
                  <a:pt x="132376" y="88264"/>
                  <a:pt x="133396" y="92524"/>
                </a:cubicBezTo>
                <a:cubicBezTo>
                  <a:pt x="134415" y="96784"/>
                  <a:pt x="135904" y="100227"/>
                  <a:pt x="137862" y="102854"/>
                </a:cubicBezTo>
                <a:cubicBezTo>
                  <a:pt x="139820" y="105480"/>
                  <a:pt x="142248" y="107368"/>
                  <a:pt x="145145" y="108520"/>
                </a:cubicBezTo>
                <a:cubicBezTo>
                  <a:pt x="148042" y="109672"/>
                  <a:pt x="151368" y="110248"/>
                  <a:pt x="155123" y="110248"/>
                </a:cubicBezTo>
                <a:cubicBezTo>
                  <a:pt x="159147" y="110248"/>
                  <a:pt x="162487" y="109471"/>
                  <a:pt x="165142" y="107917"/>
                </a:cubicBezTo>
                <a:cubicBezTo>
                  <a:pt x="167798" y="106362"/>
                  <a:pt x="169917" y="104112"/>
                  <a:pt x="171500" y="101164"/>
                </a:cubicBezTo>
                <a:cubicBezTo>
                  <a:pt x="173082" y="98217"/>
                  <a:pt x="174196" y="94613"/>
                  <a:pt x="174839" y="90353"/>
                </a:cubicBezTo>
                <a:cubicBezTo>
                  <a:pt x="175483" y="86093"/>
                  <a:pt x="175805" y="81231"/>
                  <a:pt x="175805" y="75765"/>
                </a:cubicBezTo>
                <a:close/>
                <a:moveTo>
                  <a:pt x="263979" y="105339"/>
                </a:moveTo>
                <a:cubicBezTo>
                  <a:pt x="261296" y="110947"/>
                  <a:pt x="257742" y="114965"/>
                  <a:pt x="253316" y="117392"/>
                </a:cubicBezTo>
                <a:cubicBezTo>
                  <a:pt x="248890" y="119818"/>
                  <a:pt x="243404" y="121031"/>
                  <a:pt x="236859" y="121031"/>
                </a:cubicBezTo>
                <a:cubicBezTo>
                  <a:pt x="225861" y="121031"/>
                  <a:pt x="217774" y="117329"/>
                  <a:pt x="212597" y="109926"/>
                </a:cubicBezTo>
                <a:cubicBezTo>
                  <a:pt x="207420" y="102522"/>
                  <a:pt x="204831" y="91310"/>
                  <a:pt x="204831" y="76288"/>
                </a:cubicBezTo>
                <a:cubicBezTo>
                  <a:pt x="204831" y="45923"/>
                  <a:pt x="215507" y="30741"/>
                  <a:pt x="236859" y="30741"/>
                </a:cubicBezTo>
                <a:cubicBezTo>
                  <a:pt x="243458" y="30741"/>
                  <a:pt x="248957" y="31954"/>
                  <a:pt x="253356" y="34382"/>
                </a:cubicBezTo>
                <a:cubicBezTo>
                  <a:pt x="257755" y="36808"/>
                  <a:pt x="261296" y="40664"/>
                  <a:pt x="263979" y="45950"/>
                </a:cubicBezTo>
                <a:lnTo>
                  <a:pt x="264140" y="45950"/>
                </a:lnTo>
                <a:cubicBezTo>
                  <a:pt x="264140" y="45412"/>
                  <a:pt x="264126" y="44565"/>
                  <a:pt x="264099" y="43410"/>
                </a:cubicBezTo>
                <a:cubicBezTo>
                  <a:pt x="264073" y="42255"/>
                  <a:pt x="264046" y="41046"/>
                  <a:pt x="264019" y="39784"/>
                </a:cubicBezTo>
                <a:cubicBezTo>
                  <a:pt x="263992" y="38520"/>
                  <a:pt x="263979" y="37323"/>
                  <a:pt x="263979" y="36195"/>
                </a:cubicBezTo>
                <a:cubicBezTo>
                  <a:pt x="263979" y="35067"/>
                  <a:pt x="263979" y="34261"/>
                  <a:pt x="263979" y="33778"/>
                </a:cubicBezTo>
                <a:lnTo>
                  <a:pt x="263979" y="0"/>
                </a:lnTo>
                <a:lnTo>
                  <a:pt x="278464" y="0"/>
                </a:lnTo>
                <a:lnTo>
                  <a:pt x="278464" y="101476"/>
                </a:lnTo>
                <a:cubicBezTo>
                  <a:pt x="278464" y="103569"/>
                  <a:pt x="278477" y="105580"/>
                  <a:pt x="278504" y="107512"/>
                </a:cubicBezTo>
                <a:cubicBezTo>
                  <a:pt x="278531" y="109443"/>
                  <a:pt x="278571" y="111213"/>
                  <a:pt x="278625" y="112823"/>
                </a:cubicBezTo>
                <a:cubicBezTo>
                  <a:pt x="278678" y="114432"/>
                  <a:pt x="278732" y="115814"/>
                  <a:pt x="278786" y="116967"/>
                </a:cubicBezTo>
                <a:cubicBezTo>
                  <a:pt x="278839" y="118121"/>
                  <a:pt x="278893" y="118939"/>
                  <a:pt x="278947" y="119422"/>
                </a:cubicBezTo>
                <a:lnTo>
                  <a:pt x="265105" y="119422"/>
                </a:lnTo>
                <a:cubicBezTo>
                  <a:pt x="264998" y="118882"/>
                  <a:pt x="264904" y="118113"/>
                  <a:pt x="264824" y="117116"/>
                </a:cubicBezTo>
                <a:cubicBezTo>
                  <a:pt x="264743" y="116116"/>
                  <a:pt x="264663" y="114970"/>
                  <a:pt x="264582" y="113675"/>
                </a:cubicBezTo>
                <a:cubicBezTo>
                  <a:pt x="264502" y="112381"/>
                  <a:pt x="264435" y="111019"/>
                  <a:pt x="264381" y="109589"/>
                </a:cubicBezTo>
                <a:cubicBezTo>
                  <a:pt x="264327" y="108159"/>
                  <a:pt x="264301" y="106742"/>
                  <a:pt x="264301" y="105339"/>
                </a:cubicBezTo>
                <a:lnTo>
                  <a:pt x="263979" y="105339"/>
                </a:lnTo>
                <a:moveTo>
                  <a:pt x="220041" y="75805"/>
                </a:moveTo>
                <a:cubicBezTo>
                  <a:pt x="220041" y="81799"/>
                  <a:pt x="220416" y="86937"/>
                  <a:pt x="221167" y="91218"/>
                </a:cubicBezTo>
                <a:cubicBezTo>
                  <a:pt x="221918" y="95500"/>
                  <a:pt x="223125" y="99020"/>
                  <a:pt x="224788" y="101778"/>
                </a:cubicBezTo>
                <a:cubicBezTo>
                  <a:pt x="226452" y="104534"/>
                  <a:pt x="228571" y="106554"/>
                  <a:pt x="231146" y="107839"/>
                </a:cubicBezTo>
                <a:cubicBezTo>
                  <a:pt x="233721" y="109123"/>
                  <a:pt x="236859" y="109765"/>
                  <a:pt x="240561" y="109765"/>
                </a:cubicBezTo>
                <a:cubicBezTo>
                  <a:pt x="244370" y="109765"/>
                  <a:pt x="247737" y="109150"/>
                  <a:pt x="250660" y="107919"/>
                </a:cubicBezTo>
                <a:cubicBezTo>
                  <a:pt x="253584" y="106687"/>
                  <a:pt x="256025" y="104693"/>
                  <a:pt x="257983" y="101936"/>
                </a:cubicBezTo>
                <a:cubicBezTo>
                  <a:pt x="259942" y="99180"/>
                  <a:pt x="261430" y="95582"/>
                  <a:pt x="262450" y="91141"/>
                </a:cubicBezTo>
                <a:cubicBezTo>
                  <a:pt x="263469" y="86698"/>
                  <a:pt x="263979" y="81265"/>
                  <a:pt x="263979" y="74842"/>
                </a:cubicBezTo>
                <a:cubicBezTo>
                  <a:pt x="263979" y="68686"/>
                  <a:pt x="263469" y="63480"/>
                  <a:pt x="262450" y="59225"/>
                </a:cubicBezTo>
                <a:cubicBezTo>
                  <a:pt x="261430" y="54970"/>
                  <a:pt x="259928" y="51532"/>
                  <a:pt x="257943" y="48910"/>
                </a:cubicBezTo>
                <a:cubicBezTo>
                  <a:pt x="255958" y="46288"/>
                  <a:pt x="253531" y="44402"/>
                  <a:pt x="250660" y="43252"/>
                </a:cubicBezTo>
                <a:cubicBezTo>
                  <a:pt x="247790" y="42100"/>
                  <a:pt x="244477" y="41524"/>
                  <a:pt x="240722" y="41524"/>
                </a:cubicBezTo>
                <a:cubicBezTo>
                  <a:pt x="237181" y="41524"/>
                  <a:pt x="234123" y="42140"/>
                  <a:pt x="231548" y="43372"/>
                </a:cubicBezTo>
                <a:cubicBezTo>
                  <a:pt x="228973" y="44603"/>
                  <a:pt x="226827" y="46583"/>
                  <a:pt x="225110" y="49312"/>
                </a:cubicBezTo>
                <a:cubicBezTo>
                  <a:pt x="223394" y="52042"/>
                  <a:pt x="222119" y="55587"/>
                  <a:pt x="221288" y="59950"/>
                </a:cubicBezTo>
                <a:cubicBezTo>
                  <a:pt x="220456" y="64312"/>
                  <a:pt x="220041" y="69597"/>
                  <a:pt x="220041" y="75805"/>
                </a:cubicBezTo>
                <a:close/>
                <a:moveTo>
                  <a:pt x="322859" y="121031"/>
                </a:moveTo>
                <a:cubicBezTo>
                  <a:pt x="314114" y="121031"/>
                  <a:pt x="307542" y="118724"/>
                  <a:pt x="303143" y="114110"/>
                </a:cubicBezTo>
                <a:cubicBezTo>
                  <a:pt x="298744" y="109497"/>
                  <a:pt x="296544" y="103166"/>
                  <a:pt x="296544" y="95119"/>
                </a:cubicBezTo>
                <a:cubicBezTo>
                  <a:pt x="296544" y="89378"/>
                  <a:pt x="297631" y="84671"/>
                  <a:pt x="299803" y="80996"/>
                </a:cubicBezTo>
                <a:cubicBezTo>
                  <a:pt x="301976" y="77321"/>
                  <a:pt x="304819" y="74437"/>
                  <a:pt x="308333" y="72345"/>
                </a:cubicBezTo>
                <a:cubicBezTo>
                  <a:pt x="311847" y="70253"/>
                  <a:pt x="315858" y="68804"/>
                  <a:pt x="320364" y="68000"/>
                </a:cubicBezTo>
                <a:cubicBezTo>
                  <a:pt x="324871" y="67195"/>
                  <a:pt x="329458" y="66739"/>
                  <a:pt x="334125" y="66632"/>
                </a:cubicBezTo>
                <a:lnTo>
                  <a:pt x="353680" y="66310"/>
                </a:lnTo>
                <a:lnTo>
                  <a:pt x="353680" y="61577"/>
                </a:lnTo>
                <a:cubicBezTo>
                  <a:pt x="353680" y="57994"/>
                  <a:pt x="353304" y="54946"/>
                  <a:pt x="352553" y="52433"/>
                </a:cubicBezTo>
                <a:cubicBezTo>
                  <a:pt x="351802" y="49920"/>
                  <a:pt x="350649" y="47888"/>
                  <a:pt x="349093" y="46337"/>
                </a:cubicBezTo>
                <a:cubicBezTo>
                  <a:pt x="347537" y="44786"/>
                  <a:pt x="345592" y="43651"/>
                  <a:pt x="343259" y="42930"/>
                </a:cubicBezTo>
                <a:cubicBezTo>
                  <a:pt x="340925" y="42207"/>
                  <a:pt x="338175" y="41846"/>
                  <a:pt x="335010" y="41846"/>
                </a:cubicBezTo>
                <a:cubicBezTo>
                  <a:pt x="332220" y="41846"/>
                  <a:pt x="329699" y="42045"/>
                  <a:pt x="327446" y="42442"/>
                </a:cubicBezTo>
                <a:cubicBezTo>
                  <a:pt x="325193" y="42839"/>
                  <a:pt x="323234" y="43555"/>
                  <a:pt x="321571" y="44589"/>
                </a:cubicBezTo>
                <a:cubicBezTo>
                  <a:pt x="319908" y="45624"/>
                  <a:pt x="318567" y="47030"/>
                  <a:pt x="317548" y="48807"/>
                </a:cubicBezTo>
                <a:cubicBezTo>
                  <a:pt x="316528" y="50582"/>
                  <a:pt x="315858" y="52822"/>
                  <a:pt x="315536" y="55526"/>
                </a:cubicBezTo>
                <a:lnTo>
                  <a:pt x="300407" y="54163"/>
                </a:lnTo>
                <a:cubicBezTo>
                  <a:pt x="300943" y="50740"/>
                  <a:pt x="301963" y="47598"/>
                  <a:pt x="303465" y="44738"/>
                </a:cubicBezTo>
                <a:cubicBezTo>
                  <a:pt x="304967" y="41876"/>
                  <a:pt x="307100" y="39403"/>
                  <a:pt x="309862" y="37319"/>
                </a:cubicBezTo>
                <a:cubicBezTo>
                  <a:pt x="312625" y="35234"/>
                  <a:pt x="316086" y="33616"/>
                  <a:pt x="320243" y="32466"/>
                </a:cubicBezTo>
                <a:cubicBezTo>
                  <a:pt x="324401" y="31316"/>
                  <a:pt x="329431" y="30741"/>
                  <a:pt x="335332" y="30741"/>
                </a:cubicBezTo>
                <a:cubicBezTo>
                  <a:pt x="346276" y="30741"/>
                  <a:pt x="354511" y="33246"/>
                  <a:pt x="360037" y="38257"/>
                </a:cubicBezTo>
                <a:cubicBezTo>
                  <a:pt x="365563" y="43268"/>
                  <a:pt x="368326" y="50517"/>
                  <a:pt x="368326" y="60003"/>
                </a:cubicBezTo>
                <a:lnTo>
                  <a:pt x="368326" y="97465"/>
                </a:lnTo>
                <a:cubicBezTo>
                  <a:pt x="368326" y="101754"/>
                  <a:pt x="368889" y="104984"/>
                  <a:pt x="370016" y="107155"/>
                </a:cubicBezTo>
                <a:cubicBezTo>
                  <a:pt x="371143" y="109324"/>
                  <a:pt x="373288" y="110409"/>
                  <a:pt x="376454" y="110409"/>
                </a:cubicBezTo>
                <a:cubicBezTo>
                  <a:pt x="377258" y="110409"/>
                  <a:pt x="378063" y="110355"/>
                  <a:pt x="378868" y="110248"/>
                </a:cubicBezTo>
                <a:cubicBezTo>
                  <a:pt x="379673" y="110140"/>
                  <a:pt x="380451" y="110006"/>
                  <a:pt x="381202" y="109845"/>
                </a:cubicBezTo>
                <a:lnTo>
                  <a:pt x="381202" y="118929"/>
                </a:lnTo>
                <a:cubicBezTo>
                  <a:pt x="379378" y="119361"/>
                  <a:pt x="377567" y="119686"/>
                  <a:pt x="375770" y="119902"/>
                </a:cubicBezTo>
                <a:cubicBezTo>
                  <a:pt x="373972" y="120118"/>
                  <a:pt x="372055" y="120226"/>
                  <a:pt x="370016" y="120226"/>
                </a:cubicBezTo>
                <a:cubicBezTo>
                  <a:pt x="367280" y="120226"/>
                  <a:pt x="364933" y="119863"/>
                  <a:pt x="362975" y="119135"/>
                </a:cubicBezTo>
                <a:cubicBezTo>
                  <a:pt x="361016" y="118407"/>
                  <a:pt x="359420" y="117303"/>
                  <a:pt x="358186" y="115821"/>
                </a:cubicBezTo>
                <a:cubicBezTo>
                  <a:pt x="356952" y="114338"/>
                  <a:pt x="356014" y="112506"/>
                  <a:pt x="355370" y="110323"/>
                </a:cubicBezTo>
                <a:cubicBezTo>
                  <a:pt x="354726" y="108140"/>
                  <a:pt x="354324" y="105594"/>
                  <a:pt x="354163" y="102683"/>
                </a:cubicBezTo>
                <a:lnTo>
                  <a:pt x="353680" y="102683"/>
                </a:lnTo>
                <a:cubicBezTo>
                  <a:pt x="352124" y="105485"/>
                  <a:pt x="350421" y="108017"/>
                  <a:pt x="348570" y="110280"/>
                </a:cubicBezTo>
                <a:cubicBezTo>
                  <a:pt x="346719" y="112544"/>
                  <a:pt x="344560" y="114470"/>
                  <a:pt x="342092" y="116059"/>
                </a:cubicBezTo>
                <a:cubicBezTo>
                  <a:pt x="339624" y="117649"/>
                  <a:pt x="336821" y="118874"/>
                  <a:pt x="333682" y="119736"/>
                </a:cubicBezTo>
                <a:cubicBezTo>
                  <a:pt x="330544" y="120599"/>
                  <a:pt x="326936" y="121031"/>
                  <a:pt x="322859" y="121031"/>
                </a:cubicBezTo>
                <a:moveTo>
                  <a:pt x="326158" y="110087"/>
                </a:moveTo>
                <a:cubicBezTo>
                  <a:pt x="330772" y="110087"/>
                  <a:pt x="334809" y="109244"/>
                  <a:pt x="338269" y="107559"/>
                </a:cubicBezTo>
                <a:cubicBezTo>
                  <a:pt x="341730" y="105873"/>
                  <a:pt x="344600" y="103719"/>
                  <a:pt x="346880" y="101097"/>
                </a:cubicBezTo>
                <a:cubicBezTo>
                  <a:pt x="349160" y="98473"/>
                  <a:pt x="350863" y="95609"/>
                  <a:pt x="351990" y="92506"/>
                </a:cubicBezTo>
                <a:cubicBezTo>
                  <a:pt x="353117" y="89401"/>
                  <a:pt x="353680" y="86430"/>
                  <a:pt x="353680" y="83594"/>
                </a:cubicBezTo>
                <a:lnTo>
                  <a:pt x="353680" y="76449"/>
                </a:lnTo>
                <a:lnTo>
                  <a:pt x="337827" y="76771"/>
                </a:lnTo>
                <a:cubicBezTo>
                  <a:pt x="334286" y="76825"/>
                  <a:pt x="330920" y="77079"/>
                  <a:pt x="327727" y="77533"/>
                </a:cubicBezTo>
                <a:cubicBezTo>
                  <a:pt x="324535" y="77987"/>
                  <a:pt x="321732" y="78884"/>
                  <a:pt x="319318" y="80224"/>
                </a:cubicBezTo>
                <a:cubicBezTo>
                  <a:pt x="316904" y="81562"/>
                  <a:pt x="314986" y="83435"/>
                  <a:pt x="313564" y="85844"/>
                </a:cubicBezTo>
                <a:cubicBezTo>
                  <a:pt x="312143" y="88252"/>
                  <a:pt x="311432" y="91409"/>
                  <a:pt x="311432" y="95315"/>
                </a:cubicBezTo>
                <a:cubicBezTo>
                  <a:pt x="311432" y="100024"/>
                  <a:pt x="312706" y="103664"/>
                  <a:pt x="315254" y="106234"/>
                </a:cubicBezTo>
                <a:cubicBezTo>
                  <a:pt x="317802" y="108803"/>
                  <a:pt x="321437" y="110087"/>
                  <a:pt x="326158" y="110087"/>
                </a:cubicBezTo>
                <a:close/>
                <a:moveTo>
                  <a:pt x="425758" y="118765"/>
                </a:moveTo>
                <a:cubicBezTo>
                  <a:pt x="423559" y="119359"/>
                  <a:pt x="421319" y="119831"/>
                  <a:pt x="419039" y="120181"/>
                </a:cubicBezTo>
                <a:cubicBezTo>
                  <a:pt x="416759" y="120533"/>
                  <a:pt x="414117" y="120709"/>
                  <a:pt x="411112" y="120709"/>
                </a:cubicBezTo>
                <a:cubicBezTo>
                  <a:pt x="399524" y="120709"/>
                  <a:pt x="393730" y="114144"/>
                  <a:pt x="393730" y="101014"/>
                </a:cubicBezTo>
                <a:lnTo>
                  <a:pt x="393730" y="42972"/>
                </a:lnTo>
                <a:lnTo>
                  <a:pt x="383671" y="42972"/>
                </a:lnTo>
                <a:lnTo>
                  <a:pt x="383671" y="32350"/>
                </a:lnTo>
                <a:lnTo>
                  <a:pt x="394294" y="32350"/>
                </a:lnTo>
                <a:lnTo>
                  <a:pt x="398559" y="12876"/>
                </a:lnTo>
                <a:lnTo>
                  <a:pt x="408215" y="12876"/>
                </a:lnTo>
                <a:lnTo>
                  <a:pt x="408215" y="32350"/>
                </a:lnTo>
                <a:lnTo>
                  <a:pt x="424310" y="32350"/>
                </a:lnTo>
                <a:lnTo>
                  <a:pt x="424310" y="42972"/>
                </a:lnTo>
                <a:lnTo>
                  <a:pt x="408215" y="42972"/>
                </a:lnTo>
                <a:lnTo>
                  <a:pt x="408215" y="97802"/>
                </a:lnTo>
                <a:cubicBezTo>
                  <a:pt x="408215" y="101977"/>
                  <a:pt x="408899" y="104907"/>
                  <a:pt x="410267" y="106594"/>
                </a:cubicBezTo>
                <a:cubicBezTo>
                  <a:pt x="411635" y="108279"/>
                  <a:pt x="414009" y="109121"/>
                  <a:pt x="417389" y="109121"/>
                </a:cubicBezTo>
                <a:cubicBezTo>
                  <a:pt x="418784" y="109121"/>
                  <a:pt x="420139" y="109014"/>
                  <a:pt x="421453" y="108799"/>
                </a:cubicBezTo>
                <a:cubicBezTo>
                  <a:pt x="422768" y="108585"/>
                  <a:pt x="424203" y="108316"/>
                  <a:pt x="425758" y="107995"/>
                </a:cubicBezTo>
                <a:lnTo>
                  <a:pt x="425758" y="118765"/>
                </a:lnTo>
                <a:close/>
                <a:moveTo>
                  <a:pt x="449205" y="78863"/>
                </a:moveTo>
                <a:cubicBezTo>
                  <a:pt x="449205" y="83424"/>
                  <a:pt x="449674" y="87622"/>
                  <a:pt x="450613" y="91457"/>
                </a:cubicBezTo>
                <a:cubicBezTo>
                  <a:pt x="451552" y="95293"/>
                  <a:pt x="453001" y="98593"/>
                  <a:pt x="454959" y="101356"/>
                </a:cubicBezTo>
                <a:cubicBezTo>
                  <a:pt x="456917" y="104118"/>
                  <a:pt x="459425" y="106264"/>
                  <a:pt x="462483" y="107793"/>
                </a:cubicBezTo>
                <a:cubicBezTo>
                  <a:pt x="465541" y="109322"/>
                  <a:pt x="469216" y="110087"/>
                  <a:pt x="473508" y="110087"/>
                </a:cubicBezTo>
                <a:cubicBezTo>
                  <a:pt x="479785" y="110087"/>
                  <a:pt x="484814" y="108826"/>
                  <a:pt x="488596" y="106305"/>
                </a:cubicBezTo>
                <a:cubicBezTo>
                  <a:pt x="492379" y="103783"/>
                  <a:pt x="494940" y="100591"/>
                  <a:pt x="496282" y="96728"/>
                </a:cubicBezTo>
                <a:lnTo>
                  <a:pt x="508996" y="100362"/>
                </a:lnTo>
                <a:cubicBezTo>
                  <a:pt x="508084" y="102785"/>
                  <a:pt x="506810" y="105221"/>
                  <a:pt x="505174" y="107670"/>
                </a:cubicBezTo>
                <a:cubicBezTo>
                  <a:pt x="503538" y="110118"/>
                  <a:pt x="501351" y="112324"/>
                  <a:pt x="498615" y="114289"/>
                </a:cubicBezTo>
                <a:cubicBezTo>
                  <a:pt x="495879" y="116254"/>
                  <a:pt x="492459" y="117869"/>
                  <a:pt x="488355" y="119135"/>
                </a:cubicBezTo>
                <a:cubicBezTo>
                  <a:pt x="484251" y="120399"/>
                  <a:pt x="479302" y="121031"/>
                  <a:pt x="473508" y="121031"/>
                </a:cubicBezTo>
                <a:cubicBezTo>
                  <a:pt x="460632" y="121031"/>
                  <a:pt x="450828" y="117195"/>
                  <a:pt x="444095" y="109524"/>
                </a:cubicBezTo>
                <a:cubicBezTo>
                  <a:pt x="437362" y="101852"/>
                  <a:pt x="433996" y="90451"/>
                  <a:pt x="433996" y="75323"/>
                </a:cubicBezTo>
                <a:cubicBezTo>
                  <a:pt x="433996" y="67168"/>
                  <a:pt x="435015" y="60261"/>
                  <a:pt x="437054" y="54601"/>
                </a:cubicBezTo>
                <a:cubicBezTo>
                  <a:pt x="439092" y="48941"/>
                  <a:pt x="441882" y="44341"/>
                  <a:pt x="445423" y="40800"/>
                </a:cubicBezTo>
                <a:cubicBezTo>
                  <a:pt x="448964" y="37259"/>
                  <a:pt x="453095" y="34697"/>
                  <a:pt x="457816" y="33115"/>
                </a:cubicBezTo>
                <a:cubicBezTo>
                  <a:pt x="462537" y="31532"/>
                  <a:pt x="467580" y="30741"/>
                  <a:pt x="472945" y="30741"/>
                </a:cubicBezTo>
                <a:cubicBezTo>
                  <a:pt x="480241" y="30741"/>
                  <a:pt x="486343" y="31919"/>
                  <a:pt x="491252" y="34276"/>
                </a:cubicBezTo>
                <a:cubicBezTo>
                  <a:pt x="496161" y="36632"/>
                  <a:pt x="500104" y="39885"/>
                  <a:pt x="503082" y="44036"/>
                </a:cubicBezTo>
                <a:cubicBezTo>
                  <a:pt x="506059" y="48187"/>
                  <a:pt x="508178" y="53075"/>
                  <a:pt x="509439" y="58700"/>
                </a:cubicBezTo>
                <a:cubicBezTo>
                  <a:pt x="510700" y="64323"/>
                  <a:pt x="511330" y="70401"/>
                  <a:pt x="511330" y="76935"/>
                </a:cubicBezTo>
                <a:lnTo>
                  <a:pt x="511330" y="78863"/>
                </a:lnTo>
                <a:lnTo>
                  <a:pt x="449205" y="78863"/>
                </a:lnTo>
                <a:moveTo>
                  <a:pt x="496362" y="67758"/>
                </a:moveTo>
                <a:cubicBezTo>
                  <a:pt x="495557" y="58640"/>
                  <a:pt x="493224" y="51988"/>
                  <a:pt x="489361" y="47803"/>
                </a:cubicBezTo>
                <a:cubicBezTo>
                  <a:pt x="485498" y="43617"/>
                  <a:pt x="479946" y="41524"/>
                  <a:pt x="472703" y="41524"/>
                </a:cubicBezTo>
                <a:cubicBezTo>
                  <a:pt x="470289" y="41524"/>
                  <a:pt x="467754" y="41910"/>
                  <a:pt x="465098" y="42683"/>
                </a:cubicBezTo>
                <a:cubicBezTo>
                  <a:pt x="462443" y="43456"/>
                  <a:pt x="459988" y="44829"/>
                  <a:pt x="457735" y="46802"/>
                </a:cubicBezTo>
                <a:cubicBezTo>
                  <a:pt x="455482" y="48776"/>
                  <a:pt x="453577" y="51456"/>
                  <a:pt x="452022" y="54842"/>
                </a:cubicBezTo>
                <a:cubicBezTo>
                  <a:pt x="450466" y="58227"/>
                  <a:pt x="449581" y="62532"/>
                  <a:pt x="449366" y="67758"/>
                </a:cubicBezTo>
                <a:lnTo>
                  <a:pt x="496362" y="677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DF351-2CFB-40AF-8F97-FA5C8E60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2962" y="3174057"/>
            <a:ext cx="686701" cy="274681"/>
          </a:xfrm>
          <a:custGeom xmlns:a="http://schemas.openxmlformats.org/drawingml/2006/main">
            <a:pathLst>
              <a:path w="686701" h="274681">
                <a:moveTo>
                  <a:pt x="0" y="0"/>
                </a:moveTo>
                <a:lnTo>
                  <a:pt x="549361" y="0"/>
                </a:lnTo>
                <a:cubicBezTo>
                  <a:pt x="640920" y="0"/>
                  <a:pt x="686701" y="45780"/>
                  <a:pt x="686701" y="137340"/>
                </a:cubicBezTo>
                <a:cubicBezTo>
                  <a:pt x="686701" y="228901"/>
                  <a:pt x="640920" y="274681"/>
                  <a:pt x="549361" y="274681"/>
                </a:cubicBezTo>
                <a:lnTo>
                  <a:pt x="0" y="2746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B3453-0938-43DF-B2E2-531A558B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2962" y="3174057"/>
            <a:ext cx="686701" cy="274681"/>
          </a:xfrm>
          <a:custGeom xmlns:a="http://schemas.openxmlformats.org/drawingml/2006/main">
            <a:pathLst>
              <a:path w="686701" h="274681" fill="none">
                <a:moveTo>
                  <a:pt x="0" y="0"/>
                </a:moveTo>
                <a:lnTo>
                  <a:pt x="549361" y="0"/>
                </a:lnTo>
                <a:cubicBezTo>
                  <a:pt x="640920" y="0"/>
                  <a:pt x="686701" y="45780"/>
                  <a:pt x="686701" y="137340"/>
                </a:cubicBezTo>
                <a:cubicBezTo>
                  <a:pt x="686701" y="228901"/>
                  <a:pt x="640920" y="274681"/>
                  <a:pt x="549361" y="274681"/>
                </a:cubicBezTo>
                <a:lnTo>
                  <a:pt x="0" y="2746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B85450"/>
            </a:solidFill>
            <a:miter/>
          </a:ln>
        </p:spPr>
      </p:sp>
      <p:sp>
        <p:nvSpPr>
          <p:cNvPr id="89" name="Text None">
            <a:extLst xmlns:a="http://schemas.openxmlformats.org/drawingml/2006/main">
              <a:ext uri="{FF2B5EF4-FFF2-40B4-BE49-F238E27FC236}">
                <a16:creationId xmlns:a16="http://schemas.microsoft.com/office/drawing/2014/main" id="{B42D1AE2-0024-4546-BB62-2ADFAE97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5968" y="3241193"/>
            <a:ext cx="373074" cy="115076"/>
          </a:xfrm>
          <a:custGeom xmlns:a="http://schemas.openxmlformats.org/drawingml/2006/main">
            <a:pathLst>
              <a:path w="373074" h="115076">
                <a:moveTo>
                  <a:pt x="73552" y="113467"/>
                </a:moveTo>
                <a:lnTo>
                  <a:pt x="12876" y="16819"/>
                </a:lnTo>
                <a:cubicBezTo>
                  <a:pt x="12983" y="19449"/>
                  <a:pt x="13117" y="22054"/>
                  <a:pt x="13278" y="24632"/>
                </a:cubicBezTo>
                <a:cubicBezTo>
                  <a:pt x="13385" y="26834"/>
                  <a:pt x="13479" y="29155"/>
                  <a:pt x="13560" y="31598"/>
                </a:cubicBezTo>
                <a:cubicBezTo>
                  <a:pt x="13640" y="34041"/>
                  <a:pt x="13680" y="36202"/>
                  <a:pt x="13680" y="38081"/>
                </a:cubicBezTo>
                <a:lnTo>
                  <a:pt x="13680" y="113467"/>
                </a:lnTo>
                <a:lnTo>
                  <a:pt x="0" y="113467"/>
                </a:lnTo>
                <a:lnTo>
                  <a:pt x="0" y="0"/>
                </a:lnTo>
                <a:lnTo>
                  <a:pt x="17865" y="0"/>
                </a:lnTo>
                <a:lnTo>
                  <a:pt x="79185" y="97292"/>
                </a:lnTo>
                <a:cubicBezTo>
                  <a:pt x="79024" y="94661"/>
                  <a:pt x="78863" y="92030"/>
                  <a:pt x="78702" y="89398"/>
                </a:cubicBezTo>
                <a:cubicBezTo>
                  <a:pt x="78595" y="87143"/>
                  <a:pt x="78488" y="84687"/>
                  <a:pt x="78381" y="82029"/>
                </a:cubicBezTo>
                <a:cubicBezTo>
                  <a:pt x="78273" y="79372"/>
                  <a:pt x="78220" y="76835"/>
                  <a:pt x="78220" y="74417"/>
                </a:cubicBezTo>
                <a:lnTo>
                  <a:pt x="78220" y="0"/>
                </a:lnTo>
                <a:lnTo>
                  <a:pt x="92061" y="0"/>
                </a:lnTo>
                <a:lnTo>
                  <a:pt x="92061" y="113467"/>
                </a:lnTo>
                <a:lnTo>
                  <a:pt x="73552" y="113467"/>
                </a:lnTo>
                <a:close/>
                <a:moveTo>
                  <a:pt x="190209" y="69850"/>
                </a:moveTo>
                <a:cubicBezTo>
                  <a:pt x="190209" y="85087"/>
                  <a:pt x="186856" y="96433"/>
                  <a:pt x="180150" y="103890"/>
                </a:cubicBezTo>
                <a:cubicBezTo>
                  <a:pt x="173444" y="111348"/>
                  <a:pt x="163707" y="115076"/>
                  <a:pt x="150939" y="115076"/>
                </a:cubicBezTo>
                <a:cubicBezTo>
                  <a:pt x="144876" y="115076"/>
                  <a:pt x="139458" y="114164"/>
                  <a:pt x="134683" y="112340"/>
                </a:cubicBezTo>
                <a:cubicBezTo>
                  <a:pt x="129908" y="110516"/>
                  <a:pt x="125871" y="107726"/>
                  <a:pt x="122572" y="103971"/>
                </a:cubicBezTo>
                <a:cubicBezTo>
                  <a:pt x="119273" y="100216"/>
                  <a:pt x="116751" y="95508"/>
                  <a:pt x="115007" y="89848"/>
                </a:cubicBezTo>
                <a:cubicBezTo>
                  <a:pt x="113264" y="84188"/>
                  <a:pt x="112392" y="77522"/>
                  <a:pt x="112392" y="69850"/>
                </a:cubicBezTo>
                <a:cubicBezTo>
                  <a:pt x="112392" y="39807"/>
                  <a:pt x="125402" y="24786"/>
                  <a:pt x="151421" y="24786"/>
                </a:cubicBezTo>
                <a:cubicBezTo>
                  <a:pt x="158181" y="24786"/>
                  <a:pt x="164015" y="25724"/>
                  <a:pt x="168924" y="27602"/>
                </a:cubicBezTo>
                <a:cubicBezTo>
                  <a:pt x="173833" y="29480"/>
                  <a:pt x="177857" y="32296"/>
                  <a:pt x="180995" y="36052"/>
                </a:cubicBezTo>
                <a:cubicBezTo>
                  <a:pt x="184134" y="39807"/>
                  <a:pt x="186454" y="44501"/>
                  <a:pt x="187956" y="50135"/>
                </a:cubicBezTo>
                <a:cubicBezTo>
                  <a:pt x="189458" y="55768"/>
                  <a:pt x="190209" y="62340"/>
                  <a:pt x="190209" y="69850"/>
                </a:cubicBezTo>
                <a:moveTo>
                  <a:pt x="175000" y="69850"/>
                </a:moveTo>
                <a:cubicBezTo>
                  <a:pt x="175000" y="63106"/>
                  <a:pt x="174477" y="57540"/>
                  <a:pt x="173431" y="53152"/>
                </a:cubicBezTo>
                <a:cubicBezTo>
                  <a:pt x="172385" y="48763"/>
                  <a:pt x="170856" y="45258"/>
                  <a:pt x="168844" y="42636"/>
                </a:cubicBezTo>
                <a:cubicBezTo>
                  <a:pt x="166832" y="40012"/>
                  <a:pt x="164378" y="38178"/>
                  <a:pt x="161481" y="37136"/>
                </a:cubicBezTo>
                <a:cubicBezTo>
                  <a:pt x="158584" y="36091"/>
                  <a:pt x="155311" y="35569"/>
                  <a:pt x="151663" y="35569"/>
                </a:cubicBezTo>
                <a:cubicBezTo>
                  <a:pt x="147961" y="35569"/>
                  <a:pt x="144621" y="36118"/>
                  <a:pt x="141644" y="37216"/>
                </a:cubicBezTo>
                <a:cubicBezTo>
                  <a:pt x="138666" y="38313"/>
                  <a:pt x="136132" y="40186"/>
                  <a:pt x="134039" y="42837"/>
                </a:cubicBezTo>
                <a:cubicBezTo>
                  <a:pt x="131947" y="45486"/>
                  <a:pt x="130351" y="49005"/>
                  <a:pt x="129251" y="53394"/>
                </a:cubicBezTo>
                <a:cubicBezTo>
                  <a:pt x="128151" y="57781"/>
                  <a:pt x="127601" y="63267"/>
                  <a:pt x="127601" y="69850"/>
                </a:cubicBezTo>
                <a:cubicBezTo>
                  <a:pt x="127601" y="76595"/>
                  <a:pt x="128192" y="82175"/>
                  <a:pt x="129372" y="86591"/>
                </a:cubicBezTo>
                <a:cubicBezTo>
                  <a:pt x="130552" y="91006"/>
                  <a:pt x="132175" y="94525"/>
                  <a:pt x="134240" y="97148"/>
                </a:cubicBezTo>
                <a:cubicBezTo>
                  <a:pt x="136306" y="99770"/>
                  <a:pt x="138747" y="101617"/>
                  <a:pt x="141564" y="102688"/>
                </a:cubicBezTo>
                <a:cubicBezTo>
                  <a:pt x="144380" y="103758"/>
                  <a:pt x="147451" y="104293"/>
                  <a:pt x="150778" y="104293"/>
                </a:cubicBezTo>
                <a:cubicBezTo>
                  <a:pt x="154479" y="104293"/>
                  <a:pt x="157832" y="103771"/>
                  <a:pt x="160837" y="102729"/>
                </a:cubicBezTo>
                <a:cubicBezTo>
                  <a:pt x="163841" y="101684"/>
                  <a:pt x="166389" y="99851"/>
                  <a:pt x="168482" y="97229"/>
                </a:cubicBezTo>
                <a:cubicBezTo>
                  <a:pt x="170574" y="94605"/>
                  <a:pt x="172183" y="91073"/>
                  <a:pt x="173310" y="86632"/>
                </a:cubicBezTo>
                <a:cubicBezTo>
                  <a:pt x="174437" y="82189"/>
                  <a:pt x="175000" y="76595"/>
                  <a:pt x="175000" y="69850"/>
                </a:cubicBezTo>
                <a:close/>
                <a:moveTo>
                  <a:pt x="263494" y="113467"/>
                </a:moveTo>
                <a:lnTo>
                  <a:pt x="263494" y="58320"/>
                </a:lnTo>
                <a:cubicBezTo>
                  <a:pt x="263494" y="54085"/>
                  <a:pt x="263186" y="50548"/>
                  <a:pt x="262569" y="47708"/>
                </a:cubicBezTo>
                <a:cubicBezTo>
                  <a:pt x="261952" y="44868"/>
                  <a:pt x="260946" y="42577"/>
                  <a:pt x="259551" y="40835"/>
                </a:cubicBezTo>
                <a:cubicBezTo>
                  <a:pt x="258156" y="39093"/>
                  <a:pt x="256319" y="37861"/>
                  <a:pt x="254039" y="37138"/>
                </a:cubicBezTo>
                <a:cubicBezTo>
                  <a:pt x="251759" y="36414"/>
                  <a:pt x="248929" y="36052"/>
                  <a:pt x="245549" y="36052"/>
                </a:cubicBezTo>
                <a:cubicBezTo>
                  <a:pt x="242115" y="36052"/>
                  <a:pt x="239017" y="36655"/>
                  <a:pt x="236254" y="37862"/>
                </a:cubicBezTo>
                <a:cubicBezTo>
                  <a:pt x="233491" y="39068"/>
                  <a:pt x="231131" y="40810"/>
                  <a:pt x="229173" y="43088"/>
                </a:cubicBezTo>
                <a:cubicBezTo>
                  <a:pt x="227215" y="45365"/>
                  <a:pt x="225699" y="48178"/>
                  <a:pt x="224626" y="51528"/>
                </a:cubicBezTo>
                <a:cubicBezTo>
                  <a:pt x="223553" y="54877"/>
                  <a:pt x="223017" y="58723"/>
                  <a:pt x="223017" y="63063"/>
                </a:cubicBezTo>
                <a:lnTo>
                  <a:pt x="223017" y="113467"/>
                </a:lnTo>
                <a:lnTo>
                  <a:pt x="208531" y="113467"/>
                </a:lnTo>
                <a:lnTo>
                  <a:pt x="208531" y="44984"/>
                </a:lnTo>
                <a:cubicBezTo>
                  <a:pt x="208531" y="43160"/>
                  <a:pt x="208518" y="41242"/>
                  <a:pt x="208491" y="39231"/>
                </a:cubicBezTo>
                <a:cubicBezTo>
                  <a:pt x="208464" y="37219"/>
                  <a:pt x="208424" y="35314"/>
                  <a:pt x="208371" y="33517"/>
                </a:cubicBezTo>
                <a:cubicBezTo>
                  <a:pt x="208317" y="31720"/>
                  <a:pt x="208263" y="30177"/>
                  <a:pt x="208210" y="28890"/>
                </a:cubicBezTo>
                <a:cubicBezTo>
                  <a:pt x="208156" y="27602"/>
                  <a:pt x="208102" y="26771"/>
                  <a:pt x="208049" y="26395"/>
                </a:cubicBezTo>
                <a:lnTo>
                  <a:pt x="221729" y="26395"/>
                </a:lnTo>
                <a:cubicBezTo>
                  <a:pt x="221783" y="26665"/>
                  <a:pt x="221836" y="27393"/>
                  <a:pt x="221890" y="28580"/>
                </a:cubicBezTo>
                <a:cubicBezTo>
                  <a:pt x="221944" y="29766"/>
                  <a:pt x="222011" y="31127"/>
                  <a:pt x="222091" y="32664"/>
                </a:cubicBezTo>
                <a:cubicBezTo>
                  <a:pt x="222172" y="34202"/>
                  <a:pt x="222239" y="35767"/>
                  <a:pt x="222292" y="37360"/>
                </a:cubicBezTo>
                <a:cubicBezTo>
                  <a:pt x="222346" y="38951"/>
                  <a:pt x="222373" y="40285"/>
                  <a:pt x="222373" y="41363"/>
                </a:cubicBezTo>
                <a:lnTo>
                  <a:pt x="222614" y="41363"/>
                </a:lnTo>
                <a:cubicBezTo>
                  <a:pt x="224009" y="38830"/>
                  <a:pt x="225538" y="36539"/>
                  <a:pt x="227201" y="34490"/>
                </a:cubicBezTo>
                <a:cubicBezTo>
                  <a:pt x="228864" y="32441"/>
                  <a:pt x="230796" y="30703"/>
                  <a:pt x="232995" y="29275"/>
                </a:cubicBezTo>
                <a:cubicBezTo>
                  <a:pt x="235195" y="27846"/>
                  <a:pt x="237716" y="26741"/>
                  <a:pt x="240560" y="25960"/>
                </a:cubicBezTo>
                <a:cubicBezTo>
                  <a:pt x="243403" y="25177"/>
                  <a:pt x="246702" y="24786"/>
                  <a:pt x="250458" y="24786"/>
                </a:cubicBezTo>
                <a:cubicBezTo>
                  <a:pt x="255286" y="24786"/>
                  <a:pt x="259444" y="25376"/>
                  <a:pt x="262931" y="26556"/>
                </a:cubicBezTo>
                <a:cubicBezTo>
                  <a:pt x="266418" y="27736"/>
                  <a:pt x="269288" y="29560"/>
                  <a:pt x="271542" y="32028"/>
                </a:cubicBezTo>
                <a:cubicBezTo>
                  <a:pt x="273795" y="34496"/>
                  <a:pt x="275445" y="37675"/>
                  <a:pt x="276491" y="41564"/>
                </a:cubicBezTo>
                <a:cubicBezTo>
                  <a:pt x="277537" y="45454"/>
                  <a:pt x="278060" y="50081"/>
                  <a:pt x="278060" y="55446"/>
                </a:cubicBezTo>
                <a:lnTo>
                  <a:pt x="278060" y="113467"/>
                </a:lnTo>
                <a:lnTo>
                  <a:pt x="263494" y="113467"/>
                </a:lnTo>
                <a:close/>
                <a:moveTo>
                  <a:pt x="310949" y="72908"/>
                </a:moveTo>
                <a:cubicBezTo>
                  <a:pt x="310949" y="77469"/>
                  <a:pt x="311418" y="81667"/>
                  <a:pt x="312357" y="85502"/>
                </a:cubicBezTo>
                <a:cubicBezTo>
                  <a:pt x="313296" y="89338"/>
                  <a:pt x="314744" y="92638"/>
                  <a:pt x="316703" y="95401"/>
                </a:cubicBezTo>
                <a:cubicBezTo>
                  <a:pt x="318661" y="98163"/>
                  <a:pt x="321169" y="100309"/>
                  <a:pt x="324227" y="101838"/>
                </a:cubicBezTo>
                <a:cubicBezTo>
                  <a:pt x="327285" y="103367"/>
                  <a:pt x="330960" y="104132"/>
                  <a:pt x="335252" y="104132"/>
                </a:cubicBezTo>
                <a:cubicBezTo>
                  <a:pt x="341529" y="104132"/>
                  <a:pt x="346558" y="102871"/>
                  <a:pt x="350340" y="100350"/>
                </a:cubicBezTo>
                <a:cubicBezTo>
                  <a:pt x="354123" y="97828"/>
                  <a:pt x="356684" y="94636"/>
                  <a:pt x="358025" y="90773"/>
                </a:cubicBezTo>
                <a:lnTo>
                  <a:pt x="370740" y="94407"/>
                </a:lnTo>
                <a:cubicBezTo>
                  <a:pt x="369828" y="96830"/>
                  <a:pt x="368554" y="99266"/>
                  <a:pt x="366918" y="101715"/>
                </a:cubicBezTo>
                <a:cubicBezTo>
                  <a:pt x="365281" y="104163"/>
                  <a:pt x="363095" y="106369"/>
                  <a:pt x="360359" y="108334"/>
                </a:cubicBezTo>
                <a:cubicBezTo>
                  <a:pt x="357623" y="110299"/>
                  <a:pt x="354203" y="111914"/>
                  <a:pt x="350099" y="113180"/>
                </a:cubicBezTo>
                <a:cubicBezTo>
                  <a:pt x="345995" y="114444"/>
                  <a:pt x="341046" y="115076"/>
                  <a:pt x="335252" y="115076"/>
                </a:cubicBezTo>
                <a:cubicBezTo>
                  <a:pt x="322376" y="115076"/>
                  <a:pt x="312572" y="111240"/>
                  <a:pt x="305839" y="103569"/>
                </a:cubicBezTo>
                <a:cubicBezTo>
                  <a:pt x="299106" y="95897"/>
                  <a:pt x="295739" y="84496"/>
                  <a:pt x="295739" y="69368"/>
                </a:cubicBezTo>
                <a:cubicBezTo>
                  <a:pt x="295739" y="61213"/>
                  <a:pt x="296759" y="54306"/>
                  <a:pt x="298797" y="48646"/>
                </a:cubicBezTo>
                <a:cubicBezTo>
                  <a:pt x="300836" y="42986"/>
                  <a:pt x="303626" y="38386"/>
                  <a:pt x="307167" y="34845"/>
                </a:cubicBezTo>
                <a:cubicBezTo>
                  <a:pt x="310707" y="31304"/>
                  <a:pt x="314838" y="28742"/>
                  <a:pt x="319559" y="27160"/>
                </a:cubicBezTo>
                <a:cubicBezTo>
                  <a:pt x="324281" y="25577"/>
                  <a:pt x="329323" y="24786"/>
                  <a:pt x="334688" y="24786"/>
                </a:cubicBezTo>
                <a:cubicBezTo>
                  <a:pt x="341985" y="24786"/>
                  <a:pt x="348087" y="25964"/>
                  <a:pt x="352996" y="28321"/>
                </a:cubicBezTo>
                <a:cubicBezTo>
                  <a:pt x="357905" y="30677"/>
                  <a:pt x="361848" y="33930"/>
                  <a:pt x="364825" y="38081"/>
                </a:cubicBezTo>
                <a:cubicBezTo>
                  <a:pt x="367803" y="42232"/>
                  <a:pt x="369922" y="47120"/>
                  <a:pt x="371183" y="52745"/>
                </a:cubicBezTo>
                <a:cubicBezTo>
                  <a:pt x="372444" y="58368"/>
                  <a:pt x="373074" y="64446"/>
                  <a:pt x="373074" y="70980"/>
                </a:cubicBezTo>
                <a:lnTo>
                  <a:pt x="373074" y="72908"/>
                </a:lnTo>
                <a:lnTo>
                  <a:pt x="310949" y="72908"/>
                </a:lnTo>
                <a:moveTo>
                  <a:pt x="358106" y="61803"/>
                </a:moveTo>
                <a:cubicBezTo>
                  <a:pt x="357301" y="52685"/>
                  <a:pt x="354967" y="46033"/>
                  <a:pt x="351105" y="41848"/>
                </a:cubicBezTo>
                <a:cubicBezTo>
                  <a:pt x="347242" y="37662"/>
                  <a:pt x="341689" y="35569"/>
                  <a:pt x="334447" y="35569"/>
                </a:cubicBezTo>
                <a:cubicBezTo>
                  <a:pt x="332033" y="35569"/>
                  <a:pt x="329498" y="35955"/>
                  <a:pt x="326842" y="36728"/>
                </a:cubicBezTo>
                <a:cubicBezTo>
                  <a:pt x="324187" y="37501"/>
                  <a:pt x="321732" y="38874"/>
                  <a:pt x="319479" y="40848"/>
                </a:cubicBezTo>
                <a:cubicBezTo>
                  <a:pt x="317226" y="42821"/>
                  <a:pt x="315321" y="45501"/>
                  <a:pt x="313765" y="48887"/>
                </a:cubicBezTo>
                <a:cubicBezTo>
                  <a:pt x="312210" y="52272"/>
                  <a:pt x="311324" y="56577"/>
                  <a:pt x="311110" y="61803"/>
                </a:cubicBezTo>
                <a:lnTo>
                  <a:pt x="358106" y="618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A5C8E-B062-4C19-9FEE-D6C8853F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5678" y="3173023"/>
            <a:ext cx="318049" cy="318049"/>
          </a:xfrm>
          <a:custGeom xmlns:a="http://schemas.openxmlformats.org/drawingml/2006/main">
            <a:pathLst>
              <a:path w="318049" h="318049">
                <a:moveTo>
                  <a:pt x="58948" y="8837"/>
                </a:moveTo>
                <a:lnTo>
                  <a:pt x="159073" y="108962"/>
                </a:lnTo>
                <a:lnTo>
                  <a:pt x="268035" y="0"/>
                </a:lnTo>
                <a:lnTo>
                  <a:pt x="318049" y="50014"/>
                </a:lnTo>
                <a:lnTo>
                  <a:pt x="209087" y="158976"/>
                </a:lnTo>
                <a:lnTo>
                  <a:pt x="309212" y="259101"/>
                </a:lnTo>
                <a:lnTo>
                  <a:pt x="259101" y="309212"/>
                </a:lnTo>
                <a:lnTo>
                  <a:pt x="158976" y="209087"/>
                </a:lnTo>
                <a:lnTo>
                  <a:pt x="50014" y="318049"/>
                </a:lnTo>
                <a:lnTo>
                  <a:pt x="0" y="268035"/>
                </a:lnTo>
                <a:lnTo>
                  <a:pt x="108962" y="159073"/>
                </a:lnTo>
                <a:lnTo>
                  <a:pt x="8837" y="58948"/>
                </a:lnTo>
                <a:lnTo>
                  <a:pt x="58948" y="8837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4F677-52A8-466B-8FCD-E83C16A0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5678" y="3173023"/>
            <a:ext cx="318049" cy="318049"/>
          </a:xfrm>
          <a:custGeom xmlns:a="http://schemas.openxmlformats.org/drawingml/2006/main">
            <a:pathLst>
              <a:path w="318049" h="318049" fill="none">
                <a:moveTo>
                  <a:pt x="58948" y="8837"/>
                </a:moveTo>
                <a:lnTo>
                  <a:pt x="159073" y="108962"/>
                </a:lnTo>
                <a:lnTo>
                  <a:pt x="268035" y="0"/>
                </a:lnTo>
                <a:lnTo>
                  <a:pt x="318049" y="50014"/>
                </a:lnTo>
                <a:lnTo>
                  <a:pt x="209087" y="158976"/>
                </a:lnTo>
                <a:lnTo>
                  <a:pt x="309212" y="259101"/>
                </a:lnTo>
                <a:lnTo>
                  <a:pt x="259101" y="309212"/>
                </a:lnTo>
                <a:lnTo>
                  <a:pt x="158976" y="209087"/>
                </a:lnTo>
                <a:lnTo>
                  <a:pt x="50014" y="318049"/>
                </a:lnTo>
                <a:lnTo>
                  <a:pt x="0" y="268035"/>
                </a:lnTo>
                <a:lnTo>
                  <a:pt x="108962" y="159073"/>
                </a:lnTo>
                <a:lnTo>
                  <a:pt x="8837" y="58948"/>
                </a:lnTo>
                <a:lnTo>
                  <a:pt x="58948" y="88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5CE0C4-3E57-4B46-95DB-88746B92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40" y="718550"/>
            <a:ext cx="1149813" cy="1934026"/>
          </a:xfrm>
          <a:custGeom xmlns:a="http://schemas.openxmlformats.org/drawingml/2006/main">
            <a:pathLst>
              <a:path w="1149813" h="1934026" fill="none">
                <a:moveTo>
                  <a:pt x="0" y="1934026"/>
                </a:moveTo>
                <a:lnTo>
                  <a:pt x="11498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CB71F-EB63-4D04-9C1E-FC417EAF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632" y="2607254"/>
            <a:ext cx="90507" cy="107263"/>
          </a:xfrm>
          <a:custGeom xmlns:a="http://schemas.openxmlformats.org/drawingml/2006/main">
            <a:pathLst>
              <a:path w="90507" h="107263">
                <a:moveTo>
                  <a:pt x="0" y="107263"/>
                </a:moveTo>
                <a:lnTo>
                  <a:pt x="7828" y="0"/>
                </a:lnTo>
                <a:lnTo>
                  <a:pt x="36807" y="45322"/>
                </a:lnTo>
                <a:lnTo>
                  <a:pt x="90507" y="49168"/>
                </a:lnTo>
                <a:lnTo>
                  <a:pt x="0" y="1072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E500B0-99B6-429C-A186-727685BB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632" y="2607254"/>
            <a:ext cx="90507" cy="107263"/>
          </a:xfrm>
          <a:custGeom xmlns:a="http://schemas.openxmlformats.org/drawingml/2006/main">
            <a:pathLst>
              <a:path w="90507" h="107263" fill="none">
                <a:moveTo>
                  <a:pt x="0" y="107263"/>
                </a:moveTo>
                <a:lnTo>
                  <a:pt x="7828" y="0"/>
                </a:lnTo>
                <a:lnTo>
                  <a:pt x="36807" y="45322"/>
                </a:lnTo>
                <a:lnTo>
                  <a:pt x="90507" y="49168"/>
                </a:lnTo>
                <a:lnTo>
                  <a:pt x="0" y="1072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54C13-F11C-42C4-A00F-F2E69FD5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132" y="773074"/>
            <a:ext cx="289788" cy="1508958"/>
          </a:xfrm>
          <a:custGeom xmlns:a="http://schemas.openxmlformats.org/drawingml/2006/main">
            <a:pathLst>
              <a:path w="289788" h="1508958" fill="none">
                <a:moveTo>
                  <a:pt x="0" y="1508409"/>
                </a:moveTo>
                <a:lnTo>
                  <a:pt x="289788" y="1508958"/>
                </a:lnTo>
                <a:lnTo>
                  <a:pt x="2897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6C0EBF-9F0F-4F2D-986E-348F3C52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8851" y="700970"/>
            <a:ext cx="96138" cy="96138"/>
          </a:xfrm>
          <a:custGeom xmlns:a="http://schemas.openxmlformats.org/drawingml/2006/main">
            <a:pathLst>
              <a:path w="96138" h="96138">
                <a:moveTo>
                  <a:pt x="48069" y="0"/>
                </a:moveTo>
                <a:lnTo>
                  <a:pt x="96138" y="96138"/>
                </a:lnTo>
                <a:lnTo>
                  <a:pt x="48069" y="72104"/>
                </a:lnTo>
                <a:lnTo>
                  <a:pt x="0" y="96138"/>
                </a:lnTo>
                <a:lnTo>
                  <a:pt x="4806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985651-8ED6-46DE-8E31-154A2D69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8851" y="700970"/>
            <a:ext cx="96138" cy="96138"/>
          </a:xfrm>
          <a:custGeom xmlns:a="http://schemas.openxmlformats.org/drawingml/2006/main">
            <a:pathLst>
              <a:path w="96138" h="96138" fill="none">
                <a:moveTo>
                  <a:pt x="48069" y="0"/>
                </a:moveTo>
                <a:lnTo>
                  <a:pt x="96138" y="96138"/>
                </a:lnTo>
                <a:lnTo>
                  <a:pt x="48069" y="72104"/>
                </a:lnTo>
                <a:lnTo>
                  <a:pt x="0" y="96138"/>
                </a:lnTo>
                <a:lnTo>
                  <a:pt x="4806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400317-147E-48DE-BE9C-89D5E6C5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11" y="861933"/>
            <a:ext cx="961383" cy="412021"/>
          </a:xfrm>
          <a:custGeom xmlns:a="http://schemas.openxmlformats.org/drawingml/2006/main">
            <a:pathLst>
              <a:path w="961383" h="412021">
                <a:moveTo>
                  <a:pt x="961382" y="206010"/>
                </a:moveTo>
                <a:cubicBezTo>
                  <a:pt x="961383" y="212758"/>
                  <a:pt x="960611" y="219488"/>
                  <a:pt x="959068" y="226203"/>
                </a:cubicBezTo>
                <a:cubicBezTo>
                  <a:pt x="957525" y="232917"/>
                  <a:pt x="955217" y="239584"/>
                  <a:pt x="952145" y="246201"/>
                </a:cubicBezTo>
                <a:cubicBezTo>
                  <a:pt x="949074" y="252818"/>
                  <a:pt x="945253" y="259356"/>
                  <a:pt x="940684" y="265812"/>
                </a:cubicBezTo>
                <a:cubicBezTo>
                  <a:pt x="936113" y="272269"/>
                  <a:pt x="930816" y="278614"/>
                  <a:pt x="924791" y="284847"/>
                </a:cubicBezTo>
                <a:cubicBezTo>
                  <a:pt x="918767" y="291080"/>
                  <a:pt x="912044" y="297173"/>
                  <a:pt x="904623" y="303123"/>
                </a:cubicBezTo>
                <a:cubicBezTo>
                  <a:pt x="897201" y="309073"/>
                  <a:pt x="889118" y="314854"/>
                  <a:pt x="880371" y="320463"/>
                </a:cubicBezTo>
                <a:cubicBezTo>
                  <a:pt x="871625" y="326074"/>
                  <a:pt x="862258" y="331487"/>
                  <a:pt x="852271" y="336702"/>
                </a:cubicBezTo>
                <a:cubicBezTo>
                  <a:pt x="842283" y="341918"/>
                  <a:pt x="831723" y="346911"/>
                  <a:pt x="820591" y="351682"/>
                </a:cubicBezTo>
                <a:cubicBezTo>
                  <a:pt x="809459" y="356453"/>
                  <a:pt x="797808" y="360978"/>
                  <a:pt x="785638" y="365258"/>
                </a:cubicBezTo>
                <a:cubicBezTo>
                  <a:pt x="773469" y="369539"/>
                  <a:pt x="760838" y="373553"/>
                  <a:pt x="747748" y="377302"/>
                </a:cubicBezTo>
                <a:cubicBezTo>
                  <a:pt x="734658" y="381050"/>
                  <a:pt x="721172" y="384515"/>
                  <a:pt x="707287" y="387695"/>
                </a:cubicBezTo>
                <a:cubicBezTo>
                  <a:pt x="693402" y="390876"/>
                  <a:pt x="679188" y="393757"/>
                  <a:pt x="664643" y="396339"/>
                </a:cubicBezTo>
                <a:cubicBezTo>
                  <a:pt x="650099" y="398921"/>
                  <a:pt x="635294" y="401191"/>
                  <a:pt x="620228" y="403150"/>
                </a:cubicBezTo>
                <a:cubicBezTo>
                  <a:pt x="605163" y="405109"/>
                  <a:pt x="589910" y="406746"/>
                  <a:pt x="574469" y="408062"/>
                </a:cubicBezTo>
                <a:cubicBezTo>
                  <a:pt x="559029" y="409379"/>
                  <a:pt x="543475" y="410368"/>
                  <a:pt x="527807" y="411029"/>
                </a:cubicBezTo>
                <a:cubicBezTo>
                  <a:pt x="512140" y="411690"/>
                  <a:pt x="496434" y="412021"/>
                  <a:pt x="480691" y="412021"/>
                </a:cubicBezTo>
                <a:cubicBezTo>
                  <a:pt x="464948" y="412021"/>
                  <a:pt x="449243" y="411690"/>
                  <a:pt x="433575" y="411029"/>
                </a:cubicBezTo>
                <a:cubicBezTo>
                  <a:pt x="417908" y="410368"/>
                  <a:pt x="402354" y="409379"/>
                  <a:pt x="386913" y="408062"/>
                </a:cubicBezTo>
                <a:cubicBezTo>
                  <a:pt x="371472" y="406746"/>
                  <a:pt x="356219" y="405109"/>
                  <a:pt x="341153" y="403150"/>
                </a:cubicBezTo>
                <a:cubicBezTo>
                  <a:pt x="326088" y="401191"/>
                  <a:pt x="311283" y="398921"/>
                  <a:pt x="296738" y="396339"/>
                </a:cubicBezTo>
                <a:cubicBezTo>
                  <a:pt x="282193" y="393757"/>
                  <a:pt x="267979" y="390876"/>
                  <a:pt x="254094" y="387695"/>
                </a:cubicBezTo>
                <a:cubicBezTo>
                  <a:pt x="240210" y="384515"/>
                  <a:pt x="226723" y="381050"/>
                  <a:pt x="213633" y="377302"/>
                </a:cubicBezTo>
                <a:cubicBezTo>
                  <a:pt x="200543" y="373553"/>
                  <a:pt x="187913" y="369539"/>
                  <a:pt x="175743" y="365258"/>
                </a:cubicBezTo>
                <a:cubicBezTo>
                  <a:pt x="163574" y="360978"/>
                  <a:pt x="151923" y="356453"/>
                  <a:pt x="140791" y="351682"/>
                </a:cubicBezTo>
                <a:cubicBezTo>
                  <a:pt x="129659" y="346911"/>
                  <a:pt x="119099" y="341918"/>
                  <a:pt x="109112" y="336702"/>
                </a:cubicBezTo>
                <a:cubicBezTo>
                  <a:pt x="99124" y="331487"/>
                  <a:pt x="89757" y="326074"/>
                  <a:pt x="81011" y="320463"/>
                </a:cubicBezTo>
                <a:cubicBezTo>
                  <a:pt x="72264" y="314854"/>
                  <a:pt x="64180" y="309073"/>
                  <a:pt x="56759" y="303123"/>
                </a:cubicBezTo>
                <a:cubicBezTo>
                  <a:pt x="49338" y="297173"/>
                  <a:pt x="42615" y="291080"/>
                  <a:pt x="36590" y="284847"/>
                </a:cubicBezTo>
                <a:cubicBezTo>
                  <a:pt x="30566" y="278614"/>
                  <a:pt x="25268" y="272269"/>
                  <a:pt x="20698" y="265812"/>
                </a:cubicBezTo>
                <a:cubicBezTo>
                  <a:pt x="16128" y="259356"/>
                  <a:pt x="12308" y="252818"/>
                  <a:pt x="9236" y="246201"/>
                </a:cubicBezTo>
                <a:cubicBezTo>
                  <a:pt x="6165" y="239584"/>
                  <a:pt x="3858" y="232918"/>
                  <a:pt x="2315" y="226203"/>
                </a:cubicBezTo>
                <a:cubicBezTo>
                  <a:pt x="772" y="219488"/>
                  <a:pt x="0" y="212758"/>
                  <a:pt x="0" y="206010"/>
                </a:cubicBezTo>
                <a:cubicBezTo>
                  <a:pt x="0" y="199264"/>
                  <a:pt x="772" y="192533"/>
                  <a:pt x="2315" y="185818"/>
                </a:cubicBezTo>
                <a:cubicBezTo>
                  <a:pt x="3858" y="179104"/>
                  <a:pt x="6165" y="172438"/>
                  <a:pt x="9236" y="165820"/>
                </a:cubicBezTo>
                <a:cubicBezTo>
                  <a:pt x="12307" y="159203"/>
                  <a:pt x="16128" y="152665"/>
                  <a:pt x="20698" y="146209"/>
                </a:cubicBezTo>
                <a:cubicBezTo>
                  <a:pt x="25268" y="139752"/>
                  <a:pt x="30565" y="133407"/>
                  <a:pt x="36590" y="127174"/>
                </a:cubicBezTo>
                <a:cubicBezTo>
                  <a:pt x="42615" y="120940"/>
                  <a:pt x="49338" y="114848"/>
                  <a:pt x="56759" y="108898"/>
                </a:cubicBezTo>
                <a:cubicBezTo>
                  <a:pt x="64180" y="102947"/>
                  <a:pt x="72264" y="97167"/>
                  <a:pt x="81011" y="91557"/>
                </a:cubicBezTo>
                <a:cubicBezTo>
                  <a:pt x="89757" y="85947"/>
                  <a:pt x="99124" y="80535"/>
                  <a:pt x="109112" y="75319"/>
                </a:cubicBezTo>
                <a:cubicBezTo>
                  <a:pt x="119099" y="70104"/>
                  <a:pt x="129659" y="65110"/>
                  <a:pt x="140791" y="60339"/>
                </a:cubicBezTo>
                <a:cubicBezTo>
                  <a:pt x="151923" y="55568"/>
                  <a:pt x="163574" y="51043"/>
                  <a:pt x="175743" y="46762"/>
                </a:cubicBezTo>
                <a:cubicBezTo>
                  <a:pt x="187913" y="42482"/>
                  <a:pt x="200543" y="38468"/>
                  <a:pt x="213633" y="34719"/>
                </a:cubicBezTo>
                <a:cubicBezTo>
                  <a:pt x="226723" y="30971"/>
                  <a:pt x="240210" y="27506"/>
                  <a:pt x="254094" y="24325"/>
                </a:cubicBezTo>
                <a:cubicBezTo>
                  <a:pt x="267979" y="21145"/>
                  <a:pt x="282193" y="18264"/>
                  <a:pt x="296738" y="15682"/>
                </a:cubicBezTo>
                <a:cubicBezTo>
                  <a:pt x="311283" y="13100"/>
                  <a:pt x="326088" y="10830"/>
                  <a:pt x="341154" y="8871"/>
                </a:cubicBezTo>
                <a:cubicBezTo>
                  <a:pt x="356219" y="6912"/>
                  <a:pt x="371472" y="5275"/>
                  <a:pt x="386913" y="3958"/>
                </a:cubicBezTo>
                <a:cubicBezTo>
                  <a:pt x="402354" y="2642"/>
                  <a:pt x="417908" y="1653"/>
                  <a:pt x="433575" y="992"/>
                </a:cubicBezTo>
                <a:cubicBezTo>
                  <a:pt x="449243" y="331"/>
                  <a:pt x="464948" y="0"/>
                  <a:pt x="480691" y="0"/>
                </a:cubicBezTo>
                <a:cubicBezTo>
                  <a:pt x="496434" y="0"/>
                  <a:pt x="512140" y="331"/>
                  <a:pt x="527807" y="992"/>
                </a:cubicBezTo>
                <a:cubicBezTo>
                  <a:pt x="543475" y="1653"/>
                  <a:pt x="559029" y="2642"/>
                  <a:pt x="574469" y="3958"/>
                </a:cubicBezTo>
                <a:cubicBezTo>
                  <a:pt x="589910" y="5275"/>
                  <a:pt x="605163" y="6912"/>
                  <a:pt x="620228" y="8871"/>
                </a:cubicBezTo>
                <a:cubicBezTo>
                  <a:pt x="635294" y="10830"/>
                  <a:pt x="650099" y="13100"/>
                  <a:pt x="664643" y="15682"/>
                </a:cubicBezTo>
                <a:cubicBezTo>
                  <a:pt x="679188" y="18264"/>
                  <a:pt x="693402" y="21145"/>
                  <a:pt x="707287" y="24326"/>
                </a:cubicBezTo>
                <a:cubicBezTo>
                  <a:pt x="721172" y="27506"/>
                  <a:pt x="734658" y="30971"/>
                  <a:pt x="747748" y="34719"/>
                </a:cubicBezTo>
                <a:cubicBezTo>
                  <a:pt x="760838" y="38468"/>
                  <a:pt x="773469" y="42482"/>
                  <a:pt x="785638" y="46763"/>
                </a:cubicBezTo>
                <a:cubicBezTo>
                  <a:pt x="797808" y="51043"/>
                  <a:pt x="809459" y="55568"/>
                  <a:pt x="820591" y="60339"/>
                </a:cubicBezTo>
                <a:cubicBezTo>
                  <a:pt x="831723" y="65110"/>
                  <a:pt x="842283" y="70104"/>
                  <a:pt x="852271" y="75319"/>
                </a:cubicBezTo>
                <a:cubicBezTo>
                  <a:pt x="862258" y="80535"/>
                  <a:pt x="871625" y="85947"/>
                  <a:pt x="880371" y="91557"/>
                </a:cubicBezTo>
                <a:cubicBezTo>
                  <a:pt x="889118" y="97167"/>
                  <a:pt x="897201" y="102948"/>
                  <a:pt x="904623" y="108898"/>
                </a:cubicBezTo>
                <a:cubicBezTo>
                  <a:pt x="912044" y="114848"/>
                  <a:pt x="918767" y="120940"/>
                  <a:pt x="924791" y="127174"/>
                </a:cubicBezTo>
                <a:cubicBezTo>
                  <a:pt x="930816" y="133407"/>
                  <a:pt x="936113" y="139752"/>
                  <a:pt x="940684" y="146209"/>
                </a:cubicBezTo>
                <a:cubicBezTo>
                  <a:pt x="945253" y="152665"/>
                  <a:pt x="949074" y="159202"/>
                  <a:pt x="952145" y="165820"/>
                </a:cubicBezTo>
                <a:cubicBezTo>
                  <a:pt x="955217" y="172437"/>
                  <a:pt x="957525" y="179103"/>
                  <a:pt x="959068" y="185818"/>
                </a:cubicBezTo>
                <a:cubicBezTo>
                  <a:pt x="960611" y="192533"/>
                  <a:pt x="961383" y="199264"/>
                  <a:pt x="961382" y="20601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2E3F9-79B0-4D4B-A988-53E0E01B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11" y="861933"/>
            <a:ext cx="961383" cy="412021"/>
          </a:xfrm>
          <a:custGeom xmlns:a="http://schemas.openxmlformats.org/drawingml/2006/main">
            <a:pathLst>
              <a:path w="961383" h="412021" fill="none">
                <a:moveTo>
                  <a:pt x="961382" y="206010"/>
                </a:moveTo>
                <a:cubicBezTo>
                  <a:pt x="961383" y="212758"/>
                  <a:pt x="960611" y="219488"/>
                  <a:pt x="959068" y="226203"/>
                </a:cubicBezTo>
                <a:cubicBezTo>
                  <a:pt x="957525" y="232917"/>
                  <a:pt x="955217" y="239584"/>
                  <a:pt x="952145" y="246201"/>
                </a:cubicBezTo>
                <a:cubicBezTo>
                  <a:pt x="949074" y="252818"/>
                  <a:pt x="945253" y="259356"/>
                  <a:pt x="940684" y="265812"/>
                </a:cubicBezTo>
                <a:cubicBezTo>
                  <a:pt x="936113" y="272269"/>
                  <a:pt x="930816" y="278614"/>
                  <a:pt x="924791" y="284847"/>
                </a:cubicBezTo>
                <a:cubicBezTo>
                  <a:pt x="918767" y="291080"/>
                  <a:pt x="912044" y="297173"/>
                  <a:pt x="904623" y="303123"/>
                </a:cubicBezTo>
                <a:cubicBezTo>
                  <a:pt x="897201" y="309073"/>
                  <a:pt x="889118" y="314854"/>
                  <a:pt x="880371" y="320463"/>
                </a:cubicBezTo>
                <a:cubicBezTo>
                  <a:pt x="871625" y="326074"/>
                  <a:pt x="862258" y="331487"/>
                  <a:pt x="852271" y="336702"/>
                </a:cubicBezTo>
                <a:cubicBezTo>
                  <a:pt x="842283" y="341918"/>
                  <a:pt x="831723" y="346911"/>
                  <a:pt x="820591" y="351682"/>
                </a:cubicBezTo>
                <a:cubicBezTo>
                  <a:pt x="809459" y="356453"/>
                  <a:pt x="797808" y="360978"/>
                  <a:pt x="785638" y="365258"/>
                </a:cubicBezTo>
                <a:cubicBezTo>
                  <a:pt x="773469" y="369539"/>
                  <a:pt x="760838" y="373553"/>
                  <a:pt x="747748" y="377302"/>
                </a:cubicBezTo>
                <a:cubicBezTo>
                  <a:pt x="734658" y="381050"/>
                  <a:pt x="721172" y="384515"/>
                  <a:pt x="707287" y="387695"/>
                </a:cubicBezTo>
                <a:cubicBezTo>
                  <a:pt x="693402" y="390876"/>
                  <a:pt x="679188" y="393757"/>
                  <a:pt x="664643" y="396339"/>
                </a:cubicBezTo>
                <a:cubicBezTo>
                  <a:pt x="650099" y="398921"/>
                  <a:pt x="635294" y="401191"/>
                  <a:pt x="620228" y="403150"/>
                </a:cubicBezTo>
                <a:cubicBezTo>
                  <a:pt x="605163" y="405109"/>
                  <a:pt x="589910" y="406746"/>
                  <a:pt x="574469" y="408062"/>
                </a:cubicBezTo>
                <a:cubicBezTo>
                  <a:pt x="559029" y="409379"/>
                  <a:pt x="543475" y="410368"/>
                  <a:pt x="527807" y="411029"/>
                </a:cubicBezTo>
                <a:cubicBezTo>
                  <a:pt x="512140" y="411690"/>
                  <a:pt x="496434" y="412021"/>
                  <a:pt x="480691" y="412021"/>
                </a:cubicBezTo>
                <a:cubicBezTo>
                  <a:pt x="464948" y="412021"/>
                  <a:pt x="449243" y="411690"/>
                  <a:pt x="433575" y="411029"/>
                </a:cubicBezTo>
                <a:cubicBezTo>
                  <a:pt x="417908" y="410368"/>
                  <a:pt x="402354" y="409379"/>
                  <a:pt x="386913" y="408062"/>
                </a:cubicBezTo>
                <a:cubicBezTo>
                  <a:pt x="371472" y="406746"/>
                  <a:pt x="356219" y="405109"/>
                  <a:pt x="341153" y="403150"/>
                </a:cubicBezTo>
                <a:cubicBezTo>
                  <a:pt x="326088" y="401191"/>
                  <a:pt x="311283" y="398921"/>
                  <a:pt x="296738" y="396339"/>
                </a:cubicBezTo>
                <a:cubicBezTo>
                  <a:pt x="282193" y="393757"/>
                  <a:pt x="267979" y="390876"/>
                  <a:pt x="254094" y="387695"/>
                </a:cubicBezTo>
                <a:cubicBezTo>
                  <a:pt x="240210" y="384515"/>
                  <a:pt x="226723" y="381050"/>
                  <a:pt x="213633" y="377302"/>
                </a:cubicBezTo>
                <a:cubicBezTo>
                  <a:pt x="200543" y="373553"/>
                  <a:pt x="187913" y="369539"/>
                  <a:pt x="175743" y="365258"/>
                </a:cubicBezTo>
                <a:cubicBezTo>
                  <a:pt x="163574" y="360978"/>
                  <a:pt x="151923" y="356453"/>
                  <a:pt x="140791" y="351682"/>
                </a:cubicBezTo>
                <a:cubicBezTo>
                  <a:pt x="129659" y="346911"/>
                  <a:pt x="119099" y="341918"/>
                  <a:pt x="109112" y="336702"/>
                </a:cubicBezTo>
                <a:cubicBezTo>
                  <a:pt x="99124" y="331487"/>
                  <a:pt x="89757" y="326074"/>
                  <a:pt x="81011" y="320463"/>
                </a:cubicBezTo>
                <a:cubicBezTo>
                  <a:pt x="72264" y="314854"/>
                  <a:pt x="64180" y="309073"/>
                  <a:pt x="56759" y="303123"/>
                </a:cubicBezTo>
                <a:cubicBezTo>
                  <a:pt x="49338" y="297173"/>
                  <a:pt x="42615" y="291080"/>
                  <a:pt x="36590" y="284847"/>
                </a:cubicBezTo>
                <a:cubicBezTo>
                  <a:pt x="30566" y="278614"/>
                  <a:pt x="25268" y="272269"/>
                  <a:pt x="20698" y="265812"/>
                </a:cubicBezTo>
                <a:cubicBezTo>
                  <a:pt x="16128" y="259356"/>
                  <a:pt x="12308" y="252818"/>
                  <a:pt x="9236" y="246201"/>
                </a:cubicBezTo>
                <a:cubicBezTo>
                  <a:pt x="6165" y="239584"/>
                  <a:pt x="3858" y="232918"/>
                  <a:pt x="2315" y="226203"/>
                </a:cubicBezTo>
                <a:cubicBezTo>
                  <a:pt x="772" y="219488"/>
                  <a:pt x="0" y="212758"/>
                  <a:pt x="0" y="206010"/>
                </a:cubicBezTo>
                <a:cubicBezTo>
                  <a:pt x="0" y="199264"/>
                  <a:pt x="772" y="192533"/>
                  <a:pt x="2315" y="185818"/>
                </a:cubicBezTo>
                <a:cubicBezTo>
                  <a:pt x="3858" y="179104"/>
                  <a:pt x="6165" y="172438"/>
                  <a:pt x="9236" y="165820"/>
                </a:cubicBezTo>
                <a:cubicBezTo>
                  <a:pt x="12307" y="159203"/>
                  <a:pt x="16128" y="152665"/>
                  <a:pt x="20698" y="146209"/>
                </a:cubicBezTo>
                <a:cubicBezTo>
                  <a:pt x="25268" y="139752"/>
                  <a:pt x="30565" y="133407"/>
                  <a:pt x="36590" y="127174"/>
                </a:cubicBezTo>
                <a:cubicBezTo>
                  <a:pt x="42615" y="120940"/>
                  <a:pt x="49338" y="114848"/>
                  <a:pt x="56759" y="108898"/>
                </a:cubicBezTo>
                <a:cubicBezTo>
                  <a:pt x="64180" y="102947"/>
                  <a:pt x="72264" y="97167"/>
                  <a:pt x="81011" y="91557"/>
                </a:cubicBezTo>
                <a:cubicBezTo>
                  <a:pt x="89757" y="85947"/>
                  <a:pt x="99124" y="80535"/>
                  <a:pt x="109112" y="75319"/>
                </a:cubicBezTo>
                <a:cubicBezTo>
                  <a:pt x="119099" y="70104"/>
                  <a:pt x="129659" y="65110"/>
                  <a:pt x="140791" y="60339"/>
                </a:cubicBezTo>
                <a:cubicBezTo>
                  <a:pt x="151923" y="55568"/>
                  <a:pt x="163574" y="51043"/>
                  <a:pt x="175743" y="46762"/>
                </a:cubicBezTo>
                <a:cubicBezTo>
                  <a:pt x="187913" y="42482"/>
                  <a:pt x="200543" y="38468"/>
                  <a:pt x="213633" y="34719"/>
                </a:cubicBezTo>
                <a:cubicBezTo>
                  <a:pt x="226723" y="30971"/>
                  <a:pt x="240210" y="27506"/>
                  <a:pt x="254094" y="24325"/>
                </a:cubicBezTo>
                <a:cubicBezTo>
                  <a:pt x="267979" y="21145"/>
                  <a:pt x="282193" y="18264"/>
                  <a:pt x="296738" y="15682"/>
                </a:cubicBezTo>
                <a:cubicBezTo>
                  <a:pt x="311283" y="13100"/>
                  <a:pt x="326088" y="10830"/>
                  <a:pt x="341154" y="8871"/>
                </a:cubicBezTo>
                <a:cubicBezTo>
                  <a:pt x="356219" y="6912"/>
                  <a:pt x="371472" y="5275"/>
                  <a:pt x="386913" y="3958"/>
                </a:cubicBezTo>
                <a:cubicBezTo>
                  <a:pt x="402354" y="2642"/>
                  <a:pt x="417908" y="1653"/>
                  <a:pt x="433575" y="992"/>
                </a:cubicBezTo>
                <a:cubicBezTo>
                  <a:pt x="449243" y="331"/>
                  <a:pt x="464948" y="0"/>
                  <a:pt x="480691" y="0"/>
                </a:cubicBezTo>
                <a:cubicBezTo>
                  <a:pt x="496434" y="0"/>
                  <a:pt x="512140" y="331"/>
                  <a:pt x="527807" y="992"/>
                </a:cubicBezTo>
                <a:cubicBezTo>
                  <a:pt x="543475" y="1653"/>
                  <a:pt x="559029" y="2642"/>
                  <a:pt x="574469" y="3958"/>
                </a:cubicBezTo>
                <a:cubicBezTo>
                  <a:pt x="589910" y="5275"/>
                  <a:pt x="605163" y="6912"/>
                  <a:pt x="620228" y="8871"/>
                </a:cubicBezTo>
                <a:cubicBezTo>
                  <a:pt x="635294" y="10830"/>
                  <a:pt x="650099" y="13100"/>
                  <a:pt x="664643" y="15682"/>
                </a:cubicBezTo>
                <a:cubicBezTo>
                  <a:pt x="679188" y="18264"/>
                  <a:pt x="693402" y="21145"/>
                  <a:pt x="707287" y="24326"/>
                </a:cubicBezTo>
                <a:cubicBezTo>
                  <a:pt x="721172" y="27506"/>
                  <a:pt x="734658" y="30971"/>
                  <a:pt x="747748" y="34719"/>
                </a:cubicBezTo>
                <a:cubicBezTo>
                  <a:pt x="760838" y="38468"/>
                  <a:pt x="773469" y="42482"/>
                  <a:pt x="785638" y="46763"/>
                </a:cubicBezTo>
                <a:cubicBezTo>
                  <a:pt x="797808" y="51043"/>
                  <a:pt x="809459" y="55568"/>
                  <a:pt x="820591" y="60339"/>
                </a:cubicBezTo>
                <a:cubicBezTo>
                  <a:pt x="831723" y="65110"/>
                  <a:pt x="842283" y="70104"/>
                  <a:pt x="852271" y="75319"/>
                </a:cubicBezTo>
                <a:cubicBezTo>
                  <a:pt x="862258" y="80535"/>
                  <a:pt x="871625" y="85947"/>
                  <a:pt x="880371" y="91557"/>
                </a:cubicBezTo>
                <a:cubicBezTo>
                  <a:pt x="889118" y="97167"/>
                  <a:pt x="897201" y="102948"/>
                  <a:pt x="904623" y="108898"/>
                </a:cubicBezTo>
                <a:cubicBezTo>
                  <a:pt x="912044" y="114848"/>
                  <a:pt x="918767" y="120940"/>
                  <a:pt x="924791" y="127174"/>
                </a:cubicBezTo>
                <a:cubicBezTo>
                  <a:pt x="930816" y="133407"/>
                  <a:pt x="936113" y="139752"/>
                  <a:pt x="940684" y="146209"/>
                </a:cubicBezTo>
                <a:cubicBezTo>
                  <a:pt x="945253" y="152665"/>
                  <a:pt x="949074" y="159202"/>
                  <a:pt x="952145" y="165820"/>
                </a:cubicBezTo>
                <a:cubicBezTo>
                  <a:pt x="955217" y="172437"/>
                  <a:pt x="957525" y="179103"/>
                  <a:pt x="959068" y="185818"/>
                </a:cubicBezTo>
                <a:cubicBezTo>
                  <a:pt x="960611" y="192533"/>
                  <a:pt x="961383" y="199264"/>
                  <a:pt x="961382" y="2060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D6B656"/>
            </a:solidFill>
            <a:miter/>
          </a:ln>
        </p:spPr>
      </p:sp>
      <p:sp>
        <p:nvSpPr>
          <p:cNvPr id="100" name="Text Evaluation">
            <a:extLst xmlns:a="http://schemas.openxmlformats.org/drawingml/2006/main">
              <a:ext uri="{FF2B5EF4-FFF2-40B4-BE49-F238E27FC236}">
                <a16:creationId xmlns:a16="http://schemas.microsoft.com/office/drawing/2014/main" id="{F010B504-C7D5-4051-8817-2AC3C6DE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17" y="996591"/>
            <a:ext cx="812164" cy="121031"/>
          </a:xfrm>
          <a:custGeom xmlns:a="http://schemas.openxmlformats.org/drawingml/2006/main">
            <a:pathLst>
              <a:path w="812164" h="121031">
                <a:moveTo>
                  <a:pt x="0" y="119422"/>
                </a:moveTo>
                <a:lnTo>
                  <a:pt x="0" y="5955"/>
                </a:lnTo>
                <a:lnTo>
                  <a:pt x="89164" y="5955"/>
                </a:lnTo>
                <a:lnTo>
                  <a:pt x="89164" y="24303"/>
                </a:lnTo>
                <a:lnTo>
                  <a:pt x="23739" y="24303"/>
                </a:lnTo>
                <a:lnTo>
                  <a:pt x="23739" y="52790"/>
                </a:lnTo>
                <a:lnTo>
                  <a:pt x="84255" y="52790"/>
                </a:lnTo>
                <a:lnTo>
                  <a:pt x="84255" y="71138"/>
                </a:lnTo>
                <a:lnTo>
                  <a:pt x="23739" y="71138"/>
                </a:lnTo>
                <a:lnTo>
                  <a:pt x="23739" y="101074"/>
                </a:lnTo>
                <a:lnTo>
                  <a:pt x="92463" y="101074"/>
                </a:lnTo>
                <a:lnTo>
                  <a:pt x="92463" y="119422"/>
                </a:lnTo>
                <a:lnTo>
                  <a:pt x="0" y="119422"/>
                </a:lnTo>
                <a:close/>
                <a:moveTo>
                  <a:pt x="144370" y="101154"/>
                </a:moveTo>
                <a:lnTo>
                  <a:pt x="166178" y="32350"/>
                </a:lnTo>
                <a:lnTo>
                  <a:pt x="189837" y="32350"/>
                </a:lnTo>
                <a:lnTo>
                  <a:pt x="157728" y="119422"/>
                </a:lnTo>
                <a:lnTo>
                  <a:pt x="130689" y="119422"/>
                </a:lnTo>
                <a:lnTo>
                  <a:pt x="99546" y="32350"/>
                </a:lnTo>
                <a:lnTo>
                  <a:pt x="123447" y="32350"/>
                </a:lnTo>
                <a:lnTo>
                  <a:pt x="144370" y="101154"/>
                </a:lnTo>
                <a:close/>
                <a:moveTo>
                  <a:pt x="222161" y="121031"/>
                </a:moveTo>
                <a:cubicBezTo>
                  <a:pt x="217977" y="121031"/>
                  <a:pt x="214235" y="120454"/>
                  <a:pt x="210936" y="119301"/>
                </a:cubicBezTo>
                <a:cubicBezTo>
                  <a:pt x="207636" y="118148"/>
                  <a:pt x="204833" y="116458"/>
                  <a:pt x="202526" y="114231"/>
                </a:cubicBezTo>
                <a:cubicBezTo>
                  <a:pt x="200219" y="112005"/>
                  <a:pt x="198449" y="109255"/>
                  <a:pt x="197215" y="105983"/>
                </a:cubicBezTo>
                <a:cubicBezTo>
                  <a:pt x="195981" y="102710"/>
                  <a:pt x="195364" y="98982"/>
                  <a:pt x="195364" y="94797"/>
                </a:cubicBezTo>
                <a:cubicBezTo>
                  <a:pt x="195364" y="89647"/>
                  <a:pt x="196263" y="85315"/>
                  <a:pt x="198060" y="81801"/>
                </a:cubicBezTo>
                <a:cubicBezTo>
                  <a:pt x="199857" y="78287"/>
                  <a:pt x="202312" y="75443"/>
                  <a:pt x="205423" y="73271"/>
                </a:cubicBezTo>
                <a:cubicBezTo>
                  <a:pt x="208535" y="71098"/>
                  <a:pt x="212183" y="69515"/>
                  <a:pt x="216367" y="68523"/>
                </a:cubicBezTo>
                <a:cubicBezTo>
                  <a:pt x="220552" y="67530"/>
                  <a:pt x="225005" y="67007"/>
                  <a:pt x="229726" y="66953"/>
                </a:cubicBezTo>
                <a:lnTo>
                  <a:pt x="248476" y="66632"/>
                </a:lnTo>
                <a:lnTo>
                  <a:pt x="248476" y="62206"/>
                </a:lnTo>
                <a:cubicBezTo>
                  <a:pt x="248476" y="59040"/>
                  <a:pt x="248194" y="56398"/>
                  <a:pt x="247631" y="54279"/>
                </a:cubicBezTo>
                <a:cubicBezTo>
                  <a:pt x="247068" y="52160"/>
                  <a:pt x="246250" y="50430"/>
                  <a:pt x="245177" y="49088"/>
                </a:cubicBezTo>
                <a:cubicBezTo>
                  <a:pt x="244104" y="47747"/>
                  <a:pt x="242776" y="46795"/>
                  <a:pt x="241193" y="46232"/>
                </a:cubicBezTo>
                <a:cubicBezTo>
                  <a:pt x="239611" y="45668"/>
                  <a:pt x="237800" y="45387"/>
                  <a:pt x="235761" y="45387"/>
                </a:cubicBezTo>
                <a:cubicBezTo>
                  <a:pt x="233884" y="45387"/>
                  <a:pt x="232207" y="45574"/>
                  <a:pt x="230732" y="45947"/>
                </a:cubicBezTo>
                <a:cubicBezTo>
                  <a:pt x="229257" y="46320"/>
                  <a:pt x="227982" y="46973"/>
                  <a:pt x="226909" y="47906"/>
                </a:cubicBezTo>
                <a:cubicBezTo>
                  <a:pt x="225836" y="48839"/>
                  <a:pt x="224965" y="50091"/>
                  <a:pt x="224294" y="51664"/>
                </a:cubicBezTo>
                <a:cubicBezTo>
                  <a:pt x="223623" y="53234"/>
                  <a:pt x="223154" y="55219"/>
                  <a:pt x="222886" y="57619"/>
                </a:cubicBezTo>
                <a:lnTo>
                  <a:pt x="199307" y="56494"/>
                </a:lnTo>
                <a:cubicBezTo>
                  <a:pt x="199951" y="52697"/>
                  <a:pt x="201131" y="49234"/>
                  <a:pt x="202848" y="46106"/>
                </a:cubicBezTo>
                <a:cubicBezTo>
                  <a:pt x="204565" y="42976"/>
                  <a:pt x="206939" y="40262"/>
                  <a:pt x="209970" y="37963"/>
                </a:cubicBezTo>
                <a:cubicBezTo>
                  <a:pt x="213001" y="35663"/>
                  <a:pt x="216730" y="33884"/>
                  <a:pt x="221156" y="32627"/>
                </a:cubicBezTo>
                <a:cubicBezTo>
                  <a:pt x="225582" y="31369"/>
                  <a:pt x="230772" y="30741"/>
                  <a:pt x="236727" y="30741"/>
                </a:cubicBezTo>
                <a:cubicBezTo>
                  <a:pt x="242146" y="30741"/>
                  <a:pt x="246974" y="31411"/>
                  <a:pt x="251212" y="32752"/>
                </a:cubicBezTo>
                <a:cubicBezTo>
                  <a:pt x="255450" y="34094"/>
                  <a:pt x="259045" y="36092"/>
                  <a:pt x="261996" y="38748"/>
                </a:cubicBezTo>
                <a:cubicBezTo>
                  <a:pt x="264946" y="41403"/>
                  <a:pt x="267199" y="44662"/>
                  <a:pt x="268755" y="48525"/>
                </a:cubicBezTo>
                <a:cubicBezTo>
                  <a:pt x="270311" y="52388"/>
                  <a:pt x="271089" y="56867"/>
                  <a:pt x="271089" y="61964"/>
                </a:cubicBezTo>
                <a:lnTo>
                  <a:pt x="271089" y="93670"/>
                </a:lnTo>
                <a:cubicBezTo>
                  <a:pt x="271089" y="95709"/>
                  <a:pt x="271183" y="97533"/>
                  <a:pt x="271371" y="99143"/>
                </a:cubicBezTo>
                <a:cubicBezTo>
                  <a:pt x="271558" y="100752"/>
                  <a:pt x="271907" y="102107"/>
                  <a:pt x="272417" y="103206"/>
                </a:cubicBezTo>
                <a:cubicBezTo>
                  <a:pt x="272926" y="104306"/>
                  <a:pt x="273651" y="105138"/>
                  <a:pt x="274590" y="105701"/>
                </a:cubicBezTo>
                <a:cubicBezTo>
                  <a:pt x="275528" y="106264"/>
                  <a:pt x="276749" y="106546"/>
                  <a:pt x="278251" y="106546"/>
                </a:cubicBezTo>
                <a:cubicBezTo>
                  <a:pt x="279968" y="106546"/>
                  <a:pt x="281631" y="106385"/>
                  <a:pt x="283240" y="106063"/>
                </a:cubicBezTo>
                <a:lnTo>
                  <a:pt x="283240" y="118295"/>
                </a:lnTo>
                <a:cubicBezTo>
                  <a:pt x="281899" y="118617"/>
                  <a:pt x="280692" y="118912"/>
                  <a:pt x="279619" y="119180"/>
                </a:cubicBezTo>
                <a:cubicBezTo>
                  <a:pt x="278546" y="119449"/>
                  <a:pt x="277473" y="119663"/>
                  <a:pt x="276400" y="119824"/>
                </a:cubicBezTo>
                <a:cubicBezTo>
                  <a:pt x="275327" y="119985"/>
                  <a:pt x="274187" y="120119"/>
                  <a:pt x="272980" y="120226"/>
                </a:cubicBezTo>
                <a:cubicBezTo>
                  <a:pt x="271773" y="120334"/>
                  <a:pt x="270365" y="120387"/>
                  <a:pt x="268755" y="120387"/>
                </a:cubicBezTo>
                <a:cubicBezTo>
                  <a:pt x="263069" y="120387"/>
                  <a:pt x="258871" y="118992"/>
                  <a:pt x="256161" y="116203"/>
                </a:cubicBezTo>
                <a:cubicBezTo>
                  <a:pt x="253452" y="113413"/>
                  <a:pt x="251829" y="109309"/>
                  <a:pt x="251293" y="103890"/>
                </a:cubicBezTo>
                <a:lnTo>
                  <a:pt x="250810" y="103890"/>
                </a:lnTo>
                <a:cubicBezTo>
                  <a:pt x="247806" y="109309"/>
                  <a:pt x="243956" y="113520"/>
                  <a:pt x="239262" y="116525"/>
                </a:cubicBezTo>
                <a:cubicBezTo>
                  <a:pt x="234568" y="119529"/>
                  <a:pt x="228868" y="121031"/>
                  <a:pt x="222161" y="121031"/>
                </a:cubicBezTo>
                <a:moveTo>
                  <a:pt x="248476" y="79185"/>
                </a:moveTo>
                <a:lnTo>
                  <a:pt x="236888" y="79346"/>
                </a:lnTo>
                <a:cubicBezTo>
                  <a:pt x="234474" y="79454"/>
                  <a:pt x="232180" y="79655"/>
                  <a:pt x="230008" y="79950"/>
                </a:cubicBezTo>
                <a:cubicBezTo>
                  <a:pt x="227835" y="80243"/>
                  <a:pt x="225930" y="80858"/>
                  <a:pt x="224294" y="81793"/>
                </a:cubicBezTo>
                <a:cubicBezTo>
                  <a:pt x="222658" y="82729"/>
                  <a:pt x="221357" y="84079"/>
                  <a:pt x="220391" y="85844"/>
                </a:cubicBezTo>
                <a:cubicBezTo>
                  <a:pt x="219425" y="87610"/>
                  <a:pt x="218943" y="90016"/>
                  <a:pt x="218943" y="93064"/>
                </a:cubicBezTo>
                <a:cubicBezTo>
                  <a:pt x="218943" y="97182"/>
                  <a:pt x="219895" y="100244"/>
                  <a:pt x="221799" y="102251"/>
                </a:cubicBezTo>
                <a:cubicBezTo>
                  <a:pt x="223704" y="104256"/>
                  <a:pt x="226239" y="105258"/>
                  <a:pt x="229404" y="105258"/>
                </a:cubicBezTo>
                <a:cubicBezTo>
                  <a:pt x="232301" y="105258"/>
                  <a:pt x="234930" y="104644"/>
                  <a:pt x="237290" y="103415"/>
                </a:cubicBezTo>
                <a:cubicBezTo>
                  <a:pt x="239651" y="102185"/>
                  <a:pt x="241649" y="100567"/>
                  <a:pt x="243286" y="98562"/>
                </a:cubicBezTo>
                <a:cubicBezTo>
                  <a:pt x="244922" y="96555"/>
                  <a:pt x="246196" y="94241"/>
                  <a:pt x="247108" y="91621"/>
                </a:cubicBezTo>
                <a:cubicBezTo>
                  <a:pt x="248020" y="89000"/>
                  <a:pt x="248476" y="86326"/>
                  <a:pt x="248476" y="83599"/>
                </a:cubicBezTo>
                <a:lnTo>
                  <a:pt x="248476" y="79185"/>
                </a:lnTo>
                <a:close/>
                <a:moveTo>
                  <a:pt x="293677" y="119422"/>
                </a:moveTo>
                <a:lnTo>
                  <a:pt x="293677" y="0"/>
                </a:lnTo>
                <a:lnTo>
                  <a:pt x="316290" y="0"/>
                </a:lnTo>
                <a:lnTo>
                  <a:pt x="316290" y="119422"/>
                </a:lnTo>
                <a:lnTo>
                  <a:pt x="293677" y="119422"/>
                </a:lnTo>
                <a:close/>
                <a:moveTo>
                  <a:pt x="360819" y="32350"/>
                </a:moveTo>
                <a:lnTo>
                  <a:pt x="360819" y="81197"/>
                </a:lnTo>
                <a:cubicBezTo>
                  <a:pt x="360819" y="84577"/>
                  <a:pt x="361087" y="87675"/>
                  <a:pt x="361623" y="90492"/>
                </a:cubicBezTo>
                <a:cubicBezTo>
                  <a:pt x="362160" y="93308"/>
                  <a:pt x="363045" y="95722"/>
                  <a:pt x="364279" y="97734"/>
                </a:cubicBezTo>
                <a:cubicBezTo>
                  <a:pt x="365513" y="99746"/>
                  <a:pt x="367109" y="101315"/>
                  <a:pt x="369067" y="102442"/>
                </a:cubicBezTo>
                <a:cubicBezTo>
                  <a:pt x="371025" y="103569"/>
                  <a:pt x="373426" y="104132"/>
                  <a:pt x="376269" y="104132"/>
                </a:cubicBezTo>
                <a:cubicBezTo>
                  <a:pt x="379006" y="104132"/>
                  <a:pt x="381487" y="103528"/>
                  <a:pt x="383713" y="102321"/>
                </a:cubicBezTo>
                <a:cubicBezTo>
                  <a:pt x="385940" y="101114"/>
                  <a:pt x="387858" y="99397"/>
                  <a:pt x="389467" y="97171"/>
                </a:cubicBezTo>
                <a:cubicBezTo>
                  <a:pt x="391076" y="94945"/>
                  <a:pt x="392324" y="92289"/>
                  <a:pt x="393209" y="89204"/>
                </a:cubicBezTo>
                <a:cubicBezTo>
                  <a:pt x="394094" y="86119"/>
                  <a:pt x="394537" y="82726"/>
                  <a:pt x="394537" y="79024"/>
                </a:cubicBezTo>
                <a:lnTo>
                  <a:pt x="394537" y="32350"/>
                </a:lnTo>
                <a:lnTo>
                  <a:pt x="417150" y="32350"/>
                </a:lnTo>
                <a:lnTo>
                  <a:pt x="417150" y="99947"/>
                </a:lnTo>
                <a:cubicBezTo>
                  <a:pt x="417150" y="101771"/>
                  <a:pt x="417163" y="103689"/>
                  <a:pt x="417190" y="105701"/>
                </a:cubicBezTo>
                <a:cubicBezTo>
                  <a:pt x="417217" y="107713"/>
                  <a:pt x="417270" y="109617"/>
                  <a:pt x="417351" y="111415"/>
                </a:cubicBezTo>
                <a:cubicBezTo>
                  <a:pt x="417431" y="113212"/>
                  <a:pt x="417512" y="114821"/>
                  <a:pt x="417592" y="116243"/>
                </a:cubicBezTo>
                <a:cubicBezTo>
                  <a:pt x="417673" y="117665"/>
                  <a:pt x="417740" y="118724"/>
                  <a:pt x="417793" y="119422"/>
                </a:cubicBezTo>
                <a:lnTo>
                  <a:pt x="396227" y="119422"/>
                </a:lnTo>
                <a:cubicBezTo>
                  <a:pt x="396173" y="118778"/>
                  <a:pt x="396079" y="117745"/>
                  <a:pt x="395945" y="116323"/>
                </a:cubicBezTo>
                <a:cubicBezTo>
                  <a:pt x="395811" y="114902"/>
                  <a:pt x="395704" y="113333"/>
                  <a:pt x="395623" y="111616"/>
                </a:cubicBezTo>
                <a:cubicBezTo>
                  <a:pt x="395543" y="109899"/>
                  <a:pt x="395462" y="108182"/>
                  <a:pt x="395382" y="106466"/>
                </a:cubicBezTo>
                <a:cubicBezTo>
                  <a:pt x="395301" y="104749"/>
                  <a:pt x="395261" y="103300"/>
                  <a:pt x="395261" y="102120"/>
                </a:cubicBezTo>
                <a:lnTo>
                  <a:pt x="394859" y="102120"/>
                </a:lnTo>
                <a:cubicBezTo>
                  <a:pt x="391854" y="108719"/>
                  <a:pt x="388032" y="113520"/>
                  <a:pt x="383391" y="116525"/>
                </a:cubicBezTo>
                <a:cubicBezTo>
                  <a:pt x="378751" y="119529"/>
                  <a:pt x="373238" y="121031"/>
                  <a:pt x="366854" y="121031"/>
                </a:cubicBezTo>
                <a:cubicBezTo>
                  <a:pt x="361650" y="121031"/>
                  <a:pt x="357224" y="120173"/>
                  <a:pt x="353576" y="118456"/>
                </a:cubicBezTo>
                <a:cubicBezTo>
                  <a:pt x="349928" y="116739"/>
                  <a:pt x="346964" y="114392"/>
                  <a:pt x="344684" y="111415"/>
                </a:cubicBezTo>
                <a:cubicBezTo>
                  <a:pt x="342404" y="108437"/>
                  <a:pt x="340754" y="104910"/>
                  <a:pt x="339735" y="100832"/>
                </a:cubicBezTo>
                <a:cubicBezTo>
                  <a:pt x="338715" y="96755"/>
                  <a:pt x="338206" y="92356"/>
                  <a:pt x="338206" y="87635"/>
                </a:cubicBezTo>
                <a:lnTo>
                  <a:pt x="338206" y="32350"/>
                </a:lnTo>
                <a:lnTo>
                  <a:pt x="360819" y="32350"/>
                </a:lnTo>
                <a:close/>
                <a:moveTo>
                  <a:pt x="460309" y="121031"/>
                </a:moveTo>
                <a:cubicBezTo>
                  <a:pt x="456125" y="121031"/>
                  <a:pt x="452383" y="120454"/>
                  <a:pt x="449083" y="119301"/>
                </a:cubicBezTo>
                <a:cubicBezTo>
                  <a:pt x="445784" y="118148"/>
                  <a:pt x="442981" y="116458"/>
                  <a:pt x="440674" y="114231"/>
                </a:cubicBezTo>
                <a:cubicBezTo>
                  <a:pt x="438367" y="112005"/>
                  <a:pt x="436597" y="109255"/>
                  <a:pt x="435363" y="105983"/>
                </a:cubicBezTo>
                <a:cubicBezTo>
                  <a:pt x="434129" y="102710"/>
                  <a:pt x="433512" y="98982"/>
                  <a:pt x="433512" y="94797"/>
                </a:cubicBezTo>
                <a:cubicBezTo>
                  <a:pt x="433512" y="89647"/>
                  <a:pt x="434411" y="85315"/>
                  <a:pt x="436208" y="81801"/>
                </a:cubicBezTo>
                <a:cubicBezTo>
                  <a:pt x="438005" y="78287"/>
                  <a:pt x="440459" y="75443"/>
                  <a:pt x="443571" y="73271"/>
                </a:cubicBezTo>
                <a:cubicBezTo>
                  <a:pt x="446683" y="71098"/>
                  <a:pt x="450331" y="69515"/>
                  <a:pt x="454515" y="68523"/>
                </a:cubicBezTo>
                <a:cubicBezTo>
                  <a:pt x="458700" y="67530"/>
                  <a:pt x="463153" y="67007"/>
                  <a:pt x="467874" y="66953"/>
                </a:cubicBezTo>
                <a:lnTo>
                  <a:pt x="486624" y="66632"/>
                </a:lnTo>
                <a:lnTo>
                  <a:pt x="486624" y="62206"/>
                </a:lnTo>
                <a:cubicBezTo>
                  <a:pt x="486624" y="59040"/>
                  <a:pt x="486342" y="56398"/>
                  <a:pt x="485779" y="54279"/>
                </a:cubicBezTo>
                <a:cubicBezTo>
                  <a:pt x="485216" y="52160"/>
                  <a:pt x="484398" y="50430"/>
                  <a:pt x="483325" y="49088"/>
                </a:cubicBezTo>
                <a:cubicBezTo>
                  <a:pt x="482252" y="47747"/>
                  <a:pt x="480924" y="46795"/>
                  <a:pt x="479341" y="46232"/>
                </a:cubicBezTo>
                <a:cubicBezTo>
                  <a:pt x="477759" y="45668"/>
                  <a:pt x="475948" y="45387"/>
                  <a:pt x="473909" y="45387"/>
                </a:cubicBezTo>
                <a:cubicBezTo>
                  <a:pt x="472032" y="45387"/>
                  <a:pt x="470355" y="45574"/>
                  <a:pt x="468880" y="45947"/>
                </a:cubicBezTo>
                <a:cubicBezTo>
                  <a:pt x="467404" y="46320"/>
                  <a:pt x="466130" y="46973"/>
                  <a:pt x="465057" y="47906"/>
                </a:cubicBezTo>
                <a:cubicBezTo>
                  <a:pt x="463984" y="48839"/>
                  <a:pt x="463113" y="50091"/>
                  <a:pt x="462442" y="51664"/>
                </a:cubicBezTo>
                <a:cubicBezTo>
                  <a:pt x="461771" y="53234"/>
                  <a:pt x="461302" y="55219"/>
                  <a:pt x="461034" y="57619"/>
                </a:cubicBezTo>
                <a:lnTo>
                  <a:pt x="437455" y="56494"/>
                </a:lnTo>
                <a:cubicBezTo>
                  <a:pt x="438099" y="52697"/>
                  <a:pt x="439279" y="49234"/>
                  <a:pt x="440996" y="46106"/>
                </a:cubicBezTo>
                <a:cubicBezTo>
                  <a:pt x="442713" y="42976"/>
                  <a:pt x="445087" y="40262"/>
                  <a:pt x="448118" y="37963"/>
                </a:cubicBezTo>
                <a:cubicBezTo>
                  <a:pt x="451149" y="35663"/>
                  <a:pt x="454878" y="33884"/>
                  <a:pt x="459304" y="32627"/>
                </a:cubicBezTo>
                <a:cubicBezTo>
                  <a:pt x="463730" y="31369"/>
                  <a:pt x="468920" y="30741"/>
                  <a:pt x="474875" y="30741"/>
                </a:cubicBezTo>
                <a:cubicBezTo>
                  <a:pt x="480294" y="30741"/>
                  <a:pt x="485122" y="31411"/>
                  <a:pt x="489360" y="32752"/>
                </a:cubicBezTo>
                <a:cubicBezTo>
                  <a:pt x="493598" y="34094"/>
                  <a:pt x="497193" y="36092"/>
                  <a:pt x="500144" y="38748"/>
                </a:cubicBezTo>
                <a:cubicBezTo>
                  <a:pt x="503094" y="41403"/>
                  <a:pt x="505347" y="44662"/>
                  <a:pt x="506903" y="48525"/>
                </a:cubicBezTo>
                <a:cubicBezTo>
                  <a:pt x="508459" y="52388"/>
                  <a:pt x="509237" y="56867"/>
                  <a:pt x="509237" y="61964"/>
                </a:cubicBezTo>
                <a:lnTo>
                  <a:pt x="509237" y="93670"/>
                </a:lnTo>
                <a:cubicBezTo>
                  <a:pt x="509237" y="95709"/>
                  <a:pt x="509331" y="97533"/>
                  <a:pt x="509519" y="99143"/>
                </a:cubicBezTo>
                <a:cubicBezTo>
                  <a:pt x="509706" y="100752"/>
                  <a:pt x="510055" y="102107"/>
                  <a:pt x="510565" y="103206"/>
                </a:cubicBezTo>
                <a:cubicBezTo>
                  <a:pt x="511074" y="104306"/>
                  <a:pt x="511799" y="105138"/>
                  <a:pt x="512738" y="105701"/>
                </a:cubicBezTo>
                <a:cubicBezTo>
                  <a:pt x="513676" y="106264"/>
                  <a:pt x="514897" y="106546"/>
                  <a:pt x="516399" y="106546"/>
                </a:cubicBezTo>
                <a:cubicBezTo>
                  <a:pt x="518116" y="106546"/>
                  <a:pt x="519779" y="106385"/>
                  <a:pt x="521388" y="106063"/>
                </a:cubicBezTo>
                <a:lnTo>
                  <a:pt x="521388" y="118295"/>
                </a:lnTo>
                <a:cubicBezTo>
                  <a:pt x="520047" y="118617"/>
                  <a:pt x="518840" y="118912"/>
                  <a:pt x="517767" y="119180"/>
                </a:cubicBezTo>
                <a:cubicBezTo>
                  <a:pt x="516694" y="119449"/>
                  <a:pt x="515621" y="119663"/>
                  <a:pt x="514548" y="119824"/>
                </a:cubicBezTo>
                <a:cubicBezTo>
                  <a:pt x="513475" y="119985"/>
                  <a:pt x="512335" y="120119"/>
                  <a:pt x="511128" y="120226"/>
                </a:cubicBezTo>
                <a:cubicBezTo>
                  <a:pt x="509921" y="120334"/>
                  <a:pt x="508513" y="120387"/>
                  <a:pt x="506903" y="120387"/>
                </a:cubicBezTo>
                <a:cubicBezTo>
                  <a:pt x="501216" y="120387"/>
                  <a:pt x="497018" y="118992"/>
                  <a:pt x="494309" y="116203"/>
                </a:cubicBezTo>
                <a:cubicBezTo>
                  <a:pt x="491600" y="113413"/>
                  <a:pt x="489977" y="109309"/>
                  <a:pt x="489441" y="103890"/>
                </a:cubicBezTo>
                <a:lnTo>
                  <a:pt x="488958" y="103890"/>
                </a:lnTo>
                <a:cubicBezTo>
                  <a:pt x="485953" y="109309"/>
                  <a:pt x="482104" y="113520"/>
                  <a:pt x="477410" y="116525"/>
                </a:cubicBezTo>
                <a:cubicBezTo>
                  <a:pt x="472716" y="119529"/>
                  <a:pt x="467016" y="121031"/>
                  <a:pt x="460309" y="121031"/>
                </a:cubicBezTo>
                <a:moveTo>
                  <a:pt x="486624" y="79185"/>
                </a:moveTo>
                <a:lnTo>
                  <a:pt x="475036" y="79346"/>
                </a:lnTo>
                <a:cubicBezTo>
                  <a:pt x="472622" y="79454"/>
                  <a:pt x="470328" y="79655"/>
                  <a:pt x="468156" y="79950"/>
                </a:cubicBezTo>
                <a:cubicBezTo>
                  <a:pt x="465983" y="80243"/>
                  <a:pt x="464078" y="80858"/>
                  <a:pt x="462442" y="81793"/>
                </a:cubicBezTo>
                <a:cubicBezTo>
                  <a:pt x="460806" y="82729"/>
                  <a:pt x="459505" y="84079"/>
                  <a:pt x="458539" y="85844"/>
                </a:cubicBezTo>
                <a:cubicBezTo>
                  <a:pt x="457573" y="87610"/>
                  <a:pt x="457091" y="90016"/>
                  <a:pt x="457091" y="93064"/>
                </a:cubicBezTo>
                <a:cubicBezTo>
                  <a:pt x="457091" y="97182"/>
                  <a:pt x="458043" y="100244"/>
                  <a:pt x="459947" y="102251"/>
                </a:cubicBezTo>
                <a:cubicBezTo>
                  <a:pt x="461852" y="104256"/>
                  <a:pt x="464387" y="105258"/>
                  <a:pt x="467552" y="105258"/>
                </a:cubicBezTo>
                <a:cubicBezTo>
                  <a:pt x="470449" y="105258"/>
                  <a:pt x="473078" y="104644"/>
                  <a:pt x="475438" y="103415"/>
                </a:cubicBezTo>
                <a:cubicBezTo>
                  <a:pt x="477799" y="102185"/>
                  <a:pt x="479797" y="100567"/>
                  <a:pt x="481434" y="98562"/>
                </a:cubicBezTo>
                <a:cubicBezTo>
                  <a:pt x="483070" y="96555"/>
                  <a:pt x="484344" y="94241"/>
                  <a:pt x="485256" y="91621"/>
                </a:cubicBezTo>
                <a:cubicBezTo>
                  <a:pt x="486168" y="89000"/>
                  <a:pt x="486624" y="86326"/>
                  <a:pt x="486624" y="83599"/>
                </a:cubicBezTo>
                <a:lnTo>
                  <a:pt x="486624" y="79185"/>
                </a:lnTo>
                <a:close/>
                <a:moveTo>
                  <a:pt x="554116" y="120870"/>
                </a:moveTo>
                <a:cubicBezTo>
                  <a:pt x="547463" y="120870"/>
                  <a:pt x="542340" y="119060"/>
                  <a:pt x="538745" y="115438"/>
                </a:cubicBezTo>
                <a:cubicBezTo>
                  <a:pt x="535151" y="111817"/>
                  <a:pt x="533354" y="106331"/>
                  <a:pt x="533354" y="98982"/>
                </a:cubicBezTo>
                <a:lnTo>
                  <a:pt x="533354" y="47640"/>
                </a:lnTo>
                <a:lnTo>
                  <a:pt x="522329" y="47640"/>
                </a:lnTo>
                <a:lnTo>
                  <a:pt x="522329" y="32350"/>
                </a:lnTo>
                <a:lnTo>
                  <a:pt x="534480" y="32350"/>
                </a:lnTo>
                <a:lnTo>
                  <a:pt x="541562" y="11910"/>
                </a:lnTo>
                <a:lnTo>
                  <a:pt x="555725" y="11910"/>
                </a:lnTo>
                <a:lnTo>
                  <a:pt x="555725" y="32350"/>
                </a:lnTo>
                <a:lnTo>
                  <a:pt x="572222" y="32350"/>
                </a:lnTo>
                <a:lnTo>
                  <a:pt x="572222" y="47640"/>
                </a:lnTo>
                <a:lnTo>
                  <a:pt x="555725" y="47640"/>
                </a:lnTo>
                <a:lnTo>
                  <a:pt x="555725" y="92866"/>
                </a:lnTo>
                <a:cubicBezTo>
                  <a:pt x="555725" y="97104"/>
                  <a:pt x="556530" y="100229"/>
                  <a:pt x="558139" y="102241"/>
                </a:cubicBezTo>
                <a:cubicBezTo>
                  <a:pt x="559749" y="104253"/>
                  <a:pt x="562243" y="105258"/>
                  <a:pt x="565623" y="105258"/>
                </a:cubicBezTo>
                <a:cubicBezTo>
                  <a:pt x="567018" y="105258"/>
                  <a:pt x="568279" y="105151"/>
                  <a:pt x="569406" y="104937"/>
                </a:cubicBezTo>
                <a:cubicBezTo>
                  <a:pt x="570532" y="104722"/>
                  <a:pt x="571793" y="104454"/>
                  <a:pt x="573188" y="104132"/>
                </a:cubicBezTo>
                <a:lnTo>
                  <a:pt x="573188" y="118134"/>
                </a:lnTo>
                <a:cubicBezTo>
                  <a:pt x="570398" y="119046"/>
                  <a:pt x="567447" y="119730"/>
                  <a:pt x="564336" y="120186"/>
                </a:cubicBezTo>
                <a:cubicBezTo>
                  <a:pt x="561224" y="120642"/>
                  <a:pt x="557817" y="120870"/>
                  <a:pt x="554116" y="120870"/>
                </a:cubicBezTo>
                <a:close/>
                <a:moveTo>
                  <a:pt x="586706" y="16738"/>
                </a:moveTo>
                <a:lnTo>
                  <a:pt x="586706" y="0"/>
                </a:lnTo>
                <a:lnTo>
                  <a:pt x="609319" y="0"/>
                </a:lnTo>
                <a:lnTo>
                  <a:pt x="609319" y="16738"/>
                </a:lnTo>
                <a:lnTo>
                  <a:pt x="586706" y="16738"/>
                </a:lnTo>
                <a:moveTo>
                  <a:pt x="586706" y="119422"/>
                </a:moveTo>
                <a:lnTo>
                  <a:pt x="586706" y="32350"/>
                </a:lnTo>
                <a:lnTo>
                  <a:pt x="609319" y="32350"/>
                </a:lnTo>
                <a:lnTo>
                  <a:pt x="609319" y="119422"/>
                </a:lnTo>
                <a:lnTo>
                  <a:pt x="586706" y="119422"/>
                </a:lnTo>
                <a:close/>
                <a:moveTo>
                  <a:pt x="715249" y="75805"/>
                </a:moveTo>
                <a:cubicBezTo>
                  <a:pt x="715249" y="82458"/>
                  <a:pt x="714323" y="88547"/>
                  <a:pt x="712472" y="94073"/>
                </a:cubicBezTo>
                <a:cubicBezTo>
                  <a:pt x="710622" y="99599"/>
                  <a:pt x="707845" y="104360"/>
                  <a:pt x="704144" y="108357"/>
                </a:cubicBezTo>
                <a:cubicBezTo>
                  <a:pt x="700442" y="112353"/>
                  <a:pt x="695828" y="115465"/>
                  <a:pt x="690302" y="117692"/>
                </a:cubicBezTo>
                <a:cubicBezTo>
                  <a:pt x="684776" y="119918"/>
                  <a:pt x="678339" y="121031"/>
                  <a:pt x="670989" y="121031"/>
                </a:cubicBezTo>
                <a:cubicBezTo>
                  <a:pt x="663907" y="121031"/>
                  <a:pt x="657657" y="119931"/>
                  <a:pt x="652239" y="117732"/>
                </a:cubicBezTo>
                <a:cubicBezTo>
                  <a:pt x="646820" y="115532"/>
                  <a:pt x="642273" y="112447"/>
                  <a:pt x="638598" y="108477"/>
                </a:cubicBezTo>
                <a:cubicBezTo>
                  <a:pt x="634923" y="104507"/>
                  <a:pt x="632147" y="99746"/>
                  <a:pt x="630269" y="94193"/>
                </a:cubicBezTo>
                <a:cubicBezTo>
                  <a:pt x="628392" y="88641"/>
                  <a:pt x="627453" y="82511"/>
                  <a:pt x="627453" y="75805"/>
                </a:cubicBezTo>
                <a:cubicBezTo>
                  <a:pt x="627453" y="69314"/>
                  <a:pt x="628352" y="63319"/>
                  <a:pt x="630149" y="57820"/>
                </a:cubicBezTo>
                <a:cubicBezTo>
                  <a:pt x="631946" y="52321"/>
                  <a:pt x="634669" y="47559"/>
                  <a:pt x="638317" y="43536"/>
                </a:cubicBezTo>
                <a:cubicBezTo>
                  <a:pt x="641965" y="39512"/>
                  <a:pt x="646552" y="36374"/>
                  <a:pt x="652078" y="34120"/>
                </a:cubicBezTo>
                <a:cubicBezTo>
                  <a:pt x="657603" y="31867"/>
                  <a:pt x="664068" y="30741"/>
                  <a:pt x="671472" y="30741"/>
                </a:cubicBezTo>
                <a:cubicBezTo>
                  <a:pt x="679304" y="30741"/>
                  <a:pt x="685983" y="31867"/>
                  <a:pt x="691509" y="34120"/>
                </a:cubicBezTo>
                <a:cubicBezTo>
                  <a:pt x="697035" y="36374"/>
                  <a:pt x="701555" y="39499"/>
                  <a:pt x="705069" y="43496"/>
                </a:cubicBezTo>
                <a:cubicBezTo>
                  <a:pt x="708583" y="47492"/>
                  <a:pt x="711158" y="52240"/>
                  <a:pt x="712794" y="57739"/>
                </a:cubicBezTo>
                <a:cubicBezTo>
                  <a:pt x="714431" y="63238"/>
                  <a:pt x="715249" y="69260"/>
                  <a:pt x="715249" y="75805"/>
                </a:cubicBezTo>
                <a:moveTo>
                  <a:pt x="691590" y="75846"/>
                </a:moveTo>
                <a:cubicBezTo>
                  <a:pt x="691590" y="65505"/>
                  <a:pt x="689900" y="58004"/>
                  <a:pt x="686520" y="53343"/>
                </a:cubicBezTo>
                <a:cubicBezTo>
                  <a:pt x="683140" y="48683"/>
                  <a:pt x="678231" y="46352"/>
                  <a:pt x="671793" y="46352"/>
                </a:cubicBezTo>
                <a:cubicBezTo>
                  <a:pt x="665141" y="46352"/>
                  <a:pt x="660044" y="48710"/>
                  <a:pt x="656504" y="53424"/>
                </a:cubicBezTo>
                <a:cubicBezTo>
                  <a:pt x="652963" y="58138"/>
                  <a:pt x="651192" y="65612"/>
                  <a:pt x="651192" y="75846"/>
                </a:cubicBezTo>
                <a:cubicBezTo>
                  <a:pt x="651192" y="81043"/>
                  <a:pt x="651662" y="85517"/>
                  <a:pt x="652601" y="89267"/>
                </a:cubicBezTo>
                <a:cubicBezTo>
                  <a:pt x="653540" y="93017"/>
                  <a:pt x="654867" y="96098"/>
                  <a:pt x="656584" y="98509"/>
                </a:cubicBezTo>
                <a:cubicBezTo>
                  <a:pt x="658301" y="100920"/>
                  <a:pt x="660366" y="102701"/>
                  <a:pt x="662780" y="103853"/>
                </a:cubicBezTo>
                <a:cubicBezTo>
                  <a:pt x="665195" y="105004"/>
                  <a:pt x="667850" y="105580"/>
                  <a:pt x="670747" y="105580"/>
                </a:cubicBezTo>
                <a:cubicBezTo>
                  <a:pt x="674073" y="105580"/>
                  <a:pt x="677038" y="105004"/>
                  <a:pt x="679640" y="103853"/>
                </a:cubicBezTo>
                <a:cubicBezTo>
                  <a:pt x="682241" y="102701"/>
                  <a:pt x="684428" y="100920"/>
                  <a:pt x="686198" y="98509"/>
                </a:cubicBezTo>
                <a:cubicBezTo>
                  <a:pt x="687968" y="96098"/>
                  <a:pt x="689310" y="93017"/>
                  <a:pt x="690222" y="89267"/>
                </a:cubicBezTo>
                <a:cubicBezTo>
                  <a:pt x="691134" y="85517"/>
                  <a:pt x="691590" y="81043"/>
                  <a:pt x="691590" y="75846"/>
                </a:cubicBezTo>
                <a:close/>
                <a:moveTo>
                  <a:pt x="789632" y="119422"/>
                </a:moveTo>
                <a:lnTo>
                  <a:pt x="789632" y="70575"/>
                </a:lnTo>
                <a:cubicBezTo>
                  <a:pt x="789632" y="67195"/>
                  <a:pt x="789364" y="64097"/>
                  <a:pt x="788827" y="61280"/>
                </a:cubicBezTo>
                <a:cubicBezTo>
                  <a:pt x="788291" y="58464"/>
                  <a:pt x="787406" y="56049"/>
                  <a:pt x="786172" y="54038"/>
                </a:cubicBezTo>
                <a:cubicBezTo>
                  <a:pt x="784938" y="52026"/>
                  <a:pt x="783328" y="50456"/>
                  <a:pt x="781343" y="49330"/>
                </a:cubicBezTo>
                <a:cubicBezTo>
                  <a:pt x="779358" y="48203"/>
                  <a:pt x="776944" y="47640"/>
                  <a:pt x="774101" y="47640"/>
                </a:cubicBezTo>
                <a:cubicBezTo>
                  <a:pt x="771365" y="47640"/>
                  <a:pt x="768884" y="48243"/>
                  <a:pt x="766657" y="49451"/>
                </a:cubicBezTo>
                <a:cubicBezTo>
                  <a:pt x="764431" y="50658"/>
                  <a:pt x="762513" y="52374"/>
                  <a:pt x="760903" y="54601"/>
                </a:cubicBezTo>
                <a:cubicBezTo>
                  <a:pt x="759294" y="56827"/>
                  <a:pt x="758047" y="59483"/>
                  <a:pt x="757161" y="62568"/>
                </a:cubicBezTo>
                <a:cubicBezTo>
                  <a:pt x="756276" y="65652"/>
                  <a:pt x="755834" y="69046"/>
                  <a:pt x="755834" y="72747"/>
                </a:cubicBezTo>
                <a:lnTo>
                  <a:pt x="755834" y="119422"/>
                </a:lnTo>
                <a:lnTo>
                  <a:pt x="733221" y="119422"/>
                </a:lnTo>
                <a:lnTo>
                  <a:pt x="733221" y="51825"/>
                </a:lnTo>
                <a:cubicBezTo>
                  <a:pt x="733221" y="49947"/>
                  <a:pt x="733207" y="48015"/>
                  <a:pt x="733180" y="46030"/>
                </a:cubicBezTo>
                <a:cubicBezTo>
                  <a:pt x="733154" y="44045"/>
                  <a:pt x="733100" y="42154"/>
                  <a:pt x="733019" y="40357"/>
                </a:cubicBezTo>
                <a:cubicBezTo>
                  <a:pt x="732939" y="38560"/>
                  <a:pt x="732872" y="36950"/>
                  <a:pt x="732818" y="35529"/>
                </a:cubicBezTo>
                <a:cubicBezTo>
                  <a:pt x="732765" y="34107"/>
                  <a:pt x="732684" y="33048"/>
                  <a:pt x="732577" y="32350"/>
                </a:cubicBezTo>
                <a:lnTo>
                  <a:pt x="754144" y="32350"/>
                </a:lnTo>
                <a:cubicBezTo>
                  <a:pt x="754251" y="32991"/>
                  <a:pt x="754358" y="34018"/>
                  <a:pt x="754465" y="35433"/>
                </a:cubicBezTo>
                <a:cubicBezTo>
                  <a:pt x="754573" y="36848"/>
                  <a:pt x="754680" y="38411"/>
                  <a:pt x="754787" y="40121"/>
                </a:cubicBezTo>
                <a:cubicBezTo>
                  <a:pt x="754895" y="41829"/>
                  <a:pt x="754989" y="43537"/>
                  <a:pt x="755069" y="45246"/>
                </a:cubicBezTo>
                <a:cubicBezTo>
                  <a:pt x="755149" y="46954"/>
                  <a:pt x="755190" y="48396"/>
                  <a:pt x="755190" y="49571"/>
                </a:cubicBezTo>
                <a:lnTo>
                  <a:pt x="755512" y="49571"/>
                </a:lnTo>
                <a:cubicBezTo>
                  <a:pt x="758570" y="42919"/>
                  <a:pt x="762405" y="38090"/>
                  <a:pt x="767019" y="35086"/>
                </a:cubicBezTo>
                <a:cubicBezTo>
                  <a:pt x="771633" y="32082"/>
                  <a:pt x="777132" y="30580"/>
                  <a:pt x="783516" y="30580"/>
                </a:cubicBezTo>
                <a:cubicBezTo>
                  <a:pt x="788774" y="30580"/>
                  <a:pt x="793213" y="31439"/>
                  <a:pt x="796834" y="33157"/>
                </a:cubicBezTo>
                <a:cubicBezTo>
                  <a:pt x="800456" y="34876"/>
                  <a:pt x="803406" y="37239"/>
                  <a:pt x="805686" y="40246"/>
                </a:cubicBezTo>
                <a:cubicBezTo>
                  <a:pt x="807967" y="43252"/>
                  <a:pt x="809616" y="46797"/>
                  <a:pt x="810636" y="50879"/>
                </a:cubicBezTo>
                <a:cubicBezTo>
                  <a:pt x="811655" y="54960"/>
                  <a:pt x="812164" y="59362"/>
                  <a:pt x="812164" y="64087"/>
                </a:cubicBezTo>
                <a:lnTo>
                  <a:pt x="812164" y="119422"/>
                </a:lnTo>
                <a:lnTo>
                  <a:pt x="789632" y="119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E1076A-AF91-442F-9609-0A4ADE2D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708" y="861933"/>
            <a:ext cx="961382" cy="412021"/>
          </a:xfrm>
          <a:custGeom xmlns:a="http://schemas.openxmlformats.org/drawingml/2006/main">
            <a:pathLst>
              <a:path w="961382" h="412021">
                <a:moveTo>
                  <a:pt x="961382" y="206010"/>
                </a:moveTo>
                <a:cubicBezTo>
                  <a:pt x="961382" y="212758"/>
                  <a:pt x="960611" y="219488"/>
                  <a:pt x="959068" y="226203"/>
                </a:cubicBezTo>
                <a:cubicBezTo>
                  <a:pt x="957524" y="232917"/>
                  <a:pt x="955218" y="239584"/>
                  <a:pt x="952146" y="246201"/>
                </a:cubicBezTo>
                <a:cubicBezTo>
                  <a:pt x="949075" y="252818"/>
                  <a:pt x="945254" y="259356"/>
                  <a:pt x="940683" y="265812"/>
                </a:cubicBezTo>
                <a:cubicBezTo>
                  <a:pt x="936113" y="272269"/>
                  <a:pt x="930815" y="278614"/>
                  <a:pt x="924791" y="284847"/>
                </a:cubicBezTo>
                <a:cubicBezTo>
                  <a:pt x="918766" y="291080"/>
                  <a:pt x="912043" y="297173"/>
                  <a:pt x="904622" y="303123"/>
                </a:cubicBezTo>
                <a:cubicBezTo>
                  <a:pt x="897201" y="309073"/>
                  <a:pt x="889116" y="314854"/>
                  <a:pt x="880369" y="320463"/>
                </a:cubicBezTo>
                <a:cubicBezTo>
                  <a:pt x="871624" y="326074"/>
                  <a:pt x="862258" y="331487"/>
                  <a:pt x="852270" y="336702"/>
                </a:cubicBezTo>
                <a:cubicBezTo>
                  <a:pt x="842282" y="341918"/>
                  <a:pt x="831723" y="346911"/>
                  <a:pt x="820590" y="351682"/>
                </a:cubicBezTo>
                <a:cubicBezTo>
                  <a:pt x="809459" y="356453"/>
                  <a:pt x="797808" y="360978"/>
                  <a:pt x="785639" y="365258"/>
                </a:cubicBezTo>
                <a:cubicBezTo>
                  <a:pt x="773469" y="369539"/>
                  <a:pt x="760839" y="373553"/>
                  <a:pt x="747748" y="377302"/>
                </a:cubicBezTo>
                <a:cubicBezTo>
                  <a:pt x="734658" y="381050"/>
                  <a:pt x="721171" y="384515"/>
                  <a:pt x="707287" y="387695"/>
                </a:cubicBezTo>
                <a:cubicBezTo>
                  <a:pt x="693404" y="390876"/>
                  <a:pt x="679189" y="393757"/>
                  <a:pt x="664643" y="396339"/>
                </a:cubicBezTo>
                <a:cubicBezTo>
                  <a:pt x="650098" y="398921"/>
                  <a:pt x="635293" y="401191"/>
                  <a:pt x="620227" y="403150"/>
                </a:cubicBezTo>
                <a:cubicBezTo>
                  <a:pt x="605164" y="405109"/>
                  <a:pt x="589911" y="406746"/>
                  <a:pt x="574468" y="408062"/>
                </a:cubicBezTo>
                <a:cubicBezTo>
                  <a:pt x="559028" y="409379"/>
                  <a:pt x="543475" y="410368"/>
                  <a:pt x="527807" y="411029"/>
                </a:cubicBezTo>
                <a:cubicBezTo>
                  <a:pt x="512139" y="411690"/>
                  <a:pt x="496434" y="412021"/>
                  <a:pt x="480691" y="412021"/>
                </a:cubicBezTo>
                <a:cubicBezTo>
                  <a:pt x="464948" y="412021"/>
                  <a:pt x="449243" y="411690"/>
                  <a:pt x="433575" y="411029"/>
                </a:cubicBezTo>
                <a:cubicBezTo>
                  <a:pt x="417908" y="410368"/>
                  <a:pt x="402354" y="409379"/>
                  <a:pt x="386912" y="408062"/>
                </a:cubicBezTo>
                <a:cubicBezTo>
                  <a:pt x="371472" y="406746"/>
                  <a:pt x="356219" y="405109"/>
                  <a:pt x="341153" y="403150"/>
                </a:cubicBezTo>
                <a:cubicBezTo>
                  <a:pt x="326088" y="401191"/>
                  <a:pt x="311283" y="398921"/>
                  <a:pt x="296737" y="396339"/>
                </a:cubicBezTo>
                <a:cubicBezTo>
                  <a:pt x="282193" y="393757"/>
                  <a:pt x="267978" y="390876"/>
                  <a:pt x="254095" y="387695"/>
                </a:cubicBezTo>
                <a:cubicBezTo>
                  <a:pt x="240211" y="384515"/>
                  <a:pt x="226723" y="381050"/>
                  <a:pt x="213633" y="377302"/>
                </a:cubicBezTo>
                <a:cubicBezTo>
                  <a:pt x="200543" y="373553"/>
                  <a:pt x="187913" y="369539"/>
                  <a:pt x="175745" y="365258"/>
                </a:cubicBezTo>
                <a:cubicBezTo>
                  <a:pt x="163574" y="360978"/>
                  <a:pt x="151923" y="356453"/>
                  <a:pt x="140790" y="351682"/>
                </a:cubicBezTo>
                <a:cubicBezTo>
                  <a:pt x="129659" y="346911"/>
                  <a:pt x="119099" y="341918"/>
                  <a:pt x="109111" y="336702"/>
                </a:cubicBezTo>
                <a:cubicBezTo>
                  <a:pt x="99124" y="331487"/>
                  <a:pt x="89757" y="326074"/>
                  <a:pt x="81010" y="320463"/>
                </a:cubicBezTo>
                <a:cubicBezTo>
                  <a:pt x="72264" y="314854"/>
                  <a:pt x="64180" y="309073"/>
                  <a:pt x="56759" y="303123"/>
                </a:cubicBezTo>
                <a:cubicBezTo>
                  <a:pt x="49338" y="297173"/>
                  <a:pt x="42615" y="291080"/>
                  <a:pt x="36589" y="284847"/>
                </a:cubicBezTo>
                <a:cubicBezTo>
                  <a:pt x="30565" y="278614"/>
                  <a:pt x="25268" y="272269"/>
                  <a:pt x="20697" y="265812"/>
                </a:cubicBezTo>
                <a:cubicBezTo>
                  <a:pt x="16128" y="259356"/>
                  <a:pt x="12307" y="252818"/>
                  <a:pt x="9235" y="246201"/>
                </a:cubicBezTo>
                <a:cubicBezTo>
                  <a:pt x="6164" y="239584"/>
                  <a:pt x="3857" y="232918"/>
                  <a:pt x="2314" y="226203"/>
                </a:cubicBezTo>
                <a:cubicBezTo>
                  <a:pt x="772" y="219488"/>
                  <a:pt x="0" y="212758"/>
                  <a:pt x="0" y="206010"/>
                </a:cubicBezTo>
                <a:cubicBezTo>
                  <a:pt x="0" y="199264"/>
                  <a:pt x="772" y="192533"/>
                  <a:pt x="2314" y="185818"/>
                </a:cubicBezTo>
                <a:cubicBezTo>
                  <a:pt x="3857" y="179104"/>
                  <a:pt x="6164" y="172438"/>
                  <a:pt x="9235" y="165820"/>
                </a:cubicBezTo>
                <a:cubicBezTo>
                  <a:pt x="12307" y="159203"/>
                  <a:pt x="16128" y="152665"/>
                  <a:pt x="20697" y="146209"/>
                </a:cubicBezTo>
                <a:cubicBezTo>
                  <a:pt x="25268" y="139752"/>
                  <a:pt x="30565" y="133407"/>
                  <a:pt x="36589" y="127174"/>
                </a:cubicBezTo>
                <a:cubicBezTo>
                  <a:pt x="42615" y="120940"/>
                  <a:pt x="49338" y="114848"/>
                  <a:pt x="56759" y="108898"/>
                </a:cubicBezTo>
                <a:cubicBezTo>
                  <a:pt x="64180" y="102947"/>
                  <a:pt x="72264" y="97167"/>
                  <a:pt x="81010" y="91557"/>
                </a:cubicBezTo>
                <a:cubicBezTo>
                  <a:pt x="89757" y="85947"/>
                  <a:pt x="99124" y="80535"/>
                  <a:pt x="109111" y="75319"/>
                </a:cubicBezTo>
                <a:cubicBezTo>
                  <a:pt x="119099" y="70104"/>
                  <a:pt x="129659" y="65110"/>
                  <a:pt x="140790" y="60339"/>
                </a:cubicBezTo>
                <a:cubicBezTo>
                  <a:pt x="151923" y="55568"/>
                  <a:pt x="163574" y="51043"/>
                  <a:pt x="175745" y="46762"/>
                </a:cubicBezTo>
                <a:cubicBezTo>
                  <a:pt x="187913" y="42482"/>
                  <a:pt x="200543" y="38468"/>
                  <a:pt x="213633" y="34719"/>
                </a:cubicBezTo>
                <a:cubicBezTo>
                  <a:pt x="226723" y="30971"/>
                  <a:pt x="240211" y="27506"/>
                  <a:pt x="254095" y="24325"/>
                </a:cubicBezTo>
                <a:cubicBezTo>
                  <a:pt x="267978" y="21145"/>
                  <a:pt x="282193" y="18264"/>
                  <a:pt x="296737" y="15682"/>
                </a:cubicBezTo>
                <a:cubicBezTo>
                  <a:pt x="311283" y="13100"/>
                  <a:pt x="326088" y="10830"/>
                  <a:pt x="341153" y="8871"/>
                </a:cubicBezTo>
                <a:cubicBezTo>
                  <a:pt x="356219" y="6912"/>
                  <a:pt x="371472" y="5275"/>
                  <a:pt x="386912" y="3958"/>
                </a:cubicBezTo>
                <a:cubicBezTo>
                  <a:pt x="402354" y="2642"/>
                  <a:pt x="417908" y="1653"/>
                  <a:pt x="433575" y="992"/>
                </a:cubicBezTo>
                <a:cubicBezTo>
                  <a:pt x="449243" y="331"/>
                  <a:pt x="464948" y="0"/>
                  <a:pt x="480691" y="0"/>
                </a:cubicBezTo>
                <a:cubicBezTo>
                  <a:pt x="496434" y="0"/>
                  <a:pt x="512139" y="331"/>
                  <a:pt x="527807" y="992"/>
                </a:cubicBezTo>
                <a:cubicBezTo>
                  <a:pt x="543475" y="1653"/>
                  <a:pt x="559028" y="2642"/>
                  <a:pt x="574468" y="3958"/>
                </a:cubicBezTo>
                <a:cubicBezTo>
                  <a:pt x="589911" y="5275"/>
                  <a:pt x="605164" y="6912"/>
                  <a:pt x="620227" y="8871"/>
                </a:cubicBezTo>
                <a:cubicBezTo>
                  <a:pt x="635293" y="10830"/>
                  <a:pt x="650098" y="13100"/>
                  <a:pt x="664643" y="15682"/>
                </a:cubicBezTo>
                <a:cubicBezTo>
                  <a:pt x="679189" y="18264"/>
                  <a:pt x="693404" y="21145"/>
                  <a:pt x="707287" y="24326"/>
                </a:cubicBezTo>
                <a:cubicBezTo>
                  <a:pt x="721171" y="27506"/>
                  <a:pt x="734658" y="30971"/>
                  <a:pt x="747748" y="34719"/>
                </a:cubicBezTo>
                <a:cubicBezTo>
                  <a:pt x="760839" y="38468"/>
                  <a:pt x="773469" y="42482"/>
                  <a:pt x="785639" y="46763"/>
                </a:cubicBezTo>
                <a:cubicBezTo>
                  <a:pt x="797808" y="51043"/>
                  <a:pt x="809459" y="55568"/>
                  <a:pt x="820590" y="60339"/>
                </a:cubicBezTo>
                <a:cubicBezTo>
                  <a:pt x="831723" y="65110"/>
                  <a:pt x="842282" y="70104"/>
                  <a:pt x="852270" y="75319"/>
                </a:cubicBezTo>
                <a:cubicBezTo>
                  <a:pt x="862258" y="80535"/>
                  <a:pt x="871624" y="85947"/>
                  <a:pt x="880369" y="91557"/>
                </a:cubicBezTo>
                <a:cubicBezTo>
                  <a:pt x="889116" y="97167"/>
                  <a:pt x="897201" y="102948"/>
                  <a:pt x="904622" y="108898"/>
                </a:cubicBezTo>
                <a:cubicBezTo>
                  <a:pt x="912043" y="114848"/>
                  <a:pt x="918766" y="120940"/>
                  <a:pt x="924791" y="127174"/>
                </a:cubicBezTo>
                <a:cubicBezTo>
                  <a:pt x="930815" y="133407"/>
                  <a:pt x="936113" y="139752"/>
                  <a:pt x="940683" y="146209"/>
                </a:cubicBezTo>
                <a:cubicBezTo>
                  <a:pt x="945254" y="152665"/>
                  <a:pt x="949075" y="159202"/>
                  <a:pt x="952146" y="165820"/>
                </a:cubicBezTo>
                <a:cubicBezTo>
                  <a:pt x="955218" y="172437"/>
                  <a:pt x="957524" y="179103"/>
                  <a:pt x="959068" y="185818"/>
                </a:cubicBezTo>
                <a:cubicBezTo>
                  <a:pt x="960611" y="192533"/>
                  <a:pt x="961382" y="199264"/>
                  <a:pt x="961382" y="20601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D1742-BFD0-47F6-BE3C-73899F91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708" y="861933"/>
            <a:ext cx="961382" cy="412021"/>
          </a:xfrm>
          <a:custGeom xmlns:a="http://schemas.openxmlformats.org/drawingml/2006/main">
            <a:pathLst>
              <a:path w="961382" h="412021" fill="none">
                <a:moveTo>
                  <a:pt x="961382" y="206010"/>
                </a:moveTo>
                <a:cubicBezTo>
                  <a:pt x="961382" y="212758"/>
                  <a:pt x="960611" y="219488"/>
                  <a:pt x="959068" y="226203"/>
                </a:cubicBezTo>
                <a:cubicBezTo>
                  <a:pt x="957524" y="232917"/>
                  <a:pt x="955218" y="239584"/>
                  <a:pt x="952146" y="246201"/>
                </a:cubicBezTo>
                <a:cubicBezTo>
                  <a:pt x="949075" y="252818"/>
                  <a:pt x="945254" y="259356"/>
                  <a:pt x="940683" y="265812"/>
                </a:cubicBezTo>
                <a:cubicBezTo>
                  <a:pt x="936113" y="272269"/>
                  <a:pt x="930815" y="278614"/>
                  <a:pt x="924791" y="284847"/>
                </a:cubicBezTo>
                <a:cubicBezTo>
                  <a:pt x="918766" y="291080"/>
                  <a:pt x="912043" y="297173"/>
                  <a:pt x="904622" y="303123"/>
                </a:cubicBezTo>
                <a:cubicBezTo>
                  <a:pt x="897201" y="309073"/>
                  <a:pt x="889116" y="314854"/>
                  <a:pt x="880369" y="320463"/>
                </a:cubicBezTo>
                <a:cubicBezTo>
                  <a:pt x="871624" y="326074"/>
                  <a:pt x="862258" y="331487"/>
                  <a:pt x="852270" y="336702"/>
                </a:cubicBezTo>
                <a:cubicBezTo>
                  <a:pt x="842282" y="341918"/>
                  <a:pt x="831723" y="346911"/>
                  <a:pt x="820590" y="351682"/>
                </a:cubicBezTo>
                <a:cubicBezTo>
                  <a:pt x="809459" y="356453"/>
                  <a:pt x="797808" y="360978"/>
                  <a:pt x="785639" y="365258"/>
                </a:cubicBezTo>
                <a:cubicBezTo>
                  <a:pt x="773469" y="369539"/>
                  <a:pt x="760839" y="373553"/>
                  <a:pt x="747748" y="377302"/>
                </a:cubicBezTo>
                <a:cubicBezTo>
                  <a:pt x="734658" y="381050"/>
                  <a:pt x="721171" y="384515"/>
                  <a:pt x="707287" y="387695"/>
                </a:cubicBezTo>
                <a:cubicBezTo>
                  <a:pt x="693404" y="390876"/>
                  <a:pt x="679189" y="393757"/>
                  <a:pt x="664643" y="396339"/>
                </a:cubicBezTo>
                <a:cubicBezTo>
                  <a:pt x="650098" y="398921"/>
                  <a:pt x="635293" y="401191"/>
                  <a:pt x="620227" y="403150"/>
                </a:cubicBezTo>
                <a:cubicBezTo>
                  <a:pt x="605164" y="405109"/>
                  <a:pt x="589911" y="406746"/>
                  <a:pt x="574468" y="408062"/>
                </a:cubicBezTo>
                <a:cubicBezTo>
                  <a:pt x="559028" y="409379"/>
                  <a:pt x="543475" y="410368"/>
                  <a:pt x="527807" y="411029"/>
                </a:cubicBezTo>
                <a:cubicBezTo>
                  <a:pt x="512139" y="411690"/>
                  <a:pt x="496434" y="412021"/>
                  <a:pt x="480691" y="412021"/>
                </a:cubicBezTo>
                <a:cubicBezTo>
                  <a:pt x="464948" y="412021"/>
                  <a:pt x="449243" y="411690"/>
                  <a:pt x="433575" y="411029"/>
                </a:cubicBezTo>
                <a:cubicBezTo>
                  <a:pt x="417908" y="410368"/>
                  <a:pt x="402354" y="409379"/>
                  <a:pt x="386912" y="408062"/>
                </a:cubicBezTo>
                <a:cubicBezTo>
                  <a:pt x="371472" y="406746"/>
                  <a:pt x="356219" y="405109"/>
                  <a:pt x="341153" y="403150"/>
                </a:cubicBezTo>
                <a:cubicBezTo>
                  <a:pt x="326088" y="401191"/>
                  <a:pt x="311283" y="398921"/>
                  <a:pt x="296737" y="396339"/>
                </a:cubicBezTo>
                <a:cubicBezTo>
                  <a:pt x="282193" y="393757"/>
                  <a:pt x="267978" y="390876"/>
                  <a:pt x="254095" y="387695"/>
                </a:cubicBezTo>
                <a:cubicBezTo>
                  <a:pt x="240211" y="384515"/>
                  <a:pt x="226723" y="381050"/>
                  <a:pt x="213633" y="377302"/>
                </a:cubicBezTo>
                <a:cubicBezTo>
                  <a:pt x="200543" y="373553"/>
                  <a:pt x="187913" y="369539"/>
                  <a:pt x="175745" y="365258"/>
                </a:cubicBezTo>
                <a:cubicBezTo>
                  <a:pt x="163574" y="360978"/>
                  <a:pt x="151923" y="356453"/>
                  <a:pt x="140790" y="351682"/>
                </a:cubicBezTo>
                <a:cubicBezTo>
                  <a:pt x="129659" y="346911"/>
                  <a:pt x="119099" y="341918"/>
                  <a:pt x="109111" y="336702"/>
                </a:cubicBezTo>
                <a:cubicBezTo>
                  <a:pt x="99124" y="331487"/>
                  <a:pt x="89757" y="326074"/>
                  <a:pt x="81010" y="320463"/>
                </a:cubicBezTo>
                <a:cubicBezTo>
                  <a:pt x="72264" y="314854"/>
                  <a:pt x="64180" y="309073"/>
                  <a:pt x="56759" y="303123"/>
                </a:cubicBezTo>
                <a:cubicBezTo>
                  <a:pt x="49338" y="297173"/>
                  <a:pt x="42615" y="291080"/>
                  <a:pt x="36589" y="284847"/>
                </a:cubicBezTo>
                <a:cubicBezTo>
                  <a:pt x="30565" y="278614"/>
                  <a:pt x="25268" y="272269"/>
                  <a:pt x="20697" y="265812"/>
                </a:cubicBezTo>
                <a:cubicBezTo>
                  <a:pt x="16128" y="259356"/>
                  <a:pt x="12307" y="252818"/>
                  <a:pt x="9235" y="246201"/>
                </a:cubicBezTo>
                <a:cubicBezTo>
                  <a:pt x="6164" y="239584"/>
                  <a:pt x="3857" y="232918"/>
                  <a:pt x="2314" y="226203"/>
                </a:cubicBezTo>
                <a:cubicBezTo>
                  <a:pt x="772" y="219488"/>
                  <a:pt x="0" y="212758"/>
                  <a:pt x="0" y="206010"/>
                </a:cubicBezTo>
                <a:cubicBezTo>
                  <a:pt x="0" y="199264"/>
                  <a:pt x="772" y="192533"/>
                  <a:pt x="2314" y="185818"/>
                </a:cubicBezTo>
                <a:cubicBezTo>
                  <a:pt x="3857" y="179104"/>
                  <a:pt x="6164" y="172438"/>
                  <a:pt x="9235" y="165820"/>
                </a:cubicBezTo>
                <a:cubicBezTo>
                  <a:pt x="12307" y="159203"/>
                  <a:pt x="16128" y="152665"/>
                  <a:pt x="20697" y="146209"/>
                </a:cubicBezTo>
                <a:cubicBezTo>
                  <a:pt x="25268" y="139752"/>
                  <a:pt x="30565" y="133407"/>
                  <a:pt x="36589" y="127174"/>
                </a:cubicBezTo>
                <a:cubicBezTo>
                  <a:pt x="42615" y="120940"/>
                  <a:pt x="49338" y="114848"/>
                  <a:pt x="56759" y="108898"/>
                </a:cubicBezTo>
                <a:cubicBezTo>
                  <a:pt x="64180" y="102947"/>
                  <a:pt x="72264" y="97167"/>
                  <a:pt x="81010" y="91557"/>
                </a:cubicBezTo>
                <a:cubicBezTo>
                  <a:pt x="89757" y="85947"/>
                  <a:pt x="99124" y="80535"/>
                  <a:pt x="109111" y="75319"/>
                </a:cubicBezTo>
                <a:cubicBezTo>
                  <a:pt x="119099" y="70104"/>
                  <a:pt x="129659" y="65110"/>
                  <a:pt x="140790" y="60339"/>
                </a:cubicBezTo>
                <a:cubicBezTo>
                  <a:pt x="151923" y="55568"/>
                  <a:pt x="163574" y="51043"/>
                  <a:pt x="175745" y="46762"/>
                </a:cubicBezTo>
                <a:cubicBezTo>
                  <a:pt x="187913" y="42482"/>
                  <a:pt x="200543" y="38468"/>
                  <a:pt x="213633" y="34719"/>
                </a:cubicBezTo>
                <a:cubicBezTo>
                  <a:pt x="226723" y="30971"/>
                  <a:pt x="240211" y="27506"/>
                  <a:pt x="254095" y="24325"/>
                </a:cubicBezTo>
                <a:cubicBezTo>
                  <a:pt x="267978" y="21145"/>
                  <a:pt x="282193" y="18264"/>
                  <a:pt x="296737" y="15682"/>
                </a:cubicBezTo>
                <a:cubicBezTo>
                  <a:pt x="311283" y="13100"/>
                  <a:pt x="326088" y="10830"/>
                  <a:pt x="341153" y="8871"/>
                </a:cubicBezTo>
                <a:cubicBezTo>
                  <a:pt x="356219" y="6912"/>
                  <a:pt x="371472" y="5275"/>
                  <a:pt x="386912" y="3958"/>
                </a:cubicBezTo>
                <a:cubicBezTo>
                  <a:pt x="402354" y="2642"/>
                  <a:pt x="417908" y="1653"/>
                  <a:pt x="433575" y="992"/>
                </a:cubicBezTo>
                <a:cubicBezTo>
                  <a:pt x="449243" y="331"/>
                  <a:pt x="464948" y="0"/>
                  <a:pt x="480691" y="0"/>
                </a:cubicBezTo>
                <a:cubicBezTo>
                  <a:pt x="496434" y="0"/>
                  <a:pt x="512139" y="331"/>
                  <a:pt x="527807" y="992"/>
                </a:cubicBezTo>
                <a:cubicBezTo>
                  <a:pt x="543475" y="1653"/>
                  <a:pt x="559028" y="2642"/>
                  <a:pt x="574468" y="3958"/>
                </a:cubicBezTo>
                <a:cubicBezTo>
                  <a:pt x="589911" y="5275"/>
                  <a:pt x="605164" y="6912"/>
                  <a:pt x="620227" y="8871"/>
                </a:cubicBezTo>
                <a:cubicBezTo>
                  <a:pt x="635293" y="10830"/>
                  <a:pt x="650098" y="13100"/>
                  <a:pt x="664643" y="15682"/>
                </a:cubicBezTo>
                <a:cubicBezTo>
                  <a:pt x="679189" y="18264"/>
                  <a:pt x="693404" y="21145"/>
                  <a:pt x="707287" y="24326"/>
                </a:cubicBezTo>
                <a:cubicBezTo>
                  <a:pt x="721171" y="27506"/>
                  <a:pt x="734658" y="30971"/>
                  <a:pt x="747748" y="34719"/>
                </a:cubicBezTo>
                <a:cubicBezTo>
                  <a:pt x="760839" y="38468"/>
                  <a:pt x="773469" y="42482"/>
                  <a:pt x="785639" y="46763"/>
                </a:cubicBezTo>
                <a:cubicBezTo>
                  <a:pt x="797808" y="51043"/>
                  <a:pt x="809459" y="55568"/>
                  <a:pt x="820590" y="60339"/>
                </a:cubicBezTo>
                <a:cubicBezTo>
                  <a:pt x="831723" y="65110"/>
                  <a:pt x="842282" y="70104"/>
                  <a:pt x="852270" y="75319"/>
                </a:cubicBezTo>
                <a:cubicBezTo>
                  <a:pt x="862258" y="80535"/>
                  <a:pt x="871624" y="85947"/>
                  <a:pt x="880369" y="91557"/>
                </a:cubicBezTo>
                <a:cubicBezTo>
                  <a:pt x="889116" y="97167"/>
                  <a:pt x="897201" y="102948"/>
                  <a:pt x="904622" y="108898"/>
                </a:cubicBezTo>
                <a:cubicBezTo>
                  <a:pt x="912043" y="114848"/>
                  <a:pt x="918766" y="120940"/>
                  <a:pt x="924791" y="127174"/>
                </a:cubicBezTo>
                <a:cubicBezTo>
                  <a:pt x="930815" y="133407"/>
                  <a:pt x="936113" y="139752"/>
                  <a:pt x="940683" y="146209"/>
                </a:cubicBezTo>
                <a:cubicBezTo>
                  <a:pt x="945254" y="152665"/>
                  <a:pt x="949075" y="159202"/>
                  <a:pt x="952146" y="165820"/>
                </a:cubicBezTo>
                <a:cubicBezTo>
                  <a:pt x="955218" y="172437"/>
                  <a:pt x="957524" y="179103"/>
                  <a:pt x="959068" y="185818"/>
                </a:cubicBezTo>
                <a:cubicBezTo>
                  <a:pt x="960611" y="192533"/>
                  <a:pt x="961382" y="199264"/>
                  <a:pt x="961382" y="2060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D6B656"/>
            </a:solidFill>
            <a:miter/>
          </a:ln>
        </p:spPr>
      </p:sp>
      <p:sp>
        <p:nvSpPr>
          <p:cNvPr id="103" name="Text Extraction">
            <a:extLst xmlns:a="http://schemas.openxmlformats.org/drawingml/2006/main">
              <a:ext uri="{FF2B5EF4-FFF2-40B4-BE49-F238E27FC236}">
                <a16:creationId xmlns:a16="http://schemas.microsoft.com/office/drawing/2014/main" id="{6F7B4522-A0BE-425C-B5E3-D913F79D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415" y="996591"/>
            <a:ext cx="784641" cy="121031"/>
          </a:xfrm>
          <a:custGeom xmlns:a="http://schemas.openxmlformats.org/drawingml/2006/main">
            <a:pathLst>
              <a:path w="784641" h="121031">
                <a:moveTo>
                  <a:pt x="0" y="119422"/>
                </a:moveTo>
                <a:lnTo>
                  <a:pt x="0" y="5955"/>
                </a:lnTo>
                <a:lnTo>
                  <a:pt x="89164" y="5955"/>
                </a:lnTo>
                <a:lnTo>
                  <a:pt x="89164" y="24303"/>
                </a:lnTo>
                <a:lnTo>
                  <a:pt x="23739" y="24303"/>
                </a:lnTo>
                <a:lnTo>
                  <a:pt x="23739" y="52790"/>
                </a:lnTo>
                <a:lnTo>
                  <a:pt x="84255" y="52790"/>
                </a:lnTo>
                <a:lnTo>
                  <a:pt x="84255" y="71138"/>
                </a:lnTo>
                <a:lnTo>
                  <a:pt x="23739" y="71138"/>
                </a:lnTo>
                <a:lnTo>
                  <a:pt x="23739" y="101074"/>
                </a:lnTo>
                <a:lnTo>
                  <a:pt x="92463" y="101074"/>
                </a:lnTo>
                <a:lnTo>
                  <a:pt x="92463" y="119422"/>
                </a:lnTo>
                <a:lnTo>
                  <a:pt x="0" y="119422"/>
                </a:lnTo>
                <a:close/>
                <a:moveTo>
                  <a:pt x="164810" y="119422"/>
                </a:moveTo>
                <a:lnTo>
                  <a:pt x="144531" y="87876"/>
                </a:lnTo>
                <a:lnTo>
                  <a:pt x="124091" y="119422"/>
                </a:lnTo>
                <a:lnTo>
                  <a:pt x="100029" y="119422"/>
                </a:lnTo>
                <a:lnTo>
                  <a:pt x="131897" y="74437"/>
                </a:lnTo>
                <a:lnTo>
                  <a:pt x="101558" y="32350"/>
                </a:lnTo>
                <a:lnTo>
                  <a:pt x="125942" y="32350"/>
                </a:lnTo>
                <a:lnTo>
                  <a:pt x="144531" y="60860"/>
                </a:lnTo>
                <a:lnTo>
                  <a:pt x="163040" y="32350"/>
                </a:lnTo>
                <a:lnTo>
                  <a:pt x="187584" y="32350"/>
                </a:lnTo>
                <a:lnTo>
                  <a:pt x="157245" y="74216"/>
                </a:lnTo>
                <a:lnTo>
                  <a:pt x="189354" y="119422"/>
                </a:lnTo>
                <a:lnTo>
                  <a:pt x="164810" y="119422"/>
                </a:lnTo>
                <a:close/>
                <a:moveTo>
                  <a:pt x="224334" y="120870"/>
                </a:moveTo>
                <a:cubicBezTo>
                  <a:pt x="217682" y="120870"/>
                  <a:pt x="212559" y="119060"/>
                  <a:pt x="208964" y="115438"/>
                </a:cubicBezTo>
                <a:cubicBezTo>
                  <a:pt x="205370" y="111817"/>
                  <a:pt x="203572" y="106331"/>
                  <a:pt x="203572" y="98982"/>
                </a:cubicBezTo>
                <a:lnTo>
                  <a:pt x="203572" y="47640"/>
                </a:lnTo>
                <a:lnTo>
                  <a:pt x="192548" y="47640"/>
                </a:lnTo>
                <a:lnTo>
                  <a:pt x="192548" y="32350"/>
                </a:lnTo>
                <a:lnTo>
                  <a:pt x="204699" y="32350"/>
                </a:lnTo>
                <a:lnTo>
                  <a:pt x="211781" y="11910"/>
                </a:lnTo>
                <a:lnTo>
                  <a:pt x="225944" y="11910"/>
                </a:lnTo>
                <a:lnTo>
                  <a:pt x="225944" y="32350"/>
                </a:lnTo>
                <a:lnTo>
                  <a:pt x="242441" y="32350"/>
                </a:lnTo>
                <a:lnTo>
                  <a:pt x="242441" y="47640"/>
                </a:lnTo>
                <a:lnTo>
                  <a:pt x="225944" y="47640"/>
                </a:lnTo>
                <a:lnTo>
                  <a:pt x="225944" y="92866"/>
                </a:lnTo>
                <a:cubicBezTo>
                  <a:pt x="225944" y="97104"/>
                  <a:pt x="226749" y="100229"/>
                  <a:pt x="228358" y="102241"/>
                </a:cubicBezTo>
                <a:cubicBezTo>
                  <a:pt x="229968" y="104253"/>
                  <a:pt x="232462" y="105258"/>
                  <a:pt x="235842" y="105258"/>
                </a:cubicBezTo>
                <a:cubicBezTo>
                  <a:pt x="237237" y="105258"/>
                  <a:pt x="238498" y="105151"/>
                  <a:pt x="239624" y="104937"/>
                </a:cubicBezTo>
                <a:cubicBezTo>
                  <a:pt x="240751" y="104722"/>
                  <a:pt x="242012" y="104454"/>
                  <a:pt x="243406" y="104132"/>
                </a:cubicBezTo>
                <a:lnTo>
                  <a:pt x="243406" y="118134"/>
                </a:lnTo>
                <a:cubicBezTo>
                  <a:pt x="240617" y="119046"/>
                  <a:pt x="237666" y="119730"/>
                  <a:pt x="234554" y="120186"/>
                </a:cubicBezTo>
                <a:cubicBezTo>
                  <a:pt x="231443" y="120642"/>
                  <a:pt x="228036" y="120870"/>
                  <a:pt x="224334" y="120870"/>
                </a:cubicBezTo>
                <a:close/>
                <a:moveTo>
                  <a:pt x="256924" y="119422"/>
                </a:moveTo>
                <a:lnTo>
                  <a:pt x="256924" y="52790"/>
                </a:lnTo>
                <a:cubicBezTo>
                  <a:pt x="256924" y="50912"/>
                  <a:pt x="256911" y="48927"/>
                  <a:pt x="256884" y="46835"/>
                </a:cubicBezTo>
                <a:cubicBezTo>
                  <a:pt x="256857" y="44743"/>
                  <a:pt x="256804" y="42744"/>
                  <a:pt x="256723" y="40840"/>
                </a:cubicBezTo>
                <a:cubicBezTo>
                  <a:pt x="256643" y="38935"/>
                  <a:pt x="256576" y="37219"/>
                  <a:pt x="256522" y="35690"/>
                </a:cubicBezTo>
                <a:cubicBezTo>
                  <a:pt x="256468" y="34161"/>
                  <a:pt x="256388" y="33048"/>
                  <a:pt x="256281" y="32350"/>
                </a:cubicBezTo>
                <a:lnTo>
                  <a:pt x="277847" y="32350"/>
                </a:lnTo>
                <a:cubicBezTo>
                  <a:pt x="277955" y="32991"/>
                  <a:pt x="278062" y="34099"/>
                  <a:pt x="278169" y="35675"/>
                </a:cubicBezTo>
                <a:cubicBezTo>
                  <a:pt x="278276" y="37251"/>
                  <a:pt x="278384" y="38973"/>
                  <a:pt x="278491" y="40842"/>
                </a:cubicBezTo>
                <a:cubicBezTo>
                  <a:pt x="278598" y="42712"/>
                  <a:pt x="278692" y="44569"/>
                  <a:pt x="278773" y="46413"/>
                </a:cubicBezTo>
                <a:cubicBezTo>
                  <a:pt x="278853" y="48255"/>
                  <a:pt x="278893" y="49737"/>
                  <a:pt x="278893" y="50859"/>
                </a:cubicBezTo>
                <a:lnTo>
                  <a:pt x="279215" y="50859"/>
                </a:lnTo>
                <a:cubicBezTo>
                  <a:pt x="280342" y="47694"/>
                  <a:pt x="281469" y="44864"/>
                  <a:pt x="282595" y="42369"/>
                </a:cubicBezTo>
                <a:cubicBezTo>
                  <a:pt x="283722" y="39874"/>
                  <a:pt x="285050" y="37755"/>
                  <a:pt x="286579" y="36012"/>
                </a:cubicBezTo>
                <a:cubicBezTo>
                  <a:pt x="288108" y="34268"/>
                  <a:pt x="289945" y="32927"/>
                  <a:pt x="292091" y="31988"/>
                </a:cubicBezTo>
                <a:cubicBezTo>
                  <a:pt x="294237" y="31049"/>
                  <a:pt x="296892" y="30580"/>
                  <a:pt x="300058" y="30580"/>
                </a:cubicBezTo>
                <a:cubicBezTo>
                  <a:pt x="301399" y="30580"/>
                  <a:pt x="302727" y="30701"/>
                  <a:pt x="304041" y="30944"/>
                </a:cubicBezTo>
                <a:cubicBezTo>
                  <a:pt x="305356" y="31186"/>
                  <a:pt x="306361" y="31468"/>
                  <a:pt x="307059" y="31792"/>
                </a:cubicBezTo>
                <a:lnTo>
                  <a:pt x="307059" y="50778"/>
                </a:lnTo>
                <a:cubicBezTo>
                  <a:pt x="305610" y="50456"/>
                  <a:pt x="304148" y="50175"/>
                  <a:pt x="302673" y="49933"/>
                </a:cubicBezTo>
                <a:cubicBezTo>
                  <a:pt x="301198" y="49692"/>
                  <a:pt x="299441" y="49571"/>
                  <a:pt x="297402" y="49571"/>
                </a:cubicBezTo>
                <a:cubicBezTo>
                  <a:pt x="291769" y="49571"/>
                  <a:pt x="287383" y="51851"/>
                  <a:pt x="284245" y="56411"/>
                </a:cubicBezTo>
                <a:cubicBezTo>
                  <a:pt x="281106" y="60972"/>
                  <a:pt x="279537" y="67731"/>
                  <a:pt x="279537" y="76691"/>
                </a:cubicBezTo>
                <a:lnTo>
                  <a:pt x="279537" y="119422"/>
                </a:lnTo>
                <a:lnTo>
                  <a:pt x="256924" y="119422"/>
                </a:lnTo>
                <a:close/>
                <a:moveTo>
                  <a:pt x="341153" y="121031"/>
                </a:moveTo>
                <a:cubicBezTo>
                  <a:pt x="336969" y="121031"/>
                  <a:pt x="333227" y="120454"/>
                  <a:pt x="329927" y="119301"/>
                </a:cubicBezTo>
                <a:cubicBezTo>
                  <a:pt x="326628" y="118148"/>
                  <a:pt x="323825" y="116458"/>
                  <a:pt x="321518" y="114231"/>
                </a:cubicBezTo>
                <a:cubicBezTo>
                  <a:pt x="319211" y="112005"/>
                  <a:pt x="317440" y="109255"/>
                  <a:pt x="316207" y="105983"/>
                </a:cubicBezTo>
                <a:cubicBezTo>
                  <a:pt x="314973" y="102710"/>
                  <a:pt x="314356" y="98982"/>
                  <a:pt x="314356" y="94797"/>
                </a:cubicBezTo>
                <a:cubicBezTo>
                  <a:pt x="314356" y="89647"/>
                  <a:pt x="315254" y="85315"/>
                  <a:pt x="317051" y="81801"/>
                </a:cubicBezTo>
                <a:cubicBezTo>
                  <a:pt x="318849" y="78287"/>
                  <a:pt x="321303" y="75443"/>
                  <a:pt x="324415" y="73271"/>
                </a:cubicBezTo>
                <a:cubicBezTo>
                  <a:pt x="327526" y="71098"/>
                  <a:pt x="331174" y="69515"/>
                  <a:pt x="335359" y="68523"/>
                </a:cubicBezTo>
                <a:cubicBezTo>
                  <a:pt x="339544" y="67530"/>
                  <a:pt x="343996" y="67007"/>
                  <a:pt x="348718" y="66953"/>
                </a:cubicBezTo>
                <a:lnTo>
                  <a:pt x="367468" y="66632"/>
                </a:lnTo>
                <a:lnTo>
                  <a:pt x="367468" y="62206"/>
                </a:lnTo>
                <a:cubicBezTo>
                  <a:pt x="367468" y="59040"/>
                  <a:pt x="367186" y="56398"/>
                  <a:pt x="366623" y="54279"/>
                </a:cubicBezTo>
                <a:cubicBezTo>
                  <a:pt x="366059" y="52160"/>
                  <a:pt x="365241" y="50430"/>
                  <a:pt x="364168" y="49088"/>
                </a:cubicBezTo>
                <a:cubicBezTo>
                  <a:pt x="363095" y="47747"/>
                  <a:pt x="361768" y="46795"/>
                  <a:pt x="360185" y="46232"/>
                </a:cubicBezTo>
                <a:cubicBezTo>
                  <a:pt x="358602" y="45668"/>
                  <a:pt x="356792" y="45387"/>
                  <a:pt x="354753" y="45387"/>
                </a:cubicBezTo>
                <a:cubicBezTo>
                  <a:pt x="352875" y="45387"/>
                  <a:pt x="351199" y="45574"/>
                  <a:pt x="349723" y="45947"/>
                </a:cubicBezTo>
                <a:cubicBezTo>
                  <a:pt x="348248" y="46320"/>
                  <a:pt x="346974" y="46973"/>
                  <a:pt x="345901" y="47906"/>
                </a:cubicBezTo>
                <a:cubicBezTo>
                  <a:pt x="344828" y="48839"/>
                  <a:pt x="343956" y="50091"/>
                  <a:pt x="343286" y="51664"/>
                </a:cubicBezTo>
                <a:cubicBezTo>
                  <a:pt x="342615" y="53234"/>
                  <a:pt x="342146" y="55219"/>
                  <a:pt x="341877" y="57619"/>
                </a:cubicBezTo>
                <a:lnTo>
                  <a:pt x="318299" y="56494"/>
                </a:lnTo>
                <a:cubicBezTo>
                  <a:pt x="318943" y="52697"/>
                  <a:pt x="320123" y="49234"/>
                  <a:pt x="321840" y="46106"/>
                </a:cubicBezTo>
                <a:cubicBezTo>
                  <a:pt x="323556" y="42976"/>
                  <a:pt x="325930" y="40262"/>
                  <a:pt x="328961" y="37963"/>
                </a:cubicBezTo>
                <a:cubicBezTo>
                  <a:pt x="331993" y="35663"/>
                  <a:pt x="335721" y="33884"/>
                  <a:pt x="340147" y="32627"/>
                </a:cubicBezTo>
                <a:cubicBezTo>
                  <a:pt x="344573" y="31369"/>
                  <a:pt x="349764" y="30741"/>
                  <a:pt x="355719" y="30741"/>
                </a:cubicBezTo>
                <a:cubicBezTo>
                  <a:pt x="361137" y="30741"/>
                  <a:pt x="365966" y="31411"/>
                  <a:pt x="370204" y="32752"/>
                </a:cubicBezTo>
                <a:cubicBezTo>
                  <a:pt x="374442" y="34094"/>
                  <a:pt x="378036" y="36092"/>
                  <a:pt x="380987" y="38748"/>
                </a:cubicBezTo>
                <a:cubicBezTo>
                  <a:pt x="383938" y="41403"/>
                  <a:pt x="386191" y="44662"/>
                  <a:pt x="387747" y="48525"/>
                </a:cubicBezTo>
                <a:cubicBezTo>
                  <a:pt x="389303" y="52388"/>
                  <a:pt x="390081" y="56867"/>
                  <a:pt x="390081" y="61964"/>
                </a:cubicBezTo>
                <a:lnTo>
                  <a:pt x="390081" y="93670"/>
                </a:lnTo>
                <a:cubicBezTo>
                  <a:pt x="390081" y="95709"/>
                  <a:pt x="390174" y="97533"/>
                  <a:pt x="390362" y="99143"/>
                </a:cubicBezTo>
                <a:cubicBezTo>
                  <a:pt x="390550" y="100752"/>
                  <a:pt x="390899" y="102107"/>
                  <a:pt x="391408" y="103206"/>
                </a:cubicBezTo>
                <a:cubicBezTo>
                  <a:pt x="391918" y="104306"/>
                  <a:pt x="392642" y="105138"/>
                  <a:pt x="393581" y="105701"/>
                </a:cubicBezTo>
                <a:cubicBezTo>
                  <a:pt x="394520" y="106264"/>
                  <a:pt x="395741" y="106546"/>
                  <a:pt x="397243" y="106546"/>
                </a:cubicBezTo>
                <a:cubicBezTo>
                  <a:pt x="398959" y="106546"/>
                  <a:pt x="400623" y="106385"/>
                  <a:pt x="402232" y="106063"/>
                </a:cubicBezTo>
                <a:lnTo>
                  <a:pt x="402232" y="118295"/>
                </a:lnTo>
                <a:cubicBezTo>
                  <a:pt x="400891" y="118617"/>
                  <a:pt x="399684" y="118912"/>
                  <a:pt x="398611" y="119180"/>
                </a:cubicBezTo>
                <a:cubicBezTo>
                  <a:pt x="397538" y="119449"/>
                  <a:pt x="396465" y="119663"/>
                  <a:pt x="395392" y="119824"/>
                </a:cubicBezTo>
                <a:cubicBezTo>
                  <a:pt x="394319" y="119985"/>
                  <a:pt x="393179" y="120119"/>
                  <a:pt x="391972" y="120226"/>
                </a:cubicBezTo>
                <a:cubicBezTo>
                  <a:pt x="390765" y="120334"/>
                  <a:pt x="389356" y="120387"/>
                  <a:pt x="387747" y="120387"/>
                </a:cubicBezTo>
                <a:cubicBezTo>
                  <a:pt x="382060" y="120387"/>
                  <a:pt x="377862" y="118992"/>
                  <a:pt x="375153" y="116203"/>
                </a:cubicBezTo>
                <a:cubicBezTo>
                  <a:pt x="372444" y="113413"/>
                  <a:pt x="370821" y="109309"/>
                  <a:pt x="370284" y="103890"/>
                </a:cubicBezTo>
                <a:lnTo>
                  <a:pt x="369801" y="103890"/>
                </a:lnTo>
                <a:cubicBezTo>
                  <a:pt x="366797" y="109309"/>
                  <a:pt x="362948" y="113520"/>
                  <a:pt x="358254" y="116525"/>
                </a:cubicBezTo>
                <a:cubicBezTo>
                  <a:pt x="353559" y="119529"/>
                  <a:pt x="347859" y="121031"/>
                  <a:pt x="341153" y="121031"/>
                </a:cubicBezTo>
                <a:moveTo>
                  <a:pt x="367468" y="79185"/>
                </a:moveTo>
                <a:lnTo>
                  <a:pt x="355880" y="79346"/>
                </a:lnTo>
                <a:cubicBezTo>
                  <a:pt x="353465" y="79454"/>
                  <a:pt x="351172" y="79655"/>
                  <a:pt x="348999" y="79950"/>
                </a:cubicBezTo>
                <a:cubicBezTo>
                  <a:pt x="346826" y="80243"/>
                  <a:pt x="344922" y="80858"/>
                  <a:pt x="343286" y="81793"/>
                </a:cubicBezTo>
                <a:cubicBezTo>
                  <a:pt x="341649" y="82729"/>
                  <a:pt x="340348" y="84079"/>
                  <a:pt x="339383" y="85844"/>
                </a:cubicBezTo>
                <a:cubicBezTo>
                  <a:pt x="338417" y="87610"/>
                  <a:pt x="337934" y="90016"/>
                  <a:pt x="337934" y="93064"/>
                </a:cubicBezTo>
                <a:cubicBezTo>
                  <a:pt x="337934" y="97182"/>
                  <a:pt x="338886" y="100244"/>
                  <a:pt x="340791" y="102251"/>
                </a:cubicBezTo>
                <a:cubicBezTo>
                  <a:pt x="342696" y="104256"/>
                  <a:pt x="345230" y="105258"/>
                  <a:pt x="348396" y="105258"/>
                </a:cubicBezTo>
                <a:cubicBezTo>
                  <a:pt x="351293" y="105258"/>
                  <a:pt x="353921" y="104644"/>
                  <a:pt x="356282" y="103415"/>
                </a:cubicBezTo>
                <a:cubicBezTo>
                  <a:pt x="358643" y="102185"/>
                  <a:pt x="360641" y="100567"/>
                  <a:pt x="362277" y="98562"/>
                </a:cubicBezTo>
                <a:cubicBezTo>
                  <a:pt x="363914" y="96555"/>
                  <a:pt x="365188" y="94241"/>
                  <a:pt x="366100" y="91621"/>
                </a:cubicBezTo>
                <a:cubicBezTo>
                  <a:pt x="367012" y="89000"/>
                  <a:pt x="367468" y="86326"/>
                  <a:pt x="367468" y="83599"/>
                </a:cubicBezTo>
                <a:lnTo>
                  <a:pt x="367468" y="79185"/>
                </a:lnTo>
                <a:close/>
                <a:moveTo>
                  <a:pt x="448962" y="121031"/>
                </a:moveTo>
                <a:cubicBezTo>
                  <a:pt x="442042" y="121031"/>
                  <a:pt x="435993" y="119958"/>
                  <a:pt x="430816" y="117812"/>
                </a:cubicBezTo>
                <a:cubicBezTo>
                  <a:pt x="425638" y="115666"/>
                  <a:pt x="421333" y="112635"/>
                  <a:pt x="417900" y="108719"/>
                </a:cubicBezTo>
                <a:cubicBezTo>
                  <a:pt x="414466" y="104802"/>
                  <a:pt x="411891" y="100095"/>
                  <a:pt x="410174" y="94596"/>
                </a:cubicBezTo>
                <a:cubicBezTo>
                  <a:pt x="408458" y="89097"/>
                  <a:pt x="407599" y="83021"/>
                  <a:pt x="407599" y="76369"/>
                </a:cubicBezTo>
                <a:cubicBezTo>
                  <a:pt x="407599" y="69126"/>
                  <a:pt x="408538" y="62675"/>
                  <a:pt x="410416" y="57015"/>
                </a:cubicBezTo>
                <a:cubicBezTo>
                  <a:pt x="412293" y="51355"/>
                  <a:pt x="415003" y="46580"/>
                  <a:pt x="418543" y="42691"/>
                </a:cubicBezTo>
                <a:cubicBezTo>
                  <a:pt x="422084" y="38801"/>
                  <a:pt x="426443" y="35837"/>
                  <a:pt x="431620" y="33799"/>
                </a:cubicBezTo>
                <a:cubicBezTo>
                  <a:pt x="436797" y="31760"/>
                  <a:pt x="442685" y="30741"/>
                  <a:pt x="449284" y="30741"/>
                </a:cubicBezTo>
                <a:cubicBezTo>
                  <a:pt x="454917" y="30741"/>
                  <a:pt x="459920" y="31490"/>
                  <a:pt x="464292" y="32989"/>
                </a:cubicBezTo>
                <a:cubicBezTo>
                  <a:pt x="468665" y="34486"/>
                  <a:pt x="472433" y="36532"/>
                  <a:pt x="475599" y="39127"/>
                </a:cubicBezTo>
                <a:cubicBezTo>
                  <a:pt x="478764" y="41723"/>
                  <a:pt x="481326" y="44786"/>
                  <a:pt x="483284" y="48319"/>
                </a:cubicBezTo>
                <a:cubicBezTo>
                  <a:pt x="485242" y="51850"/>
                  <a:pt x="486597" y="55648"/>
                  <a:pt x="487348" y="59713"/>
                </a:cubicBezTo>
                <a:lnTo>
                  <a:pt x="464574" y="60837"/>
                </a:lnTo>
                <a:cubicBezTo>
                  <a:pt x="463930" y="56433"/>
                  <a:pt x="462321" y="52918"/>
                  <a:pt x="459746" y="50293"/>
                </a:cubicBezTo>
                <a:cubicBezTo>
                  <a:pt x="457170" y="47666"/>
                  <a:pt x="453522" y="46352"/>
                  <a:pt x="448801" y="46352"/>
                </a:cubicBezTo>
                <a:cubicBezTo>
                  <a:pt x="442739" y="46352"/>
                  <a:pt x="438313" y="48844"/>
                  <a:pt x="435523" y="53826"/>
                </a:cubicBezTo>
                <a:cubicBezTo>
                  <a:pt x="432733" y="58809"/>
                  <a:pt x="431339" y="66041"/>
                  <a:pt x="431339" y="75524"/>
                </a:cubicBezTo>
                <a:cubicBezTo>
                  <a:pt x="431339" y="95561"/>
                  <a:pt x="437267" y="105580"/>
                  <a:pt x="449123" y="105580"/>
                </a:cubicBezTo>
                <a:cubicBezTo>
                  <a:pt x="453415" y="105580"/>
                  <a:pt x="457009" y="104219"/>
                  <a:pt x="459906" y="101496"/>
                </a:cubicBezTo>
                <a:cubicBezTo>
                  <a:pt x="462804" y="98774"/>
                  <a:pt x="464601" y="94717"/>
                  <a:pt x="465298" y="89325"/>
                </a:cubicBezTo>
                <a:lnTo>
                  <a:pt x="487991" y="90374"/>
                </a:lnTo>
                <a:cubicBezTo>
                  <a:pt x="487455" y="94407"/>
                  <a:pt x="486235" y="98267"/>
                  <a:pt x="484330" y="101952"/>
                </a:cubicBezTo>
                <a:cubicBezTo>
                  <a:pt x="482425" y="105635"/>
                  <a:pt x="479850" y="108889"/>
                  <a:pt x="476605" y="111714"/>
                </a:cubicBezTo>
                <a:cubicBezTo>
                  <a:pt x="473359" y="114537"/>
                  <a:pt x="469429" y="116796"/>
                  <a:pt x="464815" y="118491"/>
                </a:cubicBezTo>
                <a:cubicBezTo>
                  <a:pt x="460202" y="120185"/>
                  <a:pt x="454917" y="121031"/>
                  <a:pt x="448962" y="121031"/>
                </a:cubicBezTo>
                <a:close/>
                <a:moveTo>
                  <a:pt x="526593" y="120870"/>
                </a:moveTo>
                <a:cubicBezTo>
                  <a:pt x="519940" y="120870"/>
                  <a:pt x="514817" y="119060"/>
                  <a:pt x="511222" y="115438"/>
                </a:cubicBezTo>
                <a:cubicBezTo>
                  <a:pt x="507628" y="111817"/>
                  <a:pt x="505831" y="106331"/>
                  <a:pt x="505831" y="98982"/>
                </a:cubicBezTo>
                <a:lnTo>
                  <a:pt x="505831" y="47640"/>
                </a:lnTo>
                <a:lnTo>
                  <a:pt x="494806" y="47640"/>
                </a:lnTo>
                <a:lnTo>
                  <a:pt x="494806" y="32350"/>
                </a:lnTo>
                <a:lnTo>
                  <a:pt x="506957" y="32350"/>
                </a:lnTo>
                <a:lnTo>
                  <a:pt x="514039" y="11910"/>
                </a:lnTo>
                <a:lnTo>
                  <a:pt x="528202" y="11910"/>
                </a:lnTo>
                <a:lnTo>
                  <a:pt x="528202" y="32350"/>
                </a:lnTo>
                <a:lnTo>
                  <a:pt x="544699" y="32350"/>
                </a:lnTo>
                <a:lnTo>
                  <a:pt x="544699" y="47640"/>
                </a:lnTo>
                <a:lnTo>
                  <a:pt x="528202" y="47640"/>
                </a:lnTo>
                <a:lnTo>
                  <a:pt x="528202" y="92866"/>
                </a:lnTo>
                <a:cubicBezTo>
                  <a:pt x="528202" y="97104"/>
                  <a:pt x="529007" y="100229"/>
                  <a:pt x="530616" y="102241"/>
                </a:cubicBezTo>
                <a:cubicBezTo>
                  <a:pt x="532226" y="104253"/>
                  <a:pt x="534721" y="105258"/>
                  <a:pt x="538100" y="105258"/>
                </a:cubicBezTo>
                <a:cubicBezTo>
                  <a:pt x="539495" y="105258"/>
                  <a:pt x="540756" y="105151"/>
                  <a:pt x="541883" y="104937"/>
                </a:cubicBezTo>
                <a:cubicBezTo>
                  <a:pt x="543009" y="104722"/>
                  <a:pt x="544270" y="104454"/>
                  <a:pt x="545665" y="104132"/>
                </a:cubicBezTo>
                <a:lnTo>
                  <a:pt x="545665" y="118134"/>
                </a:lnTo>
                <a:cubicBezTo>
                  <a:pt x="542875" y="119046"/>
                  <a:pt x="539924" y="119730"/>
                  <a:pt x="536813" y="120186"/>
                </a:cubicBezTo>
                <a:cubicBezTo>
                  <a:pt x="533701" y="120642"/>
                  <a:pt x="530295" y="120870"/>
                  <a:pt x="526593" y="120870"/>
                </a:cubicBezTo>
                <a:close/>
                <a:moveTo>
                  <a:pt x="559183" y="16738"/>
                </a:moveTo>
                <a:lnTo>
                  <a:pt x="559183" y="0"/>
                </a:lnTo>
                <a:lnTo>
                  <a:pt x="581796" y="0"/>
                </a:lnTo>
                <a:lnTo>
                  <a:pt x="581796" y="16738"/>
                </a:lnTo>
                <a:lnTo>
                  <a:pt x="559183" y="16738"/>
                </a:lnTo>
                <a:moveTo>
                  <a:pt x="559183" y="119422"/>
                </a:moveTo>
                <a:lnTo>
                  <a:pt x="559183" y="32350"/>
                </a:lnTo>
                <a:lnTo>
                  <a:pt x="581796" y="32350"/>
                </a:lnTo>
                <a:lnTo>
                  <a:pt x="581796" y="119422"/>
                </a:lnTo>
                <a:lnTo>
                  <a:pt x="559183" y="119422"/>
                </a:lnTo>
                <a:close/>
                <a:moveTo>
                  <a:pt x="687726" y="75805"/>
                </a:moveTo>
                <a:cubicBezTo>
                  <a:pt x="687726" y="82458"/>
                  <a:pt x="686800" y="88547"/>
                  <a:pt x="684950" y="94073"/>
                </a:cubicBezTo>
                <a:cubicBezTo>
                  <a:pt x="683099" y="99599"/>
                  <a:pt x="680322" y="104360"/>
                  <a:pt x="676621" y="108357"/>
                </a:cubicBezTo>
                <a:cubicBezTo>
                  <a:pt x="672919" y="112353"/>
                  <a:pt x="668305" y="115465"/>
                  <a:pt x="662779" y="117692"/>
                </a:cubicBezTo>
                <a:cubicBezTo>
                  <a:pt x="657254" y="119918"/>
                  <a:pt x="650816" y="121031"/>
                  <a:pt x="643466" y="121031"/>
                </a:cubicBezTo>
                <a:cubicBezTo>
                  <a:pt x="636384" y="121031"/>
                  <a:pt x="630134" y="119931"/>
                  <a:pt x="624716" y="117732"/>
                </a:cubicBezTo>
                <a:cubicBezTo>
                  <a:pt x="619297" y="115532"/>
                  <a:pt x="614750" y="112447"/>
                  <a:pt x="611076" y="108477"/>
                </a:cubicBezTo>
                <a:cubicBezTo>
                  <a:pt x="607401" y="104507"/>
                  <a:pt x="604624" y="99746"/>
                  <a:pt x="602747" y="94193"/>
                </a:cubicBezTo>
                <a:cubicBezTo>
                  <a:pt x="600869" y="88641"/>
                  <a:pt x="599930" y="82511"/>
                  <a:pt x="599930" y="75805"/>
                </a:cubicBezTo>
                <a:cubicBezTo>
                  <a:pt x="599930" y="69314"/>
                  <a:pt x="600829" y="63319"/>
                  <a:pt x="602626" y="57820"/>
                </a:cubicBezTo>
                <a:cubicBezTo>
                  <a:pt x="604423" y="52321"/>
                  <a:pt x="607146" y="47559"/>
                  <a:pt x="610794" y="43536"/>
                </a:cubicBezTo>
                <a:cubicBezTo>
                  <a:pt x="614442" y="39512"/>
                  <a:pt x="619029" y="36374"/>
                  <a:pt x="624555" y="34120"/>
                </a:cubicBezTo>
                <a:cubicBezTo>
                  <a:pt x="630081" y="31867"/>
                  <a:pt x="636545" y="30741"/>
                  <a:pt x="643949" y="30741"/>
                </a:cubicBezTo>
                <a:cubicBezTo>
                  <a:pt x="651781" y="30741"/>
                  <a:pt x="658461" y="31867"/>
                  <a:pt x="663986" y="34120"/>
                </a:cubicBezTo>
                <a:cubicBezTo>
                  <a:pt x="669512" y="36374"/>
                  <a:pt x="674032" y="39499"/>
                  <a:pt x="677546" y="43496"/>
                </a:cubicBezTo>
                <a:cubicBezTo>
                  <a:pt x="681060" y="47492"/>
                  <a:pt x="683635" y="52240"/>
                  <a:pt x="685271" y="57739"/>
                </a:cubicBezTo>
                <a:cubicBezTo>
                  <a:pt x="686908" y="63238"/>
                  <a:pt x="687726" y="69260"/>
                  <a:pt x="687726" y="75805"/>
                </a:cubicBezTo>
                <a:moveTo>
                  <a:pt x="664067" y="75846"/>
                </a:moveTo>
                <a:cubicBezTo>
                  <a:pt x="664067" y="65505"/>
                  <a:pt x="662377" y="58004"/>
                  <a:pt x="658997" y="53343"/>
                </a:cubicBezTo>
                <a:cubicBezTo>
                  <a:pt x="655617" y="48683"/>
                  <a:pt x="650708" y="46352"/>
                  <a:pt x="644271" y="46352"/>
                </a:cubicBezTo>
                <a:cubicBezTo>
                  <a:pt x="637618" y="46352"/>
                  <a:pt x="632522" y="48710"/>
                  <a:pt x="628981" y="53424"/>
                </a:cubicBezTo>
                <a:cubicBezTo>
                  <a:pt x="625440" y="58138"/>
                  <a:pt x="623670" y="65612"/>
                  <a:pt x="623670" y="75846"/>
                </a:cubicBezTo>
                <a:cubicBezTo>
                  <a:pt x="623670" y="81043"/>
                  <a:pt x="624139" y="85517"/>
                  <a:pt x="625078" y="89267"/>
                </a:cubicBezTo>
                <a:cubicBezTo>
                  <a:pt x="626017" y="93017"/>
                  <a:pt x="627344" y="96098"/>
                  <a:pt x="629061" y="98509"/>
                </a:cubicBezTo>
                <a:cubicBezTo>
                  <a:pt x="630778" y="100920"/>
                  <a:pt x="632843" y="102701"/>
                  <a:pt x="635258" y="103853"/>
                </a:cubicBezTo>
                <a:cubicBezTo>
                  <a:pt x="637672" y="105004"/>
                  <a:pt x="640327" y="105580"/>
                  <a:pt x="643224" y="105580"/>
                </a:cubicBezTo>
                <a:cubicBezTo>
                  <a:pt x="646551" y="105580"/>
                  <a:pt x="649515" y="105004"/>
                  <a:pt x="652117" y="103853"/>
                </a:cubicBezTo>
                <a:cubicBezTo>
                  <a:pt x="654719" y="102701"/>
                  <a:pt x="656905" y="100920"/>
                  <a:pt x="658675" y="98509"/>
                </a:cubicBezTo>
                <a:cubicBezTo>
                  <a:pt x="660446" y="96098"/>
                  <a:pt x="661787" y="93017"/>
                  <a:pt x="662699" y="89267"/>
                </a:cubicBezTo>
                <a:cubicBezTo>
                  <a:pt x="663611" y="85517"/>
                  <a:pt x="664067" y="81043"/>
                  <a:pt x="664067" y="75846"/>
                </a:cubicBezTo>
                <a:close/>
                <a:moveTo>
                  <a:pt x="762108" y="119422"/>
                </a:moveTo>
                <a:lnTo>
                  <a:pt x="762108" y="70575"/>
                </a:lnTo>
                <a:cubicBezTo>
                  <a:pt x="762108" y="67195"/>
                  <a:pt x="761840" y="64097"/>
                  <a:pt x="761304" y="61280"/>
                </a:cubicBezTo>
                <a:cubicBezTo>
                  <a:pt x="760767" y="58464"/>
                  <a:pt x="759882" y="56049"/>
                  <a:pt x="758648" y="54038"/>
                </a:cubicBezTo>
                <a:cubicBezTo>
                  <a:pt x="757414" y="52026"/>
                  <a:pt x="755805" y="50456"/>
                  <a:pt x="753820" y="49330"/>
                </a:cubicBezTo>
                <a:cubicBezTo>
                  <a:pt x="751835" y="48203"/>
                  <a:pt x="749421" y="47640"/>
                  <a:pt x="746577" y="47640"/>
                </a:cubicBezTo>
                <a:cubicBezTo>
                  <a:pt x="743841" y="47640"/>
                  <a:pt x="741360" y="48243"/>
                  <a:pt x="739133" y="49451"/>
                </a:cubicBezTo>
                <a:cubicBezTo>
                  <a:pt x="736907" y="50658"/>
                  <a:pt x="734989" y="52374"/>
                  <a:pt x="733380" y="54601"/>
                </a:cubicBezTo>
                <a:cubicBezTo>
                  <a:pt x="731770" y="56827"/>
                  <a:pt x="730523" y="59483"/>
                  <a:pt x="729638" y="62568"/>
                </a:cubicBezTo>
                <a:cubicBezTo>
                  <a:pt x="728752" y="65652"/>
                  <a:pt x="728310" y="69046"/>
                  <a:pt x="728310" y="72747"/>
                </a:cubicBezTo>
                <a:lnTo>
                  <a:pt x="728310" y="119422"/>
                </a:lnTo>
                <a:lnTo>
                  <a:pt x="705697" y="119422"/>
                </a:lnTo>
                <a:lnTo>
                  <a:pt x="705697" y="51825"/>
                </a:lnTo>
                <a:cubicBezTo>
                  <a:pt x="705697" y="49947"/>
                  <a:pt x="705684" y="48015"/>
                  <a:pt x="705657" y="46030"/>
                </a:cubicBezTo>
                <a:cubicBezTo>
                  <a:pt x="705630" y="44045"/>
                  <a:pt x="705576" y="42154"/>
                  <a:pt x="705496" y="40357"/>
                </a:cubicBezTo>
                <a:cubicBezTo>
                  <a:pt x="705415" y="38560"/>
                  <a:pt x="705348" y="36950"/>
                  <a:pt x="705295" y="35529"/>
                </a:cubicBezTo>
                <a:cubicBezTo>
                  <a:pt x="705241" y="34107"/>
                  <a:pt x="705160" y="33048"/>
                  <a:pt x="705053" y="32350"/>
                </a:cubicBezTo>
                <a:lnTo>
                  <a:pt x="726620" y="32350"/>
                </a:lnTo>
                <a:cubicBezTo>
                  <a:pt x="726727" y="32991"/>
                  <a:pt x="726835" y="34018"/>
                  <a:pt x="726942" y="35433"/>
                </a:cubicBezTo>
                <a:cubicBezTo>
                  <a:pt x="727049" y="36848"/>
                  <a:pt x="727156" y="38411"/>
                  <a:pt x="727264" y="40121"/>
                </a:cubicBezTo>
                <a:cubicBezTo>
                  <a:pt x="727371" y="41829"/>
                  <a:pt x="727465" y="43537"/>
                  <a:pt x="727545" y="45246"/>
                </a:cubicBezTo>
                <a:cubicBezTo>
                  <a:pt x="727626" y="46954"/>
                  <a:pt x="727666" y="48396"/>
                  <a:pt x="727666" y="49571"/>
                </a:cubicBezTo>
                <a:lnTo>
                  <a:pt x="727988" y="49571"/>
                </a:lnTo>
                <a:cubicBezTo>
                  <a:pt x="731046" y="42919"/>
                  <a:pt x="734882" y="38090"/>
                  <a:pt x="739496" y="35086"/>
                </a:cubicBezTo>
                <a:cubicBezTo>
                  <a:pt x="744109" y="32082"/>
                  <a:pt x="749608" y="30580"/>
                  <a:pt x="755992" y="30580"/>
                </a:cubicBezTo>
                <a:cubicBezTo>
                  <a:pt x="761250" y="30580"/>
                  <a:pt x="765689" y="31439"/>
                  <a:pt x="769311" y="33157"/>
                </a:cubicBezTo>
                <a:cubicBezTo>
                  <a:pt x="772932" y="34876"/>
                  <a:pt x="775883" y="37239"/>
                  <a:pt x="778163" y="40246"/>
                </a:cubicBezTo>
                <a:cubicBezTo>
                  <a:pt x="780443" y="43252"/>
                  <a:pt x="782093" y="46797"/>
                  <a:pt x="783112" y="50879"/>
                </a:cubicBezTo>
                <a:cubicBezTo>
                  <a:pt x="784131" y="54960"/>
                  <a:pt x="784641" y="59362"/>
                  <a:pt x="784641" y="64087"/>
                </a:cubicBezTo>
                <a:lnTo>
                  <a:pt x="784641" y="119422"/>
                </a:lnTo>
                <a:lnTo>
                  <a:pt x="762108" y="119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346B93-F46E-46F5-9958-66390DB5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9664" y="770876"/>
            <a:ext cx="122233" cy="618443"/>
          </a:xfrm>
          <a:custGeom xmlns:a="http://schemas.openxmlformats.org/drawingml/2006/main">
            <a:pathLst>
              <a:path w="122233" h="618443" fill="none">
                <a:moveTo>
                  <a:pt x="0" y="617757"/>
                </a:moveTo>
                <a:lnTo>
                  <a:pt x="122233" y="618443"/>
                </a:lnTo>
                <a:lnTo>
                  <a:pt x="1216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94AC7-163E-4C58-8F3C-02A08C6D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416" y="698773"/>
            <a:ext cx="96138" cy="96138"/>
          </a:xfrm>
          <a:custGeom xmlns:a="http://schemas.openxmlformats.org/drawingml/2006/main">
            <a:pathLst>
              <a:path w="96138" h="96138">
                <a:moveTo>
                  <a:pt x="47932" y="0"/>
                </a:moveTo>
                <a:lnTo>
                  <a:pt x="96138" y="96138"/>
                </a:lnTo>
                <a:lnTo>
                  <a:pt x="47932" y="72104"/>
                </a:lnTo>
                <a:lnTo>
                  <a:pt x="0" y="96138"/>
                </a:lnTo>
                <a:lnTo>
                  <a:pt x="479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4C7343-8B32-4F7A-819F-FA0D6AB5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416" y="698773"/>
            <a:ext cx="96138" cy="96138"/>
          </a:xfrm>
          <a:custGeom xmlns:a="http://schemas.openxmlformats.org/drawingml/2006/main">
            <a:pathLst>
              <a:path w="96138" h="96138" fill="none">
                <a:moveTo>
                  <a:pt x="47932" y="0"/>
                </a:moveTo>
                <a:lnTo>
                  <a:pt x="96138" y="96138"/>
                </a:lnTo>
                <a:lnTo>
                  <a:pt x="47932" y="72104"/>
                </a:lnTo>
                <a:lnTo>
                  <a:pt x="0" y="96138"/>
                </a:lnTo>
                <a:lnTo>
                  <a:pt x="479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AD8B9F-9730-4543-9539-A906AEC8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108" y="699322"/>
            <a:ext cx="7004" cy="1146379"/>
          </a:xfrm>
          <a:custGeom xmlns:a="http://schemas.openxmlformats.org/drawingml/2006/main">
            <a:pathLst>
              <a:path w="7004" h="1146379" fill="none">
                <a:moveTo>
                  <a:pt x="7004" y="1146379"/>
                </a:moveTo>
                <a:lnTo>
                  <a:pt x="7004" y="6295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FCF3A-1CA8-495C-86DB-2A940793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043" y="1821667"/>
            <a:ext cx="96138" cy="96138"/>
          </a:xfrm>
          <a:custGeom xmlns:a="http://schemas.openxmlformats.org/drawingml/2006/main">
            <a:pathLst>
              <a:path w="96138" h="96138">
                <a:moveTo>
                  <a:pt x="48069" y="96138"/>
                </a:moveTo>
                <a:lnTo>
                  <a:pt x="0" y="0"/>
                </a:lnTo>
                <a:lnTo>
                  <a:pt x="48069" y="24035"/>
                </a:lnTo>
                <a:lnTo>
                  <a:pt x="96138" y="0"/>
                </a:lnTo>
                <a:lnTo>
                  <a:pt x="48069" y="961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C5FF38-EFB5-4308-AD58-31F18239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043" y="1821667"/>
            <a:ext cx="96138" cy="96138"/>
          </a:xfrm>
          <a:custGeom xmlns:a="http://schemas.openxmlformats.org/drawingml/2006/main">
            <a:pathLst>
              <a:path w="96138" h="96138" fill="none">
                <a:moveTo>
                  <a:pt x="48069" y="96138"/>
                </a:moveTo>
                <a:lnTo>
                  <a:pt x="0" y="0"/>
                </a:lnTo>
                <a:lnTo>
                  <a:pt x="48069" y="24035"/>
                </a:lnTo>
                <a:lnTo>
                  <a:pt x="96138" y="0"/>
                </a:lnTo>
                <a:lnTo>
                  <a:pt x="48069" y="961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FAA262-3666-4738-9C10-87A24B39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7283" y="861933"/>
            <a:ext cx="1236063" cy="412021"/>
          </a:xfrm>
          <a:custGeom xmlns:a="http://schemas.openxmlformats.org/drawingml/2006/main">
            <a:pathLst>
              <a:path w="1236063" h="412021">
                <a:moveTo>
                  <a:pt x="1236063" y="206010"/>
                </a:moveTo>
                <a:cubicBezTo>
                  <a:pt x="1236063" y="212758"/>
                  <a:pt x="1235071" y="219488"/>
                  <a:pt x="1233087" y="226203"/>
                </a:cubicBezTo>
                <a:cubicBezTo>
                  <a:pt x="1231103" y="232917"/>
                  <a:pt x="1228137" y="239584"/>
                  <a:pt x="1224187" y="246201"/>
                </a:cubicBezTo>
                <a:cubicBezTo>
                  <a:pt x="1220238" y="252818"/>
                  <a:pt x="1215326" y="259356"/>
                  <a:pt x="1209450" y="265812"/>
                </a:cubicBezTo>
                <a:cubicBezTo>
                  <a:pt x="1203575" y="272269"/>
                  <a:pt x="1196764" y="278614"/>
                  <a:pt x="1189017" y="284847"/>
                </a:cubicBezTo>
                <a:cubicBezTo>
                  <a:pt x="1181272" y="291080"/>
                  <a:pt x="1172628" y="297173"/>
                  <a:pt x="1163087" y="303123"/>
                </a:cubicBezTo>
                <a:cubicBezTo>
                  <a:pt x="1153545" y="309073"/>
                  <a:pt x="1143150" y="314854"/>
                  <a:pt x="1131904" y="320463"/>
                </a:cubicBezTo>
                <a:cubicBezTo>
                  <a:pt x="1120658" y="326074"/>
                  <a:pt x="1108616" y="331487"/>
                  <a:pt x="1095775" y="336702"/>
                </a:cubicBezTo>
                <a:cubicBezTo>
                  <a:pt x="1082934" y="341918"/>
                  <a:pt x="1069358" y="346911"/>
                  <a:pt x="1055044" y="351682"/>
                </a:cubicBezTo>
                <a:cubicBezTo>
                  <a:pt x="1040732" y="356453"/>
                  <a:pt x="1025752" y="360978"/>
                  <a:pt x="1010105" y="365258"/>
                </a:cubicBezTo>
                <a:cubicBezTo>
                  <a:pt x="994458" y="369539"/>
                  <a:pt x="978220" y="373553"/>
                  <a:pt x="961389" y="377302"/>
                </a:cubicBezTo>
                <a:cubicBezTo>
                  <a:pt x="944559" y="381050"/>
                  <a:pt x="927219" y="384515"/>
                  <a:pt x="909368" y="387695"/>
                </a:cubicBezTo>
                <a:cubicBezTo>
                  <a:pt x="891517" y="390876"/>
                  <a:pt x="873240" y="393757"/>
                  <a:pt x="854540" y="396339"/>
                </a:cubicBezTo>
                <a:cubicBezTo>
                  <a:pt x="835839" y="398921"/>
                  <a:pt x="816805" y="401191"/>
                  <a:pt x="797436" y="403150"/>
                </a:cubicBezTo>
                <a:cubicBezTo>
                  <a:pt x="778066" y="405109"/>
                  <a:pt x="758454" y="406746"/>
                  <a:pt x="738602" y="408062"/>
                </a:cubicBezTo>
                <a:cubicBezTo>
                  <a:pt x="718750" y="409379"/>
                  <a:pt x="698753" y="410368"/>
                  <a:pt x="678608" y="411029"/>
                </a:cubicBezTo>
                <a:cubicBezTo>
                  <a:pt x="658465" y="411690"/>
                  <a:pt x="638273" y="412021"/>
                  <a:pt x="618031" y="412021"/>
                </a:cubicBezTo>
                <a:cubicBezTo>
                  <a:pt x="597790" y="412021"/>
                  <a:pt x="577597" y="411690"/>
                  <a:pt x="557453" y="411029"/>
                </a:cubicBezTo>
                <a:cubicBezTo>
                  <a:pt x="537309" y="410368"/>
                  <a:pt x="517310" y="409379"/>
                  <a:pt x="497458" y="408062"/>
                </a:cubicBezTo>
                <a:cubicBezTo>
                  <a:pt x="477605" y="406746"/>
                  <a:pt x="457994" y="405109"/>
                  <a:pt x="438625" y="403150"/>
                </a:cubicBezTo>
                <a:cubicBezTo>
                  <a:pt x="419255" y="401191"/>
                  <a:pt x="400220" y="398921"/>
                  <a:pt x="381519" y="396339"/>
                </a:cubicBezTo>
                <a:cubicBezTo>
                  <a:pt x="362820" y="393757"/>
                  <a:pt x="344544" y="390876"/>
                  <a:pt x="326692" y="387695"/>
                </a:cubicBezTo>
                <a:cubicBezTo>
                  <a:pt x="308841" y="384515"/>
                  <a:pt x="291501" y="381050"/>
                  <a:pt x="274670" y="377302"/>
                </a:cubicBezTo>
                <a:cubicBezTo>
                  <a:pt x="257841" y="373553"/>
                  <a:pt x="241603" y="369539"/>
                  <a:pt x="225956" y="365258"/>
                </a:cubicBezTo>
                <a:cubicBezTo>
                  <a:pt x="210310" y="360978"/>
                  <a:pt x="195331" y="356453"/>
                  <a:pt x="181017" y="351682"/>
                </a:cubicBezTo>
                <a:cubicBezTo>
                  <a:pt x="166705" y="346911"/>
                  <a:pt x="153128" y="341918"/>
                  <a:pt x="140287" y="336702"/>
                </a:cubicBezTo>
                <a:cubicBezTo>
                  <a:pt x="127446" y="331487"/>
                  <a:pt x="115403" y="326074"/>
                  <a:pt x="104156" y="320463"/>
                </a:cubicBezTo>
                <a:cubicBezTo>
                  <a:pt x="92911" y="314854"/>
                  <a:pt x="82518" y="309073"/>
                  <a:pt x="72977" y="303123"/>
                </a:cubicBezTo>
                <a:cubicBezTo>
                  <a:pt x="63435" y="297173"/>
                  <a:pt x="54791" y="291080"/>
                  <a:pt x="47044" y="284847"/>
                </a:cubicBezTo>
                <a:cubicBezTo>
                  <a:pt x="39299" y="278614"/>
                  <a:pt x="32488" y="272269"/>
                  <a:pt x="26612" y="265812"/>
                </a:cubicBezTo>
                <a:cubicBezTo>
                  <a:pt x="20737" y="259356"/>
                  <a:pt x="15824" y="252818"/>
                  <a:pt x="11874" y="246201"/>
                </a:cubicBezTo>
                <a:cubicBezTo>
                  <a:pt x="7927" y="239584"/>
                  <a:pt x="4961" y="232918"/>
                  <a:pt x="2977" y="226203"/>
                </a:cubicBezTo>
                <a:cubicBezTo>
                  <a:pt x="993" y="219488"/>
                  <a:pt x="0" y="212758"/>
                  <a:pt x="0" y="206010"/>
                </a:cubicBezTo>
                <a:cubicBezTo>
                  <a:pt x="0" y="199264"/>
                  <a:pt x="992" y="192533"/>
                  <a:pt x="2976" y="185818"/>
                </a:cubicBezTo>
                <a:cubicBezTo>
                  <a:pt x="4960" y="179104"/>
                  <a:pt x="7926" y="172438"/>
                  <a:pt x="11874" y="165820"/>
                </a:cubicBezTo>
                <a:cubicBezTo>
                  <a:pt x="15823" y="159203"/>
                  <a:pt x="20736" y="152665"/>
                  <a:pt x="26612" y="146209"/>
                </a:cubicBezTo>
                <a:cubicBezTo>
                  <a:pt x="32488" y="139752"/>
                  <a:pt x="39299" y="133407"/>
                  <a:pt x="47044" y="127174"/>
                </a:cubicBezTo>
                <a:cubicBezTo>
                  <a:pt x="54791" y="120940"/>
                  <a:pt x="63435" y="114848"/>
                  <a:pt x="72977" y="108898"/>
                </a:cubicBezTo>
                <a:cubicBezTo>
                  <a:pt x="82518" y="102947"/>
                  <a:pt x="92911" y="97167"/>
                  <a:pt x="104156" y="91557"/>
                </a:cubicBezTo>
                <a:cubicBezTo>
                  <a:pt x="115403" y="85947"/>
                  <a:pt x="127446" y="80535"/>
                  <a:pt x="140287" y="75319"/>
                </a:cubicBezTo>
                <a:cubicBezTo>
                  <a:pt x="153128" y="70104"/>
                  <a:pt x="166705" y="65110"/>
                  <a:pt x="181017" y="60339"/>
                </a:cubicBezTo>
                <a:cubicBezTo>
                  <a:pt x="195331" y="55568"/>
                  <a:pt x="210310" y="51043"/>
                  <a:pt x="225956" y="46762"/>
                </a:cubicBezTo>
                <a:cubicBezTo>
                  <a:pt x="241603" y="42482"/>
                  <a:pt x="257841" y="38468"/>
                  <a:pt x="274670" y="34719"/>
                </a:cubicBezTo>
                <a:cubicBezTo>
                  <a:pt x="291501" y="30971"/>
                  <a:pt x="308841" y="27506"/>
                  <a:pt x="326692" y="24325"/>
                </a:cubicBezTo>
                <a:cubicBezTo>
                  <a:pt x="344544" y="21145"/>
                  <a:pt x="362820" y="18264"/>
                  <a:pt x="381519" y="15682"/>
                </a:cubicBezTo>
                <a:cubicBezTo>
                  <a:pt x="400220" y="13100"/>
                  <a:pt x="419255" y="10830"/>
                  <a:pt x="438626" y="8871"/>
                </a:cubicBezTo>
                <a:cubicBezTo>
                  <a:pt x="457996" y="6912"/>
                  <a:pt x="477606" y="5275"/>
                  <a:pt x="497459" y="3958"/>
                </a:cubicBezTo>
                <a:cubicBezTo>
                  <a:pt x="517311" y="2642"/>
                  <a:pt x="537310" y="1653"/>
                  <a:pt x="557454" y="992"/>
                </a:cubicBezTo>
                <a:cubicBezTo>
                  <a:pt x="577598" y="331"/>
                  <a:pt x="597790" y="0"/>
                  <a:pt x="618031" y="0"/>
                </a:cubicBezTo>
                <a:cubicBezTo>
                  <a:pt x="638273" y="0"/>
                  <a:pt x="658465" y="331"/>
                  <a:pt x="678608" y="992"/>
                </a:cubicBezTo>
                <a:cubicBezTo>
                  <a:pt x="698753" y="1653"/>
                  <a:pt x="718750" y="2642"/>
                  <a:pt x="738602" y="3958"/>
                </a:cubicBezTo>
                <a:cubicBezTo>
                  <a:pt x="758454" y="5275"/>
                  <a:pt x="778066" y="6912"/>
                  <a:pt x="797436" y="8871"/>
                </a:cubicBezTo>
                <a:cubicBezTo>
                  <a:pt x="816805" y="10830"/>
                  <a:pt x="835839" y="13100"/>
                  <a:pt x="854540" y="15682"/>
                </a:cubicBezTo>
                <a:cubicBezTo>
                  <a:pt x="873240" y="18264"/>
                  <a:pt x="891517" y="21145"/>
                  <a:pt x="909368" y="24326"/>
                </a:cubicBezTo>
                <a:cubicBezTo>
                  <a:pt x="927219" y="27506"/>
                  <a:pt x="944559" y="30971"/>
                  <a:pt x="961389" y="34719"/>
                </a:cubicBezTo>
                <a:cubicBezTo>
                  <a:pt x="978220" y="38468"/>
                  <a:pt x="994458" y="42482"/>
                  <a:pt x="1010105" y="46763"/>
                </a:cubicBezTo>
                <a:cubicBezTo>
                  <a:pt x="1025752" y="51043"/>
                  <a:pt x="1040732" y="55568"/>
                  <a:pt x="1055044" y="60339"/>
                </a:cubicBezTo>
                <a:cubicBezTo>
                  <a:pt x="1069358" y="65110"/>
                  <a:pt x="1082934" y="70104"/>
                  <a:pt x="1095775" y="75319"/>
                </a:cubicBezTo>
                <a:cubicBezTo>
                  <a:pt x="1108616" y="80535"/>
                  <a:pt x="1120658" y="85947"/>
                  <a:pt x="1131904" y="91557"/>
                </a:cubicBezTo>
                <a:cubicBezTo>
                  <a:pt x="1143150" y="97167"/>
                  <a:pt x="1153544" y="102948"/>
                  <a:pt x="1163086" y="108898"/>
                </a:cubicBezTo>
                <a:cubicBezTo>
                  <a:pt x="1172628" y="114848"/>
                  <a:pt x="1181272" y="120940"/>
                  <a:pt x="1189017" y="127174"/>
                </a:cubicBezTo>
                <a:cubicBezTo>
                  <a:pt x="1196764" y="133407"/>
                  <a:pt x="1203575" y="139752"/>
                  <a:pt x="1209450" y="146209"/>
                </a:cubicBezTo>
                <a:cubicBezTo>
                  <a:pt x="1215326" y="152665"/>
                  <a:pt x="1220238" y="159202"/>
                  <a:pt x="1224187" y="165820"/>
                </a:cubicBezTo>
                <a:cubicBezTo>
                  <a:pt x="1228137" y="172437"/>
                  <a:pt x="1231103" y="179103"/>
                  <a:pt x="1233088" y="185818"/>
                </a:cubicBezTo>
                <a:cubicBezTo>
                  <a:pt x="1235071" y="192533"/>
                  <a:pt x="1236063" y="199264"/>
                  <a:pt x="1236063" y="20601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6B5E6-A055-432D-AAC2-49F7F93B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7283" y="861933"/>
            <a:ext cx="1236063" cy="412021"/>
          </a:xfrm>
          <a:custGeom xmlns:a="http://schemas.openxmlformats.org/drawingml/2006/main">
            <a:pathLst>
              <a:path w="1236063" h="412021" fill="none">
                <a:moveTo>
                  <a:pt x="1236063" y="206010"/>
                </a:moveTo>
                <a:cubicBezTo>
                  <a:pt x="1236063" y="212758"/>
                  <a:pt x="1235071" y="219488"/>
                  <a:pt x="1233087" y="226203"/>
                </a:cubicBezTo>
                <a:cubicBezTo>
                  <a:pt x="1231103" y="232917"/>
                  <a:pt x="1228137" y="239584"/>
                  <a:pt x="1224187" y="246201"/>
                </a:cubicBezTo>
                <a:cubicBezTo>
                  <a:pt x="1220238" y="252818"/>
                  <a:pt x="1215326" y="259356"/>
                  <a:pt x="1209450" y="265812"/>
                </a:cubicBezTo>
                <a:cubicBezTo>
                  <a:pt x="1203575" y="272269"/>
                  <a:pt x="1196764" y="278614"/>
                  <a:pt x="1189017" y="284847"/>
                </a:cubicBezTo>
                <a:cubicBezTo>
                  <a:pt x="1181272" y="291080"/>
                  <a:pt x="1172628" y="297173"/>
                  <a:pt x="1163087" y="303123"/>
                </a:cubicBezTo>
                <a:cubicBezTo>
                  <a:pt x="1153545" y="309073"/>
                  <a:pt x="1143150" y="314854"/>
                  <a:pt x="1131904" y="320463"/>
                </a:cubicBezTo>
                <a:cubicBezTo>
                  <a:pt x="1120658" y="326074"/>
                  <a:pt x="1108616" y="331487"/>
                  <a:pt x="1095775" y="336702"/>
                </a:cubicBezTo>
                <a:cubicBezTo>
                  <a:pt x="1082934" y="341918"/>
                  <a:pt x="1069358" y="346911"/>
                  <a:pt x="1055044" y="351682"/>
                </a:cubicBezTo>
                <a:cubicBezTo>
                  <a:pt x="1040732" y="356453"/>
                  <a:pt x="1025752" y="360978"/>
                  <a:pt x="1010105" y="365258"/>
                </a:cubicBezTo>
                <a:cubicBezTo>
                  <a:pt x="994458" y="369539"/>
                  <a:pt x="978220" y="373553"/>
                  <a:pt x="961389" y="377302"/>
                </a:cubicBezTo>
                <a:cubicBezTo>
                  <a:pt x="944559" y="381050"/>
                  <a:pt x="927219" y="384515"/>
                  <a:pt x="909368" y="387695"/>
                </a:cubicBezTo>
                <a:cubicBezTo>
                  <a:pt x="891517" y="390876"/>
                  <a:pt x="873240" y="393757"/>
                  <a:pt x="854540" y="396339"/>
                </a:cubicBezTo>
                <a:cubicBezTo>
                  <a:pt x="835839" y="398921"/>
                  <a:pt x="816805" y="401191"/>
                  <a:pt x="797436" y="403150"/>
                </a:cubicBezTo>
                <a:cubicBezTo>
                  <a:pt x="778066" y="405109"/>
                  <a:pt x="758454" y="406746"/>
                  <a:pt x="738602" y="408062"/>
                </a:cubicBezTo>
                <a:cubicBezTo>
                  <a:pt x="718750" y="409379"/>
                  <a:pt x="698753" y="410368"/>
                  <a:pt x="678608" y="411029"/>
                </a:cubicBezTo>
                <a:cubicBezTo>
                  <a:pt x="658465" y="411690"/>
                  <a:pt x="638273" y="412021"/>
                  <a:pt x="618031" y="412021"/>
                </a:cubicBezTo>
                <a:cubicBezTo>
                  <a:pt x="597790" y="412021"/>
                  <a:pt x="577597" y="411690"/>
                  <a:pt x="557453" y="411029"/>
                </a:cubicBezTo>
                <a:cubicBezTo>
                  <a:pt x="537309" y="410368"/>
                  <a:pt x="517310" y="409379"/>
                  <a:pt x="497458" y="408062"/>
                </a:cubicBezTo>
                <a:cubicBezTo>
                  <a:pt x="477605" y="406746"/>
                  <a:pt x="457994" y="405109"/>
                  <a:pt x="438625" y="403150"/>
                </a:cubicBezTo>
                <a:cubicBezTo>
                  <a:pt x="419255" y="401191"/>
                  <a:pt x="400220" y="398921"/>
                  <a:pt x="381519" y="396339"/>
                </a:cubicBezTo>
                <a:cubicBezTo>
                  <a:pt x="362820" y="393757"/>
                  <a:pt x="344544" y="390876"/>
                  <a:pt x="326692" y="387695"/>
                </a:cubicBezTo>
                <a:cubicBezTo>
                  <a:pt x="308841" y="384515"/>
                  <a:pt x="291501" y="381050"/>
                  <a:pt x="274670" y="377302"/>
                </a:cubicBezTo>
                <a:cubicBezTo>
                  <a:pt x="257841" y="373553"/>
                  <a:pt x="241603" y="369539"/>
                  <a:pt x="225956" y="365258"/>
                </a:cubicBezTo>
                <a:cubicBezTo>
                  <a:pt x="210310" y="360978"/>
                  <a:pt x="195331" y="356453"/>
                  <a:pt x="181017" y="351682"/>
                </a:cubicBezTo>
                <a:cubicBezTo>
                  <a:pt x="166705" y="346911"/>
                  <a:pt x="153128" y="341918"/>
                  <a:pt x="140287" y="336702"/>
                </a:cubicBezTo>
                <a:cubicBezTo>
                  <a:pt x="127446" y="331487"/>
                  <a:pt x="115403" y="326074"/>
                  <a:pt x="104156" y="320463"/>
                </a:cubicBezTo>
                <a:cubicBezTo>
                  <a:pt x="92911" y="314854"/>
                  <a:pt x="82518" y="309073"/>
                  <a:pt x="72977" y="303123"/>
                </a:cubicBezTo>
                <a:cubicBezTo>
                  <a:pt x="63435" y="297173"/>
                  <a:pt x="54791" y="291080"/>
                  <a:pt x="47044" y="284847"/>
                </a:cubicBezTo>
                <a:cubicBezTo>
                  <a:pt x="39299" y="278614"/>
                  <a:pt x="32488" y="272269"/>
                  <a:pt x="26612" y="265812"/>
                </a:cubicBezTo>
                <a:cubicBezTo>
                  <a:pt x="20737" y="259356"/>
                  <a:pt x="15824" y="252818"/>
                  <a:pt x="11874" y="246201"/>
                </a:cubicBezTo>
                <a:cubicBezTo>
                  <a:pt x="7927" y="239584"/>
                  <a:pt x="4961" y="232918"/>
                  <a:pt x="2977" y="226203"/>
                </a:cubicBezTo>
                <a:cubicBezTo>
                  <a:pt x="993" y="219488"/>
                  <a:pt x="0" y="212758"/>
                  <a:pt x="0" y="206010"/>
                </a:cubicBezTo>
                <a:cubicBezTo>
                  <a:pt x="0" y="199264"/>
                  <a:pt x="992" y="192533"/>
                  <a:pt x="2976" y="185818"/>
                </a:cubicBezTo>
                <a:cubicBezTo>
                  <a:pt x="4960" y="179104"/>
                  <a:pt x="7926" y="172438"/>
                  <a:pt x="11874" y="165820"/>
                </a:cubicBezTo>
                <a:cubicBezTo>
                  <a:pt x="15823" y="159203"/>
                  <a:pt x="20736" y="152665"/>
                  <a:pt x="26612" y="146209"/>
                </a:cubicBezTo>
                <a:cubicBezTo>
                  <a:pt x="32488" y="139752"/>
                  <a:pt x="39299" y="133407"/>
                  <a:pt x="47044" y="127174"/>
                </a:cubicBezTo>
                <a:cubicBezTo>
                  <a:pt x="54791" y="120940"/>
                  <a:pt x="63435" y="114848"/>
                  <a:pt x="72977" y="108898"/>
                </a:cubicBezTo>
                <a:cubicBezTo>
                  <a:pt x="82518" y="102947"/>
                  <a:pt x="92911" y="97167"/>
                  <a:pt x="104156" y="91557"/>
                </a:cubicBezTo>
                <a:cubicBezTo>
                  <a:pt x="115403" y="85947"/>
                  <a:pt x="127446" y="80535"/>
                  <a:pt x="140287" y="75319"/>
                </a:cubicBezTo>
                <a:cubicBezTo>
                  <a:pt x="153128" y="70104"/>
                  <a:pt x="166705" y="65110"/>
                  <a:pt x="181017" y="60339"/>
                </a:cubicBezTo>
                <a:cubicBezTo>
                  <a:pt x="195331" y="55568"/>
                  <a:pt x="210310" y="51043"/>
                  <a:pt x="225956" y="46762"/>
                </a:cubicBezTo>
                <a:cubicBezTo>
                  <a:pt x="241603" y="42482"/>
                  <a:pt x="257841" y="38468"/>
                  <a:pt x="274670" y="34719"/>
                </a:cubicBezTo>
                <a:cubicBezTo>
                  <a:pt x="291501" y="30971"/>
                  <a:pt x="308841" y="27506"/>
                  <a:pt x="326692" y="24325"/>
                </a:cubicBezTo>
                <a:cubicBezTo>
                  <a:pt x="344544" y="21145"/>
                  <a:pt x="362820" y="18264"/>
                  <a:pt x="381519" y="15682"/>
                </a:cubicBezTo>
                <a:cubicBezTo>
                  <a:pt x="400220" y="13100"/>
                  <a:pt x="419255" y="10830"/>
                  <a:pt x="438626" y="8871"/>
                </a:cubicBezTo>
                <a:cubicBezTo>
                  <a:pt x="457996" y="6912"/>
                  <a:pt x="477606" y="5275"/>
                  <a:pt x="497459" y="3958"/>
                </a:cubicBezTo>
                <a:cubicBezTo>
                  <a:pt x="517311" y="2642"/>
                  <a:pt x="537310" y="1653"/>
                  <a:pt x="557454" y="992"/>
                </a:cubicBezTo>
                <a:cubicBezTo>
                  <a:pt x="577598" y="331"/>
                  <a:pt x="597790" y="0"/>
                  <a:pt x="618031" y="0"/>
                </a:cubicBezTo>
                <a:cubicBezTo>
                  <a:pt x="638273" y="0"/>
                  <a:pt x="658465" y="331"/>
                  <a:pt x="678608" y="992"/>
                </a:cubicBezTo>
                <a:cubicBezTo>
                  <a:pt x="698753" y="1653"/>
                  <a:pt x="718750" y="2642"/>
                  <a:pt x="738602" y="3958"/>
                </a:cubicBezTo>
                <a:cubicBezTo>
                  <a:pt x="758454" y="5275"/>
                  <a:pt x="778066" y="6912"/>
                  <a:pt x="797436" y="8871"/>
                </a:cubicBezTo>
                <a:cubicBezTo>
                  <a:pt x="816805" y="10830"/>
                  <a:pt x="835839" y="13100"/>
                  <a:pt x="854540" y="15682"/>
                </a:cubicBezTo>
                <a:cubicBezTo>
                  <a:pt x="873240" y="18264"/>
                  <a:pt x="891517" y="21145"/>
                  <a:pt x="909368" y="24326"/>
                </a:cubicBezTo>
                <a:cubicBezTo>
                  <a:pt x="927219" y="27506"/>
                  <a:pt x="944559" y="30971"/>
                  <a:pt x="961389" y="34719"/>
                </a:cubicBezTo>
                <a:cubicBezTo>
                  <a:pt x="978220" y="38468"/>
                  <a:pt x="994458" y="42482"/>
                  <a:pt x="1010105" y="46763"/>
                </a:cubicBezTo>
                <a:cubicBezTo>
                  <a:pt x="1025752" y="51043"/>
                  <a:pt x="1040732" y="55568"/>
                  <a:pt x="1055044" y="60339"/>
                </a:cubicBezTo>
                <a:cubicBezTo>
                  <a:pt x="1069358" y="65110"/>
                  <a:pt x="1082934" y="70104"/>
                  <a:pt x="1095775" y="75319"/>
                </a:cubicBezTo>
                <a:cubicBezTo>
                  <a:pt x="1108616" y="80535"/>
                  <a:pt x="1120658" y="85947"/>
                  <a:pt x="1131904" y="91557"/>
                </a:cubicBezTo>
                <a:cubicBezTo>
                  <a:pt x="1143150" y="97167"/>
                  <a:pt x="1153544" y="102948"/>
                  <a:pt x="1163086" y="108898"/>
                </a:cubicBezTo>
                <a:cubicBezTo>
                  <a:pt x="1172628" y="114848"/>
                  <a:pt x="1181272" y="120940"/>
                  <a:pt x="1189017" y="127174"/>
                </a:cubicBezTo>
                <a:cubicBezTo>
                  <a:pt x="1196764" y="133407"/>
                  <a:pt x="1203575" y="139752"/>
                  <a:pt x="1209450" y="146209"/>
                </a:cubicBezTo>
                <a:cubicBezTo>
                  <a:pt x="1215326" y="152665"/>
                  <a:pt x="1220238" y="159202"/>
                  <a:pt x="1224187" y="165820"/>
                </a:cubicBezTo>
                <a:cubicBezTo>
                  <a:pt x="1228137" y="172437"/>
                  <a:pt x="1231103" y="179103"/>
                  <a:pt x="1233088" y="185818"/>
                </a:cubicBezTo>
                <a:cubicBezTo>
                  <a:pt x="1235071" y="192533"/>
                  <a:pt x="1236063" y="199264"/>
                  <a:pt x="1236063" y="2060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D6B656"/>
            </a:solidFill>
            <a:miter/>
          </a:ln>
        </p:spPr>
      </p:sp>
      <p:sp>
        <p:nvSpPr>
          <p:cNvPr id="112" name="Text Consolidation">
            <a:extLst xmlns:a="http://schemas.openxmlformats.org/drawingml/2006/main">
              <a:ext uri="{FF2B5EF4-FFF2-40B4-BE49-F238E27FC236}">
                <a16:creationId xmlns:a16="http://schemas.microsoft.com/office/drawing/2014/main" id="{55600855-CE7B-47AA-8BD5-B3795263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846" y="996591"/>
            <a:ext cx="1081768" cy="121031"/>
          </a:xfrm>
          <a:custGeom xmlns:a="http://schemas.openxmlformats.org/drawingml/2006/main">
            <a:pathLst>
              <a:path w="1081768" h="121031">
                <a:moveTo>
                  <a:pt x="57216" y="102361"/>
                </a:moveTo>
                <a:cubicBezTo>
                  <a:pt x="61669" y="102361"/>
                  <a:pt x="65518" y="101731"/>
                  <a:pt x="68764" y="100470"/>
                </a:cubicBezTo>
                <a:cubicBezTo>
                  <a:pt x="72010" y="99210"/>
                  <a:pt x="74826" y="97560"/>
                  <a:pt x="77214" y="95521"/>
                </a:cubicBezTo>
                <a:cubicBezTo>
                  <a:pt x="79601" y="93483"/>
                  <a:pt x="81586" y="91176"/>
                  <a:pt x="83169" y="88601"/>
                </a:cubicBezTo>
                <a:cubicBezTo>
                  <a:pt x="84751" y="86025"/>
                  <a:pt x="86052" y="83424"/>
                  <a:pt x="87072" y="80795"/>
                </a:cubicBezTo>
                <a:lnTo>
                  <a:pt x="107753" y="88601"/>
                </a:lnTo>
                <a:cubicBezTo>
                  <a:pt x="106090" y="92678"/>
                  <a:pt x="103917" y="96675"/>
                  <a:pt x="101235" y="100591"/>
                </a:cubicBezTo>
                <a:cubicBezTo>
                  <a:pt x="98552" y="104507"/>
                  <a:pt x="95199" y="107968"/>
                  <a:pt x="91176" y="110972"/>
                </a:cubicBezTo>
                <a:cubicBezTo>
                  <a:pt x="87152" y="113976"/>
                  <a:pt x="82364" y="116404"/>
                  <a:pt x="76811" y="118255"/>
                </a:cubicBezTo>
                <a:cubicBezTo>
                  <a:pt x="71259" y="120106"/>
                  <a:pt x="64727" y="121031"/>
                  <a:pt x="57216" y="121031"/>
                </a:cubicBezTo>
                <a:cubicBezTo>
                  <a:pt x="47398" y="121031"/>
                  <a:pt x="38895" y="119569"/>
                  <a:pt x="31706" y="116645"/>
                </a:cubicBezTo>
                <a:cubicBezTo>
                  <a:pt x="24517" y="113722"/>
                  <a:pt x="18576" y="109644"/>
                  <a:pt x="13882" y="104414"/>
                </a:cubicBezTo>
                <a:cubicBezTo>
                  <a:pt x="9187" y="99183"/>
                  <a:pt x="5700" y="92973"/>
                  <a:pt x="3420" y="85784"/>
                </a:cubicBezTo>
                <a:cubicBezTo>
                  <a:pt x="1140" y="78595"/>
                  <a:pt x="0" y="70736"/>
                  <a:pt x="0" y="62206"/>
                </a:cubicBezTo>
                <a:cubicBezTo>
                  <a:pt x="0" y="53353"/>
                  <a:pt x="1140" y="45360"/>
                  <a:pt x="3420" y="38225"/>
                </a:cubicBezTo>
                <a:cubicBezTo>
                  <a:pt x="5700" y="31089"/>
                  <a:pt x="9147" y="25014"/>
                  <a:pt x="13761" y="19998"/>
                </a:cubicBezTo>
                <a:cubicBezTo>
                  <a:pt x="18375" y="14981"/>
                  <a:pt x="24209" y="11119"/>
                  <a:pt x="31264" y="8409"/>
                </a:cubicBezTo>
                <a:cubicBezTo>
                  <a:pt x="38318" y="5700"/>
                  <a:pt x="46621" y="4346"/>
                  <a:pt x="56170" y="4346"/>
                </a:cubicBezTo>
                <a:cubicBezTo>
                  <a:pt x="63574" y="4346"/>
                  <a:pt x="70052" y="5122"/>
                  <a:pt x="75604" y="6674"/>
                </a:cubicBezTo>
                <a:cubicBezTo>
                  <a:pt x="81157" y="8227"/>
                  <a:pt x="85958" y="10409"/>
                  <a:pt x="90009" y="13220"/>
                </a:cubicBezTo>
                <a:cubicBezTo>
                  <a:pt x="94059" y="16030"/>
                  <a:pt x="97412" y="19349"/>
                  <a:pt x="100068" y="23176"/>
                </a:cubicBezTo>
                <a:cubicBezTo>
                  <a:pt x="102724" y="27004"/>
                  <a:pt x="104802" y="31219"/>
                  <a:pt x="106305" y="35823"/>
                </a:cubicBezTo>
                <a:lnTo>
                  <a:pt x="85382" y="41524"/>
                </a:lnTo>
                <a:cubicBezTo>
                  <a:pt x="84631" y="39120"/>
                  <a:pt x="83477" y="36810"/>
                  <a:pt x="81921" y="34593"/>
                </a:cubicBezTo>
                <a:cubicBezTo>
                  <a:pt x="80366" y="32377"/>
                  <a:pt x="78394" y="30415"/>
                  <a:pt x="76007" y="28706"/>
                </a:cubicBezTo>
                <a:cubicBezTo>
                  <a:pt x="73619" y="26996"/>
                  <a:pt x="70816" y="25621"/>
                  <a:pt x="67597" y="24579"/>
                </a:cubicBezTo>
                <a:cubicBezTo>
                  <a:pt x="64378" y="23537"/>
                  <a:pt x="60730" y="23015"/>
                  <a:pt x="56653" y="23015"/>
                </a:cubicBezTo>
                <a:cubicBezTo>
                  <a:pt x="50912" y="23015"/>
                  <a:pt x="45977" y="23941"/>
                  <a:pt x="41846" y="25792"/>
                </a:cubicBezTo>
                <a:cubicBezTo>
                  <a:pt x="37715" y="27642"/>
                  <a:pt x="34322" y="30285"/>
                  <a:pt x="31666" y="33718"/>
                </a:cubicBezTo>
                <a:cubicBezTo>
                  <a:pt x="29010" y="37152"/>
                  <a:pt x="27052" y="41269"/>
                  <a:pt x="25792" y="46071"/>
                </a:cubicBezTo>
                <a:cubicBezTo>
                  <a:pt x="24531" y="50872"/>
                  <a:pt x="23900" y="56251"/>
                  <a:pt x="23900" y="62206"/>
                </a:cubicBezTo>
                <a:cubicBezTo>
                  <a:pt x="23900" y="68107"/>
                  <a:pt x="24531" y="73512"/>
                  <a:pt x="25792" y="78421"/>
                </a:cubicBezTo>
                <a:cubicBezTo>
                  <a:pt x="27052" y="83330"/>
                  <a:pt x="29024" y="87554"/>
                  <a:pt x="31706" y="91095"/>
                </a:cubicBezTo>
                <a:cubicBezTo>
                  <a:pt x="34389" y="94636"/>
                  <a:pt x="37836" y="97399"/>
                  <a:pt x="42047" y="99384"/>
                </a:cubicBezTo>
                <a:cubicBezTo>
                  <a:pt x="46258" y="101369"/>
                  <a:pt x="51315" y="102361"/>
                  <a:pt x="57216" y="102361"/>
                </a:cubicBezTo>
                <a:close/>
                <a:moveTo>
                  <a:pt x="206466" y="75805"/>
                </a:moveTo>
                <a:cubicBezTo>
                  <a:pt x="206466" y="82458"/>
                  <a:pt x="205540" y="88547"/>
                  <a:pt x="203689" y="94073"/>
                </a:cubicBezTo>
                <a:cubicBezTo>
                  <a:pt x="201839" y="99599"/>
                  <a:pt x="199062" y="104360"/>
                  <a:pt x="195360" y="108357"/>
                </a:cubicBezTo>
                <a:cubicBezTo>
                  <a:pt x="191659" y="112353"/>
                  <a:pt x="187045" y="115465"/>
                  <a:pt x="181519" y="117692"/>
                </a:cubicBezTo>
                <a:cubicBezTo>
                  <a:pt x="175993" y="119918"/>
                  <a:pt x="169555" y="121031"/>
                  <a:pt x="162206" y="121031"/>
                </a:cubicBezTo>
                <a:cubicBezTo>
                  <a:pt x="155124" y="121031"/>
                  <a:pt x="148874" y="119931"/>
                  <a:pt x="143455" y="117732"/>
                </a:cubicBezTo>
                <a:cubicBezTo>
                  <a:pt x="138037" y="115532"/>
                  <a:pt x="133490" y="112447"/>
                  <a:pt x="129815" y="108477"/>
                </a:cubicBezTo>
                <a:cubicBezTo>
                  <a:pt x="126140" y="104507"/>
                  <a:pt x="123364" y="99746"/>
                  <a:pt x="121486" y="94193"/>
                </a:cubicBezTo>
                <a:cubicBezTo>
                  <a:pt x="119609" y="88641"/>
                  <a:pt x="118670" y="82511"/>
                  <a:pt x="118670" y="75805"/>
                </a:cubicBezTo>
                <a:cubicBezTo>
                  <a:pt x="118670" y="69314"/>
                  <a:pt x="119568" y="63319"/>
                  <a:pt x="121366" y="57820"/>
                </a:cubicBezTo>
                <a:cubicBezTo>
                  <a:pt x="123163" y="52321"/>
                  <a:pt x="125886" y="47559"/>
                  <a:pt x="129534" y="43536"/>
                </a:cubicBezTo>
                <a:cubicBezTo>
                  <a:pt x="133182" y="39512"/>
                  <a:pt x="137769" y="36374"/>
                  <a:pt x="143295" y="34120"/>
                </a:cubicBezTo>
                <a:cubicBezTo>
                  <a:pt x="148820" y="31867"/>
                  <a:pt x="155285" y="30741"/>
                  <a:pt x="162688" y="30741"/>
                </a:cubicBezTo>
                <a:cubicBezTo>
                  <a:pt x="170521" y="30741"/>
                  <a:pt x="177200" y="31867"/>
                  <a:pt x="182726" y="34120"/>
                </a:cubicBezTo>
                <a:cubicBezTo>
                  <a:pt x="188252" y="36374"/>
                  <a:pt x="192772" y="39499"/>
                  <a:pt x="196286" y="43496"/>
                </a:cubicBezTo>
                <a:cubicBezTo>
                  <a:pt x="199800" y="47492"/>
                  <a:pt x="202375" y="52240"/>
                  <a:pt x="204011" y="57739"/>
                </a:cubicBezTo>
                <a:cubicBezTo>
                  <a:pt x="205648" y="63238"/>
                  <a:pt x="206466" y="69260"/>
                  <a:pt x="206466" y="75805"/>
                </a:cubicBezTo>
                <a:moveTo>
                  <a:pt x="182807" y="75846"/>
                </a:moveTo>
                <a:cubicBezTo>
                  <a:pt x="182807" y="65505"/>
                  <a:pt x="181117" y="58004"/>
                  <a:pt x="177737" y="53343"/>
                </a:cubicBezTo>
                <a:cubicBezTo>
                  <a:pt x="174357" y="48683"/>
                  <a:pt x="169448" y="46352"/>
                  <a:pt x="163010" y="46352"/>
                </a:cubicBezTo>
                <a:cubicBezTo>
                  <a:pt x="156358" y="46352"/>
                  <a:pt x="151261" y="48710"/>
                  <a:pt x="147721" y="53424"/>
                </a:cubicBezTo>
                <a:cubicBezTo>
                  <a:pt x="144180" y="58138"/>
                  <a:pt x="142409" y="65612"/>
                  <a:pt x="142409" y="75846"/>
                </a:cubicBezTo>
                <a:cubicBezTo>
                  <a:pt x="142409" y="81043"/>
                  <a:pt x="142879" y="85517"/>
                  <a:pt x="143818" y="89267"/>
                </a:cubicBezTo>
                <a:cubicBezTo>
                  <a:pt x="144756" y="93017"/>
                  <a:pt x="146084" y="96098"/>
                  <a:pt x="147801" y="98509"/>
                </a:cubicBezTo>
                <a:cubicBezTo>
                  <a:pt x="149518" y="100920"/>
                  <a:pt x="151583" y="102701"/>
                  <a:pt x="153997" y="103853"/>
                </a:cubicBezTo>
                <a:cubicBezTo>
                  <a:pt x="156412" y="105004"/>
                  <a:pt x="159067" y="105580"/>
                  <a:pt x="161964" y="105580"/>
                </a:cubicBezTo>
                <a:cubicBezTo>
                  <a:pt x="165290" y="105580"/>
                  <a:pt x="168255" y="105004"/>
                  <a:pt x="170856" y="103853"/>
                </a:cubicBezTo>
                <a:cubicBezTo>
                  <a:pt x="173458" y="102701"/>
                  <a:pt x="175645" y="100920"/>
                  <a:pt x="177415" y="98509"/>
                </a:cubicBezTo>
                <a:cubicBezTo>
                  <a:pt x="179185" y="96098"/>
                  <a:pt x="180527" y="93017"/>
                  <a:pt x="181439" y="89267"/>
                </a:cubicBezTo>
                <a:cubicBezTo>
                  <a:pt x="182351" y="85517"/>
                  <a:pt x="182807" y="81043"/>
                  <a:pt x="182807" y="75846"/>
                </a:cubicBezTo>
                <a:close/>
                <a:moveTo>
                  <a:pt x="280848" y="119422"/>
                </a:moveTo>
                <a:lnTo>
                  <a:pt x="280848" y="70575"/>
                </a:lnTo>
                <a:cubicBezTo>
                  <a:pt x="280848" y="67195"/>
                  <a:pt x="280580" y="64097"/>
                  <a:pt x="280044" y="61280"/>
                </a:cubicBezTo>
                <a:cubicBezTo>
                  <a:pt x="279507" y="58464"/>
                  <a:pt x="278622" y="56049"/>
                  <a:pt x="277388" y="54038"/>
                </a:cubicBezTo>
                <a:cubicBezTo>
                  <a:pt x="276154" y="52026"/>
                  <a:pt x="274545" y="50456"/>
                  <a:pt x="272560" y="49330"/>
                </a:cubicBezTo>
                <a:cubicBezTo>
                  <a:pt x="270575" y="48203"/>
                  <a:pt x="268160" y="47640"/>
                  <a:pt x="265317" y="47640"/>
                </a:cubicBezTo>
                <a:cubicBezTo>
                  <a:pt x="262581" y="47640"/>
                  <a:pt x="260100" y="48243"/>
                  <a:pt x="257873" y="49451"/>
                </a:cubicBezTo>
                <a:cubicBezTo>
                  <a:pt x="255647" y="50658"/>
                  <a:pt x="253729" y="52374"/>
                  <a:pt x="252119" y="54601"/>
                </a:cubicBezTo>
                <a:cubicBezTo>
                  <a:pt x="250510" y="56827"/>
                  <a:pt x="249263" y="59483"/>
                  <a:pt x="248377" y="62568"/>
                </a:cubicBezTo>
                <a:cubicBezTo>
                  <a:pt x="247492" y="65652"/>
                  <a:pt x="247050" y="69046"/>
                  <a:pt x="247050" y="72747"/>
                </a:cubicBezTo>
                <a:lnTo>
                  <a:pt x="247050" y="119422"/>
                </a:lnTo>
                <a:lnTo>
                  <a:pt x="224437" y="119422"/>
                </a:lnTo>
                <a:lnTo>
                  <a:pt x="224437" y="51825"/>
                </a:lnTo>
                <a:cubicBezTo>
                  <a:pt x="224437" y="49947"/>
                  <a:pt x="224423" y="48015"/>
                  <a:pt x="224397" y="46030"/>
                </a:cubicBezTo>
                <a:cubicBezTo>
                  <a:pt x="224370" y="44045"/>
                  <a:pt x="224316" y="42154"/>
                  <a:pt x="224236" y="40357"/>
                </a:cubicBezTo>
                <a:cubicBezTo>
                  <a:pt x="224155" y="38560"/>
                  <a:pt x="224088" y="36950"/>
                  <a:pt x="224034" y="35529"/>
                </a:cubicBezTo>
                <a:cubicBezTo>
                  <a:pt x="223981" y="34107"/>
                  <a:pt x="223900" y="33048"/>
                  <a:pt x="223793" y="32350"/>
                </a:cubicBezTo>
                <a:lnTo>
                  <a:pt x="245360" y="32350"/>
                </a:lnTo>
                <a:cubicBezTo>
                  <a:pt x="245467" y="32991"/>
                  <a:pt x="245574" y="34018"/>
                  <a:pt x="245682" y="35433"/>
                </a:cubicBezTo>
                <a:cubicBezTo>
                  <a:pt x="245789" y="36848"/>
                  <a:pt x="245896" y="38411"/>
                  <a:pt x="246004" y="40121"/>
                </a:cubicBezTo>
                <a:cubicBezTo>
                  <a:pt x="246111" y="41829"/>
                  <a:pt x="246205" y="43537"/>
                  <a:pt x="246285" y="45246"/>
                </a:cubicBezTo>
                <a:cubicBezTo>
                  <a:pt x="246366" y="46954"/>
                  <a:pt x="246406" y="48396"/>
                  <a:pt x="246406" y="49571"/>
                </a:cubicBezTo>
                <a:lnTo>
                  <a:pt x="246728" y="49571"/>
                </a:lnTo>
                <a:cubicBezTo>
                  <a:pt x="249786" y="42919"/>
                  <a:pt x="253622" y="38090"/>
                  <a:pt x="258235" y="35086"/>
                </a:cubicBezTo>
                <a:cubicBezTo>
                  <a:pt x="262849" y="32082"/>
                  <a:pt x="268348" y="30580"/>
                  <a:pt x="274732" y="30580"/>
                </a:cubicBezTo>
                <a:cubicBezTo>
                  <a:pt x="279990" y="30580"/>
                  <a:pt x="284429" y="31439"/>
                  <a:pt x="288051" y="33157"/>
                </a:cubicBezTo>
                <a:cubicBezTo>
                  <a:pt x="291672" y="34876"/>
                  <a:pt x="294623" y="37239"/>
                  <a:pt x="296903" y="40246"/>
                </a:cubicBezTo>
                <a:cubicBezTo>
                  <a:pt x="299183" y="43252"/>
                  <a:pt x="300832" y="46797"/>
                  <a:pt x="301852" y="50879"/>
                </a:cubicBezTo>
                <a:cubicBezTo>
                  <a:pt x="302871" y="54960"/>
                  <a:pt x="303381" y="59362"/>
                  <a:pt x="303381" y="64087"/>
                </a:cubicBezTo>
                <a:lnTo>
                  <a:pt x="303381" y="119422"/>
                </a:lnTo>
                <a:lnTo>
                  <a:pt x="280848" y="119422"/>
                </a:lnTo>
                <a:close/>
                <a:moveTo>
                  <a:pt x="398525" y="93967"/>
                </a:moveTo>
                <a:cubicBezTo>
                  <a:pt x="398525" y="98155"/>
                  <a:pt x="397653" y="101914"/>
                  <a:pt x="395910" y="105243"/>
                </a:cubicBezTo>
                <a:cubicBezTo>
                  <a:pt x="394166" y="108573"/>
                  <a:pt x="391631" y="111406"/>
                  <a:pt x="388305" y="113743"/>
                </a:cubicBezTo>
                <a:cubicBezTo>
                  <a:pt x="384979" y="116079"/>
                  <a:pt x="380902" y="117878"/>
                  <a:pt x="376073" y="119140"/>
                </a:cubicBezTo>
                <a:cubicBezTo>
                  <a:pt x="371245" y="120401"/>
                  <a:pt x="365746" y="121031"/>
                  <a:pt x="359576" y="121031"/>
                </a:cubicBezTo>
                <a:cubicBezTo>
                  <a:pt x="354051" y="121031"/>
                  <a:pt x="349061" y="120627"/>
                  <a:pt x="344608" y="119819"/>
                </a:cubicBezTo>
                <a:cubicBezTo>
                  <a:pt x="340156" y="119013"/>
                  <a:pt x="336253" y="117681"/>
                  <a:pt x="332900" y="115826"/>
                </a:cubicBezTo>
                <a:cubicBezTo>
                  <a:pt x="329547" y="113968"/>
                  <a:pt x="326743" y="111560"/>
                  <a:pt x="324490" y="108601"/>
                </a:cubicBezTo>
                <a:cubicBezTo>
                  <a:pt x="322237" y="105642"/>
                  <a:pt x="320547" y="101983"/>
                  <a:pt x="319420" y="97624"/>
                </a:cubicBezTo>
                <a:lnTo>
                  <a:pt x="339297" y="94636"/>
                </a:lnTo>
                <a:cubicBezTo>
                  <a:pt x="339941" y="97067"/>
                  <a:pt x="340826" y="99039"/>
                  <a:pt x="341953" y="100553"/>
                </a:cubicBezTo>
                <a:cubicBezTo>
                  <a:pt x="343079" y="102066"/>
                  <a:pt x="344474" y="103227"/>
                  <a:pt x="346137" y="104039"/>
                </a:cubicBezTo>
                <a:cubicBezTo>
                  <a:pt x="347800" y="104849"/>
                  <a:pt x="349745" y="105388"/>
                  <a:pt x="351972" y="105658"/>
                </a:cubicBezTo>
                <a:cubicBezTo>
                  <a:pt x="354198" y="105928"/>
                  <a:pt x="356733" y="106063"/>
                  <a:pt x="359576" y="106063"/>
                </a:cubicBezTo>
                <a:cubicBezTo>
                  <a:pt x="362151" y="106063"/>
                  <a:pt x="364552" y="105916"/>
                  <a:pt x="366779" y="105621"/>
                </a:cubicBezTo>
                <a:cubicBezTo>
                  <a:pt x="369005" y="105324"/>
                  <a:pt x="370936" y="104813"/>
                  <a:pt x="372573" y="104087"/>
                </a:cubicBezTo>
                <a:cubicBezTo>
                  <a:pt x="374209" y="103361"/>
                  <a:pt x="375483" y="102340"/>
                  <a:pt x="376395" y="101024"/>
                </a:cubicBezTo>
                <a:cubicBezTo>
                  <a:pt x="377307" y="99706"/>
                  <a:pt x="377763" y="98052"/>
                  <a:pt x="377763" y="96062"/>
                </a:cubicBezTo>
                <a:cubicBezTo>
                  <a:pt x="377763" y="93807"/>
                  <a:pt x="377106" y="92022"/>
                  <a:pt x="375792" y="90705"/>
                </a:cubicBezTo>
                <a:cubicBezTo>
                  <a:pt x="374477" y="89389"/>
                  <a:pt x="372680" y="88316"/>
                  <a:pt x="370400" y="87484"/>
                </a:cubicBezTo>
                <a:cubicBezTo>
                  <a:pt x="368120" y="86652"/>
                  <a:pt x="365437" y="85928"/>
                  <a:pt x="362353" y="85311"/>
                </a:cubicBezTo>
                <a:cubicBezTo>
                  <a:pt x="359268" y="84693"/>
                  <a:pt x="355982" y="83980"/>
                  <a:pt x="352495" y="83174"/>
                </a:cubicBezTo>
                <a:cubicBezTo>
                  <a:pt x="348847" y="82369"/>
                  <a:pt x="345252" y="81403"/>
                  <a:pt x="341711" y="80277"/>
                </a:cubicBezTo>
                <a:cubicBezTo>
                  <a:pt x="338171" y="79148"/>
                  <a:pt x="335005" y="77618"/>
                  <a:pt x="332216" y="75685"/>
                </a:cubicBezTo>
                <a:cubicBezTo>
                  <a:pt x="329426" y="73752"/>
                  <a:pt x="327173" y="71296"/>
                  <a:pt x="325456" y="68316"/>
                </a:cubicBezTo>
                <a:cubicBezTo>
                  <a:pt x="323739" y="65336"/>
                  <a:pt x="322881" y="61563"/>
                  <a:pt x="322881" y="56997"/>
                </a:cubicBezTo>
                <a:cubicBezTo>
                  <a:pt x="322881" y="52863"/>
                  <a:pt x="323685" y="49172"/>
                  <a:pt x="325295" y="45925"/>
                </a:cubicBezTo>
                <a:cubicBezTo>
                  <a:pt x="326904" y="42676"/>
                  <a:pt x="329265" y="39910"/>
                  <a:pt x="332376" y="37629"/>
                </a:cubicBezTo>
                <a:cubicBezTo>
                  <a:pt x="335488" y="35345"/>
                  <a:pt x="339337" y="33600"/>
                  <a:pt x="343924" y="32393"/>
                </a:cubicBezTo>
                <a:cubicBezTo>
                  <a:pt x="348511" y="31184"/>
                  <a:pt x="353782" y="30580"/>
                  <a:pt x="359737" y="30580"/>
                </a:cubicBezTo>
                <a:cubicBezTo>
                  <a:pt x="364458" y="30580"/>
                  <a:pt x="368858" y="31022"/>
                  <a:pt x="372935" y="31907"/>
                </a:cubicBezTo>
                <a:cubicBezTo>
                  <a:pt x="377012" y="32793"/>
                  <a:pt x="380660" y="34188"/>
                  <a:pt x="383879" y="36092"/>
                </a:cubicBezTo>
                <a:cubicBezTo>
                  <a:pt x="387098" y="37997"/>
                  <a:pt x="389794" y="40424"/>
                  <a:pt x="391967" y="43375"/>
                </a:cubicBezTo>
                <a:cubicBezTo>
                  <a:pt x="394139" y="46326"/>
                  <a:pt x="395655" y="49893"/>
                  <a:pt x="396513" y="54078"/>
                </a:cubicBezTo>
                <a:lnTo>
                  <a:pt x="376476" y="56170"/>
                </a:lnTo>
                <a:cubicBezTo>
                  <a:pt x="376100" y="54095"/>
                  <a:pt x="375429" y="52378"/>
                  <a:pt x="374464" y="51020"/>
                </a:cubicBezTo>
                <a:cubicBezTo>
                  <a:pt x="373498" y="49662"/>
                  <a:pt x="372304" y="48584"/>
                  <a:pt x="370883" y="47786"/>
                </a:cubicBezTo>
                <a:cubicBezTo>
                  <a:pt x="369461" y="46986"/>
                  <a:pt x="367811" y="46440"/>
                  <a:pt x="365934" y="46149"/>
                </a:cubicBezTo>
                <a:cubicBezTo>
                  <a:pt x="364056" y="45855"/>
                  <a:pt x="361990" y="45709"/>
                  <a:pt x="359737" y="45709"/>
                </a:cubicBezTo>
                <a:cubicBezTo>
                  <a:pt x="354372" y="45709"/>
                  <a:pt x="350349" y="46388"/>
                  <a:pt x="347666" y="47748"/>
                </a:cubicBezTo>
                <a:cubicBezTo>
                  <a:pt x="344984" y="49106"/>
                  <a:pt x="343643" y="51384"/>
                  <a:pt x="343643" y="54581"/>
                </a:cubicBezTo>
                <a:cubicBezTo>
                  <a:pt x="343643" y="56567"/>
                  <a:pt x="344193" y="58152"/>
                  <a:pt x="345292" y="59334"/>
                </a:cubicBezTo>
                <a:cubicBezTo>
                  <a:pt x="346392" y="60514"/>
                  <a:pt x="347948" y="61494"/>
                  <a:pt x="349960" y="62273"/>
                </a:cubicBezTo>
                <a:cubicBezTo>
                  <a:pt x="351972" y="63051"/>
                  <a:pt x="354359" y="63723"/>
                  <a:pt x="357122" y="64288"/>
                </a:cubicBezTo>
                <a:cubicBezTo>
                  <a:pt x="359885" y="64851"/>
                  <a:pt x="362903" y="65535"/>
                  <a:pt x="366175" y="66340"/>
                </a:cubicBezTo>
                <a:cubicBezTo>
                  <a:pt x="370199" y="67200"/>
                  <a:pt x="374155" y="68207"/>
                  <a:pt x="378045" y="69363"/>
                </a:cubicBezTo>
                <a:cubicBezTo>
                  <a:pt x="381934" y="70516"/>
                  <a:pt x="385395" y="72099"/>
                  <a:pt x="388426" y="74113"/>
                </a:cubicBezTo>
                <a:cubicBezTo>
                  <a:pt x="391457" y="76126"/>
                  <a:pt x="393898" y="78718"/>
                  <a:pt x="395749" y="81886"/>
                </a:cubicBezTo>
                <a:cubicBezTo>
                  <a:pt x="397600" y="85055"/>
                  <a:pt x="398525" y="89082"/>
                  <a:pt x="398525" y="93967"/>
                </a:cubicBezTo>
                <a:close/>
                <a:moveTo>
                  <a:pt x="499494" y="75805"/>
                </a:moveTo>
                <a:cubicBezTo>
                  <a:pt x="499494" y="82458"/>
                  <a:pt x="498568" y="88547"/>
                  <a:pt x="496717" y="94073"/>
                </a:cubicBezTo>
                <a:cubicBezTo>
                  <a:pt x="494867" y="99599"/>
                  <a:pt x="492090" y="104360"/>
                  <a:pt x="488389" y="108357"/>
                </a:cubicBezTo>
                <a:cubicBezTo>
                  <a:pt x="484687" y="112353"/>
                  <a:pt x="480073" y="115465"/>
                  <a:pt x="474547" y="117692"/>
                </a:cubicBezTo>
                <a:cubicBezTo>
                  <a:pt x="469021" y="119918"/>
                  <a:pt x="462584" y="121031"/>
                  <a:pt x="455234" y="121031"/>
                </a:cubicBezTo>
                <a:cubicBezTo>
                  <a:pt x="448152" y="121031"/>
                  <a:pt x="441902" y="119931"/>
                  <a:pt x="436484" y="117732"/>
                </a:cubicBezTo>
                <a:cubicBezTo>
                  <a:pt x="431065" y="115532"/>
                  <a:pt x="426518" y="112447"/>
                  <a:pt x="422843" y="108477"/>
                </a:cubicBezTo>
                <a:cubicBezTo>
                  <a:pt x="419168" y="104507"/>
                  <a:pt x="416392" y="99746"/>
                  <a:pt x="414514" y="94193"/>
                </a:cubicBezTo>
                <a:cubicBezTo>
                  <a:pt x="412637" y="88641"/>
                  <a:pt x="411698" y="82511"/>
                  <a:pt x="411698" y="75805"/>
                </a:cubicBezTo>
                <a:cubicBezTo>
                  <a:pt x="411698" y="69314"/>
                  <a:pt x="412597" y="63319"/>
                  <a:pt x="414394" y="57820"/>
                </a:cubicBezTo>
                <a:cubicBezTo>
                  <a:pt x="416191" y="52321"/>
                  <a:pt x="418914" y="47559"/>
                  <a:pt x="422562" y="43536"/>
                </a:cubicBezTo>
                <a:cubicBezTo>
                  <a:pt x="426210" y="39512"/>
                  <a:pt x="430797" y="36374"/>
                  <a:pt x="436323" y="34120"/>
                </a:cubicBezTo>
                <a:cubicBezTo>
                  <a:pt x="441848" y="31867"/>
                  <a:pt x="448313" y="30741"/>
                  <a:pt x="455717" y="30741"/>
                </a:cubicBezTo>
                <a:cubicBezTo>
                  <a:pt x="463549" y="30741"/>
                  <a:pt x="470228" y="31867"/>
                  <a:pt x="475754" y="34120"/>
                </a:cubicBezTo>
                <a:cubicBezTo>
                  <a:pt x="481280" y="36374"/>
                  <a:pt x="485800" y="39499"/>
                  <a:pt x="489314" y="43496"/>
                </a:cubicBezTo>
                <a:cubicBezTo>
                  <a:pt x="492828" y="47492"/>
                  <a:pt x="495403" y="52240"/>
                  <a:pt x="497039" y="57739"/>
                </a:cubicBezTo>
                <a:cubicBezTo>
                  <a:pt x="498676" y="63238"/>
                  <a:pt x="499494" y="69260"/>
                  <a:pt x="499494" y="75805"/>
                </a:cubicBezTo>
                <a:moveTo>
                  <a:pt x="475835" y="75846"/>
                </a:moveTo>
                <a:cubicBezTo>
                  <a:pt x="475835" y="65505"/>
                  <a:pt x="474145" y="58004"/>
                  <a:pt x="470765" y="53343"/>
                </a:cubicBezTo>
                <a:cubicBezTo>
                  <a:pt x="467385" y="48683"/>
                  <a:pt x="462476" y="46352"/>
                  <a:pt x="456038" y="46352"/>
                </a:cubicBezTo>
                <a:cubicBezTo>
                  <a:pt x="449386" y="46352"/>
                  <a:pt x="444289" y="48710"/>
                  <a:pt x="440749" y="53424"/>
                </a:cubicBezTo>
                <a:cubicBezTo>
                  <a:pt x="437208" y="58138"/>
                  <a:pt x="435437" y="65612"/>
                  <a:pt x="435437" y="75846"/>
                </a:cubicBezTo>
                <a:cubicBezTo>
                  <a:pt x="435437" y="81043"/>
                  <a:pt x="435907" y="85517"/>
                  <a:pt x="436846" y="89267"/>
                </a:cubicBezTo>
                <a:cubicBezTo>
                  <a:pt x="437784" y="93017"/>
                  <a:pt x="439112" y="96098"/>
                  <a:pt x="440829" y="98509"/>
                </a:cubicBezTo>
                <a:cubicBezTo>
                  <a:pt x="442546" y="100920"/>
                  <a:pt x="444611" y="102701"/>
                  <a:pt x="447025" y="103853"/>
                </a:cubicBezTo>
                <a:cubicBezTo>
                  <a:pt x="449440" y="105004"/>
                  <a:pt x="452095" y="105580"/>
                  <a:pt x="454992" y="105580"/>
                </a:cubicBezTo>
                <a:cubicBezTo>
                  <a:pt x="458318" y="105580"/>
                  <a:pt x="461283" y="105004"/>
                  <a:pt x="463885" y="103853"/>
                </a:cubicBezTo>
                <a:cubicBezTo>
                  <a:pt x="466486" y="102701"/>
                  <a:pt x="468673" y="100920"/>
                  <a:pt x="470443" y="98509"/>
                </a:cubicBezTo>
                <a:cubicBezTo>
                  <a:pt x="472213" y="96098"/>
                  <a:pt x="473555" y="93017"/>
                  <a:pt x="474467" y="89267"/>
                </a:cubicBezTo>
                <a:cubicBezTo>
                  <a:pt x="475379" y="85517"/>
                  <a:pt x="475835" y="81043"/>
                  <a:pt x="475835" y="75846"/>
                </a:cubicBezTo>
                <a:close/>
                <a:moveTo>
                  <a:pt x="517466" y="119422"/>
                </a:moveTo>
                <a:lnTo>
                  <a:pt x="517466" y="0"/>
                </a:lnTo>
                <a:lnTo>
                  <a:pt x="540079" y="0"/>
                </a:lnTo>
                <a:lnTo>
                  <a:pt x="540079" y="119422"/>
                </a:lnTo>
                <a:lnTo>
                  <a:pt x="517466" y="119422"/>
                </a:lnTo>
                <a:close/>
                <a:moveTo>
                  <a:pt x="563283" y="16738"/>
                </a:moveTo>
                <a:lnTo>
                  <a:pt x="563283" y="0"/>
                </a:lnTo>
                <a:lnTo>
                  <a:pt x="585895" y="0"/>
                </a:lnTo>
                <a:lnTo>
                  <a:pt x="585895" y="16738"/>
                </a:lnTo>
                <a:lnTo>
                  <a:pt x="563283" y="16738"/>
                </a:lnTo>
                <a:moveTo>
                  <a:pt x="563283" y="119422"/>
                </a:moveTo>
                <a:lnTo>
                  <a:pt x="563283" y="32350"/>
                </a:lnTo>
                <a:lnTo>
                  <a:pt x="585895" y="32350"/>
                </a:lnTo>
                <a:lnTo>
                  <a:pt x="585895" y="119422"/>
                </a:lnTo>
                <a:lnTo>
                  <a:pt x="563283" y="119422"/>
                </a:lnTo>
                <a:close/>
                <a:moveTo>
                  <a:pt x="665509" y="119422"/>
                </a:moveTo>
                <a:cubicBezTo>
                  <a:pt x="665402" y="118992"/>
                  <a:pt x="665281" y="118228"/>
                  <a:pt x="665147" y="117128"/>
                </a:cubicBezTo>
                <a:cubicBezTo>
                  <a:pt x="665013" y="116028"/>
                  <a:pt x="664879" y="114781"/>
                  <a:pt x="664745" y="113386"/>
                </a:cubicBezTo>
                <a:cubicBezTo>
                  <a:pt x="664611" y="111991"/>
                  <a:pt x="664504" y="110570"/>
                  <a:pt x="664423" y="109121"/>
                </a:cubicBezTo>
                <a:cubicBezTo>
                  <a:pt x="664343" y="107673"/>
                  <a:pt x="664302" y="106385"/>
                  <a:pt x="664302" y="105258"/>
                </a:cubicBezTo>
                <a:lnTo>
                  <a:pt x="663980" y="105258"/>
                </a:lnTo>
                <a:cubicBezTo>
                  <a:pt x="661352" y="110892"/>
                  <a:pt x="657690" y="114929"/>
                  <a:pt x="652996" y="117370"/>
                </a:cubicBezTo>
                <a:cubicBezTo>
                  <a:pt x="648302" y="119811"/>
                  <a:pt x="642682" y="121031"/>
                  <a:pt x="636137" y="121031"/>
                </a:cubicBezTo>
                <a:cubicBezTo>
                  <a:pt x="630665" y="121031"/>
                  <a:pt x="625930" y="119905"/>
                  <a:pt x="621933" y="117651"/>
                </a:cubicBezTo>
                <a:cubicBezTo>
                  <a:pt x="617937" y="115398"/>
                  <a:pt x="614637" y="112260"/>
                  <a:pt x="612035" y="108236"/>
                </a:cubicBezTo>
                <a:cubicBezTo>
                  <a:pt x="609433" y="104212"/>
                  <a:pt x="607502" y="99451"/>
                  <a:pt x="606241" y="93952"/>
                </a:cubicBezTo>
                <a:cubicBezTo>
                  <a:pt x="604980" y="88453"/>
                  <a:pt x="604350" y="82458"/>
                  <a:pt x="604350" y="75966"/>
                </a:cubicBezTo>
                <a:cubicBezTo>
                  <a:pt x="604350" y="69368"/>
                  <a:pt x="605007" y="63305"/>
                  <a:pt x="606322" y="57779"/>
                </a:cubicBezTo>
                <a:cubicBezTo>
                  <a:pt x="607636" y="52254"/>
                  <a:pt x="609661" y="47492"/>
                  <a:pt x="612397" y="43496"/>
                </a:cubicBezTo>
                <a:cubicBezTo>
                  <a:pt x="615133" y="39499"/>
                  <a:pt x="618607" y="36374"/>
                  <a:pt x="622819" y="34120"/>
                </a:cubicBezTo>
                <a:cubicBezTo>
                  <a:pt x="627030" y="31867"/>
                  <a:pt x="632033" y="30741"/>
                  <a:pt x="637827" y="30741"/>
                </a:cubicBezTo>
                <a:cubicBezTo>
                  <a:pt x="640670" y="30741"/>
                  <a:pt x="643406" y="31036"/>
                  <a:pt x="646035" y="31626"/>
                </a:cubicBezTo>
                <a:cubicBezTo>
                  <a:pt x="648664" y="32216"/>
                  <a:pt x="651105" y="33128"/>
                  <a:pt x="653358" y="34362"/>
                </a:cubicBezTo>
                <a:cubicBezTo>
                  <a:pt x="655611" y="35596"/>
                  <a:pt x="657650" y="37178"/>
                  <a:pt x="659474" y="39110"/>
                </a:cubicBezTo>
                <a:cubicBezTo>
                  <a:pt x="661298" y="41041"/>
                  <a:pt x="662854" y="43375"/>
                  <a:pt x="664141" y="46111"/>
                </a:cubicBezTo>
                <a:lnTo>
                  <a:pt x="664302" y="46111"/>
                </a:lnTo>
                <a:cubicBezTo>
                  <a:pt x="664302" y="45574"/>
                  <a:pt x="664289" y="44783"/>
                  <a:pt x="664262" y="43737"/>
                </a:cubicBezTo>
                <a:cubicBezTo>
                  <a:pt x="664235" y="42691"/>
                  <a:pt x="664222" y="41497"/>
                  <a:pt x="664222" y="40156"/>
                </a:cubicBezTo>
                <a:cubicBezTo>
                  <a:pt x="664222" y="38815"/>
                  <a:pt x="664208" y="37420"/>
                  <a:pt x="664182" y="35971"/>
                </a:cubicBezTo>
                <a:cubicBezTo>
                  <a:pt x="664155" y="34523"/>
                  <a:pt x="664141" y="33128"/>
                  <a:pt x="664141" y="31787"/>
                </a:cubicBezTo>
                <a:lnTo>
                  <a:pt x="664141" y="0"/>
                </a:lnTo>
                <a:lnTo>
                  <a:pt x="686754" y="0"/>
                </a:lnTo>
                <a:lnTo>
                  <a:pt x="686754" y="100430"/>
                </a:lnTo>
                <a:cubicBezTo>
                  <a:pt x="686754" y="104668"/>
                  <a:pt x="686835" y="108437"/>
                  <a:pt x="686996" y="111737"/>
                </a:cubicBezTo>
                <a:cubicBezTo>
                  <a:pt x="687157" y="115036"/>
                  <a:pt x="687291" y="117598"/>
                  <a:pt x="687398" y="119422"/>
                </a:cubicBezTo>
                <a:lnTo>
                  <a:pt x="665509" y="119422"/>
                </a:lnTo>
                <a:moveTo>
                  <a:pt x="664463" y="75443"/>
                </a:moveTo>
                <a:cubicBezTo>
                  <a:pt x="664463" y="69711"/>
                  <a:pt x="663927" y="64957"/>
                  <a:pt x="662854" y="61179"/>
                </a:cubicBezTo>
                <a:cubicBezTo>
                  <a:pt x="661781" y="57402"/>
                  <a:pt x="660373" y="54402"/>
                  <a:pt x="658629" y="52179"/>
                </a:cubicBezTo>
                <a:cubicBezTo>
                  <a:pt x="656885" y="49956"/>
                  <a:pt x="654900" y="48403"/>
                  <a:pt x="652674" y="47519"/>
                </a:cubicBezTo>
                <a:cubicBezTo>
                  <a:pt x="650448" y="46634"/>
                  <a:pt x="648181" y="46191"/>
                  <a:pt x="645874" y="46191"/>
                </a:cubicBezTo>
                <a:cubicBezTo>
                  <a:pt x="642977" y="46191"/>
                  <a:pt x="640415" y="46754"/>
                  <a:pt x="638189" y="47879"/>
                </a:cubicBezTo>
                <a:cubicBezTo>
                  <a:pt x="635963" y="49004"/>
                  <a:pt x="634085" y="50772"/>
                  <a:pt x="632556" y="53182"/>
                </a:cubicBezTo>
                <a:cubicBezTo>
                  <a:pt x="631027" y="55593"/>
                  <a:pt x="629873" y="58674"/>
                  <a:pt x="629096" y="62424"/>
                </a:cubicBezTo>
                <a:cubicBezTo>
                  <a:pt x="628318" y="66175"/>
                  <a:pt x="627929" y="70702"/>
                  <a:pt x="627929" y="76007"/>
                </a:cubicBezTo>
                <a:cubicBezTo>
                  <a:pt x="627929" y="95722"/>
                  <a:pt x="633857" y="105580"/>
                  <a:pt x="645713" y="105580"/>
                </a:cubicBezTo>
                <a:cubicBezTo>
                  <a:pt x="647966" y="105580"/>
                  <a:pt x="650220" y="105098"/>
                  <a:pt x="652473" y="104134"/>
                </a:cubicBezTo>
                <a:cubicBezTo>
                  <a:pt x="654726" y="103170"/>
                  <a:pt x="656738" y="101537"/>
                  <a:pt x="658508" y="99233"/>
                </a:cubicBezTo>
                <a:cubicBezTo>
                  <a:pt x="660279" y="96928"/>
                  <a:pt x="661714" y="93834"/>
                  <a:pt x="662814" y="89951"/>
                </a:cubicBezTo>
                <a:cubicBezTo>
                  <a:pt x="663913" y="86067"/>
                  <a:pt x="664463" y="81231"/>
                  <a:pt x="664463" y="75443"/>
                </a:cubicBezTo>
                <a:close/>
                <a:moveTo>
                  <a:pt x="729915" y="121031"/>
                </a:moveTo>
                <a:cubicBezTo>
                  <a:pt x="725730" y="121031"/>
                  <a:pt x="721988" y="120454"/>
                  <a:pt x="718689" y="119301"/>
                </a:cubicBezTo>
                <a:cubicBezTo>
                  <a:pt x="715389" y="118148"/>
                  <a:pt x="712586" y="116458"/>
                  <a:pt x="710279" y="114231"/>
                </a:cubicBezTo>
                <a:cubicBezTo>
                  <a:pt x="707972" y="112005"/>
                  <a:pt x="706202" y="109255"/>
                  <a:pt x="704968" y="105983"/>
                </a:cubicBezTo>
                <a:cubicBezTo>
                  <a:pt x="703734" y="102710"/>
                  <a:pt x="703117" y="98982"/>
                  <a:pt x="703117" y="94797"/>
                </a:cubicBezTo>
                <a:cubicBezTo>
                  <a:pt x="703117" y="89647"/>
                  <a:pt x="704016" y="85315"/>
                  <a:pt x="705813" y="81801"/>
                </a:cubicBezTo>
                <a:cubicBezTo>
                  <a:pt x="707610" y="78287"/>
                  <a:pt x="710065" y="75443"/>
                  <a:pt x="713176" y="73271"/>
                </a:cubicBezTo>
                <a:cubicBezTo>
                  <a:pt x="716288" y="71098"/>
                  <a:pt x="719936" y="69515"/>
                  <a:pt x="724120" y="68523"/>
                </a:cubicBezTo>
                <a:cubicBezTo>
                  <a:pt x="728305" y="67530"/>
                  <a:pt x="732758" y="67007"/>
                  <a:pt x="737479" y="66953"/>
                </a:cubicBezTo>
                <a:lnTo>
                  <a:pt x="756229" y="66632"/>
                </a:lnTo>
                <a:lnTo>
                  <a:pt x="756229" y="62206"/>
                </a:lnTo>
                <a:cubicBezTo>
                  <a:pt x="756229" y="59040"/>
                  <a:pt x="755947" y="56398"/>
                  <a:pt x="755384" y="54279"/>
                </a:cubicBezTo>
                <a:cubicBezTo>
                  <a:pt x="754821" y="52160"/>
                  <a:pt x="754003" y="50430"/>
                  <a:pt x="752930" y="49088"/>
                </a:cubicBezTo>
                <a:cubicBezTo>
                  <a:pt x="751857" y="47747"/>
                  <a:pt x="750529" y="46795"/>
                  <a:pt x="748946" y="46232"/>
                </a:cubicBezTo>
                <a:cubicBezTo>
                  <a:pt x="747364" y="45668"/>
                  <a:pt x="745553" y="45387"/>
                  <a:pt x="743514" y="45387"/>
                </a:cubicBezTo>
                <a:cubicBezTo>
                  <a:pt x="741637" y="45387"/>
                  <a:pt x="739960" y="45574"/>
                  <a:pt x="738485" y="45947"/>
                </a:cubicBezTo>
                <a:cubicBezTo>
                  <a:pt x="737010" y="46320"/>
                  <a:pt x="735735" y="46973"/>
                  <a:pt x="734662" y="47906"/>
                </a:cubicBezTo>
                <a:cubicBezTo>
                  <a:pt x="733589" y="48839"/>
                  <a:pt x="732718" y="50091"/>
                  <a:pt x="732047" y="51664"/>
                </a:cubicBezTo>
                <a:cubicBezTo>
                  <a:pt x="731376" y="53234"/>
                  <a:pt x="730907" y="55219"/>
                  <a:pt x="730639" y="57619"/>
                </a:cubicBezTo>
                <a:lnTo>
                  <a:pt x="707060" y="56494"/>
                </a:lnTo>
                <a:cubicBezTo>
                  <a:pt x="707704" y="52697"/>
                  <a:pt x="708884" y="49234"/>
                  <a:pt x="710601" y="46106"/>
                </a:cubicBezTo>
                <a:cubicBezTo>
                  <a:pt x="712318" y="42976"/>
                  <a:pt x="714692" y="40262"/>
                  <a:pt x="717723" y="37963"/>
                </a:cubicBezTo>
                <a:cubicBezTo>
                  <a:pt x="720754" y="35663"/>
                  <a:pt x="724483" y="33884"/>
                  <a:pt x="728909" y="32627"/>
                </a:cubicBezTo>
                <a:cubicBezTo>
                  <a:pt x="733335" y="31369"/>
                  <a:pt x="738525" y="30741"/>
                  <a:pt x="744480" y="30741"/>
                </a:cubicBezTo>
                <a:cubicBezTo>
                  <a:pt x="749899" y="30741"/>
                  <a:pt x="754727" y="31411"/>
                  <a:pt x="758965" y="32752"/>
                </a:cubicBezTo>
                <a:cubicBezTo>
                  <a:pt x="763203" y="34094"/>
                  <a:pt x="766798" y="36092"/>
                  <a:pt x="769749" y="38748"/>
                </a:cubicBezTo>
                <a:cubicBezTo>
                  <a:pt x="772699" y="41403"/>
                  <a:pt x="774952" y="44662"/>
                  <a:pt x="776508" y="48525"/>
                </a:cubicBezTo>
                <a:cubicBezTo>
                  <a:pt x="778064" y="52388"/>
                  <a:pt x="778842" y="56867"/>
                  <a:pt x="778842" y="61964"/>
                </a:cubicBezTo>
                <a:lnTo>
                  <a:pt x="778842" y="93670"/>
                </a:lnTo>
                <a:cubicBezTo>
                  <a:pt x="778842" y="95709"/>
                  <a:pt x="778936" y="97533"/>
                  <a:pt x="779124" y="99143"/>
                </a:cubicBezTo>
                <a:cubicBezTo>
                  <a:pt x="779311" y="100752"/>
                  <a:pt x="779660" y="102107"/>
                  <a:pt x="780170" y="103206"/>
                </a:cubicBezTo>
                <a:cubicBezTo>
                  <a:pt x="780679" y="104306"/>
                  <a:pt x="781404" y="105138"/>
                  <a:pt x="782343" y="105701"/>
                </a:cubicBezTo>
                <a:cubicBezTo>
                  <a:pt x="783281" y="106264"/>
                  <a:pt x="784502" y="106546"/>
                  <a:pt x="786004" y="106546"/>
                </a:cubicBezTo>
                <a:cubicBezTo>
                  <a:pt x="787721" y="106546"/>
                  <a:pt x="789384" y="106385"/>
                  <a:pt x="790993" y="106063"/>
                </a:cubicBezTo>
                <a:lnTo>
                  <a:pt x="790993" y="118295"/>
                </a:lnTo>
                <a:cubicBezTo>
                  <a:pt x="789652" y="118617"/>
                  <a:pt x="788445" y="118912"/>
                  <a:pt x="787372" y="119180"/>
                </a:cubicBezTo>
                <a:cubicBezTo>
                  <a:pt x="786299" y="119449"/>
                  <a:pt x="785226" y="119663"/>
                  <a:pt x="784153" y="119824"/>
                </a:cubicBezTo>
                <a:cubicBezTo>
                  <a:pt x="783080" y="119985"/>
                  <a:pt x="781940" y="120119"/>
                  <a:pt x="780733" y="120226"/>
                </a:cubicBezTo>
                <a:cubicBezTo>
                  <a:pt x="779526" y="120334"/>
                  <a:pt x="778118" y="120387"/>
                  <a:pt x="776508" y="120387"/>
                </a:cubicBezTo>
                <a:cubicBezTo>
                  <a:pt x="770822" y="120387"/>
                  <a:pt x="766624" y="118992"/>
                  <a:pt x="763914" y="116203"/>
                </a:cubicBezTo>
                <a:cubicBezTo>
                  <a:pt x="761205" y="113413"/>
                  <a:pt x="759582" y="109309"/>
                  <a:pt x="759046" y="103890"/>
                </a:cubicBezTo>
                <a:lnTo>
                  <a:pt x="758563" y="103890"/>
                </a:lnTo>
                <a:cubicBezTo>
                  <a:pt x="755559" y="109309"/>
                  <a:pt x="751709" y="113520"/>
                  <a:pt x="747015" y="116525"/>
                </a:cubicBezTo>
                <a:cubicBezTo>
                  <a:pt x="742321" y="119529"/>
                  <a:pt x="736621" y="121031"/>
                  <a:pt x="729915" y="121031"/>
                </a:cubicBezTo>
                <a:moveTo>
                  <a:pt x="756229" y="79185"/>
                </a:moveTo>
                <a:lnTo>
                  <a:pt x="744641" y="79346"/>
                </a:lnTo>
                <a:cubicBezTo>
                  <a:pt x="742227" y="79454"/>
                  <a:pt x="739933" y="79655"/>
                  <a:pt x="737761" y="79950"/>
                </a:cubicBezTo>
                <a:cubicBezTo>
                  <a:pt x="735588" y="80243"/>
                  <a:pt x="733683" y="80858"/>
                  <a:pt x="732047" y="81793"/>
                </a:cubicBezTo>
                <a:cubicBezTo>
                  <a:pt x="730411" y="82729"/>
                  <a:pt x="729110" y="84079"/>
                  <a:pt x="728144" y="85844"/>
                </a:cubicBezTo>
                <a:cubicBezTo>
                  <a:pt x="727178" y="87610"/>
                  <a:pt x="726696" y="90016"/>
                  <a:pt x="726696" y="93064"/>
                </a:cubicBezTo>
                <a:cubicBezTo>
                  <a:pt x="726696" y="97182"/>
                  <a:pt x="727648" y="100244"/>
                  <a:pt x="729552" y="102251"/>
                </a:cubicBezTo>
                <a:cubicBezTo>
                  <a:pt x="731457" y="104256"/>
                  <a:pt x="733992" y="105258"/>
                  <a:pt x="737157" y="105258"/>
                </a:cubicBezTo>
                <a:cubicBezTo>
                  <a:pt x="740054" y="105258"/>
                  <a:pt x="742683" y="104644"/>
                  <a:pt x="745043" y="103415"/>
                </a:cubicBezTo>
                <a:cubicBezTo>
                  <a:pt x="747404" y="102185"/>
                  <a:pt x="749402" y="100567"/>
                  <a:pt x="751039" y="98562"/>
                </a:cubicBezTo>
                <a:cubicBezTo>
                  <a:pt x="752675" y="96555"/>
                  <a:pt x="753949" y="94241"/>
                  <a:pt x="754861" y="91621"/>
                </a:cubicBezTo>
                <a:cubicBezTo>
                  <a:pt x="755773" y="89000"/>
                  <a:pt x="756229" y="86326"/>
                  <a:pt x="756229" y="83599"/>
                </a:cubicBezTo>
                <a:lnTo>
                  <a:pt x="756229" y="79185"/>
                </a:lnTo>
                <a:close/>
                <a:moveTo>
                  <a:pt x="823721" y="120870"/>
                </a:moveTo>
                <a:cubicBezTo>
                  <a:pt x="817068" y="120870"/>
                  <a:pt x="811945" y="119060"/>
                  <a:pt x="808350" y="115438"/>
                </a:cubicBezTo>
                <a:cubicBezTo>
                  <a:pt x="804756" y="111817"/>
                  <a:pt x="802959" y="106331"/>
                  <a:pt x="802959" y="98982"/>
                </a:cubicBezTo>
                <a:lnTo>
                  <a:pt x="802959" y="47640"/>
                </a:lnTo>
                <a:lnTo>
                  <a:pt x="791934" y="47640"/>
                </a:lnTo>
                <a:lnTo>
                  <a:pt x="791934" y="32350"/>
                </a:lnTo>
                <a:lnTo>
                  <a:pt x="804085" y="32350"/>
                </a:lnTo>
                <a:lnTo>
                  <a:pt x="811167" y="11910"/>
                </a:lnTo>
                <a:lnTo>
                  <a:pt x="825330" y="11910"/>
                </a:lnTo>
                <a:lnTo>
                  <a:pt x="825330" y="32350"/>
                </a:lnTo>
                <a:lnTo>
                  <a:pt x="841827" y="32350"/>
                </a:lnTo>
                <a:lnTo>
                  <a:pt x="841827" y="47640"/>
                </a:lnTo>
                <a:lnTo>
                  <a:pt x="825330" y="47640"/>
                </a:lnTo>
                <a:lnTo>
                  <a:pt x="825330" y="92866"/>
                </a:lnTo>
                <a:cubicBezTo>
                  <a:pt x="825330" y="97104"/>
                  <a:pt x="826135" y="100229"/>
                  <a:pt x="827744" y="102241"/>
                </a:cubicBezTo>
                <a:cubicBezTo>
                  <a:pt x="829354" y="104253"/>
                  <a:pt x="831848" y="105258"/>
                  <a:pt x="835228" y="105258"/>
                </a:cubicBezTo>
                <a:cubicBezTo>
                  <a:pt x="836623" y="105258"/>
                  <a:pt x="837884" y="105151"/>
                  <a:pt x="839011" y="104937"/>
                </a:cubicBezTo>
                <a:cubicBezTo>
                  <a:pt x="840137" y="104722"/>
                  <a:pt x="841398" y="104454"/>
                  <a:pt x="842793" y="104132"/>
                </a:cubicBezTo>
                <a:lnTo>
                  <a:pt x="842793" y="118134"/>
                </a:lnTo>
                <a:cubicBezTo>
                  <a:pt x="840003" y="119046"/>
                  <a:pt x="837052" y="119730"/>
                  <a:pt x="833941" y="120186"/>
                </a:cubicBezTo>
                <a:cubicBezTo>
                  <a:pt x="830829" y="120642"/>
                  <a:pt x="827422" y="120870"/>
                  <a:pt x="823721" y="120870"/>
                </a:cubicBezTo>
                <a:close/>
                <a:moveTo>
                  <a:pt x="856311" y="16738"/>
                </a:moveTo>
                <a:lnTo>
                  <a:pt x="856311" y="0"/>
                </a:lnTo>
                <a:lnTo>
                  <a:pt x="878923" y="0"/>
                </a:lnTo>
                <a:lnTo>
                  <a:pt x="878923" y="16738"/>
                </a:lnTo>
                <a:lnTo>
                  <a:pt x="856311" y="16738"/>
                </a:lnTo>
                <a:moveTo>
                  <a:pt x="856311" y="119422"/>
                </a:moveTo>
                <a:lnTo>
                  <a:pt x="856311" y="32350"/>
                </a:lnTo>
                <a:lnTo>
                  <a:pt x="878923" y="32350"/>
                </a:lnTo>
                <a:lnTo>
                  <a:pt x="878923" y="119422"/>
                </a:lnTo>
                <a:lnTo>
                  <a:pt x="856311" y="119422"/>
                </a:lnTo>
                <a:close/>
                <a:moveTo>
                  <a:pt x="984854" y="75805"/>
                </a:moveTo>
                <a:cubicBezTo>
                  <a:pt x="984854" y="82458"/>
                  <a:pt x="983928" y="88547"/>
                  <a:pt x="982077" y="94073"/>
                </a:cubicBezTo>
                <a:cubicBezTo>
                  <a:pt x="980226" y="99599"/>
                  <a:pt x="977450" y="104360"/>
                  <a:pt x="973748" y="108357"/>
                </a:cubicBezTo>
                <a:cubicBezTo>
                  <a:pt x="970047" y="112353"/>
                  <a:pt x="965433" y="115465"/>
                  <a:pt x="959907" y="117692"/>
                </a:cubicBezTo>
                <a:cubicBezTo>
                  <a:pt x="954381" y="119918"/>
                  <a:pt x="947943" y="121031"/>
                  <a:pt x="940593" y="121031"/>
                </a:cubicBezTo>
                <a:cubicBezTo>
                  <a:pt x="933512" y="121031"/>
                  <a:pt x="927262" y="119931"/>
                  <a:pt x="921843" y="117732"/>
                </a:cubicBezTo>
                <a:cubicBezTo>
                  <a:pt x="916425" y="115532"/>
                  <a:pt x="911878" y="112447"/>
                  <a:pt x="908203" y="108477"/>
                </a:cubicBezTo>
                <a:cubicBezTo>
                  <a:pt x="904528" y="104507"/>
                  <a:pt x="901752" y="99746"/>
                  <a:pt x="899874" y="94193"/>
                </a:cubicBezTo>
                <a:cubicBezTo>
                  <a:pt x="897997" y="88641"/>
                  <a:pt x="897058" y="82511"/>
                  <a:pt x="897058" y="75805"/>
                </a:cubicBezTo>
                <a:cubicBezTo>
                  <a:pt x="897058" y="69314"/>
                  <a:pt x="897956" y="63319"/>
                  <a:pt x="899754" y="57820"/>
                </a:cubicBezTo>
                <a:cubicBezTo>
                  <a:pt x="901551" y="52321"/>
                  <a:pt x="904273" y="47559"/>
                  <a:pt x="907922" y="43536"/>
                </a:cubicBezTo>
                <a:cubicBezTo>
                  <a:pt x="911570" y="39512"/>
                  <a:pt x="916157" y="36374"/>
                  <a:pt x="921682" y="34120"/>
                </a:cubicBezTo>
                <a:cubicBezTo>
                  <a:pt x="927208" y="31867"/>
                  <a:pt x="933673" y="30741"/>
                  <a:pt x="941076" y="30741"/>
                </a:cubicBezTo>
                <a:cubicBezTo>
                  <a:pt x="948909" y="30741"/>
                  <a:pt x="955588" y="31867"/>
                  <a:pt x="961114" y="34120"/>
                </a:cubicBezTo>
                <a:cubicBezTo>
                  <a:pt x="966640" y="36374"/>
                  <a:pt x="971160" y="39499"/>
                  <a:pt x="974674" y="43496"/>
                </a:cubicBezTo>
                <a:cubicBezTo>
                  <a:pt x="978188" y="47492"/>
                  <a:pt x="980763" y="52240"/>
                  <a:pt x="982399" y="57739"/>
                </a:cubicBezTo>
                <a:cubicBezTo>
                  <a:pt x="984035" y="63238"/>
                  <a:pt x="984854" y="69260"/>
                  <a:pt x="984854" y="75805"/>
                </a:cubicBezTo>
                <a:moveTo>
                  <a:pt x="961195" y="75846"/>
                </a:moveTo>
                <a:cubicBezTo>
                  <a:pt x="961195" y="65505"/>
                  <a:pt x="959505" y="58004"/>
                  <a:pt x="956125" y="53343"/>
                </a:cubicBezTo>
                <a:cubicBezTo>
                  <a:pt x="952745" y="48683"/>
                  <a:pt x="947836" y="46352"/>
                  <a:pt x="941398" y="46352"/>
                </a:cubicBezTo>
                <a:cubicBezTo>
                  <a:pt x="934746" y="46352"/>
                  <a:pt x="929649" y="48710"/>
                  <a:pt x="926108" y="53424"/>
                </a:cubicBezTo>
                <a:cubicBezTo>
                  <a:pt x="922568" y="58138"/>
                  <a:pt x="920797" y="65612"/>
                  <a:pt x="920797" y="75846"/>
                </a:cubicBezTo>
                <a:cubicBezTo>
                  <a:pt x="920797" y="81043"/>
                  <a:pt x="921267" y="85517"/>
                  <a:pt x="922205" y="89267"/>
                </a:cubicBezTo>
                <a:cubicBezTo>
                  <a:pt x="923144" y="93017"/>
                  <a:pt x="924472" y="96098"/>
                  <a:pt x="926189" y="98509"/>
                </a:cubicBezTo>
                <a:cubicBezTo>
                  <a:pt x="927906" y="100920"/>
                  <a:pt x="929971" y="102701"/>
                  <a:pt x="932385" y="103853"/>
                </a:cubicBezTo>
                <a:cubicBezTo>
                  <a:pt x="934799" y="105004"/>
                  <a:pt x="937455" y="105580"/>
                  <a:pt x="940352" y="105580"/>
                </a:cubicBezTo>
                <a:cubicBezTo>
                  <a:pt x="943678" y="105580"/>
                  <a:pt x="946642" y="105004"/>
                  <a:pt x="949244" y="103853"/>
                </a:cubicBezTo>
                <a:cubicBezTo>
                  <a:pt x="951846" y="102701"/>
                  <a:pt x="954032" y="100920"/>
                  <a:pt x="955803" y="98509"/>
                </a:cubicBezTo>
                <a:cubicBezTo>
                  <a:pt x="957573" y="96098"/>
                  <a:pt x="958914" y="93017"/>
                  <a:pt x="959827" y="89267"/>
                </a:cubicBezTo>
                <a:cubicBezTo>
                  <a:pt x="960739" y="85517"/>
                  <a:pt x="961195" y="81043"/>
                  <a:pt x="961195" y="75846"/>
                </a:cubicBezTo>
                <a:close/>
                <a:moveTo>
                  <a:pt x="1059236" y="119422"/>
                </a:moveTo>
                <a:lnTo>
                  <a:pt x="1059236" y="70575"/>
                </a:lnTo>
                <a:cubicBezTo>
                  <a:pt x="1059236" y="67195"/>
                  <a:pt x="1058968" y="64097"/>
                  <a:pt x="1058431" y="61280"/>
                </a:cubicBezTo>
                <a:cubicBezTo>
                  <a:pt x="1057895" y="58464"/>
                  <a:pt x="1057009" y="56049"/>
                  <a:pt x="1055775" y="54038"/>
                </a:cubicBezTo>
                <a:cubicBezTo>
                  <a:pt x="1054542" y="52026"/>
                  <a:pt x="1052932" y="50456"/>
                  <a:pt x="1050947" y="49330"/>
                </a:cubicBezTo>
                <a:cubicBezTo>
                  <a:pt x="1048962" y="48203"/>
                  <a:pt x="1046548" y="47640"/>
                  <a:pt x="1043705" y="47640"/>
                </a:cubicBezTo>
                <a:cubicBezTo>
                  <a:pt x="1040968" y="47640"/>
                  <a:pt x="1038487" y="48243"/>
                  <a:pt x="1036261" y="49451"/>
                </a:cubicBezTo>
                <a:cubicBezTo>
                  <a:pt x="1034034" y="50658"/>
                  <a:pt x="1032116" y="52374"/>
                  <a:pt x="1030507" y="54601"/>
                </a:cubicBezTo>
                <a:cubicBezTo>
                  <a:pt x="1028898" y="56827"/>
                  <a:pt x="1027650" y="59483"/>
                  <a:pt x="1026765" y="62568"/>
                </a:cubicBezTo>
                <a:cubicBezTo>
                  <a:pt x="1025880" y="65652"/>
                  <a:pt x="1025437" y="69046"/>
                  <a:pt x="1025437" y="72747"/>
                </a:cubicBezTo>
                <a:lnTo>
                  <a:pt x="1025437" y="119422"/>
                </a:lnTo>
                <a:lnTo>
                  <a:pt x="1002824" y="119422"/>
                </a:lnTo>
                <a:lnTo>
                  <a:pt x="1002824" y="51825"/>
                </a:lnTo>
                <a:cubicBezTo>
                  <a:pt x="1002824" y="49947"/>
                  <a:pt x="1002811" y="48015"/>
                  <a:pt x="1002784" y="46030"/>
                </a:cubicBezTo>
                <a:cubicBezTo>
                  <a:pt x="1002757" y="44045"/>
                  <a:pt x="1002704" y="42154"/>
                  <a:pt x="1002623" y="40357"/>
                </a:cubicBezTo>
                <a:cubicBezTo>
                  <a:pt x="1002543" y="38560"/>
                  <a:pt x="1002476" y="36950"/>
                  <a:pt x="1002422" y="35529"/>
                </a:cubicBezTo>
                <a:cubicBezTo>
                  <a:pt x="1002368" y="34107"/>
                  <a:pt x="1002288" y="33048"/>
                  <a:pt x="1002181" y="32350"/>
                </a:cubicBezTo>
                <a:lnTo>
                  <a:pt x="1023747" y="32350"/>
                </a:lnTo>
                <a:cubicBezTo>
                  <a:pt x="1023855" y="32991"/>
                  <a:pt x="1023962" y="34018"/>
                  <a:pt x="1024069" y="35433"/>
                </a:cubicBezTo>
                <a:cubicBezTo>
                  <a:pt x="1024176" y="36848"/>
                  <a:pt x="1024284" y="38411"/>
                  <a:pt x="1024391" y="40121"/>
                </a:cubicBezTo>
                <a:cubicBezTo>
                  <a:pt x="1024498" y="41829"/>
                  <a:pt x="1024592" y="43537"/>
                  <a:pt x="1024673" y="45246"/>
                </a:cubicBezTo>
                <a:cubicBezTo>
                  <a:pt x="1024753" y="46954"/>
                  <a:pt x="1024793" y="48396"/>
                  <a:pt x="1024793" y="49571"/>
                </a:cubicBezTo>
                <a:lnTo>
                  <a:pt x="1025115" y="49571"/>
                </a:lnTo>
                <a:cubicBezTo>
                  <a:pt x="1028173" y="42919"/>
                  <a:pt x="1032009" y="38090"/>
                  <a:pt x="1036623" y="35086"/>
                </a:cubicBezTo>
                <a:cubicBezTo>
                  <a:pt x="1041237" y="32082"/>
                  <a:pt x="1046736" y="30580"/>
                  <a:pt x="1053120" y="30580"/>
                </a:cubicBezTo>
                <a:cubicBezTo>
                  <a:pt x="1058377" y="30580"/>
                  <a:pt x="1062817" y="31439"/>
                  <a:pt x="1066438" y="33157"/>
                </a:cubicBezTo>
                <a:cubicBezTo>
                  <a:pt x="1070059" y="34876"/>
                  <a:pt x="1073010" y="37239"/>
                  <a:pt x="1075290" y="40246"/>
                </a:cubicBezTo>
                <a:cubicBezTo>
                  <a:pt x="1077570" y="43252"/>
                  <a:pt x="1079220" y="46797"/>
                  <a:pt x="1080239" y="50879"/>
                </a:cubicBezTo>
                <a:cubicBezTo>
                  <a:pt x="1081259" y="54960"/>
                  <a:pt x="1081768" y="59362"/>
                  <a:pt x="1081768" y="64087"/>
                </a:cubicBezTo>
                <a:lnTo>
                  <a:pt x="1081768" y="119422"/>
                </a:lnTo>
                <a:lnTo>
                  <a:pt x="1059236" y="119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FC791-7346-4C85-8168-BAEE96DA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2739" y="2283405"/>
            <a:ext cx="413806" cy="10"/>
          </a:xfrm>
          <a:custGeom xmlns:a="http://schemas.openxmlformats.org/drawingml/2006/main">
            <a:pathLst>
              <a:path w="413806" h="1" fill="none">
                <a:moveTo>
                  <a:pt x="41380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8BFB29-42B8-4280-AA02-EFF55164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511" y="2235336"/>
            <a:ext cx="96138" cy="96138"/>
          </a:xfrm>
          <a:custGeom xmlns:a="http://schemas.openxmlformats.org/drawingml/2006/main">
            <a:pathLst>
              <a:path w="96138" h="96138">
                <a:moveTo>
                  <a:pt x="96138" y="48069"/>
                </a:moveTo>
                <a:lnTo>
                  <a:pt x="0" y="96138"/>
                </a:lnTo>
                <a:lnTo>
                  <a:pt x="24035" y="48069"/>
                </a:lnTo>
                <a:lnTo>
                  <a:pt x="0" y="0"/>
                </a:lnTo>
                <a:lnTo>
                  <a:pt x="96138" y="480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273BBD-5732-4C77-A45A-2A0DA839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511" y="2235336"/>
            <a:ext cx="96138" cy="96138"/>
          </a:xfrm>
          <a:custGeom xmlns:a="http://schemas.openxmlformats.org/drawingml/2006/main">
            <a:pathLst>
              <a:path w="96138" h="96138" fill="none">
                <a:moveTo>
                  <a:pt x="96138" y="48069"/>
                </a:moveTo>
                <a:lnTo>
                  <a:pt x="0" y="96138"/>
                </a:lnTo>
                <a:lnTo>
                  <a:pt x="24035" y="48069"/>
                </a:lnTo>
                <a:lnTo>
                  <a:pt x="0" y="0"/>
                </a:lnTo>
                <a:lnTo>
                  <a:pt x="96138" y="480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4773E-7FC7-428B-BD12-EE003201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919" y="2278324"/>
            <a:ext cx="458030" cy="976490"/>
          </a:xfrm>
          <a:custGeom xmlns:a="http://schemas.openxmlformats.org/drawingml/2006/main">
            <a:pathLst>
              <a:path w="458030" h="976490" fill="none">
                <a:moveTo>
                  <a:pt x="458030" y="9764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1B1A0-CE3E-4D73-ADA6-719D603E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12" y="3212650"/>
            <a:ext cx="87074" cy="107537"/>
          </a:xfrm>
          <a:custGeom xmlns:a="http://schemas.openxmlformats.org/drawingml/2006/main">
            <a:pathLst>
              <a:path w="87074" h="107537">
                <a:moveTo>
                  <a:pt x="84464" y="107537"/>
                </a:moveTo>
                <a:lnTo>
                  <a:pt x="0" y="40927"/>
                </a:lnTo>
                <a:lnTo>
                  <a:pt x="53837" y="42163"/>
                </a:lnTo>
                <a:lnTo>
                  <a:pt x="87074" y="0"/>
                </a:lnTo>
                <a:lnTo>
                  <a:pt x="84464" y="107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366A1-00C1-47E0-8241-A1AD57AE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12" y="3212650"/>
            <a:ext cx="87074" cy="107537"/>
          </a:xfrm>
          <a:custGeom xmlns:a="http://schemas.openxmlformats.org/drawingml/2006/main">
            <a:pathLst>
              <a:path w="87074" h="107537" fill="none">
                <a:moveTo>
                  <a:pt x="84464" y="107537"/>
                </a:moveTo>
                <a:lnTo>
                  <a:pt x="0" y="40927"/>
                </a:lnTo>
                <a:lnTo>
                  <a:pt x="53837" y="42163"/>
                </a:lnTo>
                <a:lnTo>
                  <a:pt x="87074" y="0"/>
                </a:lnTo>
                <a:lnTo>
                  <a:pt x="84464" y="1075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FE9BF-7501-4EE5-9F94-4B00AC18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919" y="1298263"/>
            <a:ext cx="458167" cy="981296"/>
          </a:xfrm>
          <a:custGeom xmlns:a="http://schemas.openxmlformats.org/drawingml/2006/main">
            <a:pathLst>
              <a:path w="458167" h="981296" fill="none">
                <a:moveTo>
                  <a:pt x="458167" y="0"/>
                </a:moveTo>
                <a:lnTo>
                  <a:pt x="0" y="981296"/>
                </a:lnTo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43015-B39C-4FB4-9BC9-4879588E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249" y="1232889"/>
            <a:ext cx="87211" cy="107537"/>
          </a:xfrm>
          <a:custGeom xmlns:a="http://schemas.openxmlformats.org/drawingml/2006/main">
            <a:pathLst>
              <a:path w="87211" h="107537">
                <a:moveTo>
                  <a:pt x="84327" y="0"/>
                </a:moveTo>
                <a:lnTo>
                  <a:pt x="87211" y="107537"/>
                </a:lnTo>
                <a:lnTo>
                  <a:pt x="53837" y="65374"/>
                </a:lnTo>
                <a:lnTo>
                  <a:pt x="0" y="66885"/>
                </a:lnTo>
                <a:lnTo>
                  <a:pt x="8432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6446C0-905A-4766-BF51-49468C50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249" y="1232889"/>
            <a:ext cx="87211" cy="107537"/>
          </a:xfrm>
          <a:custGeom xmlns:a="http://schemas.openxmlformats.org/drawingml/2006/main">
            <a:pathLst>
              <a:path w="87211" h="107537" fill="none">
                <a:moveTo>
                  <a:pt x="84327" y="0"/>
                </a:moveTo>
                <a:lnTo>
                  <a:pt x="87211" y="107537"/>
                </a:lnTo>
                <a:lnTo>
                  <a:pt x="53837" y="65374"/>
                </a:lnTo>
                <a:lnTo>
                  <a:pt x="0" y="66885"/>
                </a:lnTo>
                <a:lnTo>
                  <a:pt x="8432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34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2036730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2026-09-08T03:29:26.2260000Z</dcterms:created>
  <dcterms:modified xsi:type="dcterms:W3CDTF">2026-09-08T03:29:26.2260000Z</dcterms:modified>
</coreProperties>
</file>